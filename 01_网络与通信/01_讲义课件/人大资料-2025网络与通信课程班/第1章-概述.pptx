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30"/>
  </p:notesMasterIdLst>
  <p:handoutMasterIdLst>
    <p:handoutMasterId r:id="rId131"/>
  </p:handoutMasterIdLst>
  <p:sldIdLst>
    <p:sldId id="267" r:id="rId2"/>
    <p:sldId id="357" r:id="rId3"/>
    <p:sldId id="358" r:id="rId4"/>
    <p:sldId id="257" r:id="rId5"/>
    <p:sldId id="258" r:id="rId6"/>
    <p:sldId id="259" r:id="rId7"/>
    <p:sldId id="378" r:id="rId8"/>
    <p:sldId id="379" r:id="rId9"/>
    <p:sldId id="380" r:id="rId10"/>
    <p:sldId id="385" r:id="rId11"/>
    <p:sldId id="386" r:id="rId12"/>
    <p:sldId id="381" r:id="rId13"/>
    <p:sldId id="382" r:id="rId14"/>
    <p:sldId id="383" r:id="rId15"/>
    <p:sldId id="384" r:id="rId16"/>
    <p:sldId id="387" r:id="rId17"/>
    <p:sldId id="424" r:id="rId18"/>
    <p:sldId id="423" r:id="rId19"/>
    <p:sldId id="389" r:id="rId20"/>
    <p:sldId id="390" r:id="rId21"/>
    <p:sldId id="394" r:id="rId22"/>
    <p:sldId id="395" r:id="rId23"/>
    <p:sldId id="396" r:id="rId24"/>
    <p:sldId id="397" r:id="rId25"/>
    <p:sldId id="402" r:id="rId26"/>
    <p:sldId id="403" r:id="rId27"/>
    <p:sldId id="400" r:id="rId28"/>
    <p:sldId id="401" r:id="rId29"/>
    <p:sldId id="404" r:id="rId30"/>
    <p:sldId id="406" r:id="rId31"/>
    <p:sldId id="405" r:id="rId32"/>
    <p:sldId id="407" r:id="rId33"/>
    <p:sldId id="264" r:id="rId34"/>
    <p:sldId id="265" r:id="rId35"/>
    <p:sldId id="266" r:id="rId36"/>
    <p:sldId id="268" r:id="rId37"/>
    <p:sldId id="269" r:id="rId38"/>
    <p:sldId id="270" r:id="rId39"/>
    <p:sldId id="272" r:id="rId40"/>
    <p:sldId id="273" r:id="rId41"/>
    <p:sldId id="274" r:id="rId42"/>
    <p:sldId id="276" r:id="rId43"/>
    <p:sldId id="277" r:id="rId44"/>
    <p:sldId id="278" r:id="rId45"/>
    <p:sldId id="279" r:id="rId46"/>
    <p:sldId id="411" r:id="rId47"/>
    <p:sldId id="412" r:id="rId48"/>
    <p:sldId id="413" r:id="rId49"/>
    <p:sldId id="280" r:id="rId50"/>
    <p:sldId id="284" r:id="rId51"/>
    <p:sldId id="282" r:id="rId52"/>
    <p:sldId id="281" r:id="rId53"/>
    <p:sldId id="285" r:id="rId54"/>
    <p:sldId id="286" r:id="rId55"/>
    <p:sldId id="360" r:id="rId56"/>
    <p:sldId id="361" r:id="rId57"/>
    <p:sldId id="421" r:id="rId58"/>
    <p:sldId id="422" r:id="rId59"/>
    <p:sldId id="362" r:id="rId60"/>
    <p:sldId id="364" r:id="rId61"/>
    <p:sldId id="368" r:id="rId62"/>
    <p:sldId id="294" r:id="rId63"/>
    <p:sldId id="296" r:id="rId64"/>
    <p:sldId id="370" r:id="rId65"/>
    <p:sldId id="414" r:id="rId66"/>
    <p:sldId id="298" r:id="rId67"/>
    <p:sldId id="415" r:id="rId68"/>
    <p:sldId id="299" r:id="rId69"/>
    <p:sldId id="300" r:id="rId70"/>
    <p:sldId id="416" r:id="rId71"/>
    <p:sldId id="301" r:id="rId72"/>
    <p:sldId id="302" r:id="rId73"/>
    <p:sldId id="303" r:id="rId74"/>
    <p:sldId id="304" r:id="rId75"/>
    <p:sldId id="305" r:id="rId76"/>
    <p:sldId id="371" r:id="rId77"/>
    <p:sldId id="306" r:id="rId78"/>
    <p:sldId id="417" r:id="rId79"/>
    <p:sldId id="418" r:id="rId80"/>
    <p:sldId id="420" r:id="rId81"/>
    <p:sldId id="419" r:id="rId82"/>
    <p:sldId id="310" r:id="rId83"/>
    <p:sldId id="374" r:id="rId84"/>
    <p:sldId id="375" r:id="rId85"/>
    <p:sldId id="311" r:id="rId86"/>
    <p:sldId id="312" r:id="rId87"/>
    <p:sldId id="313" r:id="rId88"/>
    <p:sldId id="314" r:id="rId89"/>
    <p:sldId id="315" r:id="rId90"/>
    <p:sldId id="316" r:id="rId91"/>
    <p:sldId id="318" r:id="rId92"/>
    <p:sldId id="319" r:id="rId93"/>
    <p:sldId id="320" r:id="rId94"/>
    <p:sldId id="428" r:id="rId95"/>
    <p:sldId id="321" r:id="rId96"/>
    <p:sldId id="429" r:id="rId97"/>
    <p:sldId id="323" r:id="rId98"/>
    <p:sldId id="324" r:id="rId99"/>
    <p:sldId id="325" r:id="rId100"/>
    <p:sldId id="326" r:id="rId101"/>
    <p:sldId id="327" r:id="rId102"/>
    <p:sldId id="328" r:id="rId103"/>
    <p:sldId id="329" r:id="rId104"/>
    <p:sldId id="330" r:id="rId105"/>
    <p:sldId id="331" r:id="rId106"/>
    <p:sldId id="332" r:id="rId107"/>
    <p:sldId id="333" r:id="rId108"/>
    <p:sldId id="334" r:id="rId109"/>
    <p:sldId id="335" r:id="rId110"/>
    <p:sldId id="336" r:id="rId111"/>
    <p:sldId id="337" r:id="rId112"/>
    <p:sldId id="338" r:id="rId113"/>
    <p:sldId id="339" r:id="rId114"/>
    <p:sldId id="340" r:id="rId115"/>
    <p:sldId id="341" r:id="rId116"/>
    <p:sldId id="345" r:id="rId117"/>
    <p:sldId id="346" r:id="rId118"/>
    <p:sldId id="372" r:id="rId119"/>
    <p:sldId id="426" r:id="rId120"/>
    <p:sldId id="347" r:id="rId121"/>
    <p:sldId id="348" r:id="rId122"/>
    <p:sldId id="349" r:id="rId123"/>
    <p:sldId id="350" r:id="rId124"/>
    <p:sldId id="343" r:id="rId125"/>
    <p:sldId id="344" r:id="rId126"/>
    <p:sldId id="355" r:id="rId127"/>
    <p:sldId id="425" r:id="rId128"/>
    <p:sldId id="430" r:id="rId129"/>
  </p:sldIdLst>
  <p:sldSz cx="9144000" cy="5143500" type="screen16x9"/>
  <p:notesSz cx="6797675" cy="9928225"/>
  <p:embeddedFontLst>
    <p:embeddedFont>
      <p:font typeface="黑体" panose="02010609060101010101" pitchFamily="49" charset="-122"/>
      <p:regular r:id="rId132"/>
    </p:embeddedFont>
    <p:embeddedFont>
      <p:font typeface="黑体" panose="02010609060101010101" pitchFamily="49" charset="-122"/>
      <p:regular r:id="rId132"/>
    </p:embeddedFont>
    <p:embeddedFont>
      <p:font typeface="微软雅黑" panose="020B0503020204020204" pitchFamily="34" charset="-122"/>
      <p:regular r:id="rId133"/>
      <p:bold r:id="rId134"/>
    </p:embeddedFont>
    <p:embeddedFont>
      <p:font typeface="Bookman Old Style" panose="02050604050505020204" pitchFamily="18" charset="0"/>
      <p:regular r:id="rId135"/>
      <p:bold r:id="rId136"/>
      <p:italic r:id="rId137"/>
      <p:boldItalic r:id="rId138"/>
    </p:embeddedFont>
    <p:embeddedFont>
      <p:font typeface="Calibri" panose="020F0502020204030204" pitchFamily="34" charset="0"/>
      <p:regular r:id="rId139"/>
      <p:bold r:id="rId140"/>
      <p:italic r:id="rId141"/>
      <p:boldItalic r:id="rId142"/>
    </p:embeddedFont>
    <p:embeddedFont>
      <p:font typeface="Calibri Light" panose="020F0302020204030204" pitchFamily="34" charset="0"/>
      <p:regular r:id="rId143"/>
      <p:italic r:id="rId144"/>
    </p:embeddedFont>
    <p:embeddedFont>
      <p:font typeface="Tahoma" panose="020B0604030504040204" pitchFamily="34" charset="0"/>
      <p:regular r:id="rId145"/>
      <p:bold r:id="rId14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003366"/>
    <a:srgbClr val="9966FF"/>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2" d="100"/>
          <a:sy n="112" d="100"/>
        </p:scale>
        <p:origin x="872"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7.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heme" Target="theme/theme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3.fntdata"/><Relationship Id="rId139" Type="http://schemas.openxmlformats.org/officeDocument/2006/relationships/font" Target="fonts/font8.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9.fntdata"/><Relationship Id="rId145"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5" Type="http://schemas.openxmlformats.org/officeDocument/2006/relationships/font" Target="fonts/font4.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0.fntdata"/><Relationship Id="rId146"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handoutMaster" Target="handoutMasters/handoutMaster1.xml"/><Relationship Id="rId136"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1.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2.fntdata"/><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3.fntdata"/><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dirty="0">
              <a:ea typeface="SimHei" panose="02010609060101010101" pitchFamily="49" charset="-122"/>
            </a:endParaRPr>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ea typeface="SimHei" panose="02010609060101010101" pitchFamily="49" charset="-122"/>
              </a:rPr>
              <a:pPr>
                <a:defRPr/>
              </a:pPr>
              <a:t>2025/9/19</a:t>
            </a:fld>
            <a:endParaRPr lang="zh-CN" altLang="en-US" dirty="0">
              <a:ea typeface="SimHei" panose="02010609060101010101" pitchFamily="49" charset="-122"/>
            </a:endParaRPr>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dirty="0">
              <a:ea typeface="SimHei" panose="02010609060101010101" pitchFamily="49" charset="-122"/>
            </a:endParaRPr>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ea typeface="SimHei" panose="02010609060101010101" pitchFamily="49" charset="-122"/>
              </a:rPr>
              <a:pPr>
                <a:defRPr/>
              </a:pPr>
              <a:t>‹#›</a:t>
            </a:fld>
            <a:endParaRPr lang="zh-CN" altLang="en-US" dirty="0">
              <a:ea typeface="SimHei" panose="02010609060101010101" pitchFamily="49" charset="-122"/>
            </a:endParaRPr>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b="0" i="0">
                <a:ea typeface="SimHei" panose="02010609060101010101" pitchFamily="49" charset="-122"/>
              </a:defRPr>
            </a:lvl1pPr>
          </a:lstStyle>
          <a:p>
            <a:pPr>
              <a:defRPr/>
            </a:pPr>
            <a:endParaRPr lang="zh-CN" altLang="en-US" dirty="0"/>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b="0" i="0">
                <a:ea typeface="SimHei" panose="02010609060101010101" pitchFamily="49" charset="-122"/>
              </a:defRPr>
            </a:lvl1pPr>
          </a:lstStyle>
          <a:p>
            <a:pPr>
              <a:defRPr/>
            </a:pPr>
            <a:fld id="{C5E0B26B-5408-4645-A28B-9030BE5E4237}" type="datetimeFigureOut">
              <a:rPr lang="zh-CN" altLang="en-US" smtClean="0"/>
              <a:pPr>
                <a:defRPr/>
              </a:pPr>
              <a:t>2025/9/19</a:t>
            </a:fld>
            <a:endParaRPr lang="zh-CN" altLang="en-US" dirty="0"/>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b="0" i="0">
                <a:ea typeface="SimHei" panose="02010609060101010101" pitchFamily="49" charset="-122"/>
              </a:defRPr>
            </a:lvl1pPr>
          </a:lstStyle>
          <a:p>
            <a:pPr>
              <a:defRPr/>
            </a:pPr>
            <a:endParaRPr lang="zh-CN" altLang="en-US" dirty="0"/>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b="0" i="0">
                <a:ea typeface="SimHei" panose="02010609060101010101" pitchFamily="49" charset="-122"/>
              </a:defRPr>
            </a:lvl1pPr>
          </a:lstStyle>
          <a:p>
            <a:pPr>
              <a:defRPr/>
            </a:pPr>
            <a:fld id="{4ACC0ED1-A15A-4A3F-8477-BD4711CED9F9}" type="slidenum">
              <a:rPr lang="zh-CN" altLang="en-US" smtClean="0"/>
              <a:pPr>
                <a:defRPr/>
              </a:pPr>
              <a:t>‹#›</a:t>
            </a:fld>
            <a:endParaRPr lang="zh-CN" altLang="en-US" dirty="0"/>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1pPr>
    <a:lvl2pPr marL="4572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2pPr>
    <a:lvl3pPr marL="9144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3pPr>
    <a:lvl4pPr marL="13716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4pPr>
    <a:lvl5pPr marL="18288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C27B632-BC06-D84B-9B19-71F6A12281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D11668D-CBC5-B44E-9729-493F5BC122DC}" type="slidenum">
              <a:rPr lang="en-US" altLang="zh-CN"/>
              <a:pPr/>
              <a:t>1</a:t>
            </a:fld>
            <a:endParaRPr lang="en-US" altLang="zh-CN"/>
          </a:p>
        </p:txBody>
      </p:sp>
      <p:sp>
        <p:nvSpPr>
          <p:cNvPr id="16386" name="Rectangle 2">
            <a:extLst>
              <a:ext uri="{FF2B5EF4-FFF2-40B4-BE49-F238E27FC236}">
                <a16:creationId xmlns:a16="http://schemas.microsoft.com/office/drawing/2014/main" id="{525F0473-1330-7141-8C28-9DC0256ACC82}"/>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4C86BECD-55DB-BE4A-8790-CF205E2056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54590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1F316F91-41E3-0B48-968E-B19CF2B928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C6FBBFB-EF93-9849-BE63-810610745C77}" type="slidenum">
              <a:rPr lang="en-US" altLang="zh-CN"/>
              <a:pPr/>
              <a:t>2</a:t>
            </a:fld>
            <a:endParaRPr lang="en-US" altLang="zh-CN"/>
          </a:p>
        </p:txBody>
      </p:sp>
      <p:sp>
        <p:nvSpPr>
          <p:cNvPr id="18434" name="Rectangle 2">
            <a:extLst>
              <a:ext uri="{FF2B5EF4-FFF2-40B4-BE49-F238E27FC236}">
                <a16:creationId xmlns:a16="http://schemas.microsoft.com/office/drawing/2014/main" id="{064D4DA1-E345-624D-92FE-6D055C4AD72E}"/>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F5B700D8-FFBA-1743-8621-958FAA5178A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6248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93142E16-032F-FA4D-B7CA-F376687C1D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F407C55-3925-EC48-8963-295111E23773}" type="slidenum">
              <a:rPr lang="en-US" altLang="zh-CN"/>
              <a:pPr/>
              <a:t>3</a:t>
            </a:fld>
            <a:endParaRPr lang="en-US" altLang="zh-CN"/>
          </a:p>
        </p:txBody>
      </p:sp>
      <p:sp>
        <p:nvSpPr>
          <p:cNvPr id="20482" name="Rectangle 2">
            <a:extLst>
              <a:ext uri="{FF2B5EF4-FFF2-40B4-BE49-F238E27FC236}">
                <a16:creationId xmlns:a16="http://schemas.microsoft.com/office/drawing/2014/main" id="{247BC517-7A5E-2643-A648-40799B47EC9F}"/>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7B256A9-BD51-4D45-A8FF-0CFE30C0CB8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1218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F59B04B-3D7B-9442-A13F-2E74C2DD4C4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4A4CB11-BB59-4440-8C5F-337BDE48F3CD}" type="slidenum">
              <a:rPr lang="en-US" altLang="zh-CN"/>
              <a:pPr/>
              <a:t>4</a:t>
            </a:fld>
            <a:endParaRPr lang="en-US" altLang="zh-CN"/>
          </a:p>
        </p:txBody>
      </p:sp>
      <p:sp>
        <p:nvSpPr>
          <p:cNvPr id="22530" name="Rectangle 2">
            <a:extLst>
              <a:ext uri="{FF2B5EF4-FFF2-40B4-BE49-F238E27FC236}">
                <a16:creationId xmlns:a16="http://schemas.microsoft.com/office/drawing/2014/main" id="{7BB633AD-654B-8840-B5E7-22211BD19271}"/>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B5EBC6AE-BCF3-0540-B6D2-4251E909B98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9415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2BBA4079-A384-0545-BAE2-5CF6C56169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F2AD6C8-21E9-7D4C-AA79-94F13372FA41}" type="slidenum">
              <a:rPr lang="en-US" altLang="zh-CN"/>
              <a:pPr/>
              <a:t>5</a:t>
            </a:fld>
            <a:endParaRPr lang="en-US" altLang="zh-CN"/>
          </a:p>
        </p:txBody>
      </p:sp>
      <p:sp>
        <p:nvSpPr>
          <p:cNvPr id="24578" name="Rectangle 2">
            <a:extLst>
              <a:ext uri="{FF2B5EF4-FFF2-40B4-BE49-F238E27FC236}">
                <a16:creationId xmlns:a16="http://schemas.microsoft.com/office/drawing/2014/main" id="{0533FF65-16BC-7F43-A517-A26A4A5EA67E}"/>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F0F3A76-FC3A-BE4C-9A18-643F74692F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7060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EC95BF8D-7F34-B34B-AC30-B953F280A4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79F3029-3EA7-7947-B0E6-82FCBEE1C262}" type="slidenum">
              <a:rPr lang="en-US" altLang="zh-CN"/>
              <a:pPr/>
              <a:t>6</a:t>
            </a:fld>
            <a:endParaRPr lang="en-US" altLang="zh-CN"/>
          </a:p>
        </p:txBody>
      </p:sp>
      <p:sp>
        <p:nvSpPr>
          <p:cNvPr id="26626" name="Rectangle 2">
            <a:extLst>
              <a:ext uri="{FF2B5EF4-FFF2-40B4-BE49-F238E27FC236}">
                <a16:creationId xmlns:a16="http://schemas.microsoft.com/office/drawing/2014/main" id="{2B3853D5-8E82-FA46-94A8-C21D89B66386}"/>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17DEF0CF-CCAC-BB42-AC15-F2D569C26A1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75052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FDB38873-8C1B-074E-843C-45C5AB45D5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38BC823-A231-994C-A0DF-C86CCE28672E}" type="slidenum">
              <a:rPr lang="en-US" altLang="zh-CN"/>
              <a:pPr/>
              <a:t>7</a:t>
            </a:fld>
            <a:endParaRPr lang="en-US" altLang="zh-CN"/>
          </a:p>
        </p:txBody>
      </p:sp>
      <p:sp>
        <p:nvSpPr>
          <p:cNvPr id="28674" name="Rectangle 2">
            <a:extLst>
              <a:ext uri="{FF2B5EF4-FFF2-40B4-BE49-F238E27FC236}">
                <a16:creationId xmlns:a16="http://schemas.microsoft.com/office/drawing/2014/main" id="{B4511E07-FC90-5149-82A2-90706A5654D0}"/>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933EABBD-BB83-0643-B423-17307362B0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85443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4E8C23C0-687C-8448-BB77-739B6CDA8A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5BC79F0-C713-B14B-89C0-7A3BA7A80973}" type="slidenum">
              <a:rPr lang="en-US" altLang="zh-CN"/>
              <a:pPr/>
              <a:t>8</a:t>
            </a:fld>
            <a:endParaRPr lang="en-US" altLang="zh-CN"/>
          </a:p>
        </p:txBody>
      </p:sp>
      <p:sp>
        <p:nvSpPr>
          <p:cNvPr id="30722" name="Rectangle 2">
            <a:extLst>
              <a:ext uri="{FF2B5EF4-FFF2-40B4-BE49-F238E27FC236}">
                <a16:creationId xmlns:a16="http://schemas.microsoft.com/office/drawing/2014/main" id="{777796AA-0A25-4F4B-8132-6C9341CFCFC2}"/>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387D3D69-C92F-BC48-A811-3B4CAF40A4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12690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658B568-50C0-DF40-8011-DB9F4DD136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B325C8F-641C-D845-A8A8-5C8B6B40830A}" type="slidenum">
              <a:rPr lang="en-US" altLang="zh-CN"/>
              <a:pPr/>
              <a:t>9</a:t>
            </a:fld>
            <a:endParaRPr lang="en-US" altLang="zh-CN"/>
          </a:p>
        </p:txBody>
      </p:sp>
      <p:sp>
        <p:nvSpPr>
          <p:cNvPr id="32770" name="Rectangle 2">
            <a:extLst>
              <a:ext uri="{FF2B5EF4-FFF2-40B4-BE49-F238E27FC236}">
                <a16:creationId xmlns:a16="http://schemas.microsoft.com/office/drawing/2014/main" id="{7E0675D5-3658-9549-9C20-50C7C35AC51C}"/>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81212D8E-59BA-5245-A8B2-7C6D1C0C13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28588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0A0D3ADD-A765-EB4D-8071-52AE23DA7F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6FEDB95-3755-C343-B812-98F42C8F0B64}" type="slidenum">
              <a:rPr lang="en-US" altLang="zh-CN"/>
              <a:pPr/>
              <a:t>10</a:t>
            </a:fld>
            <a:endParaRPr lang="en-US" altLang="zh-CN"/>
          </a:p>
        </p:txBody>
      </p:sp>
      <p:sp>
        <p:nvSpPr>
          <p:cNvPr id="34818" name="Rectangle 2">
            <a:extLst>
              <a:ext uri="{FF2B5EF4-FFF2-40B4-BE49-F238E27FC236}">
                <a16:creationId xmlns:a16="http://schemas.microsoft.com/office/drawing/2014/main" id="{92CA836A-8F71-394E-9F1C-765057BE44C4}"/>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22C09DB6-1A99-484B-8831-D0E32AB09B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33490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2E79760F-1F25-FE47-9B74-B3889367FB2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0E8A6E1-4C6B-F546-9113-531B4AC59A2F}" type="slidenum">
              <a:rPr lang="en-US" altLang="zh-CN"/>
              <a:pPr/>
              <a:t>11</a:t>
            </a:fld>
            <a:endParaRPr lang="en-US" altLang="zh-CN"/>
          </a:p>
        </p:txBody>
      </p:sp>
      <p:sp>
        <p:nvSpPr>
          <p:cNvPr id="36866" name="Rectangle 2">
            <a:extLst>
              <a:ext uri="{FF2B5EF4-FFF2-40B4-BE49-F238E27FC236}">
                <a16:creationId xmlns:a16="http://schemas.microsoft.com/office/drawing/2014/main" id="{60D23161-A4F8-F343-96BB-DD032AF2657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B06CDFF3-171B-3E47-A07F-921423AEE32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60787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B69F4D3B-C103-684D-B138-12B8A0538F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BB1E446-40A9-A646-B5DA-888B61EB0F89}" type="slidenum">
              <a:rPr lang="en-US" altLang="zh-CN"/>
              <a:pPr/>
              <a:t>12</a:t>
            </a:fld>
            <a:endParaRPr lang="en-US" altLang="zh-CN"/>
          </a:p>
        </p:txBody>
      </p:sp>
      <p:sp>
        <p:nvSpPr>
          <p:cNvPr id="38914" name="Rectangle 2">
            <a:extLst>
              <a:ext uri="{FF2B5EF4-FFF2-40B4-BE49-F238E27FC236}">
                <a16:creationId xmlns:a16="http://schemas.microsoft.com/office/drawing/2014/main" id="{166E311F-2484-1149-B5E7-6FB44FBC3484}"/>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D048A0A-62D7-EB4E-A877-C8F97B8DAC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9199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841F650E-EB96-9D4A-8E0E-274FB277AD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838B2F7-7D62-4E4E-8AF3-D3CFBD79DF53}" type="slidenum">
              <a:rPr lang="en-US" altLang="zh-CN"/>
              <a:pPr/>
              <a:t>13</a:t>
            </a:fld>
            <a:endParaRPr lang="en-US" altLang="zh-CN"/>
          </a:p>
        </p:txBody>
      </p:sp>
      <p:sp>
        <p:nvSpPr>
          <p:cNvPr id="40962" name="Rectangle 2">
            <a:extLst>
              <a:ext uri="{FF2B5EF4-FFF2-40B4-BE49-F238E27FC236}">
                <a16:creationId xmlns:a16="http://schemas.microsoft.com/office/drawing/2014/main" id="{1DBD289C-4D38-FE42-9524-5B711E3934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B251ECAC-F125-5B4C-B0A1-3401DA46EB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0603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48ADFAA9-C6E4-0F44-B205-5E49DE0B6F9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3C5B2AA-925D-044B-AB82-D14907FDE479}" type="slidenum">
              <a:rPr lang="en-US" altLang="zh-CN"/>
              <a:pPr/>
              <a:t>14</a:t>
            </a:fld>
            <a:endParaRPr lang="en-US" altLang="zh-CN"/>
          </a:p>
        </p:txBody>
      </p:sp>
      <p:sp>
        <p:nvSpPr>
          <p:cNvPr id="43010" name="Rectangle 2">
            <a:extLst>
              <a:ext uri="{FF2B5EF4-FFF2-40B4-BE49-F238E27FC236}">
                <a16:creationId xmlns:a16="http://schemas.microsoft.com/office/drawing/2014/main" id="{3FC85D8F-53D1-9E44-899F-D3FDCA1ACF8B}"/>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F41FCAB4-47E9-CD4E-9558-5A192BF0A0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25872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E520CFCB-C8CD-A648-AF74-A0A74C6242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E8AE701-EFE6-EE44-AB1F-07C6F7ECCB22}" type="slidenum">
              <a:rPr lang="en-US" altLang="zh-CN"/>
              <a:pPr/>
              <a:t>15</a:t>
            </a:fld>
            <a:endParaRPr lang="en-US" altLang="zh-CN"/>
          </a:p>
        </p:txBody>
      </p:sp>
      <p:sp>
        <p:nvSpPr>
          <p:cNvPr id="45058" name="Rectangle 2">
            <a:extLst>
              <a:ext uri="{FF2B5EF4-FFF2-40B4-BE49-F238E27FC236}">
                <a16:creationId xmlns:a16="http://schemas.microsoft.com/office/drawing/2014/main" id="{5159BC0E-7B2B-B446-9A0F-F2F4E85B64DE}"/>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3341B8A-46F7-2740-9662-5135FA4566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64875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969FEF73-E14E-1846-B2BF-01FF5ACF23C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63B7439-EE07-1841-B193-C185AAEEABBD}" type="slidenum">
              <a:rPr lang="en-US" altLang="zh-CN"/>
              <a:pPr/>
              <a:t>16</a:t>
            </a:fld>
            <a:endParaRPr lang="en-US" altLang="zh-CN"/>
          </a:p>
        </p:txBody>
      </p:sp>
      <p:sp>
        <p:nvSpPr>
          <p:cNvPr id="47106" name="Rectangle 2">
            <a:extLst>
              <a:ext uri="{FF2B5EF4-FFF2-40B4-BE49-F238E27FC236}">
                <a16:creationId xmlns:a16="http://schemas.microsoft.com/office/drawing/2014/main" id="{96964DED-738F-8C44-9FD8-D3682894B194}"/>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D3EAE083-48E8-514B-ABB8-FF9A040B51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0742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768614E2-ADE6-8F4C-898D-E7F2F897727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B9657F8-D251-424C-BAFE-443E0011E0B7}" type="slidenum">
              <a:rPr lang="en-US" altLang="zh-CN"/>
              <a:pPr/>
              <a:t>17</a:t>
            </a:fld>
            <a:endParaRPr lang="en-US" altLang="zh-CN"/>
          </a:p>
        </p:txBody>
      </p:sp>
      <p:sp>
        <p:nvSpPr>
          <p:cNvPr id="49154" name="Rectangle 2">
            <a:extLst>
              <a:ext uri="{FF2B5EF4-FFF2-40B4-BE49-F238E27FC236}">
                <a16:creationId xmlns:a16="http://schemas.microsoft.com/office/drawing/2014/main" id="{F727DC44-EB4F-5A41-AFF5-C816A9E79EE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7CCE30D5-B74A-0D49-8302-19609DCC1D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74160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a:extLst>
              <a:ext uri="{FF2B5EF4-FFF2-40B4-BE49-F238E27FC236}">
                <a16:creationId xmlns:a16="http://schemas.microsoft.com/office/drawing/2014/main" id="{897F6663-B304-1B44-B647-5D52B9DD5457}"/>
              </a:ext>
            </a:extLst>
          </p:cNvPr>
          <p:cNvSpPr>
            <a:spLocks noGrp="1" noRot="1" noChangeAspect="1" noChangeArrowheads="1" noTextEdit="1"/>
          </p:cNvSpPr>
          <p:nvPr>
            <p:ph type="sldImg"/>
          </p:nvPr>
        </p:nvSpPr>
        <p:spPr>
          <a:ln/>
        </p:spPr>
      </p:sp>
      <p:sp>
        <p:nvSpPr>
          <p:cNvPr id="51202" name="备注占位符 2">
            <a:extLst>
              <a:ext uri="{FF2B5EF4-FFF2-40B4-BE49-F238E27FC236}">
                <a16:creationId xmlns:a16="http://schemas.microsoft.com/office/drawing/2014/main" id="{2CFDDC91-74B4-9B4C-95C0-CC57AD1759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a:latin typeface="Arial" panose="020B0604020202020204" pitchFamily="34" charset="0"/>
                <a:ea typeface="宋体" panose="02010600030101010101" pitchFamily="2" charset="-122"/>
              </a:rPr>
              <a:t>互联网交换中心（</a:t>
            </a:r>
            <a:r>
              <a:rPr kumimoji="1" lang="en-US" altLang="zh-CN">
                <a:latin typeface="Arial" panose="020B0604020202020204" pitchFamily="34" charset="0"/>
                <a:ea typeface="宋体" panose="02010600030101010101" pitchFamily="2" charset="-122"/>
              </a:rPr>
              <a:t>IXP</a:t>
            </a:r>
            <a:r>
              <a:rPr kumimoji="1" lang="zh-CN" altLang="en-US">
                <a:latin typeface="Arial" panose="020B0604020202020204" pitchFamily="34" charset="0"/>
                <a:ea typeface="宋体" panose="02010600030101010101" pitchFamily="2" charset="-122"/>
              </a:rPr>
              <a:t>）是互联网基础架构的组成部分，能够提高互联网在当地社区的价格负担能力和质量。</a:t>
            </a:r>
            <a:r>
              <a:rPr kumimoji="1" lang="en-US" altLang="zh-CN">
                <a:latin typeface="Arial" panose="020B0604020202020204" pitchFamily="34" charset="0"/>
                <a:ea typeface="宋体" panose="02010600030101010101" pitchFamily="2" charset="-122"/>
              </a:rPr>
              <a:t>IXP</a:t>
            </a:r>
            <a:r>
              <a:rPr kumimoji="1" lang="zh-CN" altLang="en-US">
                <a:latin typeface="Arial" panose="020B0604020202020204" pitchFamily="34" charset="0"/>
                <a:ea typeface="宋体" panose="02010600030101010101" pitchFamily="2" charset="-122"/>
              </a:rPr>
              <a:t>让当地网络在国内的一个公共点有效地交换信息，而不需要在海外交换当地互联网流量。比如在许多发展中国家，由于国内网络之间缺乏连接性，互联网信息需要在境外交换，显著增加了成本。</a:t>
            </a:r>
          </a:p>
        </p:txBody>
      </p:sp>
      <p:sp>
        <p:nvSpPr>
          <p:cNvPr id="51203" name="幻灯片编号占位符 3">
            <a:extLst>
              <a:ext uri="{FF2B5EF4-FFF2-40B4-BE49-F238E27FC236}">
                <a16:creationId xmlns:a16="http://schemas.microsoft.com/office/drawing/2014/main" id="{286DB512-24C7-A64E-816D-56AECD4B32D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0261074-BDD1-BE4F-A161-A60972AC39D7}" type="slidenum">
              <a:rPr lang="en-US" altLang="zh-CN"/>
              <a:pPr/>
              <a:t>18</a:t>
            </a:fld>
            <a:endParaRPr lang="en-US" altLang="zh-CN"/>
          </a:p>
        </p:txBody>
      </p:sp>
    </p:spTree>
    <p:extLst>
      <p:ext uri="{BB962C8B-B14F-4D97-AF65-F5344CB8AC3E}">
        <p14:creationId xmlns:p14="http://schemas.microsoft.com/office/powerpoint/2010/main" val="2936399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04BF5399-6874-EE4F-B955-DBBBD81FCD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8F9F8A0-2BB3-B840-B3B6-962BF9C9FFA6}" type="slidenum">
              <a:rPr lang="en-US" altLang="zh-CN"/>
              <a:pPr/>
              <a:t>19</a:t>
            </a:fld>
            <a:endParaRPr lang="en-US" altLang="zh-CN"/>
          </a:p>
        </p:txBody>
      </p:sp>
      <p:sp>
        <p:nvSpPr>
          <p:cNvPr id="53250" name="Rectangle 2">
            <a:extLst>
              <a:ext uri="{FF2B5EF4-FFF2-40B4-BE49-F238E27FC236}">
                <a16:creationId xmlns:a16="http://schemas.microsoft.com/office/drawing/2014/main" id="{9021EC4B-3E14-604E-8153-FA3075346898}"/>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3887B682-9AB2-2441-BA9E-4935212B3E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37204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EE48E72B-79B6-A84B-BA65-32B5780DBF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BB476E3-7388-3146-981D-F3F1DC697D04}" type="slidenum">
              <a:rPr lang="en-US" altLang="zh-CN"/>
              <a:pPr/>
              <a:t>20</a:t>
            </a:fld>
            <a:endParaRPr lang="en-US" altLang="zh-CN"/>
          </a:p>
        </p:txBody>
      </p:sp>
      <p:sp>
        <p:nvSpPr>
          <p:cNvPr id="55298" name="Rectangle 2">
            <a:extLst>
              <a:ext uri="{FF2B5EF4-FFF2-40B4-BE49-F238E27FC236}">
                <a16:creationId xmlns:a16="http://schemas.microsoft.com/office/drawing/2014/main" id="{544C6BDD-E0DC-5347-9288-8BCA7371CBC2}"/>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4BEFF68E-A9AD-644D-820A-4CE341B585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6780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E581D813-7370-E143-A68F-D37051A792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0C98734-80E5-DF48-B30D-2C79D50312FE}" type="slidenum">
              <a:rPr lang="en-US" altLang="zh-CN"/>
              <a:pPr/>
              <a:t>21</a:t>
            </a:fld>
            <a:endParaRPr lang="en-US" altLang="zh-CN"/>
          </a:p>
        </p:txBody>
      </p:sp>
      <p:sp>
        <p:nvSpPr>
          <p:cNvPr id="57346" name="Rectangle 2">
            <a:extLst>
              <a:ext uri="{FF2B5EF4-FFF2-40B4-BE49-F238E27FC236}">
                <a16:creationId xmlns:a16="http://schemas.microsoft.com/office/drawing/2014/main" id="{20EA912B-2225-074D-9F3A-712C798136D9}"/>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35A4AD69-5869-B140-8CFB-20A7309226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4512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8B63130C-9834-874B-8FC7-074F788EB95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3685F6D-CE90-5947-9F62-18D953E467E5}" type="slidenum">
              <a:rPr lang="en-US" altLang="zh-CN"/>
              <a:pPr/>
              <a:t>22</a:t>
            </a:fld>
            <a:endParaRPr lang="en-US" altLang="zh-CN"/>
          </a:p>
        </p:txBody>
      </p:sp>
      <p:sp>
        <p:nvSpPr>
          <p:cNvPr id="59394" name="Rectangle 2">
            <a:extLst>
              <a:ext uri="{FF2B5EF4-FFF2-40B4-BE49-F238E27FC236}">
                <a16:creationId xmlns:a16="http://schemas.microsoft.com/office/drawing/2014/main" id="{958A8911-404D-8B48-817B-1211EFD3E2CE}"/>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180211DA-5A7D-C049-849D-176169A5CA0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9151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26D0C241-7F00-E84C-9FBD-EE9D7F73AB2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827C9DD-23BE-F94B-B424-889F136A49A3}" type="slidenum">
              <a:rPr lang="en-US" altLang="zh-CN"/>
              <a:pPr/>
              <a:t>23</a:t>
            </a:fld>
            <a:endParaRPr lang="en-US" altLang="zh-CN"/>
          </a:p>
        </p:txBody>
      </p:sp>
      <p:sp>
        <p:nvSpPr>
          <p:cNvPr id="61442" name="Rectangle 2">
            <a:extLst>
              <a:ext uri="{FF2B5EF4-FFF2-40B4-BE49-F238E27FC236}">
                <a16:creationId xmlns:a16="http://schemas.microsoft.com/office/drawing/2014/main" id="{7B3B82D4-69CA-D544-A4FA-BC5EF81B54D6}"/>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044D032D-FCF5-044E-A44C-EAB112DDEC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69089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F5E22A73-5DB6-2D4B-BE13-91F0E0D3660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A70542D-A5CC-5845-9974-58B9CD9F7DE5}" type="slidenum">
              <a:rPr lang="en-US" altLang="zh-CN"/>
              <a:pPr/>
              <a:t>24</a:t>
            </a:fld>
            <a:endParaRPr lang="en-US" altLang="zh-CN"/>
          </a:p>
        </p:txBody>
      </p:sp>
      <p:sp>
        <p:nvSpPr>
          <p:cNvPr id="63490" name="Rectangle 2">
            <a:extLst>
              <a:ext uri="{FF2B5EF4-FFF2-40B4-BE49-F238E27FC236}">
                <a16:creationId xmlns:a16="http://schemas.microsoft.com/office/drawing/2014/main" id="{CB099811-CE4C-E345-8711-664B0B7B2D6D}"/>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BC5FE19E-5CE8-5243-9101-F356690798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3642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0E7DA1FF-E850-0A44-863A-D724E48934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8314DB4-BAD0-AE49-8B24-D5D56A436CDA}" type="slidenum">
              <a:rPr lang="en-US" altLang="zh-CN"/>
              <a:pPr/>
              <a:t>25</a:t>
            </a:fld>
            <a:endParaRPr lang="en-US" altLang="zh-CN"/>
          </a:p>
        </p:txBody>
      </p:sp>
      <p:sp>
        <p:nvSpPr>
          <p:cNvPr id="65538" name="Rectangle 2">
            <a:extLst>
              <a:ext uri="{FF2B5EF4-FFF2-40B4-BE49-F238E27FC236}">
                <a16:creationId xmlns:a16="http://schemas.microsoft.com/office/drawing/2014/main" id="{530F2478-EDC3-EC4F-A589-C295FB1C192E}"/>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6AC6B64C-A076-E740-BACF-BF0E71B9F0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97313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79ECA06C-C0F4-114A-8971-DB25A1DA5B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D27F265-08C6-9B4B-B0F6-FD7775D9E4F0}" type="slidenum">
              <a:rPr lang="en-US" altLang="zh-CN"/>
              <a:pPr/>
              <a:t>26</a:t>
            </a:fld>
            <a:endParaRPr lang="en-US" altLang="zh-CN"/>
          </a:p>
        </p:txBody>
      </p:sp>
      <p:sp>
        <p:nvSpPr>
          <p:cNvPr id="67586" name="Rectangle 2">
            <a:extLst>
              <a:ext uri="{FF2B5EF4-FFF2-40B4-BE49-F238E27FC236}">
                <a16:creationId xmlns:a16="http://schemas.microsoft.com/office/drawing/2014/main" id="{6CCCCFDC-E2DB-A546-B835-944FC8BE8F8F}"/>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11C32F20-E1F3-E243-A3D1-C608435570A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17815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F362A4A4-1913-8B48-AF6A-F57411F814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2A8AB84-AD62-834C-96DE-C91043A8B535}" type="slidenum">
              <a:rPr lang="en-US" altLang="zh-CN"/>
              <a:pPr/>
              <a:t>27</a:t>
            </a:fld>
            <a:endParaRPr lang="en-US" altLang="zh-CN"/>
          </a:p>
        </p:txBody>
      </p:sp>
      <p:sp>
        <p:nvSpPr>
          <p:cNvPr id="69634" name="Rectangle 2">
            <a:extLst>
              <a:ext uri="{FF2B5EF4-FFF2-40B4-BE49-F238E27FC236}">
                <a16:creationId xmlns:a16="http://schemas.microsoft.com/office/drawing/2014/main" id="{E6B83C56-77F1-F443-967B-CC5B9EB03FA0}"/>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A815F46C-DA2C-F54C-9FCD-B063F19062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809996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AE793B7A-F250-BF44-AAE8-C3A122C5ED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FA94068-06EC-E141-8923-A4825B5B4F52}" type="slidenum">
              <a:rPr lang="en-US" altLang="zh-CN"/>
              <a:pPr/>
              <a:t>28</a:t>
            </a:fld>
            <a:endParaRPr lang="en-US" altLang="zh-CN"/>
          </a:p>
        </p:txBody>
      </p:sp>
      <p:sp>
        <p:nvSpPr>
          <p:cNvPr id="71682" name="Rectangle 2">
            <a:extLst>
              <a:ext uri="{FF2B5EF4-FFF2-40B4-BE49-F238E27FC236}">
                <a16:creationId xmlns:a16="http://schemas.microsoft.com/office/drawing/2014/main" id="{873099F9-B05F-DD4E-A0F2-C2F0183CB756}"/>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446050ED-D99B-964F-885D-C1C9B50303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25574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B697F7DD-8C4B-5341-AA1E-D8E55D37C1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604DAC8-B983-C94B-B466-A64B35E95AD8}" type="slidenum">
              <a:rPr lang="en-US" altLang="zh-CN"/>
              <a:pPr/>
              <a:t>29</a:t>
            </a:fld>
            <a:endParaRPr lang="en-US" altLang="zh-CN"/>
          </a:p>
        </p:txBody>
      </p:sp>
      <p:sp>
        <p:nvSpPr>
          <p:cNvPr id="73730" name="Rectangle 2">
            <a:extLst>
              <a:ext uri="{FF2B5EF4-FFF2-40B4-BE49-F238E27FC236}">
                <a16:creationId xmlns:a16="http://schemas.microsoft.com/office/drawing/2014/main" id="{829FF0DD-B2AA-F546-A761-FA5B4CA18986}"/>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F7CD823F-507D-B64A-AC99-6FF610BFE2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56781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84F266B1-3075-0446-B2AC-EB004B32E6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919991C-2D64-4F4E-8844-67CED69745C1}" type="slidenum">
              <a:rPr lang="en-US" altLang="zh-CN"/>
              <a:pPr/>
              <a:t>30</a:t>
            </a:fld>
            <a:endParaRPr lang="en-US" altLang="zh-CN"/>
          </a:p>
        </p:txBody>
      </p:sp>
      <p:sp>
        <p:nvSpPr>
          <p:cNvPr id="75778" name="Rectangle 2">
            <a:extLst>
              <a:ext uri="{FF2B5EF4-FFF2-40B4-BE49-F238E27FC236}">
                <a16:creationId xmlns:a16="http://schemas.microsoft.com/office/drawing/2014/main" id="{76CE3BB9-6DC2-2749-A3C0-B36A073C7CF6}"/>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E6BDBFFC-7192-8A4E-8905-AD8C148E248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3370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E00C3E85-D0AC-9944-89AF-7059AC9601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942DB8A-C2EA-FA44-9568-CAB25213C9E4}" type="slidenum">
              <a:rPr lang="en-US" altLang="zh-CN"/>
              <a:pPr/>
              <a:t>31</a:t>
            </a:fld>
            <a:endParaRPr lang="en-US" altLang="zh-CN"/>
          </a:p>
        </p:txBody>
      </p:sp>
      <p:sp>
        <p:nvSpPr>
          <p:cNvPr id="77826" name="Rectangle 2">
            <a:extLst>
              <a:ext uri="{FF2B5EF4-FFF2-40B4-BE49-F238E27FC236}">
                <a16:creationId xmlns:a16="http://schemas.microsoft.com/office/drawing/2014/main" id="{647D8E9F-7CE5-4B4A-A12B-A233BD7492F5}"/>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2CE9F752-D94A-FB40-8A2D-174F7E0697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267465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9321E65C-DDBC-4348-9844-EF9E04CE95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CAFBD7F-7F7A-9647-B99F-27339EBDA69B}" type="slidenum">
              <a:rPr lang="en-US" altLang="zh-CN"/>
              <a:pPr/>
              <a:t>32</a:t>
            </a:fld>
            <a:endParaRPr lang="en-US" altLang="zh-CN"/>
          </a:p>
        </p:txBody>
      </p:sp>
      <p:sp>
        <p:nvSpPr>
          <p:cNvPr id="79874" name="Rectangle 2">
            <a:extLst>
              <a:ext uri="{FF2B5EF4-FFF2-40B4-BE49-F238E27FC236}">
                <a16:creationId xmlns:a16="http://schemas.microsoft.com/office/drawing/2014/main" id="{082A7C36-B8D5-2E43-8615-EBD7BCF7968C}"/>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CAE59E6F-4295-5A41-90BB-8915F1E568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214131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FA1EB214-34A6-3448-A9BD-D0A91D65A6A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CA9A321-66A8-4547-9DD0-468A07A45050}" type="slidenum">
              <a:rPr lang="en-US" altLang="zh-CN"/>
              <a:pPr/>
              <a:t>33</a:t>
            </a:fld>
            <a:endParaRPr lang="en-US" altLang="zh-CN"/>
          </a:p>
        </p:txBody>
      </p:sp>
      <p:sp>
        <p:nvSpPr>
          <p:cNvPr id="83970" name="Rectangle 2">
            <a:extLst>
              <a:ext uri="{FF2B5EF4-FFF2-40B4-BE49-F238E27FC236}">
                <a16:creationId xmlns:a16="http://schemas.microsoft.com/office/drawing/2014/main" id="{2EC080B4-9B05-E249-AC8C-5694B18043FD}"/>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528A85F4-B0EB-FB4E-9AAB-16DE66E4E6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529984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B1EEC9C0-40B0-AE46-88CC-E6697F4476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3AFBCD9-0563-6249-BE91-557BF5613461}" type="slidenum">
              <a:rPr lang="en-US" altLang="zh-CN"/>
              <a:pPr/>
              <a:t>34</a:t>
            </a:fld>
            <a:endParaRPr lang="en-US" altLang="zh-CN"/>
          </a:p>
        </p:txBody>
      </p:sp>
      <p:sp>
        <p:nvSpPr>
          <p:cNvPr id="86018" name="Rectangle 2">
            <a:extLst>
              <a:ext uri="{FF2B5EF4-FFF2-40B4-BE49-F238E27FC236}">
                <a16:creationId xmlns:a16="http://schemas.microsoft.com/office/drawing/2014/main" id="{12ED4DD9-A253-D845-82E7-984DC1F72781}"/>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489069CB-FE86-E046-9EDC-D3F9DA7027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154698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208DF94D-55EF-E64F-B5CE-1B817C073B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423F503-B0E9-3042-98BF-F443F7C94CEE}" type="slidenum">
              <a:rPr lang="en-US" altLang="zh-CN"/>
              <a:pPr/>
              <a:t>35</a:t>
            </a:fld>
            <a:endParaRPr lang="en-US" altLang="zh-CN"/>
          </a:p>
        </p:txBody>
      </p:sp>
      <p:sp>
        <p:nvSpPr>
          <p:cNvPr id="88066" name="Rectangle 2">
            <a:extLst>
              <a:ext uri="{FF2B5EF4-FFF2-40B4-BE49-F238E27FC236}">
                <a16:creationId xmlns:a16="http://schemas.microsoft.com/office/drawing/2014/main" id="{162F5CCC-046B-F741-84D5-A7B1F39601F4}"/>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8A9753CC-369D-8743-AB1D-8B206DA7DBF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99450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2CBE2307-2875-A045-883D-40B766D808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7364C21-9979-C549-A0B8-FAA067B6D926}" type="slidenum">
              <a:rPr lang="en-US" altLang="zh-CN"/>
              <a:pPr/>
              <a:t>36</a:t>
            </a:fld>
            <a:endParaRPr lang="en-US" altLang="zh-CN"/>
          </a:p>
        </p:txBody>
      </p:sp>
      <p:sp>
        <p:nvSpPr>
          <p:cNvPr id="90114" name="Rectangle 2">
            <a:extLst>
              <a:ext uri="{FF2B5EF4-FFF2-40B4-BE49-F238E27FC236}">
                <a16:creationId xmlns:a16="http://schemas.microsoft.com/office/drawing/2014/main" id="{2D99728A-8D3D-7E4E-9770-CA543931015E}"/>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730F3C06-EF0B-0E4A-8B3E-407A0C6F71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3065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D68E161B-16F6-B34A-B8A2-ADB31FDBD2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32681D5-A35D-214E-9B66-3FE15C3D4721}" type="slidenum">
              <a:rPr lang="en-US" altLang="zh-CN"/>
              <a:pPr/>
              <a:t>37</a:t>
            </a:fld>
            <a:endParaRPr lang="en-US" altLang="zh-CN"/>
          </a:p>
        </p:txBody>
      </p:sp>
      <p:sp>
        <p:nvSpPr>
          <p:cNvPr id="92162" name="Rectangle 2">
            <a:extLst>
              <a:ext uri="{FF2B5EF4-FFF2-40B4-BE49-F238E27FC236}">
                <a16:creationId xmlns:a16="http://schemas.microsoft.com/office/drawing/2014/main" id="{760B54EC-F5DE-A44A-B547-70D3ECD18EAE}"/>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1807CB7E-E746-9C4A-ACCB-16EBE7475D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77872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F61A1E06-EF15-B241-A080-5B52C2DE45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90E1141-2525-434D-9637-4BD47BC1B025}" type="slidenum">
              <a:rPr lang="en-US" altLang="zh-CN"/>
              <a:pPr/>
              <a:t>38</a:t>
            </a:fld>
            <a:endParaRPr lang="en-US" altLang="zh-CN"/>
          </a:p>
        </p:txBody>
      </p:sp>
      <p:sp>
        <p:nvSpPr>
          <p:cNvPr id="94210" name="Rectangle 2">
            <a:extLst>
              <a:ext uri="{FF2B5EF4-FFF2-40B4-BE49-F238E27FC236}">
                <a16:creationId xmlns:a16="http://schemas.microsoft.com/office/drawing/2014/main" id="{924A1C2E-464A-4A4B-ADBD-5D4E0CFBB9AF}"/>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E385C80B-EBC9-E34D-95A8-7DED834049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673930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AF223F57-8027-554E-AA2E-8FB2698FB0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4CBF782-9787-B44E-87B0-EF1D561A4D42}" type="slidenum">
              <a:rPr lang="en-US" altLang="zh-CN"/>
              <a:pPr/>
              <a:t>39</a:t>
            </a:fld>
            <a:endParaRPr lang="en-US" altLang="zh-CN"/>
          </a:p>
        </p:txBody>
      </p:sp>
      <p:sp>
        <p:nvSpPr>
          <p:cNvPr id="96258" name="Rectangle 2">
            <a:extLst>
              <a:ext uri="{FF2B5EF4-FFF2-40B4-BE49-F238E27FC236}">
                <a16:creationId xmlns:a16="http://schemas.microsoft.com/office/drawing/2014/main" id="{F19E7F3E-4FB7-DC48-927F-027CA8C06BD0}"/>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7C35C882-190C-0148-8239-BD1C0C5106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877265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D8169BF6-CE80-F943-BF16-32B084A161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9920C6A-0E97-3540-8A93-68D72651B617}" type="slidenum">
              <a:rPr lang="en-US" altLang="zh-CN"/>
              <a:pPr/>
              <a:t>40</a:t>
            </a:fld>
            <a:endParaRPr lang="en-US" altLang="zh-CN"/>
          </a:p>
        </p:txBody>
      </p:sp>
      <p:sp>
        <p:nvSpPr>
          <p:cNvPr id="98306" name="Rectangle 2">
            <a:extLst>
              <a:ext uri="{FF2B5EF4-FFF2-40B4-BE49-F238E27FC236}">
                <a16:creationId xmlns:a16="http://schemas.microsoft.com/office/drawing/2014/main" id="{3A18E4A2-E72F-0F42-8863-2FE951E426EF}"/>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AAAE3F68-78D1-9E4E-A9C3-C044B557A38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901053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95228663-CE5B-414F-87C8-473EB4AE6E8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07C4F1C-B13C-DB44-9F66-22B7D72E1AEF}" type="slidenum">
              <a:rPr lang="en-US" altLang="zh-CN"/>
              <a:pPr/>
              <a:t>41</a:t>
            </a:fld>
            <a:endParaRPr lang="en-US" altLang="zh-CN"/>
          </a:p>
        </p:txBody>
      </p:sp>
      <p:sp>
        <p:nvSpPr>
          <p:cNvPr id="100354" name="Rectangle 2">
            <a:extLst>
              <a:ext uri="{FF2B5EF4-FFF2-40B4-BE49-F238E27FC236}">
                <a16:creationId xmlns:a16="http://schemas.microsoft.com/office/drawing/2014/main" id="{18EFAA33-ECF9-2544-A4D0-0A95E0E43245}"/>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90A01CF9-92D4-9B49-ABD7-5E886030BF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49149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a:extLst>
              <a:ext uri="{FF2B5EF4-FFF2-40B4-BE49-F238E27FC236}">
                <a16:creationId xmlns:a16="http://schemas.microsoft.com/office/drawing/2014/main" id="{40A62673-724F-B645-9CDA-954AB8F0FC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CF8379A-1FA4-1140-8FE9-4D65AC56250D}" type="slidenum">
              <a:rPr lang="en-US" altLang="zh-CN"/>
              <a:pPr/>
              <a:t>42</a:t>
            </a:fld>
            <a:endParaRPr lang="en-US" altLang="zh-CN"/>
          </a:p>
        </p:txBody>
      </p:sp>
      <p:sp>
        <p:nvSpPr>
          <p:cNvPr id="102402" name="Rectangle 2">
            <a:extLst>
              <a:ext uri="{FF2B5EF4-FFF2-40B4-BE49-F238E27FC236}">
                <a16:creationId xmlns:a16="http://schemas.microsoft.com/office/drawing/2014/main" id="{EF814262-C335-2341-AFB2-1D78670E2267}"/>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EF4D0011-500F-794D-966A-498A54E071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27755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a:extLst>
              <a:ext uri="{FF2B5EF4-FFF2-40B4-BE49-F238E27FC236}">
                <a16:creationId xmlns:a16="http://schemas.microsoft.com/office/drawing/2014/main" id="{F5513DB0-6E85-744C-86F2-705E8573E5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E801772-EF1A-4B41-9331-EC403B1A0BCD}" type="slidenum">
              <a:rPr lang="en-US" altLang="zh-CN"/>
              <a:pPr/>
              <a:t>43</a:t>
            </a:fld>
            <a:endParaRPr lang="en-US" altLang="zh-CN"/>
          </a:p>
        </p:txBody>
      </p:sp>
      <p:sp>
        <p:nvSpPr>
          <p:cNvPr id="104450" name="Rectangle 2">
            <a:extLst>
              <a:ext uri="{FF2B5EF4-FFF2-40B4-BE49-F238E27FC236}">
                <a16:creationId xmlns:a16="http://schemas.microsoft.com/office/drawing/2014/main" id="{CB816440-23EA-174E-907A-5511A4D9AB1F}"/>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E68ECA9F-7BEC-054E-97CD-86EED68087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85924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4E8F398F-7F5E-2E4C-8160-B598E8DE70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03F1886-5850-F244-A3C7-D5917D88EF89}" type="slidenum">
              <a:rPr lang="en-US" altLang="zh-CN"/>
              <a:pPr/>
              <a:t>44</a:t>
            </a:fld>
            <a:endParaRPr lang="en-US" altLang="zh-CN"/>
          </a:p>
        </p:txBody>
      </p:sp>
      <p:sp>
        <p:nvSpPr>
          <p:cNvPr id="106498" name="Rectangle 2">
            <a:extLst>
              <a:ext uri="{FF2B5EF4-FFF2-40B4-BE49-F238E27FC236}">
                <a16:creationId xmlns:a16="http://schemas.microsoft.com/office/drawing/2014/main" id="{CD45CAEE-B608-8249-9469-674728B16B79}"/>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A688F637-00EF-074D-81A8-EE7140F748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243321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6D3AE479-DB76-914C-A5CB-D1ECEA5D1C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6A3DA53-231B-8342-BECE-861BE66534C2}" type="slidenum">
              <a:rPr lang="en-US" altLang="zh-CN"/>
              <a:pPr/>
              <a:t>45</a:t>
            </a:fld>
            <a:endParaRPr lang="en-US" altLang="zh-CN"/>
          </a:p>
        </p:txBody>
      </p:sp>
      <p:sp>
        <p:nvSpPr>
          <p:cNvPr id="108546" name="Rectangle 2">
            <a:extLst>
              <a:ext uri="{FF2B5EF4-FFF2-40B4-BE49-F238E27FC236}">
                <a16:creationId xmlns:a16="http://schemas.microsoft.com/office/drawing/2014/main" id="{0BD98069-F87D-394D-8109-801619FA2104}"/>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084AA47C-9380-A34E-A65C-8AF50E83D4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182114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a:extLst>
              <a:ext uri="{FF2B5EF4-FFF2-40B4-BE49-F238E27FC236}">
                <a16:creationId xmlns:a16="http://schemas.microsoft.com/office/drawing/2014/main" id="{E099F832-A162-3140-A960-BCDBF09D649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A65EEC0-08BD-9D48-86D9-5A736BAD8FBE}" type="slidenum">
              <a:rPr lang="en-US" altLang="zh-CN"/>
              <a:pPr/>
              <a:t>46</a:t>
            </a:fld>
            <a:endParaRPr lang="en-US" altLang="zh-CN"/>
          </a:p>
        </p:txBody>
      </p:sp>
      <p:sp>
        <p:nvSpPr>
          <p:cNvPr id="110594" name="Rectangle 2">
            <a:extLst>
              <a:ext uri="{FF2B5EF4-FFF2-40B4-BE49-F238E27FC236}">
                <a16:creationId xmlns:a16="http://schemas.microsoft.com/office/drawing/2014/main" id="{ED4577B8-0991-3848-A8C4-27C06F5F297F}"/>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B44A6CD5-35CB-AB4F-BF59-08E5FAC769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577641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DCAA3CA3-0B1B-C747-A57B-D928AEE850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556FCB1-C3C8-CD49-88B6-C9CB6C63E9AE}" type="slidenum">
              <a:rPr lang="en-US" altLang="zh-CN"/>
              <a:pPr/>
              <a:t>47</a:t>
            </a:fld>
            <a:endParaRPr lang="en-US" altLang="zh-CN"/>
          </a:p>
        </p:txBody>
      </p:sp>
      <p:sp>
        <p:nvSpPr>
          <p:cNvPr id="112642" name="Rectangle 2">
            <a:extLst>
              <a:ext uri="{FF2B5EF4-FFF2-40B4-BE49-F238E27FC236}">
                <a16:creationId xmlns:a16="http://schemas.microsoft.com/office/drawing/2014/main" id="{4A33B87D-65ED-BC40-B2E3-504FE3D26D3F}"/>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62122C72-5412-AE47-ACC2-EA8897209D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28531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5CA8E77C-3B61-BA45-AD44-638ABB1EC8D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7EB372B-89B2-8741-B2E7-6C4770902567}" type="slidenum">
              <a:rPr lang="en-US" altLang="zh-CN"/>
              <a:pPr/>
              <a:t>48</a:t>
            </a:fld>
            <a:endParaRPr lang="en-US" altLang="zh-CN"/>
          </a:p>
        </p:txBody>
      </p:sp>
      <p:sp>
        <p:nvSpPr>
          <p:cNvPr id="114690" name="Rectangle 2">
            <a:extLst>
              <a:ext uri="{FF2B5EF4-FFF2-40B4-BE49-F238E27FC236}">
                <a16:creationId xmlns:a16="http://schemas.microsoft.com/office/drawing/2014/main" id="{31765473-B030-B54E-B920-FC9A7FC4C3FB}"/>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FF2D338A-FD71-B24C-82A8-D17072A6B1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963296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ED47CC37-C0C9-CE4E-BCB7-5A0095BFFB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7863042-9903-F345-82FA-1C02F52953B7}" type="slidenum">
              <a:rPr lang="en-US" altLang="zh-CN"/>
              <a:pPr/>
              <a:t>49</a:t>
            </a:fld>
            <a:endParaRPr lang="en-US" altLang="zh-CN"/>
          </a:p>
        </p:txBody>
      </p:sp>
      <p:sp>
        <p:nvSpPr>
          <p:cNvPr id="116738" name="Rectangle 2">
            <a:extLst>
              <a:ext uri="{FF2B5EF4-FFF2-40B4-BE49-F238E27FC236}">
                <a16:creationId xmlns:a16="http://schemas.microsoft.com/office/drawing/2014/main" id="{B37A93B5-AE27-1343-90BB-008E4EF4DFE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09216839-F8E4-B945-8E02-A1E6190BF3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253774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532CAFA9-DBE9-8248-846A-2B16B7EE6A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A810285-B308-954E-A39D-FD53910099FD}" type="slidenum">
              <a:rPr lang="en-US" altLang="zh-CN"/>
              <a:pPr/>
              <a:t>50</a:t>
            </a:fld>
            <a:endParaRPr lang="en-US" altLang="zh-CN"/>
          </a:p>
        </p:txBody>
      </p:sp>
      <p:sp>
        <p:nvSpPr>
          <p:cNvPr id="118786" name="Rectangle 2">
            <a:extLst>
              <a:ext uri="{FF2B5EF4-FFF2-40B4-BE49-F238E27FC236}">
                <a16:creationId xmlns:a16="http://schemas.microsoft.com/office/drawing/2014/main" id="{6E317F93-D130-6E47-82B1-80EDBA0582DA}"/>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FD9FBA60-6E9C-8F4A-BC2A-290CA8FAFC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866505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96C2366D-5C30-354C-9AA8-D24D20C024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A826462-3DF2-7848-BABF-C6BB2416CC56}" type="slidenum">
              <a:rPr lang="en-US" altLang="zh-CN"/>
              <a:pPr/>
              <a:t>51</a:t>
            </a:fld>
            <a:endParaRPr lang="en-US" altLang="zh-CN"/>
          </a:p>
        </p:txBody>
      </p:sp>
      <p:sp>
        <p:nvSpPr>
          <p:cNvPr id="120834" name="Rectangle 2">
            <a:extLst>
              <a:ext uri="{FF2B5EF4-FFF2-40B4-BE49-F238E27FC236}">
                <a16:creationId xmlns:a16="http://schemas.microsoft.com/office/drawing/2014/main" id="{BB882C91-E770-3744-A6E2-1115704A2225}"/>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73049802-4DED-8A4B-835D-63C36B9569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952988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1F9ED4B3-B4D5-EA41-8D09-5CEA269EDA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246A44C-4695-DA4B-BCBF-ABD9AE0CED34}" type="slidenum">
              <a:rPr lang="en-US" altLang="zh-CN"/>
              <a:pPr/>
              <a:t>52</a:t>
            </a:fld>
            <a:endParaRPr lang="en-US" altLang="zh-CN"/>
          </a:p>
        </p:txBody>
      </p:sp>
      <p:sp>
        <p:nvSpPr>
          <p:cNvPr id="122882" name="Rectangle 2">
            <a:extLst>
              <a:ext uri="{FF2B5EF4-FFF2-40B4-BE49-F238E27FC236}">
                <a16:creationId xmlns:a16="http://schemas.microsoft.com/office/drawing/2014/main" id="{CDA9238C-FEFD-A041-9731-FC6B133713DE}"/>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60FD68CC-88DF-434A-ACB1-71F03BAA2F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113159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a:extLst>
              <a:ext uri="{FF2B5EF4-FFF2-40B4-BE49-F238E27FC236}">
                <a16:creationId xmlns:a16="http://schemas.microsoft.com/office/drawing/2014/main" id="{D259EBBC-E0B8-104D-ACD8-F6C67A2CF4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1438BBB-5394-7342-B12D-7CF73A750643}" type="slidenum">
              <a:rPr lang="en-US" altLang="zh-CN"/>
              <a:pPr/>
              <a:t>53</a:t>
            </a:fld>
            <a:endParaRPr lang="en-US" altLang="zh-CN"/>
          </a:p>
        </p:txBody>
      </p:sp>
      <p:sp>
        <p:nvSpPr>
          <p:cNvPr id="124930" name="Rectangle 2">
            <a:extLst>
              <a:ext uri="{FF2B5EF4-FFF2-40B4-BE49-F238E27FC236}">
                <a16:creationId xmlns:a16="http://schemas.microsoft.com/office/drawing/2014/main" id="{CC40E198-46F7-F245-AFC8-F405554687D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6F85040F-E6F8-6D47-9CA1-1C689E2C5C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886320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a:extLst>
              <a:ext uri="{FF2B5EF4-FFF2-40B4-BE49-F238E27FC236}">
                <a16:creationId xmlns:a16="http://schemas.microsoft.com/office/drawing/2014/main" id="{B0AE33BB-68DE-8B46-8A16-E84811CB86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9F197FC-7DD9-4A4C-8665-F47EEA0B1996}" type="slidenum">
              <a:rPr lang="en-US" altLang="zh-CN"/>
              <a:pPr/>
              <a:t>54</a:t>
            </a:fld>
            <a:endParaRPr lang="en-US" altLang="zh-CN"/>
          </a:p>
        </p:txBody>
      </p:sp>
      <p:sp>
        <p:nvSpPr>
          <p:cNvPr id="126978" name="Rectangle 2">
            <a:extLst>
              <a:ext uri="{FF2B5EF4-FFF2-40B4-BE49-F238E27FC236}">
                <a16:creationId xmlns:a16="http://schemas.microsoft.com/office/drawing/2014/main" id="{1FC98294-6953-E948-913C-2A207CDA39A4}"/>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2D17880B-200C-7F47-B3D5-7CA77F908E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01890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a:extLst>
              <a:ext uri="{FF2B5EF4-FFF2-40B4-BE49-F238E27FC236}">
                <a16:creationId xmlns:a16="http://schemas.microsoft.com/office/drawing/2014/main" id="{074F8F67-470A-0841-B9AE-14265B79D3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5AACA6A-1B75-B54C-846D-F1F292A6BA5A}" type="slidenum">
              <a:rPr lang="en-US" altLang="zh-CN"/>
              <a:pPr/>
              <a:t>55</a:t>
            </a:fld>
            <a:endParaRPr lang="en-US" altLang="zh-CN"/>
          </a:p>
        </p:txBody>
      </p:sp>
      <p:sp>
        <p:nvSpPr>
          <p:cNvPr id="129026" name="Rectangle 2">
            <a:extLst>
              <a:ext uri="{FF2B5EF4-FFF2-40B4-BE49-F238E27FC236}">
                <a16:creationId xmlns:a16="http://schemas.microsoft.com/office/drawing/2014/main" id="{7415539E-17B5-714C-916D-B3A9749041FA}"/>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AD9EDB64-9CC2-AF43-850A-F046401BF2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922193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BF607E9D-6C19-E84F-AC0A-BC44F1AD1B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797AFC5-582E-4E48-BC68-E3DBFBE6DD5C}" type="slidenum">
              <a:rPr lang="en-US" altLang="zh-CN"/>
              <a:pPr/>
              <a:t>56</a:t>
            </a:fld>
            <a:endParaRPr lang="en-US" altLang="zh-CN"/>
          </a:p>
        </p:txBody>
      </p:sp>
      <p:sp>
        <p:nvSpPr>
          <p:cNvPr id="131074" name="Rectangle 2">
            <a:extLst>
              <a:ext uri="{FF2B5EF4-FFF2-40B4-BE49-F238E27FC236}">
                <a16:creationId xmlns:a16="http://schemas.microsoft.com/office/drawing/2014/main" id="{80A65907-0DC1-7B40-9DDF-31AF1D1492EE}"/>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606F779F-E29F-1E42-8261-1677CAE7F5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928961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EF5B3101-110B-124A-A396-E9B4A02A91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1B33513-AD8C-5349-8A3D-937E5EB52D1D}" type="slidenum">
              <a:rPr lang="en-US" altLang="zh-CN"/>
              <a:pPr/>
              <a:t>57</a:t>
            </a:fld>
            <a:endParaRPr lang="en-US" altLang="zh-CN"/>
          </a:p>
        </p:txBody>
      </p:sp>
      <p:sp>
        <p:nvSpPr>
          <p:cNvPr id="133122" name="Rectangle 2">
            <a:extLst>
              <a:ext uri="{FF2B5EF4-FFF2-40B4-BE49-F238E27FC236}">
                <a16:creationId xmlns:a16="http://schemas.microsoft.com/office/drawing/2014/main" id="{E335E9BA-28FC-3E4F-B36A-463BBCD952BD}"/>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4AD84F92-3174-7B41-8768-B8B6F34027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23383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a:extLst>
              <a:ext uri="{FF2B5EF4-FFF2-40B4-BE49-F238E27FC236}">
                <a16:creationId xmlns:a16="http://schemas.microsoft.com/office/drawing/2014/main" id="{8C72D52E-187A-CB47-A3D7-69AE01311F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9CD869E-E2B7-D34A-AF92-AA9D4F1A0342}" type="slidenum">
              <a:rPr lang="en-US" altLang="zh-CN"/>
              <a:pPr/>
              <a:t>58</a:t>
            </a:fld>
            <a:endParaRPr lang="en-US" altLang="zh-CN"/>
          </a:p>
        </p:txBody>
      </p:sp>
      <p:sp>
        <p:nvSpPr>
          <p:cNvPr id="135170" name="Rectangle 2">
            <a:extLst>
              <a:ext uri="{FF2B5EF4-FFF2-40B4-BE49-F238E27FC236}">
                <a16:creationId xmlns:a16="http://schemas.microsoft.com/office/drawing/2014/main" id="{3AFA0C1B-51F5-D046-9B0B-99B03E408E1E}"/>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F05F57AE-1005-A54C-B665-8940FAE9C4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245348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a:extLst>
              <a:ext uri="{FF2B5EF4-FFF2-40B4-BE49-F238E27FC236}">
                <a16:creationId xmlns:a16="http://schemas.microsoft.com/office/drawing/2014/main" id="{0A169EC5-F064-084E-B3D7-6616E24A79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7A8D7E6-1C1A-8E48-B972-9D0041A600D1}" type="slidenum">
              <a:rPr lang="en-US" altLang="zh-CN"/>
              <a:pPr/>
              <a:t>59</a:t>
            </a:fld>
            <a:endParaRPr lang="en-US" altLang="zh-CN"/>
          </a:p>
        </p:txBody>
      </p:sp>
      <p:sp>
        <p:nvSpPr>
          <p:cNvPr id="137218" name="Rectangle 2">
            <a:extLst>
              <a:ext uri="{FF2B5EF4-FFF2-40B4-BE49-F238E27FC236}">
                <a16:creationId xmlns:a16="http://schemas.microsoft.com/office/drawing/2014/main" id="{D685E46F-13CD-6442-BE3C-6504F6908F1E}"/>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8862647A-BBBA-F246-8187-3A9C99B71F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476259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a:extLst>
              <a:ext uri="{FF2B5EF4-FFF2-40B4-BE49-F238E27FC236}">
                <a16:creationId xmlns:a16="http://schemas.microsoft.com/office/drawing/2014/main" id="{7BC06EA9-CBE4-3549-A36D-659C8A8FD1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7B0680F-A973-1349-86A7-68029EC228AE}" type="slidenum">
              <a:rPr lang="en-US" altLang="zh-CN"/>
              <a:pPr/>
              <a:t>60</a:t>
            </a:fld>
            <a:endParaRPr lang="en-US" altLang="zh-CN"/>
          </a:p>
        </p:txBody>
      </p:sp>
      <p:sp>
        <p:nvSpPr>
          <p:cNvPr id="139266" name="Rectangle 2">
            <a:extLst>
              <a:ext uri="{FF2B5EF4-FFF2-40B4-BE49-F238E27FC236}">
                <a16:creationId xmlns:a16="http://schemas.microsoft.com/office/drawing/2014/main" id="{37BDA1C0-CEC9-724F-B7BD-872DA63D5696}"/>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44C4B6FA-F0E5-1848-9F4A-FC980337F3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554987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1F0F0EEE-2CF3-6341-B934-4D68612FB9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E8AD0C1-D726-6B43-8F69-0AFFE1319025}" type="slidenum">
              <a:rPr lang="en-US" altLang="zh-CN"/>
              <a:pPr/>
              <a:t>61</a:t>
            </a:fld>
            <a:endParaRPr lang="en-US" altLang="zh-CN"/>
          </a:p>
        </p:txBody>
      </p:sp>
      <p:sp>
        <p:nvSpPr>
          <p:cNvPr id="141314" name="Rectangle 2">
            <a:extLst>
              <a:ext uri="{FF2B5EF4-FFF2-40B4-BE49-F238E27FC236}">
                <a16:creationId xmlns:a16="http://schemas.microsoft.com/office/drawing/2014/main" id="{C0D54609-C6A9-E941-AE51-3C5E673FF1C3}"/>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2D65D6D-8F00-7644-A5D1-FDFDED1B159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540530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0CA79E0A-9E62-4244-8C92-526B1D4A2C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F1B62C9-1D5A-5D44-901C-162F0A1D8E6B}" type="slidenum">
              <a:rPr lang="en-US" altLang="zh-CN"/>
              <a:pPr/>
              <a:t>62</a:t>
            </a:fld>
            <a:endParaRPr lang="en-US" altLang="zh-CN"/>
          </a:p>
        </p:txBody>
      </p:sp>
      <p:sp>
        <p:nvSpPr>
          <p:cNvPr id="143362" name="Rectangle 2">
            <a:extLst>
              <a:ext uri="{FF2B5EF4-FFF2-40B4-BE49-F238E27FC236}">
                <a16:creationId xmlns:a16="http://schemas.microsoft.com/office/drawing/2014/main" id="{F386EB3D-1617-9244-86D1-598B22331A9D}"/>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38B503BE-45D5-1640-9752-62FAB51358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16497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3CA4FB89-757F-8048-B5FB-F9A1B0F850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1090C9A-C20C-D84E-808F-891CCDF433DD}" type="slidenum">
              <a:rPr lang="en-US" altLang="zh-CN"/>
              <a:pPr/>
              <a:t>63</a:t>
            </a:fld>
            <a:endParaRPr lang="en-US" altLang="zh-CN"/>
          </a:p>
        </p:txBody>
      </p:sp>
      <p:sp>
        <p:nvSpPr>
          <p:cNvPr id="145410" name="Rectangle 2">
            <a:extLst>
              <a:ext uri="{FF2B5EF4-FFF2-40B4-BE49-F238E27FC236}">
                <a16:creationId xmlns:a16="http://schemas.microsoft.com/office/drawing/2014/main" id="{F076D678-F6B9-894A-896D-6CF778708C18}"/>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C4042137-3436-C347-A740-D76FDA8E02A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803439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E0A1566C-09DE-2143-9361-12713BD2922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A74BFCA-85F2-1546-9D5C-F0F8F24DCF9C}" type="slidenum">
              <a:rPr lang="en-US" altLang="zh-CN"/>
              <a:pPr/>
              <a:t>64</a:t>
            </a:fld>
            <a:endParaRPr lang="en-US" altLang="zh-CN"/>
          </a:p>
        </p:txBody>
      </p:sp>
      <p:sp>
        <p:nvSpPr>
          <p:cNvPr id="147458" name="Rectangle 2">
            <a:extLst>
              <a:ext uri="{FF2B5EF4-FFF2-40B4-BE49-F238E27FC236}">
                <a16:creationId xmlns:a16="http://schemas.microsoft.com/office/drawing/2014/main" id="{7E70B840-3B0B-9A49-983D-F5BB7602971C}"/>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B7413635-FFAE-2F40-8CEA-6B5603830BD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49812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88F9C6AE-625F-6A47-9475-7CC817DBDE5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7F0DB83-AF5D-AB43-96AF-28C2F851A78D}" type="slidenum">
              <a:rPr lang="en-US" altLang="zh-CN"/>
              <a:pPr/>
              <a:t>65</a:t>
            </a:fld>
            <a:endParaRPr lang="en-US" altLang="zh-CN"/>
          </a:p>
        </p:txBody>
      </p:sp>
      <p:sp>
        <p:nvSpPr>
          <p:cNvPr id="149506" name="Rectangle 2">
            <a:extLst>
              <a:ext uri="{FF2B5EF4-FFF2-40B4-BE49-F238E27FC236}">
                <a16:creationId xmlns:a16="http://schemas.microsoft.com/office/drawing/2014/main" id="{CCC3425C-343B-1F47-826C-68A9A542A962}"/>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DB2D2E24-C30F-8440-A338-F7735CD27B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377843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7E887C2C-36BA-3547-BA33-2634E65232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8C5661F-4563-1F42-8A73-2496D19125A5}" type="slidenum">
              <a:rPr lang="en-US" altLang="zh-CN"/>
              <a:pPr/>
              <a:t>66</a:t>
            </a:fld>
            <a:endParaRPr lang="en-US" altLang="zh-CN"/>
          </a:p>
        </p:txBody>
      </p:sp>
      <p:sp>
        <p:nvSpPr>
          <p:cNvPr id="151554" name="Rectangle 2">
            <a:extLst>
              <a:ext uri="{FF2B5EF4-FFF2-40B4-BE49-F238E27FC236}">
                <a16:creationId xmlns:a16="http://schemas.microsoft.com/office/drawing/2014/main" id="{C6C5F226-3AC5-7D4C-88E6-2947E38FAB42}"/>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A42D69F4-09DB-0742-94F3-6EAA20AABF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349087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64A7A46B-40F4-8744-AB1D-EBA99208C3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A56BE39-014A-C64D-BDEF-29F7C06AFAA9}" type="slidenum">
              <a:rPr lang="en-US" altLang="zh-CN"/>
              <a:pPr/>
              <a:t>67</a:t>
            </a:fld>
            <a:endParaRPr lang="en-US" altLang="zh-CN"/>
          </a:p>
        </p:txBody>
      </p:sp>
      <p:sp>
        <p:nvSpPr>
          <p:cNvPr id="153602" name="Rectangle 2">
            <a:extLst>
              <a:ext uri="{FF2B5EF4-FFF2-40B4-BE49-F238E27FC236}">
                <a16:creationId xmlns:a16="http://schemas.microsoft.com/office/drawing/2014/main" id="{9DAF4CE2-E9EB-9E45-830C-21765E141521}"/>
              </a:ext>
            </a:extLst>
          </p:cNvPr>
          <p:cNvSpPr>
            <a:spLocks noGrp="1" noRot="1" noChangeAspect="1" noChangeArrowheads="1" noTextEdit="1"/>
          </p:cNvSpPr>
          <p:nvPr>
            <p:ph type="sldImg"/>
          </p:nvPr>
        </p:nvSpPr>
        <p:spPr>
          <a:ln/>
        </p:spPr>
      </p:sp>
      <p:sp>
        <p:nvSpPr>
          <p:cNvPr id="153603" name="Rectangle 3">
            <a:extLst>
              <a:ext uri="{FF2B5EF4-FFF2-40B4-BE49-F238E27FC236}">
                <a16:creationId xmlns:a16="http://schemas.microsoft.com/office/drawing/2014/main" id="{9C5F76CF-E675-E548-81F4-BE5619DD0A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238027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a:extLst>
              <a:ext uri="{FF2B5EF4-FFF2-40B4-BE49-F238E27FC236}">
                <a16:creationId xmlns:a16="http://schemas.microsoft.com/office/drawing/2014/main" id="{34600644-971D-8648-A4D3-E3285C3A4EE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37640AF-9893-204E-911B-6AE3156BBC58}" type="slidenum">
              <a:rPr lang="en-US" altLang="zh-CN"/>
              <a:pPr/>
              <a:t>68</a:t>
            </a:fld>
            <a:endParaRPr lang="en-US" altLang="zh-CN"/>
          </a:p>
        </p:txBody>
      </p:sp>
      <p:sp>
        <p:nvSpPr>
          <p:cNvPr id="155650" name="Rectangle 2">
            <a:extLst>
              <a:ext uri="{FF2B5EF4-FFF2-40B4-BE49-F238E27FC236}">
                <a16:creationId xmlns:a16="http://schemas.microsoft.com/office/drawing/2014/main" id="{054FB523-EF41-774C-AB46-1FAC32D09B31}"/>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D605EB4B-10FF-6244-B818-9F770F4E3A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271886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6E03A73B-CA76-A54F-8E9C-338A799814B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63E617A-264B-C849-8831-7887D40FE792}" type="slidenum">
              <a:rPr lang="en-US" altLang="zh-CN"/>
              <a:pPr/>
              <a:t>69</a:t>
            </a:fld>
            <a:endParaRPr lang="en-US" altLang="zh-CN"/>
          </a:p>
        </p:txBody>
      </p:sp>
      <p:sp>
        <p:nvSpPr>
          <p:cNvPr id="157698" name="Rectangle 2">
            <a:extLst>
              <a:ext uri="{FF2B5EF4-FFF2-40B4-BE49-F238E27FC236}">
                <a16:creationId xmlns:a16="http://schemas.microsoft.com/office/drawing/2014/main" id="{1FC5DB09-E877-D84C-AFFC-58297453CA8C}"/>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0FF5D876-DA6D-EB4B-9D77-A31D343327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662470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704D4D8D-521C-1748-B478-A226A89750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FF1EBB5-2CF4-984F-87FD-02554F8041AE}" type="slidenum">
              <a:rPr lang="en-US" altLang="zh-CN"/>
              <a:pPr/>
              <a:t>70</a:t>
            </a:fld>
            <a:endParaRPr lang="en-US" altLang="zh-CN"/>
          </a:p>
        </p:txBody>
      </p:sp>
      <p:sp>
        <p:nvSpPr>
          <p:cNvPr id="159746" name="Rectangle 2">
            <a:extLst>
              <a:ext uri="{FF2B5EF4-FFF2-40B4-BE49-F238E27FC236}">
                <a16:creationId xmlns:a16="http://schemas.microsoft.com/office/drawing/2014/main" id="{7C208FE9-04A0-4147-A7A6-6592FE2167C5}"/>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DA107BEF-721B-034B-A88F-F3AD51DF69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88705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CB9AD006-1D50-BB47-AD99-FBF5FFE19AA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A8691E8-72F1-234B-859D-2F8513994A6D}" type="slidenum">
              <a:rPr lang="en-US" altLang="zh-CN"/>
              <a:pPr/>
              <a:t>71</a:t>
            </a:fld>
            <a:endParaRPr lang="en-US" altLang="zh-CN"/>
          </a:p>
        </p:txBody>
      </p:sp>
      <p:sp>
        <p:nvSpPr>
          <p:cNvPr id="161794" name="Rectangle 2">
            <a:extLst>
              <a:ext uri="{FF2B5EF4-FFF2-40B4-BE49-F238E27FC236}">
                <a16:creationId xmlns:a16="http://schemas.microsoft.com/office/drawing/2014/main" id="{664DB43C-84FB-A54F-A272-07A991E870D7}"/>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70EBA759-33A3-E54B-8FD4-C7B5DA9DB1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62793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E9DCCDE5-951F-CB4E-8F5D-50A6C55778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9912653-9A14-F448-B72F-CC95A75B25BE}" type="slidenum">
              <a:rPr lang="en-US" altLang="zh-CN"/>
              <a:pPr/>
              <a:t>72</a:t>
            </a:fld>
            <a:endParaRPr lang="en-US" altLang="zh-CN"/>
          </a:p>
        </p:txBody>
      </p:sp>
      <p:sp>
        <p:nvSpPr>
          <p:cNvPr id="163842" name="Rectangle 2">
            <a:extLst>
              <a:ext uri="{FF2B5EF4-FFF2-40B4-BE49-F238E27FC236}">
                <a16:creationId xmlns:a16="http://schemas.microsoft.com/office/drawing/2014/main" id="{E63FA6B2-4195-C147-AC02-7F606B60025E}"/>
              </a:ext>
            </a:extLst>
          </p:cNvPr>
          <p:cNvSpPr>
            <a:spLocks noGrp="1" noRot="1" noChangeAspect="1" noChangeArrowheads="1" noTextEdit="1"/>
          </p:cNvSpPr>
          <p:nvPr>
            <p:ph type="sldImg"/>
          </p:nvPr>
        </p:nvSpPr>
        <p:spPr>
          <a:ln/>
        </p:spPr>
      </p:sp>
      <p:sp>
        <p:nvSpPr>
          <p:cNvPr id="163843" name="Rectangle 3">
            <a:extLst>
              <a:ext uri="{FF2B5EF4-FFF2-40B4-BE49-F238E27FC236}">
                <a16:creationId xmlns:a16="http://schemas.microsoft.com/office/drawing/2014/main" id="{42A039AE-6361-CD47-8C12-33A5F87CC4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626080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EFE972C4-370C-A843-92F9-133EBAC1FF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EAA8D62-4ADA-8D44-BE0D-C44F65C434BF}" type="slidenum">
              <a:rPr lang="en-US" altLang="zh-CN"/>
              <a:pPr/>
              <a:t>73</a:t>
            </a:fld>
            <a:endParaRPr lang="en-US" altLang="zh-CN"/>
          </a:p>
        </p:txBody>
      </p:sp>
      <p:sp>
        <p:nvSpPr>
          <p:cNvPr id="165890" name="Rectangle 2">
            <a:extLst>
              <a:ext uri="{FF2B5EF4-FFF2-40B4-BE49-F238E27FC236}">
                <a16:creationId xmlns:a16="http://schemas.microsoft.com/office/drawing/2014/main" id="{97C4C04C-E302-DB44-B70C-65FE28D28223}"/>
              </a:ext>
            </a:extLst>
          </p:cNvPr>
          <p:cNvSpPr>
            <a:spLocks noGrp="1" noRot="1" noChangeAspect="1" noChangeArrowheads="1" noTextEdit="1"/>
          </p:cNvSpPr>
          <p:nvPr>
            <p:ph type="sldImg"/>
          </p:nvPr>
        </p:nvSpPr>
        <p:spPr>
          <a:ln/>
        </p:spPr>
      </p:sp>
      <p:sp>
        <p:nvSpPr>
          <p:cNvPr id="165891" name="Rectangle 3">
            <a:extLst>
              <a:ext uri="{FF2B5EF4-FFF2-40B4-BE49-F238E27FC236}">
                <a16:creationId xmlns:a16="http://schemas.microsoft.com/office/drawing/2014/main" id="{9E1B1B02-C188-4048-B260-3CF2FFC471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078176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a:extLst>
              <a:ext uri="{FF2B5EF4-FFF2-40B4-BE49-F238E27FC236}">
                <a16:creationId xmlns:a16="http://schemas.microsoft.com/office/drawing/2014/main" id="{FCA5D373-6BD3-034E-ACF1-DC26405D82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0AFB861-BCB3-AE4A-8B7B-73BBB1AC427A}" type="slidenum">
              <a:rPr lang="en-US" altLang="zh-CN"/>
              <a:pPr/>
              <a:t>74</a:t>
            </a:fld>
            <a:endParaRPr lang="en-US" altLang="zh-CN"/>
          </a:p>
        </p:txBody>
      </p:sp>
      <p:sp>
        <p:nvSpPr>
          <p:cNvPr id="167938" name="Rectangle 2">
            <a:extLst>
              <a:ext uri="{FF2B5EF4-FFF2-40B4-BE49-F238E27FC236}">
                <a16:creationId xmlns:a16="http://schemas.microsoft.com/office/drawing/2014/main" id="{77737B88-7062-1A43-97EE-ADDD33F70508}"/>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9152A035-D677-164D-8364-AFF8363042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076685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a:extLst>
              <a:ext uri="{FF2B5EF4-FFF2-40B4-BE49-F238E27FC236}">
                <a16:creationId xmlns:a16="http://schemas.microsoft.com/office/drawing/2014/main" id="{59A989E9-A683-3945-997E-7121138058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318BB7D-3767-0549-B7D7-243CE9556933}" type="slidenum">
              <a:rPr lang="en-US" altLang="zh-CN"/>
              <a:pPr/>
              <a:t>75</a:t>
            </a:fld>
            <a:endParaRPr lang="en-US" altLang="zh-CN"/>
          </a:p>
        </p:txBody>
      </p:sp>
      <p:sp>
        <p:nvSpPr>
          <p:cNvPr id="169986" name="Rectangle 2">
            <a:extLst>
              <a:ext uri="{FF2B5EF4-FFF2-40B4-BE49-F238E27FC236}">
                <a16:creationId xmlns:a16="http://schemas.microsoft.com/office/drawing/2014/main" id="{321BA20C-E1AC-C74D-965F-76A0BB8A1382}"/>
              </a:ext>
            </a:extLst>
          </p:cNvPr>
          <p:cNvSpPr>
            <a:spLocks noGrp="1" noRot="1" noChangeAspect="1" noChangeArrowheads="1" noTextEdit="1"/>
          </p:cNvSpPr>
          <p:nvPr>
            <p:ph type="sldImg"/>
          </p:nvPr>
        </p:nvSpPr>
        <p:spPr>
          <a:ln/>
        </p:spPr>
      </p:sp>
      <p:sp>
        <p:nvSpPr>
          <p:cNvPr id="169987" name="Rectangle 3">
            <a:extLst>
              <a:ext uri="{FF2B5EF4-FFF2-40B4-BE49-F238E27FC236}">
                <a16:creationId xmlns:a16="http://schemas.microsoft.com/office/drawing/2014/main" id="{BB650022-8FA2-F34B-887E-784F996C53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04319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a:extLst>
              <a:ext uri="{FF2B5EF4-FFF2-40B4-BE49-F238E27FC236}">
                <a16:creationId xmlns:a16="http://schemas.microsoft.com/office/drawing/2014/main" id="{1D10F06E-CA65-8545-B5F7-5F68F42B63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9046045-441F-A44A-9CBA-AB2248941780}" type="slidenum">
              <a:rPr lang="en-US" altLang="zh-CN"/>
              <a:pPr/>
              <a:t>76</a:t>
            </a:fld>
            <a:endParaRPr lang="en-US" altLang="zh-CN"/>
          </a:p>
        </p:txBody>
      </p:sp>
      <p:sp>
        <p:nvSpPr>
          <p:cNvPr id="172034" name="Rectangle 2">
            <a:extLst>
              <a:ext uri="{FF2B5EF4-FFF2-40B4-BE49-F238E27FC236}">
                <a16:creationId xmlns:a16="http://schemas.microsoft.com/office/drawing/2014/main" id="{39C1B874-AD35-2F45-B4A7-66660DF9C63F}"/>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F79E8D1A-6AEE-C845-B6E0-8D9F932068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1254144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a:extLst>
              <a:ext uri="{FF2B5EF4-FFF2-40B4-BE49-F238E27FC236}">
                <a16:creationId xmlns:a16="http://schemas.microsoft.com/office/drawing/2014/main" id="{CEE424BE-9E38-E64E-A2A9-F5C4A98EB33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DAF046A-D640-3A4C-BB10-444234C2A8DD}" type="slidenum">
              <a:rPr lang="en-US" altLang="zh-CN"/>
              <a:pPr/>
              <a:t>77</a:t>
            </a:fld>
            <a:endParaRPr lang="en-US" altLang="zh-CN"/>
          </a:p>
        </p:txBody>
      </p:sp>
      <p:sp>
        <p:nvSpPr>
          <p:cNvPr id="174082" name="Rectangle 2">
            <a:extLst>
              <a:ext uri="{FF2B5EF4-FFF2-40B4-BE49-F238E27FC236}">
                <a16:creationId xmlns:a16="http://schemas.microsoft.com/office/drawing/2014/main" id="{7A29CD4F-C042-DC4F-B4DA-43CA471EE308}"/>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87E9A81C-0113-1744-8B88-6AC66D6B15B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264078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a:extLst>
              <a:ext uri="{FF2B5EF4-FFF2-40B4-BE49-F238E27FC236}">
                <a16:creationId xmlns:a16="http://schemas.microsoft.com/office/drawing/2014/main" id="{87B832A1-317A-1D4F-BA43-B53905550C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83525D5-DE51-3241-9C3E-736C46A6DF43}" type="slidenum">
              <a:rPr lang="en-US" altLang="zh-CN"/>
              <a:pPr/>
              <a:t>78</a:t>
            </a:fld>
            <a:endParaRPr lang="en-US" altLang="zh-CN"/>
          </a:p>
        </p:txBody>
      </p:sp>
      <p:sp>
        <p:nvSpPr>
          <p:cNvPr id="176130" name="Rectangle 2">
            <a:extLst>
              <a:ext uri="{FF2B5EF4-FFF2-40B4-BE49-F238E27FC236}">
                <a16:creationId xmlns:a16="http://schemas.microsoft.com/office/drawing/2014/main" id="{755CA66D-F1B2-C445-BC69-B65AFFD59DE3}"/>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id="{DB6677F1-F02A-0141-932D-F47B3F53A0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1832112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a:extLst>
              <a:ext uri="{FF2B5EF4-FFF2-40B4-BE49-F238E27FC236}">
                <a16:creationId xmlns:a16="http://schemas.microsoft.com/office/drawing/2014/main" id="{8F4184CC-AB17-7445-B23B-0B957430D0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2A48FCC-B194-0244-97E9-7D18D16D7206}" type="slidenum">
              <a:rPr lang="en-US" altLang="zh-CN"/>
              <a:pPr/>
              <a:t>79</a:t>
            </a:fld>
            <a:endParaRPr lang="en-US" altLang="zh-CN"/>
          </a:p>
        </p:txBody>
      </p:sp>
      <p:sp>
        <p:nvSpPr>
          <p:cNvPr id="178178" name="Rectangle 2">
            <a:extLst>
              <a:ext uri="{FF2B5EF4-FFF2-40B4-BE49-F238E27FC236}">
                <a16:creationId xmlns:a16="http://schemas.microsoft.com/office/drawing/2014/main" id="{A40B3E33-7157-9B4E-BC52-8D39F6BAD478}"/>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4F99BE0F-4549-0440-ACF8-1484B4FE6D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0633687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a:extLst>
              <a:ext uri="{FF2B5EF4-FFF2-40B4-BE49-F238E27FC236}">
                <a16:creationId xmlns:a16="http://schemas.microsoft.com/office/drawing/2014/main" id="{A899FF5D-7875-A44A-BD5C-AEB66235F8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819AC72-8898-D642-BECC-B9BF6F4BD7DE}" type="slidenum">
              <a:rPr lang="en-US" altLang="zh-CN"/>
              <a:pPr/>
              <a:t>80</a:t>
            </a:fld>
            <a:endParaRPr lang="en-US" altLang="zh-CN"/>
          </a:p>
        </p:txBody>
      </p:sp>
      <p:sp>
        <p:nvSpPr>
          <p:cNvPr id="180226" name="Rectangle 2">
            <a:extLst>
              <a:ext uri="{FF2B5EF4-FFF2-40B4-BE49-F238E27FC236}">
                <a16:creationId xmlns:a16="http://schemas.microsoft.com/office/drawing/2014/main" id="{3D25FFB6-A762-FA42-B3FC-849962278D39}"/>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44BCC280-CE92-854B-A67E-CECAD89EAF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592505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a:extLst>
              <a:ext uri="{FF2B5EF4-FFF2-40B4-BE49-F238E27FC236}">
                <a16:creationId xmlns:a16="http://schemas.microsoft.com/office/drawing/2014/main" id="{1EDE831A-0229-ED4A-B141-9C449CBD8F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937A7DE-F5E8-DE44-8A84-C1F20BB769B8}" type="slidenum">
              <a:rPr lang="en-US" altLang="zh-CN"/>
              <a:pPr/>
              <a:t>81</a:t>
            </a:fld>
            <a:endParaRPr lang="en-US" altLang="zh-CN"/>
          </a:p>
        </p:txBody>
      </p:sp>
      <p:sp>
        <p:nvSpPr>
          <p:cNvPr id="182274" name="Rectangle 2">
            <a:extLst>
              <a:ext uri="{FF2B5EF4-FFF2-40B4-BE49-F238E27FC236}">
                <a16:creationId xmlns:a16="http://schemas.microsoft.com/office/drawing/2014/main" id="{E49AFBAF-EFE9-304A-B9D2-0CDB6738F414}"/>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2C04733B-5A0F-744B-BA3F-5F82753C463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027577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a:extLst>
              <a:ext uri="{FF2B5EF4-FFF2-40B4-BE49-F238E27FC236}">
                <a16:creationId xmlns:a16="http://schemas.microsoft.com/office/drawing/2014/main" id="{184A2D62-0A29-B243-B4F5-C9C445C6EA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29897BE-84F0-2043-B15D-5D20B71F7026}" type="slidenum">
              <a:rPr lang="en-US" altLang="zh-CN"/>
              <a:pPr/>
              <a:t>82</a:t>
            </a:fld>
            <a:endParaRPr lang="en-US" altLang="zh-CN"/>
          </a:p>
        </p:txBody>
      </p:sp>
      <p:sp>
        <p:nvSpPr>
          <p:cNvPr id="184322" name="Rectangle 2">
            <a:extLst>
              <a:ext uri="{FF2B5EF4-FFF2-40B4-BE49-F238E27FC236}">
                <a16:creationId xmlns:a16="http://schemas.microsoft.com/office/drawing/2014/main" id="{CE974F70-AC23-414E-9C58-82541790FBB0}"/>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AB3241EF-5C04-2344-BA34-211EBF7A302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6916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a:extLst>
              <a:ext uri="{FF2B5EF4-FFF2-40B4-BE49-F238E27FC236}">
                <a16:creationId xmlns:a16="http://schemas.microsoft.com/office/drawing/2014/main" id="{110149B2-B0C8-9640-8F35-D2D14E79E7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6815B31-F72E-D54F-8F44-3AF7AFD29AB3}" type="slidenum">
              <a:rPr lang="en-US" altLang="zh-CN"/>
              <a:pPr/>
              <a:t>83</a:t>
            </a:fld>
            <a:endParaRPr lang="en-US" altLang="zh-CN"/>
          </a:p>
        </p:txBody>
      </p:sp>
      <p:sp>
        <p:nvSpPr>
          <p:cNvPr id="186370" name="Rectangle 2">
            <a:extLst>
              <a:ext uri="{FF2B5EF4-FFF2-40B4-BE49-F238E27FC236}">
                <a16:creationId xmlns:a16="http://schemas.microsoft.com/office/drawing/2014/main" id="{4249DA12-289E-7947-9FED-D44555CCE3F8}"/>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8DCDB735-FBF4-8545-89A1-73091FE71E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2811934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a:extLst>
              <a:ext uri="{FF2B5EF4-FFF2-40B4-BE49-F238E27FC236}">
                <a16:creationId xmlns:a16="http://schemas.microsoft.com/office/drawing/2014/main" id="{E94C12DC-FC50-E542-9241-AFAC6CF3E2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B9C98A2-BD4A-D344-A079-139162B08D81}" type="slidenum">
              <a:rPr lang="en-US" altLang="zh-CN"/>
              <a:pPr/>
              <a:t>84</a:t>
            </a:fld>
            <a:endParaRPr lang="en-US" altLang="zh-CN"/>
          </a:p>
        </p:txBody>
      </p:sp>
      <p:sp>
        <p:nvSpPr>
          <p:cNvPr id="188418" name="Rectangle 2">
            <a:extLst>
              <a:ext uri="{FF2B5EF4-FFF2-40B4-BE49-F238E27FC236}">
                <a16:creationId xmlns:a16="http://schemas.microsoft.com/office/drawing/2014/main" id="{307E83E6-60B2-304E-9856-7E4AB9A09D5E}"/>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51FE31DD-7463-AD4F-9878-BC7112708D8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8321554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a:extLst>
              <a:ext uri="{FF2B5EF4-FFF2-40B4-BE49-F238E27FC236}">
                <a16:creationId xmlns:a16="http://schemas.microsoft.com/office/drawing/2014/main" id="{60EC2032-1B1F-EC43-9DFB-D1E3D4567C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2F48898-11FB-074B-BC17-B5AFDD382226}" type="slidenum">
              <a:rPr lang="en-US" altLang="zh-CN"/>
              <a:pPr/>
              <a:t>85</a:t>
            </a:fld>
            <a:endParaRPr lang="en-US" altLang="zh-CN"/>
          </a:p>
        </p:txBody>
      </p:sp>
      <p:sp>
        <p:nvSpPr>
          <p:cNvPr id="190466" name="Rectangle 2">
            <a:extLst>
              <a:ext uri="{FF2B5EF4-FFF2-40B4-BE49-F238E27FC236}">
                <a16:creationId xmlns:a16="http://schemas.microsoft.com/office/drawing/2014/main" id="{F6AE1A55-BEF5-BB4D-BEFC-8F2FFFE7F2B8}"/>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B5F4C0E1-7F1B-3745-9A7E-0692BDC60B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2049251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a:extLst>
              <a:ext uri="{FF2B5EF4-FFF2-40B4-BE49-F238E27FC236}">
                <a16:creationId xmlns:a16="http://schemas.microsoft.com/office/drawing/2014/main" id="{A32B9D4F-C5C2-3C4D-A66C-6DAEA9EA2D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5347D6C-B4A4-0145-80E4-54631547E1C9}" type="slidenum">
              <a:rPr lang="en-US" altLang="zh-CN"/>
              <a:pPr/>
              <a:t>86</a:t>
            </a:fld>
            <a:endParaRPr lang="en-US" altLang="zh-CN"/>
          </a:p>
        </p:txBody>
      </p:sp>
      <p:sp>
        <p:nvSpPr>
          <p:cNvPr id="192514" name="Rectangle 2">
            <a:extLst>
              <a:ext uri="{FF2B5EF4-FFF2-40B4-BE49-F238E27FC236}">
                <a16:creationId xmlns:a16="http://schemas.microsoft.com/office/drawing/2014/main" id="{14356A76-AA53-D742-BBD5-CA9D324ECCE1}"/>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A47C3944-76CD-3D43-8DD4-CB76F9E5DF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602951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a:extLst>
              <a:ext uri="{FF2B5EF4-FFF2-40B4-BE49-F238E27FC236}">
                <a16:creationId xmlns:a16="http://schemas.microsoft.com/office/drawing/2014/main" id="{C197419C-9F01-224B-9D54-167668CE1F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CB635C6-A3F2-2C4E-8C79-4B0D2225AB6D}" type="slidenum">
              <a:rPr lang="en-US" altLang="zh-CN"/>
              <a:pPr/>
              <a:t>87</a:t>
            </a:fld>
            <a:endParaRPr lang="en-US" altLang="zh-CN"/>
          </a:p>
        </p:txBody>
      </p:sp>
      <p:sp>
        <p:nvSpPr>
          <p:cNvPr id="194562" name="Rectangle 2">
            <a:extLst>
              <a:ext uri="{FF2B5EF4-FFF2-40B4-BE49-F238E27FC236}">
                <a16:creationId xmlns:a16="http://schemas.microsoft.com/office/drawing/2014/main" id="{F6425387-45D1-1C47-B7D5-252A3208B54A}"/>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DA0366D7-167F-0249-AE87-71FF0CE242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1329635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a:extLst>
              <a:ext uri="{FF2B5EF4-FFF2-40B4-BE49-F238E27FC236}">
                <a16:creationId xmlns:a16="http://schemas.microsoft.com/office/drawing/2014/main" id="{0071DFFB-9E36-B648-A847-4011C2741F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FD2C4C1-89E9-A545-949C-B6C2519767C4}" type="slidenum">
              <a:rPr lang="en-US" altLang="zh-CN"/>
              <a:pPr/>
              <a:t>88</a:t>
            </a:fld>
            <a:endParaRPr lang="en-US" altLang="zh-CN"/>
          </a:p>
        </p:txBody>
      </p:sp>
      <p:sp>
        <p:nvSpPr>
          <p:cNvPr id="196610" name="Rectangle 2">
            <a:extLst>
              <a:ext uri="{FF2B5EF4-FFF2-40B4-BE49-F238E27FC236}">
                <a16:creationId xmlns:a16="http://schemas.microsoft.com/office/drawing/2014/main" id="{50253729-BFFD-EB44-B30F-4411981F10A0}"/>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45CD8256-DEB1-0447-80E4-7EADF5BC5A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7175870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a:extLst>
              <a:ext uri="{FF2B5EF4-FFF2-40B4-BE49-F238E27FC236}">
                <a16:creationId xmlns:a16="http://schemas.microsoft.com/office/drawing/2014/main" id="{529DB9A0-F47E-6A4B-90E7-FC1442CCCB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5CA8D59-E291-0F46-B991-295A7A40E122}" type="slidenum">
              <a:rPr lang="en-US" altLang="zh-CN"/>
              <a:pPr/>
              <a:t>89</a:t>
            </a:fld>
            <a:endParaRPr lang="en-US" altLang="zh-CN"/>
          </a:p>
        </p:txBody>
      </p:sp>
      <p:sp>
        <p:nvSpPr>
          <p:cNvPr id="198658" name="Rectangle 2">
            <a:extLst>
              <a:ext uri="{FF2B5EF4-FFF2-40B4-BE49-F238E27FC236}">
                <a16:creationId xmlns:a16="http://schemas.microsoft.com/office/drawing/2014/main" id="{7C58CDEC-66EC-FA4A-AB6B-CA8766B55BFE}"/>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E730D5C-CFC5-F44B-8270-C6D5AE133B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9242385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a:extLst>
              <a:ext uri="{FF2B5EF4-FFF2-40B4-BE49-F238E27FC236}">
                <a16:creationId xmlns:a16="http://schemas.microsoft.com/office/drawing/2014/main" id="{C5496A94-D1C8-694A-994D-0058B47F3A0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D785C2A-4051-4745-B009-B1787CB287D5}" type="slidenum">
              <a:rPr lang="en-US" altLang="zh-CN"/>
              <a:pPr/>
              <a:t>90</a:t>
            </a:fld>
            <a:endParaRPr lang="en-US" altLang="zh-CN"/>
          </a:p>
        </p:txBody>
      </p:sp>
      <p:sp>
        <p:nvSpPr>
          <p:cNvPr id="200706" name="Rectangle 2">
            <a:extLst>
              <a:ext uri="{FF2B5EF4-FFF2-40B4-BE49-F238E27FC236}">
                <a16:creationId xmlns:a16="http://schemas.microsoft.com/office/drawing/2014/main" id="{CA947FC1-A004-E242-9F0E-1B05CEAFC1E6}"/>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167A6469-46E7-AD42-9AD3-DDE4297B33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400786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7">
            <a:extLst>
              <a:ext uri="{FF2B5EF4-FFF2-40B4-BE49-F238E27FC236}">
                <a16:creationId xmlns:a16="http://schemas.microsoft.com/office/drawing/2014/main" id="{5C0F1245-A495-1B44-9FAE-8BFECE8778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C92E6EE-9C67-A943-A0D0-297869566B94}" type="slidenum">
              <a:rPr lang="en-US" altLang="zh-CN"/>
              <a:pPr/>
              <a:t>91</a:t>
            </a:fld>
            <a:endParaRPr lang="en-US" altLang="zh-CN"/>
          </a:p>
        </p:txBody>
      </p:sp>
      <p:sp>
        <p:nvSpPr>
          <p:cNvPr id="202754" name="Rectangle 2">
            <a:extLst>
              <a:ext uri="{FF2B5EF4-FFF2-40B4-BE49-F238E27FC236}">
                <a16:creationId xmlns:a16="http://schemas.microsoft.com/office/drawing/2014/main" id="{65D6B866-E102-7748-A7EC-37A7B421E314}"/>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30FB75CC-0B1B-3648-A998-CC26174062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7300982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a:extLst>
              <a:ext uri="{FF2B5EF4-FFF2-40B4-BE49-F238E27FC236}">
                <a16:creationId xmlns:a16="http://schemas.microsoft.com/office/drawing/2014/main" id="{26D85615-5CC9-3247-BB55-DE744DBBB9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85C63B6-8910-9A42-B8B5-28DECBA3CDED}" type="slidenum">
              <a:rPr lang="en-US" altLang="zh-CN"/>
              <a:pPr/>
              <a:t>92</a:t>
            </a:fld>
            <a:endParaRPr lang="en-US" altLang="zh-CN"/>
          </a:p>
        </p:txBody>
      </p:sp>
      <p:sp>
        <p:nvSpPr>
          <p:cNvPr id="204802" name="Rectangle 2">
            <a:extLst>
              <a:ext uri="{FF2B5EF4-FFF2-40B4-BE49-F238E27FC236}">
                <a16:creationId xmlns:a16="http://schemas.microsoft.com/office/drawing/2014/main" id="{AB262197-FA68-3E46-BD25-B5839CBFFB79}"/>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B4A075B4-8185-7944-8867-3BD1C44B080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1571725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7">
            <a:extLst>
              <a:ext uri="{FF2B5EF4-FFF2-40B4-BE49-F238E27FC236}">
                <a16:creationId xmlns:a16="http://schemas.microsoft.com/office/drawing/2014/main" id="{368B0CF5-D89C-C948-96F0-BF68ED6F50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4DE0771-C9A2-B947-9C57-A133199A4ECA}" type="slidenum">
              <a:rPr lang="en-US" altLang="zh-CN"/>
              <a:pPr/>
              <a:t>93</a:t>
            </a:fld>
            <a:endParaRPr lang="en-US" altLang="zh-CN"/>
          </a:p>
        </p:txBody>
      </p:sp>
      <p:sp>
        <p:nvSpPr>
          <p:cNvPr id="206850" name="Rectangle 2">
            <a:extLst>
              <a:ext uri="{FF2B5EF4-FFF2-40B4-BE49-F238E27FC236}">
                <a16:creationId xmlns:a16="http://schemas.microsoft.com/office/drawing/2014/main" id="{CCA833DF-F714-684D-A54F-DC8427706311}"/>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CB244283-263D-964A-9035-626D5FDAD7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9583053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7">
            <a:extLst>
              <a:ext uri="{FF2B5EF4-FFF2-40B4-BE49-F238E27FC236}">
                <a16:creationId xmlns:a16="http://schemas.microsoft.com/office/drawing/2014/main" id="{498F5FC6-A819-7C46-A970-0BFEBDAD69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CBE2C3D-A36D-6A4E-A31D-21FAAA2AE008}" type="slidenum">
              <a:rPr lang="en-US" altLang="zh-CN"/>
              <a:pPr/>
              <a:t>94</a:t>
            </a:fld>
            <a:endParaRPr lang="en-US" altLang="zh-CN"/>
          </a:p>
        </p:txBody>
      </p:sp>
      <p:sp>
        <p:nvSpPr>
          <p:cNvPr id="208898" name="Rectangle 2">
            <a:extLst>
              <a:ext uri="{FF2B5EF4-FFF2-40B4-BE49-F238E27FC236}">
                <a16:creationId xmlns:a16="http://schemas.microsoft.com/office/drawing/2014/main" id="{551C29BE-5D8F-6043-A308-84F5D26B68FF}"/>
              </a:ext>
            </a:extLst>
          </p:cNvPr>
          <p:cNvSpPr>
            <a:spLocks noGrp="1" noRot="1" noChangeAspect="1" noChangeArrowheads="1" noTextEdit="1"/>
          </p:cNvSpPr>
          <p:nvPr>
            <p:ph type="sldImg"/>
          </p:nvPr>
        </p:nvSpPr>
        <p:spPr>
          <a:xfrm>
            <a:off x="139700" y="768350"/>
            <a:ext cx="6819900" cy="3836988"/>
          </a:xfrm>
          <a:ln/>
        </p:spPr>
      </p:sp>
      <p:sp>
        <p:nvSpPr>
          <p:cNvPr id="208899" name="Rectangle 3">
            <a:extLst>
              <a:ext uri="{FF2B5EF4-FFF2-40B4-BE49-F238E27FC236}">
                <a16:creationId xmlns:a16="http://schemas.microsoft.com/office/drawing/2014/main" id="{DD25A1E2-9214-DA4E-A221-C59579A5A9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093611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6C498DD5-2C29-2344-A605-FF11C930E7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EE532FB-2029-D14A-8954-CABDDDEBC158}" type="slidenum">
              <a:rPr lang="en-US" altLang="zh-CN"/>
              <a:pPr/>
              <a:t>95</a:t>
            </a:fld>
            <a:endParaRPr lang="en-US" altLang="zh-CN"/>
          </a:p>
        </p:txBody>
      </p:sp>
      <p:sp>
        <p:nvSpPr>
          <p:cNvPr id="210946" name="Rectangle 2">
            <a:extLst>
              <a:ext uri="{FF2B5EF4-FFF2-40B4-BE49-F238E27FC236}">
                <a16:creationId xmlns:a16="http://schemas.microsoft.com/office/drawing/2014/main" id="{E7DCA916-AB1B-8C48-B9E8-D7DE91767A6C}"/>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F93AC3D9-D3DF-4645-A063-FEAC0193A6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279950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a:extLst>
              <a:ext uri="{FF2B5EF4-FFF2-40B4-BE49-F238E27FC236}">
                <a16:creationId xmlns:a16="http://schemas.microsoft.com/office/drawing/2014/main" id="{C9862225-EA0D-C445-A638-16FDADC641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80C92AC-5E9F-6E41-BA12-1B5DD23C6A6E}" type="slidenum">
              <a:rPr lang="en-US" altLang="zh-CN"/>
              <a:pPr/>
              <a:t>96</a:t>
            </a:fld>
            <a:endParaRPr lang="en-US" altLang="zh-CN"/>
          </a:p>
        </p:txBody>
      </p:sp>
      <p:sp>
        <p:nvSpPr>
          <p:cNvPr id="212994" name="Rectangle 2">
            <a:extLst>
              <a:ext uri="{FF2B5EF4-FFF2-40B4-BE49-F238E27FC236}">
                <a16:creationId xmlns:a16="http://schemas.microsoft.com/office/drawing/2014/main" id="{6643818B-D316-EB46-8C88-D7178C601868}"/>
              </a:ext>
            </a:extLst>
          </p:cNvPr>
          <p:cNvSpPr>
            <a:spLocks noGrp="1" noRot="1" noChangeAspect="1" noChangeArrowheads="1" noTextEdit="1"/>
          </p:cNvSpPr>
          <p:nvPr>
            <p:ph type="sldImg"/>
          </p:nvPr>
        </p:nvSpPr>
        <p:spPr>
          <a:xfrm>
            <a:off x="139700" y="768350"/>
            <a:ext cx="6819900" cy="3836988"/>
          </a:xfrm>
          <a:ln/>
        </p:spPr>
      </p:sp>
      <p:sp>
        <p:nvSpPr>
          <p:cNvPr id="212995" name="Rectangle 3">
            <a:extLst>
              <a:ext uri="{FF2B5EF4-FFF2-40B4-BE49-F238E27FC236}">
                <a16:creationId xmlns:a16="http://schemas.microsoft.com/office/drawing/2014/main" id="{0F375AAC-51EE-C84B-B46A-34C758C7EF8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356763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a:extLst>
              <a:ext uri="{FF2B5EF4-FFF2-40B4-BE49-F238E27FC236}">
                <a16:creationId xmlns:a16="http://schemas.microsoft.com/office/drawing/2014/main" id="{CDF9ADFA-01AA-A844-8D4A-9626B512DF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D555F5F-6B59-9B44-BF19-368638D63716}" type="slidenum">
              <a:rPr lang="en-US" altLang="zh-CN"/>
              <a:pPr/>
              <a:t>97</a:t>
            </a:fld>
            <a:endParaRPr lang="en-US" altLang="zh-CN"/>
          </a:p>
        </p:txBody>
      </p:sp>
      <p:sp>
        <p:nvSpPr>
          <p:cNvPr id="215042" name="Rectangle 2">
            <a:extLst>
              <a:ext uri="{FF2B5EF4-FFF2-40B4-BE49-F238E27FC236}">
                <a16:creationId xmlns:a16="http://schemas.microsoft.com/office/drawing/2014/main" id="{111AA88B-C4F0-5845-91BA-0C87548A40BC}"/>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83905888-3C1A-2A47-87DA-054B008E8EC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1985326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7">
            <a:extLst>
              <a:ext uri="{FF2B5EF4-FFF2-40B4-BE49-F238E27FC236}">
                <a16:creationId xmlns:a16="http://schemas.microsoft.com/office/drawing/2014/main" id="{18D09F9E-24A1-454B-94B3-FB3DA3F5AE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59BEB7F-BE70-F143-80E1-280B20E35FF1}" type="slidenum">
              <a:rPr lang="en-US" altLang="zh-CN"/>
              <a:pPr/>
              <a:t>98</a:t>
            </a:fld>
            <a:endParaRPr lang="en-US" altLang="zh-CN"/>
          </a:p>
        </p:txBody>
      </p:sp>
      <p:sp>
        <p:nvSpPr>
          <p:cNvPr id="217090" name="Rectangle 2">
            <a:extLst>
              <a:ext uri="{FF2B5EF4-FFF2-40B4-BE49-F238E27FC236}">
                <a16:creationId xmlns:a16="http://schemas.microsoft.com/office/drawing/2014/main" id="{4A935990-0AC1-7040-94EE-281D98D0C747}"/>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FD4AD366-B3CA-3F4C-BE25-3BDC05D7287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8015646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7">
            <a:extLst>
              <a:ext uri="{FF2B5EF4-FFF2-40B4-BE49-F238E27FC236}">
                <a16:creationId xmlns:a16="http://schemas.microsoft.com/office/drawing/2014/main" id="{8396DCF1-5868-274C-A244-747D408645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5E45908-CA6C-DA4C-8857-05469AA699C1}" type="slidenum">
              <a:rPr lang="en-US" altLang="zh-CN"/>
              <a:pPr/>
              <a:t>99</a:t>
            </a:fld>
            <a:endParaRPr lang="en-US" altLang="zh-CN"/>
          </a:p>
        </p:txBody>
      </p:sp>
      <p:sp>
        <p:nvSpPr>
          <p:cNvPr id="219138" name="Rectangle 2">
            <a:extLst>
              <a:ext uri="{FF2B5EF4-FFF2-40B4-BE49-F238E27FC236}">
                <a16:creationId xmlns:a16="http://schemas.microsoft.com/office/drawing/2014/main" id="{2037E579-B01E-EC4E-8759-080C2F4D3306}"/>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27AD147B-149C-3947-8866-DDE49175C58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7830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B988D1AD-8D3C-5949-A2F5-544744AD5C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D9AAA9E-855A-4D4C-9A45-4F0CD154E45C}" type="slidenum">
              <a:rPr lang="en-US" altLang="zh-CN"/>
              <a:pPr/>
              <a:t>100</a:t>
            </a:fld>
            <a:endParaRPr lang="en-US" altLang="zh-CN"/>
          </a:p>
        </p:txBody>
      </p:sp>
      <p:sp>
        <p:nvSpPr>
          <p:cNvPr id="221186" name="Rectangle 2">
            <a:extLst>
              <a:ext uri="{FF2B5EF4-FFF2-40B4-BE49-F238E27FC236}">
                <a16:creationId xmlns:a16="http://schemas.microsoft.com/office/drawing/2014/main" id="{C42EA5CE-A5F8-2E4C-970A-C2B64C573AE3}"/>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FB717CAB-AA68-0B43-A3D1-5E5D664F13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163531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FC5FF91C-4B64-8B4B-B79B-21802494C3D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E6EFFB3-4423-DF46-8B19-D479ECA3FEF4}" type="slidenum">
              <a:rPr lang="en-US" altLang="zh-CN"/>
              <a:pPr/>
              <a:t>101</a:t>
            </a:fld>
            <a:endParaRPr lang="en-US" altLang="zh-CN"/>
          </a:p>
        </p:txBody>
      </p:sp>
      <p:sp>
        <p:nvSpPr>
          <p:cNvPr id="223234" name="Rectangle 2">
            <a:extLst>
              <a:ext uri="{FF2B5EF4-FFF2-40B4-BE49-F238E27FC236}">
                <a16:creationId xmlns:a16="http://schemas.microsoft.com/office/drawing/2014/main" id="{B16CC20C-85EC-BA4E-971D-AD703DB7E5D0}"/>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EE26E92A-BAF1-8849-A175-4599E4B507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744452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7">
            <a:extLst>
              <a:ext uri="{FF2B5EF4-FFF2-40B4-BE49-F238E27FC236}">
                <a16:creationId xmlns:a16="http://schemas.microsoft.com/office/drawing/2014/main" id="{86EC9093-3A4F-3D4F-B276-87A2DAD1CE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B265F14-6DB0-CB46-8585-AC5E3234D5CE}" type="slidenum">
              <a:rPr lang="en-US" altLang="zh-CN"/>
              <a:pPr/>
              <a:t>102</a:t>
            </a:fld>
            <a:endParaRPr lang="en-US" altLang="zh-CN"/>
          </a:p>
        </p:txBody>
      </p:sp>
      <p:sp>
        <p:nvSpPr>
          <p:cNvPr id="225282" name="Rectangle 2">
            <a:extLst>
              <a:ext uri="{FF2B5EF4-FFF2-40B4-BE49-F238E27FC236}">
                <a16:creationId xmlns:a16="http://schemas.microsoft.com/office/drawing/2014/main" id="{722FDCA8-7DE6-3A42-99CA-8439E5F5A7B2}"/>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24C0795A-7EA5-794F-A088-9A1148EC24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6646130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7">
            <a:extLst>
              <a:ext uri="{FF2B5EF4-FFF2-40B4-BE49-F238E27FC236}">
                <a16:creationId xmlns:a16="http://schemas.microsoft.com/office/drawing/2014/main" id="{ACE44F53-478D-8F49-82B5-633639A3A2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799DC50-DD03-634C-B702-796AFD669741}" type="slidenum">
              <a:rPr lang="en-US" altLang="zh-CN"/>
              <a:pPr/>
              <a:t>103</a:t>
            </a:fld>
            <a:endParaRPr lang="en-US" altLang="zh-CN"/>
          </a:p>
        </p:txBody>
      </p:sp>
      <p:sp>
        <p:nvSpPr>
          <p:cNvPr id="227330" name="Rectangle 2">
            <a:extLst>
              <a:ext uri="{FF2B5EF4-FFF2-40B4-BE49-F238E27FC236}">
                <a16:creationId xmlns:a16="http://schemas.microsoft.com/office/drawing/2014/main" id="{5AF9017F-A90D-B448-B619-E1A5BA8149FF}"/>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FBA95167-6D89-9E44-B029-390B6E7EF2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6888975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a:extLst>
              <a:ext uri="{FF2B5EF4-FFF2-40B4-BE49-F238E27FC236}">
                <a16:creationId xmlns:a16="http://schemas.microsoft.com/office/drawing/2014/main" id="{13DDE61F-F95B-794C-AD3A-2C962A24D23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79A41DA-D5C7-C246-8059-AA29283A59A0}" type="slidenum">
              <a:rPr lang="en-US" altLang="zh-CN"/>
              <a:pPr/>
              <a:t>104</a:t>
            </a:fld>
            <a:endParaRPr lang="en-US" altLang="zh-CN"/>
          </a:p>
        </p:txBody>
      </p:sp>
      <p:sp>
        <p:nvSpPr>
          <p:cNvPr id="229378" name="Rectangle 2">
            <a:extLst>
              <a:ext uri="{FF2B5EF4-FFF2-40B4-BE49-F238E27FC236}">
                <a16:creationId xmlns:a16="http://schemas.microsoft.com/office/drawing/2014/main" id="{467F418B-4ADA-3849-A8E5-49127FFE0AAA}"/>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5ED56764-8575-BD4D-B990-3BABD83BE7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357708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7">
            <a:extLst>
              <a:ext uri="{FF2B5EF4-FFF2-40B4-BE49-F238E27FC236}">
                <a16:creationId xmlns:a16="http://schemas.microsoft.com/office/drawing/2014/main" id="{7E2FE907-9B9B-4F4F-AF0B-EB481A353E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414A9BA-D754-8B49-90ED-BE7E3C0AA355}" type="slidenum">
              <a:rPr lang="en-US" altLang="zh-CN"/>
              <a:pPr/>
              <a:t>105</a:t>
            </a:fld>
            <a:endParaRPr lang="en-US" altLang="zh-CN"/>
          </a:p>
        </p:txBody>
      </p:sp>
      <p:sp>
        <p:nvSpPr>
          <p:cNvPr id="231426" name="Rectangle 2">
            <a:extLst>
              <a:ext uri="{FF2B5EF4-FFF2-40B4-BE49-F238E27FC236}">
                <a16:creationId xmlns:a16="http://schemas.microsoft.com/office/drawing/2014/main" id="{910CC8D5-1CBF-4243-85E3-378B62D78381}"/>
              </a:ext>
            </a:extLst>
          </p:cNvPr>
          <p:cNvSpPr>
            <a:spLocks noGrp="1" noRot="1" noChangeAspect="1" noChangeArrowheads="1" noTextEdit="1"/>
          </p:cNvSpPr>
          <p:nvPr>
            <p:ph type="sldImg"/>
          </p:nvPr>
        </p:nvSpPr>
        <p:spPr>
          <a:ln/>
        </p:spPr>
      </p:sp>
      <p:sp>
        <p:nvSpPr>
          <p:cNvPr id="231427" name="Rectangle 3">
            <a:extLst>
              <a:ext uri="{FF2B5EF4-FFF2-40B4-BE49-F238E27FC236}">
                <a16:creationId xmlns:a16="http://schemas.microsoft.com/office/drawing/2014/main" id="{B90D6C41-F9DC-0246-9798-6D3EBEF722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049283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7">
            <a:extLst>
              <a:ext uri="{FF2B5EF4-FFF2-40B4-BE49-F238E27FC236}">
                <a16:creationId xmlns:a16="http://schemas.microsoft.com/office/drawing/2014/main" id="{EBF6D5E4-B1FE-0F41-9722-099034BA96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85DEAB2-93F9-D845-8260-48EE129AC052}" type="slidenum">
              <a:rPr lang="en-US" altLang="zh-CN"/>
              <a:pPr/>
              <a:t>106</a:t>
            </a:fld>
            <a:endParaRPr lang="en-US" altLang="zh-CN"/>
          </a:p>
        </p:txBody>
      </p:sp>
      <p:sp>
        <p:nvSpPr>
          <p:cNvPr id="233474" name="Rectangle 2">
            <a:extLst>
              <a:ext uri="{FF2B5EF4-FFF2-40B4-BE49-F238E27FC236}">
                <a16:creationId xmlns:a16="http://schemas.microsoft.com/office/drawing/2014/main" id="{86496D3F-1BD0-3644-960B-D5362B557413}"/>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253ECB9D-21E0-8740-904F-9B92FE44D1D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6562907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Rectangle 7">
            <a:extLst>
              <a:ext uri="{FF2B5EF4-FFF2-40B4-BE49-F238E27FC236}">
                <a16:creationId xmlns:a16="http://schemas.microsoft.com/office/drawing/2014/main" id="{16F041B2-3F50-FA47-92D4-85DE22716A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1D7CA44-31DC-834F-A86A-ED484EBFC4DE}" type="slidenum">
              <a:rPr lang="en-US" altLang="zh-CN"/>
              <a:pPr/>
              <a:t>107</a:t>
            </a:fld>
            <a:endParaRPr lang="en-US" altLang="zh-CN"/>
          </a:p>
        </p:txBody>
      </p:sp>
      <p:sp>
        <p:nvSpPr>
          <p:cNvPr id="235522" name="Rectangle 2">
            <a:extLst>
              <a:ext uri="{FF2B5EF4-FFF2-40B4-BE49-F238E27FC236}">
                <a16:creationId xmlns:a16="http://schemas.microsoft.com/office/drawing/2014/main" id="{95041002-7EF3-7646-9973-FA920D5A2142}"/>
              </a:ext>
            </a:extLst>
          </p:cNvPr>
          <p:cNvSpPr>
            <a:spLocks noGrp="1" noRot="1" noChangeAspect="1" noChangeArrowheads="1" noTextEdit="1"/>
          </p:cNvSpPr>
          <p:nvPr>
            <p:ph type="sldImg"/>
          </p:nvPr>
        </p:nvSpPr>
        <p:spPr>
          <a:ln/>
        </p:spPr>
      </p:sp>
      <p:sp>
        <p:nvSpPr>
          <p:cNvPr id="235523" name="Rectangle 3">
            <a:extLst>
              <a:ext uri="{FF2B5EF4-FFF2-40B4-BE49-F238E27FC236}">
                <a16:creationId xmlns:a16="http://schemas.microsoft.com/office/drawing/2014/main" id="{E5E4C00A-171D-F34D-A0D8-517784B8F5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1287803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a:extLst>
              <a:ext uri="{FF2B5EF4-FFF2-40B4-BE49-F238E27FC236}">
                <a16:creationId xmlns:a16="http://schemas.microsoft.com/office/drawing/2014/main" id="{AE136187-F8F5-3244-AF37-E61B6DD238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7E1E80B-3E60-E048-B59F-9A8C98414150}" type="slidenum">
              <a:rPr lang="en-US" altLang="zh-CN"/>
              <a:pPr/>
              <a:t>108</a:t>
            </a:fld>
            <a:endParaRPr lang="en-US" altLang="zh-CN"/>
          </a:p>
        </p:txBody>
      </p:sp>
      <p:sp>
        <p:nvSpPr>
          <p:cNvPr id="237570" name="Rectangle 2">
            <a:extLst>
              <a:ext uri="{FF2B5EF4-FFF2-40B4-BE49-F238E27FC236}">
                <a16:creationId xmlns:a16="http://schemas.microsoft.com/office/drawing/2014/main" id="{4F668E28-9908-2548-8507-6D67C1757179}"/>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B14C562E-D4E5-2842-950B-864C8EC72A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7113751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a:extLst>
              <a:ext uri="{FF2B5EF4-FFF2-40B4-BE49-F238E27FC236}">
                <a16:creationId xmlns:a16="http://schemas.microsoft.com/office/drawing/2014/main" id="{0EEB3146-C021-EA4D-9DC2-2BF274E5EF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6D7D3B4-081E-2A4B-BC6E-7632949CC274}" type="slidenum">
              <a:rPr lang="en-US" altLang="zh-CN"/>
              <a:pPr/>
              <a:t>109</a:t>
            </a:fld>
            <a:endParaRPr lang="en-US" altLang="zh-CN"/>
          </a:p>
        </p:txBody>
      </p:sp>
      <p:sp>
        <p:nvSpPr>
          <p:cNvPr id="239618" name="Rectangle 2">
            <a:extLst>
              <a:ext uri="{FF2B5EF4-FFF2-40B4-BE49-F238E27FC236}">
                <a16:creationId xmlns:a16="http://schemas.microsoft.com/office/drawing/2014/main" id="{7296418B-2010-6648-A662-50CE058E7094}"/>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192543E9-73AF-D046-ABE0-5A45DA41050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7787402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a:extLst>
              <a:ext uri="{FF2B5EF4-FFF2-40B4-BE49-F238E27FC236}">
                <a16:creationId xmlns:a16="http://schemas.microsoft.com/office/drawing/2014/main" id="{34F93FFB-4B26-F34E-8A86-AEBBB6889F9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D922B32-0618-6249-BEB5-FDF03F6C8B52}" type="slidenum">
              <a:rPr lang="en-US" altLang="zh-CN"/>
              <a:pPr/>
              <a:t>110</a:t>
            </a:fld>
            <a:endParaRPr lang="en-US" altLang="zh-CN"/>
          </a:p>
        </p:txBody>
      </p:sp>
      <p:sp>
        <p:nvSpPr>
          <p:cNvPr id="241666" name="Rectangle 2">
            <a:extLst>
              <a:ext uri="{FF2B5EF4-FFF2-40B4-BE49-F238E27FC236}">
                <a16:creationId xmlns:a16="http://schemas.microsoft.com/office/drawing/2014/main" id="{F1791CAF-6880-AF4B-B403-C6413B8F7F21}"/>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37AB04D7-8155-C94B-91C2-1B994B29ECA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0059577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Rectangle 7">
            <a:extLst>
              <a:ext uri="{FF2B5EF4-FFF2-40B4-BE49-F238E27FC236}">
                <a16:creationId xmlns:a16="http://schemas.microsoft.com/office/drawing/2014/main" id="{D1544FD9-8BEB-E545-A978-A96A34308A7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95E48AD-E461-1741-B8C0-92CE2709754E}" type="slidenum">
              <a:rPr lang="en-US" altLang="zh-CN"/>
              <a:pPr/>
              <a:t>111</a:t>
            </a:fld>
            <a:endParaRPr lang="en-US" altLang="zh-CN"/>
          </a:p>
        </p:txBody>
      </p:sp>
      <p:sp>
        <p:nvSpPr>
          <p:cNvPr id="243714" name="Rectangle 2">
            <a:extLst>
              <a:ext uri="{FF2B5EF4-FFF2-40B4-BE49-F238E27FC236}">
                <a16:creationId xmlns:a16="http://schemas.microsoft.com/office/drawing/2014/main" id="{B2937DF9-7303-DA4A-B452-F1F72CE58F9D}"/>
              </a:ext>
            </a:extLst>
          </p:cNvPr>
          <p:cNvSpPr>
            <a:spLocks noGrp="1" noRot="1" noChangeAspect="1" noChangeArrowheads="1" noTextEdit="1"/>
          </p:cNvSpPr>
          <p:nvPr>
            <p:ph type="sldImg"/>
          </p:nvPr>
        </p:nvSpPr>
        <p:spPr>
          <a:ln/>
        </p:spPr>
      </p:sp>
      <p:sp>
        <p:nvSpPr>
          <p:cNvPr id="243715" name="Rectangle 3">
            <a:extLst>
              <a:ext uri="{FF2B5EF4-FFF2-40B4-BE49-F238E27FC236}">
                <a16:creationId xmlns:a16="http://schemas.microsoft.com/office/drawing/2014/main" id="{125F49FA-4115-544F-BC62-949B6ABDA7C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5682154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a:extLst>
              <a:ext uri="{FF2B5EF4-FFF2-40B4-BE49-F238E27FC236}">
                <a16:creationId xmlns:a16="http://schemas.microsoft.com/office/drawing/2014/main" id="{91EA02F7-119E-8441-A7EC-53288A0252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C8FCA41-1CB3-3644-AA1A-00347B8698E9}" type="slidenum">
              <a:rPr lang="en-US" altLang="zh-CN"/>
              <a:pPr/>
              <a:t>112</a:t>
            </a:fld>
            <a:endParaRPr lang="en-US" altLang="zh-CN"/>
          </a:p>
        </p:txBody>
      </p:sp>
      <p:sp>
        <p:nvSpPr>
          <p:cNvPr id="245762" name="Rectangle 2">
            <a:extLst>
              <a:ext uri="{FF2B5EF4-FFF2-40B4-BE49-F238E27FC236}">
                <a16:creationId xmlns:a16="http://schemas.microsoft.com/office/drawing/2014/main" id="{994B701C-CF02-7E41-AFE6-BB42C2D747F5}"/>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A7E6AA30-6B13-394E-9077-BF4DF8C9040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2930529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a:extLst>
              <a:ext uri="{FF2B5EF4-FFF2-40B4-BE49-F238E27FC236}">
                <a16:creationId xmlns:a16="http://schemas.microsoft.com/office/drawing/2014/main" id="{5F4AA564-E965-D149-A466-485DD759908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872721C-4491-814E-B763-7E9DCE3AF933}" type="slidenum">
              <a:rPr lang="en-US" altLang="zh-CN"/>
              <a:pPr/>
              <a:t>113</a:t>
            </a:fld>
            <a:endParaRPr lang="en-US" altLang="zh-CN"/>
          </a:p>
        </p:txBody>
      </p:sp>
      <p:sp>
        <p:nvSpPr>
          <p:cNvPr id="247810" name="Rectangle 2">
            <a:extLst>
              <a:ext uri="{FF2B5EF4-FFF2-40B4-BE49-F238E27FC236}">
                <a16:creationId xmlns:a16="http://schemas.microsoft.com/office/drawing/2014/main" id="{9CF6D4AE-E7E8-A64B-A0C1-5A9FA09F2567}"/>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AE83F020-3C5E-174A-A7D2-E5BD52ED72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5188225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a:extLst>
              <a:ext uri="{FF2B5EF4-FFF2-40B4-BE49-F238E27FC236}">
                <a16:creationId xmlns:a16="http://schemas.microsoft.com/office/drawing/2014/main" id="{E77A0CD5-B075-9F45-89BD-960810CE0A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55933FC-B840-1046-B743-C88571E37C13}" type="slidenum">
              <a:rPr lang="en-US" altLang="zh-CN"/>
              <a:pPr/>
              <a:t>114</a:t>
            </a:fld>
            <a:endParaRPr lang="en-US" altLang="zh-CN"/>
          </a:p>
        </p:txBody>
      </p:sp>
      <p:sp>
        <p:nvSpPr>
          <p:cNvPr id="249858" name="Rectangle 2">
            <a:extLst>
              <a:ext uri="{FF2B5EF4-FFF2-40B4-BE49-F238E27FC236}">
                <a16:creationId xmlns:a16="http://schemas.microsoft.com/office/drawing/2014/main" id="{6227149C-C800-C543-A147-77A33B96FA00}"/>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568FEA04-1345-9A4B-816A-1AC6834767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4523571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7">
            <a:extLst>
              <a:ext uri="{FF2B5EF4-FFF2-40B4-BE49-F238E27FC236}">
                <a16:creationId xmlns:a16="http://schemas.microsoft.com/office/drawing/2014/main" id="{62473ACF-86D7-624D-B097-4195048BD4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ADF403B-9881-EF4F-A0F3-79265684B483}" type="slidenum">
              <a:rPr lang="en-US" altLang="zh-CN"/>
              <a:pPr/>
              <a:t>115</a:t>
            </a:fld>
            <a:endParaRPr lang="en-US" altLang="zh-CN"/>
          </a:p>
        </p:txBody>
      </p:sp>
      <p:sp>
        <p:nvSpPr>
          <p:cNvPr id="251906" name="Rectangle 2">
            <a:extLst>
              <a:ext uri="{FF2B5EF4-FFF2-40B4-BE49-F238E27FC236}">
                <a16:creationId xmlns:a16="http://schemas.microsoft.com/office/drawing/2014/main" id="{C44D6A49-3418-AA45-B4BB-D7D1A7F82490}"/>
              </a:ext>
            </a:extLst>
          </p:cNvPr>
          <p:cNvSpPr>
            <a:spLocks noGrp="1" noRot="1" noChangeAspect="1" noChangeArrowheads="1" noTextEdit="1"/>
          </p:cNvSpPr>
          <p:nvPr>
            <p:ph type="sldImg"/>
          </p:nvPr>
        </p:nvSpPr>
        <p:spPr>
          <a:ln/>
        </p:spPr>
      </p:sp>
      <p:sp>
        <p:nvSpPr>
          <p:cNvPr id="251907" name="Rectangle 3">
            <a:extLst>
              <a:ext uri="{FF2B5EF4-FFF2-40B4-BE49-F238E27FC236}">
                <a16:creationId xmlns:a16="http://schemas.microsoft.com/office/drawing/2014/main" id="{CFBAAF05-3198-D944-9F0B-2D5053E3B7D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0142738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7">
            <a:extLst>
              <a:ext uri="{FF2B5EF4-FFF2-40B4-BE49-F238E27FC236}">
                <a16:creationId xmlns:a16="http://schemas.microsoft.com/office/drawing/2014/main" id="{814FC8A2-6456-0646-BD0F-744E4107E3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321D776-0DBA-9E4D-A752-DA52CC14BEE5}" type="slidenum">
              <a:rPr lang="en-US" altLang="zh-CN"/>
              <a:pPr/>
              <a:t>116</a:t>
            </a:fld>
            <a:endParaRPr lang="en-US" altLang="zh-CN"/>
          </a:p>
        </p:txBody>
      </p:sp>
      <p:sp>
        <p:nvSpPr>
          <p:cNvPr id="253954" name="Rectangle 2">
            <a:extLst>
              <a:ext uri="{FF2B5EF4-FFF2-40B4-BE49-F238E27FC236}">
                <a16:creationId xmlns:a16="http://schemas.microsoft.com/office/drawing/2014/main" id="{6DC68D12-3141-EB41-94F9-8629E59A617A}"/>
              </a:ext>
            </a:extLst>
          </p:cNvPr>
          <p:cNvSpPr>
            <a:spLocks noGrp="1" noRot="1" noChangeAspect="1" noChangeArrowheads="1" noTextEdit="1"/>
          </p:cNvSpPr>
          <p:nvPr>
            <p:ph type="sldImg"/>
          </p:nvPr>
        </p:nvSpPr>
        <p:spPr>
          <a:ln/>
        </p:spPr>
      </p:sp>
      <p:sp>
        <p:nvSpPr>
          <p:cNvPr id="253955" name="Rectangle 3">
            <a:extLst>
              <a:ext uri="{FF2B5EF4-FFF2-40B4-BE49-F238E27FC236}">
                <a16:creationId xmlns:a16="http://schemas.microsoft.com/office/drawing/2014/main" id="{029FE798-033E-1A45-8F86-305D22B84E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59282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7">
            <a:extLst>
              <a:ext uri="{FF2B5EF4-FFF2-40B4-BE49-F238E27FC236}">
                <a16:creationId xmlns:a16="http://schemas.microsoft.com/office/drawing/2014/main" id="{3EEB067D-C3E0-414B-B29C-39DD8C5531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C768873-F4B6-5145-8522-5324C0E38227}" type="slidenum">
              <a:rPr lang="en-US" altLang="zh-CN"/>
              <a:pPr/>
              <a:t>117</a:t>
            </a:fld>
            <a:endParaRPr lang="en-US" altLang="zh-CN"/>
          </a:p>
        </p:txBody>
      </p:sp>
      <p:sp>
        <p:nvSpPr>
          <p:cNvPr id="256002" name="Rectangle 2">
            <a:extLst>
              <a:ext uri="{FF2B5EF4-FFF2-40B4-BE49-F238E27FC236}">
                <a16:creationId xmlns:a16="http://schemas.microsoft.com/office/drawing/2014/main" id="{F5EAAA7D-9C0F-8D41-8807-E8ECF5B9FEC3}"/>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69E5A6B0-883F-3244-9755-19A39719605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696375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7">
            <a:extLst>
              <a:ext uri="{FF2B5EF4-FFF2-40B4-BE49-F238E27FC236}">
                <a16:creationId xmlns:a16="http://schemas.microsoft.com/office/drawing/2014/main" id="{FFC3E5A7-5DE3-FC49-95F7-25F6474EDD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FE73510-88E4-1F4C-8220-137777F1DBC8}" type="slidenum">
              <a:rPr lang="en-US" altLang="zh-CN"/>
              <a:pPr/>
              <a:t>118</a:t>
            </a:fld>
            <a:endParaRPr lang="en-US" altLang="zh-CN"/>
          </a:p>
        </p:txBody>
      </p:sp>
      <p:sp>
        <p:nvSpPr>
          <p:cNvPr id="258050" name="Rectangle 2">
            <a:extLst>
              <a:ext uri="{FF2B5EF4-FFF2-40B4-BE49-F238E27FC236}">
                <a16:creationId xmlns:a16="http://schemas.microsoft.com/office/drawing/2014/main" id="{CB299357-50AE-AF4A-942E-09920A8ABC32}"/>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79F3B14C-58D5-2046-BBED-01E1A16FC9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4452318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7">
            <a:extLst>
              <a:ext uri="{FF2B5EF4-FFF2-40B4-BE49-F238E27FC236}">
                <a16:creationId xmlns:a16="http://schemas.microsoft.com/office/drawing/2014/main" id="{AA5BA29B-7CC3-5640-A759-D1D5B1653D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786083E-4461-B34B-90EA-264D45A35B94}" type="slidenum">
              <a:rPr lang="en-US" altLang="zh-CN"/>
              <a:pPr/>
              <a:t>119</a:t>
            </a:fld>
            <a:endParaRPr lang="en-US" altLang="zh-CN"/>
          </a:p>
        </p:txBody>
      </p:sp>
      <p:sp>
        <p:nvSpPr>
          <p:cNvPr id="260098" name="Rectangle 2">
            <a:extLst>
              <a:ext uri="{FF2B5EF4-FFF2-40B4-BE49-F238E27FC236}">
                <a16:creationId xmlns:a16="http://schemas.microsoft.com/office/drawing/2014/main" id="{76424920-51B1-9641-97CB-768433487B20}"/>
              </a:ext>
            </a:extLst>
          </p:cNvPr>
          <p:cNvSpPr>
            <a:spLocks noGrp="1" noRot="1" noChangeAspect="1" noChangeArrowheads="1" noTextEdit="1"/>
          </p:cNvSpPr>
          <p:nvPr>
            <p:ph type="sldImg"/>
          </p:nvPr>
        </p:nvSpPr>
        <p:spPr>
          <a:xfrm>
            <a:off x="139700" y="768350"/>
            <a:ext cx="6819900" cy="3836988"/>
          </a:xfrm>
          <a:ln/>
        </p:spPr>
      </p:sp>
      <p:sp>
        <p:nvSpPr>
          <p:cNvPr id="260099" name="Rectangle 3">
            <a:extLst>
              <a:ext uri="{FF2B5EF4-FFF2-40B4-BE49-F238E27FC236}">
                <a16:creationId xmlns:a16="http://schemas.microsoft.com/office/drawing/2014/main" id="{E879236C-A478-B346-BE03-33415E4DC364}"/>
              </a:ext>
            </a:extLst>
          </p:cNvPr>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4045388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a:extLst>
              <a:ext uri="{FF2B5EF4-FFF2-40B4-BE49-F238E27FC236}">
                <a16:creationId xmlns:a16="http://schemas.microsoft.com/office/drawing/2014/main" id="{CED72BA4-9446-734E-ACD5-4B15641246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464E77C-7A0B-314F-AA32-97CAA1CCBB52}" type="slidenum">
              <a:rPr lang="en-US" altLang="zh-CN"/>
              <a:pPr/>
              <a:t>120</a:t>
            </a:fld>
            <a:endParaRPr lang="en-US" altLang="zh-CN"/>
          </a:p>
        </p:txBody>
      </p:sp>
      <p:sp>
        <p:nvSpPr>
          <p:cNvPr id="264194" name="Rectangle 2">
            <a:extLst>
              <a:ext uri="{FF2B5EF4-FFF2-40B4-BE49-F238E27FC236}">
                <a16:creationId xmlns:a16="http://schemas.microsoft.com/office/drawing/2014/main" id="{A83E4BE5-5FA7-BE44-8254-BC57FE08C99C}"/>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C03A478D-0E80-6D45-8CE4-7C114AC7CD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9730198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a:extLst>
              <a:ext uri="{FF2B5EF4-FFF2-40B4-BE49-F238E27FC236}">
                <a16:creationId xmlns:a16="http://schemas.microsoft.com/office/drawing/2014/main" id="{D7AD51C4-7B65-924D-A81D-A57093FA93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B9535F2-277A-4546-8B0B-6A0091421936}" type="slidenum">
              <a:rPr lang="en-US" altLang="zh-CN"/>
              <a:pPr/>
              <a:t>121</a:t>
            </a:fld>
            <a:endParaRPr lang="en-US" altLang="zh-CN"/>
          </a:p>
        </p:txBody>
      </p:sp>
      <p:sp>
        <p:nvSpPr>
          <p:cNvPr id="266242" name="Rectangle 2">
            <a:extLst>
              <a:ext uri="{FF2B5EF4-FFF2-40B4-BE49-F238E27FC236}">
                <a16:creationId xmlns:a16="http://schemas.microsoft.com/office/drawing/2014/main" id="{E4789683-0275-8A4C-BDE8-A2747D0C6C23}"/>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76CB780C-76A9-CC4D-95A9-8F45F97EE4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373522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1E77B84B-21E0-C84C-B3BA-D92F6A923E3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10CD957-A9BE-8E4A-A751-68B7C7112AED}" type="slidenum">
              <a:rPr lang="en-US" altLang="zh-CN"/>
              <a:pPr/>
              <a:t>122</a:t>
            </a:fld>
            <a:endParaRPr lang="en-US" altLang="zh-CN"/>
          </a:p>
        </p:txBody>
      </p:sp>
      <p:sp>
        <p:nvSpPr>
          <p:cNvPr id="268290" name="Rectangle 2">
            <a:extLst>
              <a:ext uri="{FF2B5EF4-FFF2-40B4-BE49-F238E27FC236}">
                <a16:creationId xmlns:a16="http://schemas.microsoft.com/office/drawing/2014/main" id="{32F356B7-FDC7-4F4D-8215-EFF8EA88D6E7}"/>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4E6A2992-5932-4542-AB43-5BDEE8FC45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9913059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a:extLst>
              <a:ext uri="{FF2B5EF4-FFF2-40B4-BE49-F238E27FC236}">
                <a16:creationId xmlns:a16="http://schemas.microsoft.com/office/drawing/2014/main" id="{124F87AA-046C-0E41-A390-4C794C493A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8972F96-19CA-A246-87DE-2426509ED2D3}" type="slidenum">
              <a:rPr lang="en-US" altLang="zh-CN"/>
              <a:pPr/>
              <a:t>123</a:t>
            </a:fld>
            <a:endParaRPr lang="en-US" altLang="zh-CN"/>
          </a:p>
        </p:txBody>
      </p:sp>
      <p:sp>
        <p:nvSpPr>
          <p:cNvPr id="270338" name="Rectangle 2">
            <a:extLst>
              <a:ext uri="{FF2B5EF4-FFF2-40B4-BE49-F238E27FC236}">
                <a16:creationId xmlns:a16="http://schemas.microsoft.com/office/drawing/2014/main" id="{4662CFB7-68F8-5043-87CE-688B81A7EA3F}"/>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EC8751B4-0C5F-BD4F-80C6-9B1972A47D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5425556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a:extLst>
              <a:ext uri="{FF2B5EF4-FFF2-40B4-BE49-F238E27FC236}">
                <a16:creationId xmlns:a16="http://schemas.microsoft.com/office/drawing/2014/main" id="{8BCA5A5C-F31C-A542-B29D-2F1B45313B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AFBBBA1-43AC-4649-91AF-EA577AAD787D}" type="slidenum">
              <a:rPr lang="en-US" altLang="zh-CN"/>
              <a:pPr/>
              <a:t>124</a:t>
            </a:fld>
            <a:endParaRPr lang="en-US" altLang="zh-CN"/>
          </a:p>
        </p:txBody>
      </p:sp>
      <p:sp>
        <p:nvSpPr>
          <p:cNvPr id="272386" name="Rectangle 2">
            <a:extLst>
              <a:ext uri="{FF2B5EF4-FFF2-40B4-BE49-F238E27FC236}">
                <a16:creationId xmlns:a16="http://schemas.microsoft.com/office/drawing/2014/main" id="{1EEBA641-545D-CF4C-A3E8-B29BFF3BB04E}"/>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6F97EDDB-69A2-2243-A048-A4F0B2FCBD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8371113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Rectangle 7">
            <a:extLst>
              <a:ext uri="{FF2B5EF4-FFF2-40B4-BE49-F238E27FC236}">
                <a16:creationId xmlns:a16="http://schemas.microsoft.com/office/drawing/2014/main" id="{465CFC64-6649-6F4D-91D4-795D23B703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4D9CB85-8D9C-084E-A1C9-2C12FA309E36}" type="slidenum">
              <a:rPr lang="en-US" altLang="zh-CN"/>
              <a:pPr/>
              <a:t>125</a:t>
            </a:fld>
            <a:endParaRPr lang="en-US" altLang="zh-CN"/>
          </a:p>
        </p:txBody>
      </p:sp>
      <p:sp>
        <p:nvSpPr>
          <p:cNvPr id="274434" name="Rectangle 2">
            <a:extLst>
              <a:ext uri="{FF2B5EF4-FFF2-40B4-BE49-F238E27FC236}">
                <a16:creationId xmlns:a16="http://schemas.microsoft.com/office/drawing/2014/main" id="{40ABC01A-B465-3443-B20E-D8862E62A3B9}"/>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DD491D8B-98D2-1C44-B4EF-D07EC795B7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4012131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Rectangle 7">
            <a:extLst>
              <a:ext uri="{FF2B5EF4-FFF2-40B4-BE49-F238E27FC236}">
                <a16:creationId xmlns:a16="http://schemas.microsoft.com/office/drawing/2014/main" id="{09237CAC-207D-7F45-9FDB-2E223E224D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AE33ED7-29E3-3D46-A0BD-2DDD18AA206A}" type="slidenum">
              <a:rPr lang="en-US" altLang="zh-CN"/>
              <a:pPr/>
              <a:t>126</a:t>
            </a:fld>
            <a:endParaRPr lang="en-US" altLang="zh-CN"/>
          </a:p>
        </p:txBody>
      </p:sp>
      <p:sp>
        <p:nvSpPr>
          <p:cNvPr id="276482" name="Rectangle 2">
            <a:extLst>
              <a:ext uri="{FF2B5EF4-FFF2-40B4-BE49-F238E27FC236}">
                <a16:creationId xmlns:a16="http://schemas.microsoft.com/office/drawing/2014/main" id="{31614EEF-3CF3-6E45-9134-45C3BFF26A09}"/>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ECF5736D-D1C9-2E46-990F-4495565A61B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344000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7">
            <a:extLst>
              <a:ext uri="{FF2B5EF4-FFF2-40B4-BE49-F238E27FC236}">
                <a16:creationId xmlns:a16="http://schemas.microsoft.com/office/drawing/2014/main" id="{309BBA88-7A36-DE46-B406-C04357065D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A4620F0-0EF6-E649-9415-9345D7127E58}" type="slidenum">
              <a:rPr lang="en-US" altLang="zh-CN"/>
              <a:pPr/>
              <a:t>127</a:t>
            </a:fld>
            <a:endParaRPr lang="en-US" altLang="zh-CN"/>
          </a:p>
        </p:txBody>
      </p:sp>
      <p:sp>
        <p:nvSpPr>
          <p:cNvPr id="278530" name="Rectangle 2">
            <a:extLst>
              <a:ext uri="{FF2B5EF4-FFF2-40B4-BE49-F238E27FC236}">
                <a16:creationId xmlns:a16="http://schemas.microsoft.com/office/drawing/2014/main" id="{860DDE3B-7C74-ED42-9928-6B2AD101CA85}"/>
              </a:ext>
            </a:extLst>
          </p:cNvPr>
          <p:cNvSpPr>
            <a:spLocks noGrp="1" noRot="1" noChangeAspect="1" noChangeArrowheads="1" noTextEdit="1"/>
          </p:cNvSpPr>
          <p:nvPr>
            <p:ph type="sldImg"/>
          </p:nvPr>
        </p:nvSpPr>
        <p:spPr>
          <a:xfrm>
            <a:off x="139700" y="768350"/>
            <a:ext cx="6819900" cy="3836988"/>
          </a:xfrm>
          <a:ln/>
        </p:spPr>
      </p:sp>
      <p:sp>
        <p:nvSpPr>
          <p:cNvPr id="278531" name="Rectangle 3">
            <a:extLst>
              <a:ext uri="{FF2B5EF4-FFF2-40B4-BE49-F238E27FC236}">
                <a16:creationId xmlns:a16="http://schemas.microsoft.com/office/drawing/2014/main" id="{A73DE0C4-9B0B-6A45-98DA-A388F09F79D4}"/>
              </a:ext>
            </a:extLst>
          </p:cNvPr>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75278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371"/>
            <a:ext cx="7772400" cy="1102519"/>
          </a:xfrm>
        </p:spPr>
        <p:txBody>
          <a:bodyPr/>
          <a:lstStyle>
            <a:lvl1pPr algn="ctr">
              <a:defRPr/>
            </a:lvl1pPr>
          </a:lstStyle>
          <a:p>
            <a:r>
              <a:rPr lang="zh-CN" altLang="en-US" dirty="0"/>
              <a:t>单击此处编辑母版标题样式</a:t>
            </a:r>
          </a:p>
        </p:txBody>
      </p:sp>
      <p:sp>
        <p:nvSpPr>
          <p:cNvPr id="3" name="副标题 2"/>
          <p:cNvSpPr>
            <a:spLocks noGrp="1"/>
          </p:cNvSpPr>
          <p:nvPr>
            <p:ph type="subTitle" idx="1"/>
          </p:nvPr>
        </p:nvSpPr>
        <p:spPr>
          <a:xfrm>
            <a:off x="1518557" y="3140529"/>
            <a:ext cx="6400800" cy="691243"/>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sp>
        <p:nvSpPr>
          <p:cNvPr id="3" name="内容占位符 2"/>
          <p:cNvSpPr>
            <a:spLocks noGrp="1"/>
          </p:cNvSpPr>
          <p:nvPr>
            <p:ph idx="1"/>
          </p:nvPr>
        </p:nvSpPr>
        <p:spPr>
          <a:xfrm>
            <a:off x="133563" y="962025"/>
            <a:ext cx="8804953" cy="3851201"/>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C50E9340-F481-4835-BB46-3567A1160972}" type="slidenum">
              <a:rPr lang="zh-CN" altLang="en-US" smtClean="0"/>
              <a:pPr>
                <a:defRPr/>
              </a:pPr>
              <a:t>‹#›</a:t>
            </a:fld>
            <a:endParaRPr lang="zh-CN" altLang="en-US" sz="1400" dirty="0"/>
          </a:p>
        </p:txBody>
      </p:sp>
      <p:sp>
        <p:nvSpPr>
          <p:cNvPr id="15" name="标题 14"/>
          <p:cNvSpPr>
            <a:spLocks noGrp="1"/>
          </p:cNvSpPr>
          <p:nvPr>
            <p:ph type="title"/>
          </p:nvPr>
        </p:nvSpPr>
        <p:spPr>
          <a:xfrm>
            <a:off x="133562" y="127908"/>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AA8417A7-6640-4A8D-B5CB-4C6531206FA7}" type="slidenum">
              <a:rPr lang="zh-CN" altLang="en-US" smtClean="0"/>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ABFE143E-C6A4-3A4F-AE99-671305EC7F22}"/>
              </a:ext>
            </a:extLst>
          </p:cNvPr>
          <p:cNvSpPr>
            <a:spLocks noGrp="1" noChangeArrowheads="1"/>
          </p:cNvSpPr>
          <p:nvPr>
            <p:ph type="sldNum" sz="quarter" idx="10"/>
          </p:nvPr>
        </p:nvSpPr>
        <p:spPr>
          <a:ln/>
        </p:spPr>
        <p:txBody>
          <a:bodyPr/>
          <a:lstStyle>
            <a:lvl1pPr>
              <a:defRPr/>
            </a:lvl1pPr>
          </a:lstStyle>
          <a:p>
            <a:pPr>
              <a:defRPr/>
            </a:pPr>
            <a:fld id="{80C0F654-D3F3-1C4F-9640-86A2C58063A6}" type="slidenum">
              <a:rPr lang="en-US" altLang="zh-CN"/>
              <a:pPr>
                <a:defRPr/>
              </a:pPr>
              <a:t>‹#›</a:t>
            </a:fld>
            <a:endParaRPr lang="en-US" altLang="zh-CN"/>
          </a:p>
        </p:txBody>
      </p:sp>
    </p:spTree>
    <p:extLst>
      <p:ext uri="{BB962C8B-B14F-4D97-AF65-F5344CB8AC3E}">
        <p14:creationId xmlns:p14="http://schemas.microsoft.com/office/powerpoint/2010/main" val="725125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3">
            <a:extLst>
              <a:ext uri="{FF2B5EF4-FFF2-40B4-BE49-F238E27FC236}">
                <a16:creationId xmlns:a16="http://schemas.microsoft.com/office/drawing/2014/main" id="{71386394-93ED-1747-ABB9-B46BD1B4F538}"/>
              </a:ext>
            </a:extLst>
          </p:cNvPr>
          <p:cNvSpPr>
            <a:spLocks noGrp="1" noChangeArrowheads="1"/>
          </p:cNvSpPr>
          <p:nvPr>
            <p:ph type="sldNum" sz="quarter" idx="10"/>
          </p:nvPr>
        </p:nvSpPr>
        <p:spPr>
          <a:ln/>
        </p:spPr>
        <p:txBody>
          <a:bodyPr/>
          <a:lstStyle>
            <a:lvl1pPr>
              <a:defRPr/>
            </a:lvl1pPr>
          </a:lstStyle>
          <a:p>
            <a:pPr>
              <a:defRPr/>
            </a:pPr>
            <a:fld id="{9CE9F6C0-9030-334B-90FD-CB9D486541CC}" type="slidenum">
              <a:rPr lang="en-US" altLang="zh-CN"/>
              <a:pPr>
                <a:defRPr/>
              </a:pPr>
              <a:t>‹#›</a:t>
            </a:fld>
            <a:endParaRPr lang="en-US" altLang="zh-CN"/>
          </a:p>
        </p:txBody>
      </p:sp>
    </p:spTree>
    <p:extLst>
      <p:ext uri="{BB962C8B-B14F-4D97-AF65-F5344CB8AC3E}">
        <p14:creationId xmlns:p14="http://schemas.microsoft.com/office/powerpoint/2010/main" val="13925719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160255" y="114382"/>
            <a:ext cx="8803047" cy="630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dirty="0"/>
              <a:t>单击此处编辑母版标题样式</a:t>
            </a:r>
            <a:endParaRPr lang="zh-CN" altLang="zh-CN" dirty="0">
              <a:sym typeface="Calibri Light" panose="020F0302020204030204" pitchFamily="34" charset="0"/>
            </a:endParaRPr>
          </a:p>
        </p:txBody>
      </p:sp>
      <p:sp>
        <p:nvSpPr>
          <p:cNvPr id="1027" name="文本占位符 2"/>
          <p:cNvSpPr>
            <a:spLocks noGrp="1" noChangeArrowheads="1"/>
          </p:cNvSpPr>
          <p:nvPr>
            <p:ph type="body" idx="1"/>
          </p:nvPr>
        </p:nvSpPr>
        <p:spPr bwMode="auto">
          <a:xfrm>
            <a:off x="171141" y="1004210"/>
            <a:ext cx="8803047" cy="3784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5"/>
          <p:cNvSpPr>
            <a:spLocks noGrp="1" noChangeArrowheads="1"/>
          </p:cNvSpPr>
          <p:nvPr>
            <p:ph type="sldNum" sz="quarter" idx="4"/>
          </p:nvPr>
        </p:nvSpPr>
        <p:spPr>
          <a:xfrm>
            <a:off x="8371001" y="4868863"/>
            <a:ext cx="680923"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b="0" i="0">
                <a:ea typeface="SimHei" panose="02010609060101010101" pitchFamily="49" charset="-122"/>
              </a:defRPr>
            </a:lvl1pPr>
          </a:lstStyle>
          <a:p>
            <a:pPr>
              <a:defRPr/>
            </a:pPr>
            <a:fld id="{9B2D4FF2-4AC7-41C9-A20C-4C4B558FB8A5}" type="slidenum">
              <a:rPr lang="zh-CN" altLang="en-US" smtClean="0"/>
              <a:pPr>
                <a:defRPr/>
              </a:pPr>
              <a:t>‹#›</a:t>
            </a:fld>
            <a:endParaRPr lang="zh-CN" altLang="en-US" sz="1050" dirty="0"/>
          </a:p>
        </p:txBody>
      </p:sp>
      <p:grpSp>
        <p:nvGrpSpPr>
          <p:cNvPr id="5" name="组合 1">
            <a:extLst>
              <a:ext uri="{FF2B5EF4-FFF2-40B4-BE49-F238E27FC236}">
                <a16:creationId xmlns:a16="http://schemas.microsoft.com/office/drawing/2014/main" id="{30B00072-42F3-FD4A-A99B-37867B48972F}"/>
              </a:ext>
            </a:extLst>
          </p:cNvPr>
          <p:cNvGrpSpPr>
            <a:grpSpLocks/>
          </p:cNvGrpSpPr>
          <p:nvPr userDrawn="1"/>
        </p:nvGrpSpPr>
        <p:grpSpPr bwMode="auto">
          <a:xfrm>
            <a:off x="160255" y="812242"/>
            <a:ext cx="8803047" cy="82961"/>
            <a:chOff x="0" y="0"/>
            <a:chExt cx="10080625" cy="103239"/>
          </a:xfrm>
        </p:grpSpPr>
        <p:sp>
          <p:nvSpPr>
            <p:cNvPr id="6" name="矩形 2">
              <a:extLst>
                <a:ext uri="{FF2B5EF4-FFF2-40B4-BE49-F238E27FC236}">
                  <a16:creationId xmlns:a16="http://schemas.microsoft.com/office/drawing/2014/main" id="{18C1CE38-D10E-F143-B690-1915BC039E56}"/>
                </a:ext>
              </a:extLst>
            </p:cNvPr>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7" name="直接连接符 3">
              <a:extLst>
                <a:ext uri="{FF2B5EF4-FFF2-40B4-BE49-F238E27FC236}">
                  <a16:creationId xmlns:a16="http://schemas.microsoft.com/office/drawing/2014/main" id="{A720C9E6-D0EE-5B46-A492-E2C03067125A}"/>
                </a:ext>
              </a:extLst>
            </p:cNvPr>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Lst>
  <p:hf hdr="0" ftr="0" dt="0"/>
  <p:txStyles>
    <p:titleStyle>
      <a:lvl1pPr marL="685800" indent="-685800" algn="l" rtl="0" eaLnBrk="0" fontAlgn="base" hangingPunct="0">
        <a:lnSpc>
          <a:spcPct val="90000"/>
        </a:lnSpc>
        <a:spcBef>
          <a:spcPct val="0"/>
        </a:spcBef>
        <a:spcAft>
          <a:spcPct val="0"/>
        </a:spcAft>
        <a:defRPr sz="3200" b="0" baseline="0">
          <a:solidFill>
            <a:schemeClr val="tx1"/>
          </a:solidFill>
          <a:latin typeface="Times New Roman" panose="02020603050405020304" pitchFamily="18" charset="0"/>
          <a:ea typeface="微软雅黑" panose="020B0503020204020204" pitchFamily="34" charset="-122"/>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00000"/>
        </a:lnSpc>
        <a:spcBef>
          <a:spcPts val="750"/>
        </a:spcBef>
        <a:spcAft>
          <a:spcPct val="0"/>
        </a:spcAft>
        <a:buClr>
          <a:srgbClr val="3F762B"/>
        </a:buClr>
        <a:buFont typeface="Wingdings" pitchFamily="2" charset="2"/>
        <a:buChar char="l"/>
        <a:defRPr sz="2400" baseline="0">
          <a:solidFill>
            <a:schemeClr val="tx1"/>
          </a:solidFill>
          <a:latin typeface="Times New Roman" panose="02020603050405020304" pitchFamily="18" charset="0"/>
          <a:ea typeface="微软雅黑" panose="020B0503020204020204" pitchFamily="34" charset="-122"/>
          <a:cs typeface="+mn-cs"/>
          <a:sym typeface="Calibri" panose="020F0502020204030204" pitchFamily="34" charset="0"/>
        </a:defRPr>
      </a:lvl1pPr>
      <a:lvl2pPr marL="685800" indent="-342900" algn="l" rtl="0" eaLnBrk="0" fontAlgn="base" hangingPunct="0">
        <a:lnSpc>
          <a:spcPct val="100000"/>
        </a:lnSpc>
        <a:spcBef>
          <a:spcPts val="375"/>
        </a:spcBef>
        <a:spcAft>
          <a:spcPct val="0"/>
        </a:spcAft>
        <a:buClr>
          <a:srgbClr val="C00000"/>
        </a:buClr>
        <a:buFont typeface="Wingdings" pitchFamily="2" charset="2"/>
        <a:buChar char="Ø"/>
        <a:defRPr sz="2000" baseline="0">
          <a:solidFill>
            <a:srgbClr val="C00000"/>
          </a:solidFill>
          <a:latin typeface="Times New Roman" panose="02020603050405020304" pitchFamily="18" charset="0"/>
          <a:ea typeface="微软雅黑" panose="020B0503020204020204" pitchFamily="34" charset="-122"/>
          <a:sym typeface="Calibri" panose="020F0502020204030204" pitchFamily="34" charset="0"/>
        </a:defRPr>
      </a:lvl2pPr>
      <a:lvl3pPr marL="1028700" indent="-342900" algn="l" rtl="0" eaLnBrk="0" fontAlgn="base" hangingPunct="0">
        <a:lnSpc>
          <a:spcPct val="100000"/>
        </a:lnSpc>
        <a:spcBef>
          <a:spcPts val="375"/>
        </a:spcBef>
        <a:spcAft>
          <a:spcPct val="0"/>
        </a:spcAft>
        <a:buClr>
          <a:srgbClr val="0070C0"/>
        </a:buClr>
        <a:buFont typeface="Wingdings" pitchFamily="2" charset="2"/>
        <a:buChar char="n"/>
        <a:defRPr sz="1800" baseline="0">
          <a:solidFill>
            <a:srgbClr val="0070C0"/>
          </a:solidFill>
          <a:latin typeface="Times New Roman" panose="02020603050405020304" pitchFamily="18" charset="0"/>
          <a:ea typeface="微软雅黑" panose="020B0503020204020204" pitchFamily="34" charset="-122"/>
          <a:sym typeface="Calibri" panose="020F0502020204030204" pitchFamily="34" charset="0"/>
        </a:defRPr>
      </a:lvl3pPr>
      <a:lvl4pPr marL="1371600" indent="-342900" algn="l" rtl="0" eaLnBrk="0" fontAlgn="base" hangingPunct="0">
        <a:lnSpc>
          <a:spcPct val="100000"/>
        </a:lnSpc>
        <a:spcBef>
          <a:spcPts val="375"/>
        </a:spcBef>
        <a:spcAft>
          <a:spcPct val="0"/>
        </a:spcAft>
        <a:buClr>
          <a:srgbClr val="3F762B"/>
        </a:buClr>
        <a:buFont typeface="Wingdings" pitchFamily="2" charset="2"/>
        <a:buChar char="ü"/>
        <a:defRPr sz="1600" baseline="0">
          <a:solidFill>
            <a:schemeClr val="accent1"/>
          </a:solidFill>
          <a:latin typeface="Times New Roman" panose="02020603050405020304" pitchFamily="18" charset="0"/>
          <a:ea typeface="微软雅黑" panose="020B0503020204020204" pitchFamily="34" charset="-122"/>
          <a:sym typeface="Calibri" panose="020F0502020204030204" pitchFamily="34" charset="0"/>
        </a:defRPr>
      </a:lvl4pPr>
      <a:lvl5pPr marL="1714500" indent="-342900" algn="l" rtl="0" eaLnBrk="0" fontAlgn="base" hangingPunct="0">
        <a:lnSpc>
          <a:spcPct val="100000"/>
        </a:lnSpc>
        <a:spcBef>
          <a:spcPts val="375"/>
        </a:spcBef>
        <a:spcAft>
          <a:spcPct val="0"/>
        </a:spcAft>
        <a:buClr>
          <a:srgbClr val="3F762B"/>
        </a:buClr>
        <a:buFont typeface="Wingdings" pitchFamily="2" charset="2"/>
        <a:buChar char="u"/>
        <a:defRPr sz="1400" baseline="0">
          <a:solidFill>
            <a:schemeClr val="tx1"/>
          </a:solidFill>
          <a:latin typeface="Times New Roman" panose="02020603050405020304" pitchFamily="18" charset="0"/>
          <a:ea typeface="微软雅黑" panose="020B0503020204020204" pitchFamily="34" charset="-122"/>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emf"/><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6.emf"/><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8.emf"/><Relationship Id="rId5" Type="http://schemas.openxmlformats.org/officeDocument/2006/relationships/oleObject" Target="../embeddings/oleObject4.bin"/><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image" Target="../media/image1.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4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4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notesSlide" Target="../notesSlides/notesSlide60.xml"/><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image" Target="../media/image11.emf"/><Relationship Id="rId4" Type="http://schemas.openxmlformats.org/officeDocument/2006/relationships/image" Target="../media/image10.e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oleObject" Target="../embeddings/oleObject8.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emf"/><Relationship Id="rId4" Type="http://schemas.openxmlformats.org/officeDocument/2006/relationships/oleObject" Target="../embeddings/oleObject9.bin"/></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1.bin"/><Relationship Id="rId5" Type="http://schemas.openxmlformats.org/officeDocument/2006/relationships/image" Target="../media/image4.emf"/><Relationship Id="rId4" Type="http://schemas.openxmlformats.org/officeDocument/2006/relationships/oleObject" Target="../embeddings/oleObject10.bin"/></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4.emf"/><Relationship Id="rId4" Type="http://schemas.openxmlformats.org/officeDocument/2006/relationships/oleObject" Target="../embeddings/oleObject12.bin"/></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51EBAB74-9C50-9E42-A36E-8954B8A08995}"/>
              </a:ext>
            </a:extLst>
          </p:cNvPr>
          <p:cNvSpPr>
            <a:spLocks noGrp="1" noChangeArrowheads="1"/>
          </p:cNvSpPr>
          <p:nvPr>
            <p:ph type="ctrTitle"/>
          </p:nvPr>
        </p:nvSpPr>
        <p:spPr/>
        <p:txBody>
          <a:bodyPr/>
          <a:lstStyle/>
          <a:p>
            <a:pPr algn="ctr" eaLnBrk="1" hangingPunct="1"/>
            <a:r>
              <a:rPr lang="zh-CN" altLang="en-US" sz="4000" dirty="0">
                <a:ea typeface="+mn-ea"/>
                <a:cs typeface="Times New Roman" panose="02020603050405020304" pitchFamily="18" charset="0"/>
              </a:rPr>
              <a:t>计算机网络（第 </a:t>
            </a:r>
            <a:r>
              <a:rPr lang="en-US" altLang="zh-CN" sz="4000" dirty="0">
                <a:ea typeface="+mn-ea"/>
                <a:cs typeface="Times New Roman" panose="02020603050405020304" pitchFamily="18" charset="0"/>
              </a:rPr>
              <a:t>6/7/8 </a:t>
            </a:r>
            <a:r>
              <a:rPr lang="zh-CN" altLang="en-US" sz="4000" dirty="0">
                <a:ea typeface="+mn-ea"/>
                <a:cs typeface="Times New Roman" panose="02020603050405020304" pitchFamily="18" charset="0"/>
              </a:rPr>
              <a:t>版）</a:t>
            </a:r>
          </a:p>
        </p:txBody>
      </p:sp>
      <p:sp>
        <p:nvSpPr>
          <p:cNvPr id="15362" name="Rectangle 10">
            <a:extLst>
              <a:ext uri="{FF2B5EF4-FFF2-40B4-BE49-F238E27FC236}">
                <a16:creationId xmlns:a16="http://schemas.microsoft.com/office/drawing/2014/main" id="{C4E0D948-E0BD-D344-B936-2B580E9BF26B}"/>
              </a:ext>
            </a:extLst>
          </p:cNvPr>
          <p:cNvSpPr>
            <a:spLocks noGrp="1" noChangeArrowheads="1"/>
          </p:cNvSpPr>
          <p:nvPr>
            <p:ph type="subTitle" idx="1"/>
          </p:nvPr>
        </p:nvSpPr>
        <p:spPr>
          <a:xfrm>
            <a:off x="2569029" y="2876890"/>
            <a:ext cx="3537858" cy="691243"/>
          </a:xfrm>
        </p:spPr>
        <p:txBody>
          <a:bodyPr/>
          <a:lstStyle/>
          <a:p>
            <a:pPr eaLnBrk="1" hangingPunct="1">
              <a:buFont typeface="Wingdings" pitchFamily="2" charset="2"/>
              <a:buNone/>
            </a:pPr>
            <a:r>
              <a:rPr lang="zh-CN" altLang="en-US" sz="3200" dirty="0">
                <a:ea typeface="+mn-ea"/>
                <a:cs typeface="Times New Roman" panose="02020603050405020304" pitchFamily="18" charset="0"/>
              </a:rPr>
              <a:t>第</a:t>
            </a:r>
            <a:r>
              <a:rPr lang="en-US" altLang="zh-CN" sz="3200" dirty="0">
                <a:ea typeface="+mn-ea"/>
                <a:cs typeface="Times New Roman" panose="02020603050405020304" pitchFamily="18" charset="0"/>
              </a:rPr>
              <a:t>1</a:t>
            </a:r>
            <a:r>
              <a:rPr lang="zh-CN" altLang="en-US" sz="3200" dirty="0">
                <a:ea typeface="+mn-ea"/>
                <a:cs typeface="Times New Roman" panose="02020603050405020304" pitchFamily="18" charset="0"/>
              </a:rPr>
              <a:t>章  概述</a:t>
            </a:r>
            <a:endParaRPr lang="en-US" altLang="zh-CN" sz="3200" dirty="0">
              <a:ea typeface="+mn-ea"/>
              <a:cs typeface="Times New Roman" panose="02020603050405020304" pitchFamily="18" charset="0"/>
            </a:endParaRPr>
          </a:p>
        </p:txBody>
      </p:sp>
    </p:spTree>
    <p:extLst>
      <p:ext uri="{BB962C8B-B14F-4D97-AF65-F5344CB8AC3E}">
        <p14:creationId xmlns:p14="http://schemas.microsoft.com/office/powerpoint/2010/main" val="1299108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80C1EC47-FBF3-A544-BAFD-226671CD39E8}"/>
              </a:ext>
            </a:extLst>
          </p:cNvPr>
          <p:cNvSpPr>
            <a:spLocks noGrp="1" noChangeArrowheads="1"/>
          </p:cNvSpPr>
          <p:nvPr>
            <p:ph type="title"/>
          </p:nvPr>
        </p:nvSpPr>
        <p:spPr>
          <a:xfrm>
            <a:off x="185057" y="141685"/>
            <a:ext cx="6927737" cy="756047"/>
          </a:xfrm>
        </p:spPr>
        <p:txBody>
          <a:bodyPr/>
          <a:lstStyle/>
          <a:p>
            <a:pPr eaLnBrk="1" hangingPunct="1"/>
            <a:r>
              <a:rPr lang="zh-CN" altLang="en-US" sz="3000">
                <a:ea typeface="宋体" panose="02010600030101010101" pitchFamily="2" charset="-122"/>
              </a:rPr>
              <a:t>第</a:t>
            </a:r>
            <a:r>
              <a:rPr lang="zh-CN" altLang="en-US" sz="2100">
                <a:ea typeface="宋体" panose="02010600030101010101" pitchFamily="2" charset="-122"/>
              </a:rPr>
              <a:t> </a:t>
            </a:r>
            <a:r>
              <a:rPr lang="en-US" altLang="zh-CN" sz="3000">
                <a:ea typeface="宋体" panose="02010600030101010101" pitchFamily="2" charset="-122"/>
              </a:rPr>
              <a:t>1</a:t>
            </a:r>
            <a:r>
              <a:rPr lang="en-US" altLang="zh-CN" sz="2100">
                <a:ea typeface="宋体" panose="02010600030101010101" pitchFamily="2" charset="-122"/>
              </a:rPr>
              <a:t> </a:t>
            </a:r>
            <a:r>
              <a:rPr lang="zh-CN" altLang="en-US" sz="3000">
                <a:ea typeface="宋体" panose="02010600030101010101" pitchFamily="2" charset="-122"/>
              </a:rPr>
              <a:t>章   概述</a:t>
            </a:r>
          </a:p>
        </p:txBody>
      </p:sp>
      <p:sp>
        <p:nvSpPr>
          <p:cNvPr id="17410" name="Rectangle 3">
            <a:extLst>
              <a:ext uri="{FF2B5EF4-FFF2-40B4-BE49-F238E27FC236}">
                <a16:creationId xmlns:a16="http://schemas.microsoft.com/office/drawing/2014/main" id="{4E7913BA-7F25-0C4E-B7EC-1D41382CEB6A}"/>
              </a:ext>
            </a:extLst>
          </p:cNvPr>
          <p:cNvSpPr>
            <a:spLocks noGrp="1" noChangeArrowheads="1"/>
          </p:cNvSpPr>
          <p:nvPr>
            <p:ph type="body" idx="1"/>
          </p:nvPr>
        </p:nvSpPr>
        <p:spPr>
          <a:xfrm>
            <a:off x="185057" y="991167"/>
            <a:ext cx="8752114" cy="3806599"/>
          </a:xfrm>
        </p:spPr>
        <p:txBody>
          <a:bodyPr/>
          <a:lstStyle/>
          <a:p>
            <a:pPr marL="444500" indent="-444500" eaLnBrk="1" hangingPunct="1">
              <a:spcBef>
                <a:spcPts val="0"/>
              </a:spcBef>
              <a:buFont typeface="Wingdings" pitchFamily="2" charset="2"/>
              <a:buNone/>
            </a:pPr>
            <a:r>
              <a:rPr lang="en-US" altLang="zh-CN" dirty="0">
                <a:ea typeface="宋体" panose="02010600030101010101" pitchFamily="2" charset="-122"/>
              </a:rPr>
              <a:t>1.1  </a:t>
            </a:r>
            <a:r>
              <a:rPr lang="zh-CN" altLang="en-US" dirty="0">
                <a:ea typeface="宋体" panose="02010600030101010101" pitchFamily="2" charset="-122"/>
              </a:rPr>
              <a:t>计算机网络在信息时代中的作用</a:t>
            </a:r>
          </a:p>
          <a:p>
            <a:pPr marL="444500" indent="-444500" eaLnBrk="1" hangingPunct="1">
              <a:spcBef>
                <a:spcPts val="0"/>
              </a:spcBef>
              <a:buFont typeface="Wingdings" pitchFamily="2" charset="2"/>
              <a:buNone/>
            </a:pPr>
            <a:r>
              <a:rPr lang="en-US" altLang="zh-CN" dirty="0">
                <a:ea typeface="宋体" panose="02010600030101010101" pitchFamily="2" charset="-122"/>
              </a:rPr>
              <a:t>1.2  </a:t>
            </a:r>
            <a:r>
              <a:rPr lang="zh-CN" altLang="en-US" dirty="0">
                <a:ea typeface="宋体" panose="02010600030101010101" pitchFamily="2" charset="-122"/>
              </a:rPr>
              <a:t>因特网概述</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1.2.1  </a:t>
            </a:r>
            <a:r>
              <a:rPr lang="zh-CN" altLang="en-US" dirty="0">
                <a:ea typeface="宋体" panose="02010600030101010101" pitchFamily="2" charset="-122"/>
              </a:rPr>
              <a:t>网络的网络</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1.2.2  </a:t>
            </a:r>
            <a:r>
              <a:rPr lang="zh-CN" altLang="en-US" dirty="0">
                <a:ea typeface="宋体" panose="02010600030101010101" pitchFamily="2" charset="-122"/>
              </a:rPr>
              <a:t>因特网发展的三个阶段</a:t>
            </a:r>
          </a:p>
          <a:p>
            <a:pPr marL="444500" indent="-444500" eaLnBrk="1" hangingPunct="1">
              <a:spcBef>
                <a:spcPts val="0"/>
              </a:spcBef>
              <a:buFont typeface="Wingdings" pitchFamily="2" charset="2"/>
              <a:buNone/>
            </a:pPr>
            <a:r>
              <a:rPr lang="en-US" altLang="zh-CN" dirty="0">
                <a:ea typeface="宋体" panose="02010600030101010101" pitchFamily="2" charset="-122"/>
              </a:rPr>
              <a:t>1.3  </a:t>
            </a:r>
            <a:r>
              <a:rPr lang="zh-CN" altLang="en-US" dirty="0">
                <a:ea typeface="宋体" panose="02010600030101010101" pitchFamily="2" charset="-122"/>
              </a:rPr>
              <a:t>因特网的组成</a:t>
            </a:r>
          </a:p>
          <a:p>
            <a:pPr marL="541338" indent="-541338"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1.3.1  </a:t>
            </a:r>
            <a:r>
              <a:rPr lang="zh-CN" altLang="en-US" dirty="0">
                <a:ea typeface="宋体" panose="02010600030101010101" pitchFamily="2" charset="-122"/>
              </a:rPr>
              <a:t>因特网的边缘部分</a:t>
            </a:r>
          </a:p>
          <a:p>
            <a:pPr marL="541338" indent="-541338"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1.3.2  </a:t>
            </a:r>
            <a:r>
              <a:rPr lang="zh-CN" altLang="en-US" dirty="0">
                <a:ea typeface="宋体" panose="02010600030101010101" pitchFamily="2" charset="-122"/>
              </a:rPr>
              <a:t>因特网的核心部分</a:t>
            </a:r>
            <a:endParaRPr lang="en-US" altLang="zh-CN" dirty="0">
              <a:ea typeface="宋体" panose="02010600030101010101" pitchFamily="2" charset="-122"/>
            </a:endParaRPr>
          </a:p>
          <a:p>
            <a:pPr marL="444500" indent="-444500" eaLnBrk="1" hangingPunct="1">
              <a:spcBef>
                <a:spcPts val="0"/>
              </a:spcBef>
              <a:buFont typeface="Wingdings" pitchFamily="2" charset="2"/>
              <a:buNone/>
            </a:pPr>
            <a:r>
              <a:rPr lang="en-US" altLang="zh-CN" dirty="0">
                <a:ea typeface="宋体" panose="02010600030101010101" pitchFamily="2" charset="-122"/>
              </a:rPr>
              <a:t>1.4  </a:t>
            </a:r>
            <a:r>
              <a:rPr lang="zh-CN" altLang="en-US" dirty="0">
                <a:ea typeface="宋体" panose="02010600030101010101" pitchFamily="2" charset="-122"/>
              </a:rPr>
              <a:t>计算机网络在我国的发展</a:t>
            </a:r>
          </a:p>
          <a:p>
            <a:pPr marL="444500" indent="-444500" eaLnBrk="1" hangingPunct="1">
              <a:spcBef>
                <a:spcPts val="0"/>
              </a:spcBef>
              <a:buFont typeface="Wingdings" pitchFamily="2" charset="2"/>
              <a:buNone/>
            </a:pPr>
            <a:r>
              <a:rPr lang="en-US" altLang="zh-CN" dirty="0">
                <a:ea typeface="宋体" panose="02010600030101010101" pitchFamily="2" charset="-122"/>
              </a:rPr>
              <a:t>1.5  </a:t>
            </a:r>
            <a:r>
              <a:rPr lang="zh-CN" altLang="en-US" dirty="0">
                <a:ea typeface="宋体" panose="02010600030101010101" pitchFamily="2" charset="-122"/>
              </a:rPr>
              <a:t>计算机网络的类别</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1.5.1  </a:t>
            </a:r>
            <a:r>
              <a:rPr lang="zh-CN" altLang="en-US" dirty="0">
                <a:ea typeface="宋体" panose="02010600030101010101" pitchFamily="2" charset="-122"/>
              </a:rPr>
              <a:t>计算机网络的定义</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1.5.2  </a:t>
            </a:r>
            <a:r>
              <a:rPr lang="zh-CN" altLang="en-US" dirty="0">
                <a:ea typeface="宋体" panose="02010600030101010101" pitchFamily="2" charset="-122"/>
              </a:rPr>
              <a:t>几种不同类别的网络</a:t>
            </a:r>
          </a:p>
          <a:p>
            <a:pPr eaLnBrk="1" hangingPunct="1">
              <a:buFont typeface="Wingdings" pitchFamily="2" charset="2"/>
              <a:buNone/>
            </a:pPr>
            <a:endParaRPr lang="zh-CN" altLang="en-US" sz="1800" dirty="0">
              <a:ea typeface="宋体" panose="02010600030101010101" pitchFamily="2" charset="-122"/>
            </a:endParaRPr>
          </a:p>
        </p:txBody>
      </p:sp>
      <p:sp>
        <p:nvSpPr>
          <p:cNvPr id="17411" name="幻灯片编号占位符 1">
            <a:extLst>
              <a:ext uri="{FF2B5EF4-FFF2-40B4-BE49-F238E27FC236}">
                <a16:creationId xmlns:a16="http://schemas.microsoft.com/office/drawing/2014/main" id="{05167625-560B-E24A-A33B-DFD02D374FB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5B3A5DD-2EF1-9647-88A1-C7118FB56BF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41855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F9CD1B6D-410A-4747-8EE3-EA61410A62E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第</a:t>
            </a:r>
            <a:r>
              <a:rPr lang="zh-CN" altLang="en-US" sz="24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en-US" altLang="zh-CN" sz="24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章   概述（续）</a:t>
            </a:r>
          </a:p>
        </p:txBody>
      </p:sp>
      <p:sp>
        <p:nvSpPr>
          <p:cNvPr id="19458" name="Rectangle 3">
            <a:extLst>
              <a:ext uri="{FF2B5EF4-FFF2-40B4-BE49-F238E27FC236}">
                <a16:creationId xmlns:a16="http://schemas.microsoft.com/office/drawing/2014/main" id="{1EF65C07-F7D2-0B40-9FA6-8C553807C9C4}"/>
              </a:ext>
            </a:extLst>
          </p:cNvPr>
          <p:cNvSpPr>
            <a:spLocks noGrp="1" noChangeArrowheads="1"/>
          </p:cNvSpPr>
          <p:nvPr>
            <p:ph type="body" idx="1"/>
          </p:nvPr>
        </p:nvSpPr>
        <p:spPr>
          <a:xfrm>
            <a:off x="236432" y="973194"/>
            <a:ext cx="8869467" cy="4032987"/>
          </a:xfrm>
        </p:spPr>
        <p:txBody>
          <a:bodyPr/>
          <a:lstStyle/>
          <a:p>
            <a:pPr eaLnBrk="1" hangingPunct="1">
              <a:spcBef>
                <a:spcPts val="0"/>
              </a:spcBef>
              <a:buFont typeface="Wingdings" pitchFamily="2" charset="2"/>
              <a:buNone/>
            </a:pPr>
            <a:r>
              <a:rPr lang="en-US" altLang="zh-CN" dirty="0">
                <a:solidFill>
                  <a:srgbClr val="C00000"/>
                </a:solidFill>
                <a:ea typeface="宋体" panose="02010600030101010101" pitchFamily="2" charset="-122"/>
              </a:rPr>
              <a:t>1.6  </a:t>
            </a:r>
            <a:r>
              <a:rPr lang="zh-CN" altLang="en-US" dirty="0">
                <a:solidFill>
                  <a:srgbClr val="C00000"/>
                </a:solidFill>
                <a:ea typeface="宋体" panose="02010600030101010101" pitchFamily="2" charset="-122"/>
              </a:rPr>
              <a:t>计算机网络的性能</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1.6.1  </a:t>
            </a:r>
            <a:r>
              <a:rPr lang="zh-CN" altLang="en-US" dirty="0">
                <a:solidFill>
                  <a:srgbClr val="C00000"/>
                </a:solidFill>
                <a:ea typeface="宋体" panose="02010600030101010101" pitchFamily="2" charset="-122"/>
              </a:rPr>
              <a:t>计算机网络的性能指标</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1.6.2  </a:t>
            </a:r>
            <a:r>
              <a:rPr lang="zh-CN" altLang="en-US" dirty="0">
                <a:solidFill>
                  <a:srgbClr val="C00000"/>
                </a:solidFill>
                <a:ea typeface="宋体" panose="02010600030101010101" pitchFamily="2" charset="-122"/>
              </a:rPr>
              <a:t>计算机网络的非性能特征</a:t>
            </a:r>
            <a:endParaRPr lang="en-US" altLang="zh-CN" dirty="0">
              <a:solidFill>
                <a:srgbClr val="C00000"/>
              </a:solidFill>
              <a:ea typeface="宋体" panose="02010600030101010101" pitchFamily="2" charset="-122"/>
            </a:endParaRPr>
          </a:p>
          <a:p>
            <a:pPr eaLnBrk="1" hangingPunct="1">
              <a:spcBef>
                <a:spcPts val="0"/>
              </a:spcBef>
              <a:buFont typeface="Wingdings" pitchFamily="2" charset="2"/>
              <a:buNone/>
            </a:pPr>
            <a:r>
              <a:rPr lang="en-US" altLang="zh-CN" dirty="0">
                <a:solidFill>
                  <a:srgbClr val="C00000"/>
                </a:solidFill>
                <a:ea typeface="宋体" panose="02010600030101010101" pitchFamily="2" charset="-122"/>
              </a:rPr>
              <a:t>1.7  </a:t>
            </a:r>
            <a:r>
              <a:rPr lang="zh-CN" altLang="en-US" dirty="0">
                <a:solidFill>
                  <a:srgbClr val="C00000"/>
                </a:solidFill>
                <a:ea typeface="宋体" panose="02010600030101010101" pitchFamily="2" charset="-122"/>
              </a:rPr>
              <a:t>计算机网络的体系结构</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1.7.1  </a:t>
            </a:r>
            <a:r>
              <a:rPr lang="zh-CN" altLang="en-US" dirty="0">
                <a:solidFill>
                  <a:srgbClr val="C00000"/>
                </a:solidFill>
                <a:ea typeface="宋体" panose="02010600030101010101" pitchFamily="2" charset="-122"/>
              </a:rPr>
              <a:t>计算机网络体系结构的形成</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1.7.2  </a:t>
            </a:r>
            <a:r>
              <a:rPr lang="zh-CN" altLang="en-US" dirty="0">
                <a:solidFill>
                  <a:srgbClr val="C00000"/>
                </a:solidFill>
                <a:ea typeface="宋体" panose="02010600030101010101" pitchFamily="2" charset="-122"/>
              </a:rPr>
              <a:t>协议与划分层次</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1.7.3  </a:t>
            </a:r>
            <a:r>
              <a:rPr lang="zh-CN" altLang="en-US" dirty="0">
                <a:solidFill>
                  <a:srgbClr val="C00000"/>
                </a:solidFill>
                <a:ea typeface="宋体" panose="02010600030101010101" pitchFamily="2" charset="-122"/>
              </a:rPr>
              <a:t>具有五层协议的体系结构</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1.7.4  </a:t>
            </a:r>
            <a:r>
              <a:rPr lang="zh-CN" altLang="en-US" dirty="0">
                <a:solidFill>
                  <a:srgbClr val="C00000"/>
                </a:solidFill>
                <a:ea typeface="宋体" panose="02010600030101010101" pitchFamily="2" charset="-122"/>
              </a:rPr>
              <a:t>实体、协议、服务和服务访问点</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zh-CN" altLang="en-US">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1.7.5  TCP/IP </a:t>
            </a:r>
            <a:r>
              <a:rPr lang="zh-CN" altLang="en-US" dirty="0">
                <a:solidFill>
                  <a:srgbClr val="C00000"/>
                </a:solidFill>
                <a:ea typeface="宋体" panose="02010600030101010101" pitchFamily="2" charset="-122"/>
              </a:rPr>
              <a:t>的体系结构</a:t>
            </a:r>
          </a:p>
        </p:txBody>
      </p:sp>
      <p:sp>
        <p:nvSpPr>
          <p:cNvPr id="19459" name="幻灯片编号占位符 1">
            <a:extLst>
              <a:ext uri="{FF2B5EF4-FFF2-40B4-BE49-F238E27FC236}">
                <a16:creationId xmlns:a16="http://schemas.microsoft.com/office/drawing/2014/main" id="{1DF2E1E7-779D-114A-A59E-CF496C424C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56C1B57-8EB5-7442-9097-4C33435E3AB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19204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49A605BF-FCC0-E240-A545-927B5EB1DC28}"/>
              </a:ext>
            </a:extLst>
          </p:cNvPr>
          <p:cNvSpPr>
            <a:spLocks noGrp="1" noChangeArrowheads="1"/>
          </p:cNvSpPr>
          <p:nvPr>
            <p:ph type="title"/>
          </p:nvPr>
        </p:nvSpPr>
        <p:spPr>
          <a:xfrm>
            <a:off x="189820" y="250031"/>
            <a:ext cx="6696075" cy="576263"/>
          </a:xfrm>
        </p:spPr>
        <p:txBody>
          <a:bodyPr/>
          <a:lstStyle/>
          <a:p>
            <a:pPr eaLnBrk="1" hangingPunct="1"/>
            <a:r>
              <a:rPr lang="en-US" altLang="zh-CN" dirty="0">
                <a:ea typeface="宋体" panose="02010600030101010101" pitchFamily="2" charset="-122"/>
              </a:rPr>
              <a:t>1.1  </a:t>
            </a:r>
            <a:r>
              <a:rPr lang="zh-CN" altLang="en-US" dirty="0">
                <a:ea typeface="宋体" panose="02010600030101010101" pitchFamily="2" charset="-122"/>
              </a:rPr>
              <a:t>计算机网络在信息时代的作用</a:t>
            </a:r>
          </a:p>
        </p:txBody>
      </p:sp>
      <p:sp>
        <p:nvSpPr>
          <p:cNvPr id="26627" name="Rectangle 3">
            <a:extLst>
              <a:ext uri="{FF2B5EF4-FFF2-40B4-BE49-F238E27FC236}">
                <a16:creationId xmlns:a16="http://schemas.microsoft.com/office/drawing/2014/main" id="{0902D352-5191-9D46-8994-F2699F421E5C}"/>
              </a:ext>
            </a:extLst>
          </p:cNvPr>
          <p:cNvSpPr>
            <a:spLocks noGrp="1" noChangeArrowheads="1"/>
          </p:cNvSpPr>
          <p:nvPr>
            <p:ph type="body" idx="1"/>
          </p:nvPr>
        </p:nvSpPr>
        <p:spPr>
          <a:xfrm>
            <a:off x="189821" y="968830"/>
            <a:ext cx="8682036" cy="3924640"/>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世纪的一些重要特征就是数字化、网络化和信息化，它是一个以网络为核心的信息时代。</a:t>
            </a:r>
          </a:p>
          <a:p>
            <a:pPr eaLnBrk="1" hangingPunct="1">
              <a:lnSpc>
                <a:spcPct val="90000"/>
              </a:lnSpc>
            </a:pPr>
            <a:r>
              <a:rPr lang="zh-CN" altLang="en-US" dirty="0">
                <a:latin typeface="Times New Roman" panose="02020603050405020304" pitchFamily="18" charset="0"/>
                <a:ea typeface="宋体" panose="02010600030101010101" pitchFamily="2" charset="-122"/>
              </a:rPr>
              <a:t>网络现已成为信息社会的命脉和发展知识经济的重要基础。</a:t>
            </a:r>
          </a:p>
          <a:p>
            <a:pPr eaLnBrk="1" hangingPunct="1">
              <a:lnSpc>
                <a:spcPct val="90000"/>
              </a:lnSpc>
            </a:pPr>
            <a:r>
              <a:rPr lang="zh-CN" altLang="en-US" dirty="0">
                <a:latin typeface="Times New Roman" panose="02020603050405020304" pitchFamily="18" charset="0"/>
                <a:ea typeface="宋体" panose="02010600030101010101" pitchFamily="2" charset="-122"/>
              </a:rPr>
              <a:t>网络是指“三网”，即电信网络、有线电视网络和计算机网络。</a:t>
            </a:r>
          </a:p>
          <a:p>
            <a:pPr eaLnBrk="1" hangingPunct="1">
              <a:lnSpc>
                <a:spcPct val="90000"/>
              </a:lnSpc>
            </a:pPr>
            <a:r>
              <a:rPr lang="zh-CN" altLang="en-US" dirty="0">
                <a:latin typeface="Times New Roman" panose="02020603050405020304" pitchFamily="18" charset="0"/>
                <a:ea typeface="宋体" panose="02010600030101010101" pitchFamily="2" charset="-122"/>
              </a:rPr>
              <a:t>发展最快的并起到核心作用的是计算机网络。    </a:t>
            </a:r>
          </a:p>
        </p:txBody>
      </p:sp>
      <p:sp>
        <p:nvSpPr>
          <p:cNvPr id="21507" name="幻灯片编号占位符 1">
            <a:extLst>
              <a:ext uri="{FF2B5EF4-FFF2-40B4-BE49-F238E27FC236}">
                <a16:creationId xmlns:a16="http://schemas.microsoft.com/office/drawing/2014/main" id="{CFB66C20-4C12-214D-AD4E-A2B75A78C46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110AC0-E96C-254B-8294-63F663BA43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068704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B8082F92-898D-B047-BAC2-FB7C6504547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因特网</a:t>
            </a:r>
            <a:r>
              <a:rPr lang="en-US" altLang="zh-CN"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的发展</a:t>
            </a:r>
          </a:p>
        </p:txBody>
      </p:sp>
      <p:sp>
        <p:nvSpPr>
          <p:cNvPr id="27651" name="Rectangle 3">
            <a:extLst>
              <a:ext uri="{FF2B5EF4-FFF2-40B4-BE49-F238E27FC236}">
                <a16:creationId xmlns:a16="http://schemas.microsoft.com/office/drawing/2014/main" id="{36B5C6D6-7BB0-664F-A7CD-46606ACCE287}"/>
              </a:ext>
            </a:extLst>
          </p:cNvPr>
          <p:cNvSpPr>
            <a:spLocks noGrp="1" noChangeArrowheads="1"/>
          </p:cNvSpPr>
          <p:nvPr>
            <p:ph type="body" idx="1"/>
          </p:nvPr>
        </p:nvSpPr>
        <p:spPr>
          <a:xfrm>
            <a:off x="250371" y="1066800"/>
            <a:ext cx="8688144" cy="3557588"/>
          </a:xfrm>
        </p:spPr>
        <p:txBody>
          <a:bodyPr/>
          <a:lstStyle/>
          <a:p>
            <a:pPr eaLnBrk="1" hangingPunct="1"/>
            <a:r>
              <a:rPr lang="zh-CN" altLang="en-US" dirty="0">
                <a:latin typeface="Times New Roman" panose="02020603050405020304" pitchFamily="18" charset="0"/>
                <a:ea typeface="宋体" panose="02010600030101010101" pitchFamily="2" charset="-122"/>
              </a:rPr>
              <a:t>进入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世纪 </a:t>
            </a:r>
            <a:r>
              <a:rPr lang="en-US" altLang="zh-CN" dirty="0">
                <a:latin typeface="Times New Roman" panose="02020603050405020304" pitchFamily="18" charset="0"/>
                <a:ea typeface="宋体" panose="02010600030101010101" pitchFamily="2" charset="-122"/>
              </a:rPr>
              <a:t>90 </a:t>
            </a:r>
            <a:r>
              <a:rPr lang="zh-CN" altLang="en-US" dirty="0">
                <a:latin typeface="Times New Roman" panose="02020603050405020304" pitchFamily="18" charset="0"/>
                <a:ea typeface="宋体" panose="02010600030101010101" pitchFamily="2" charset="-122"/>
              </a:rPr>
              <a:t>年代以后，以因特网为代表的计算机网络得到了飞速的发展。</a:t>
            </a:r>
          </a:p>
          <a:p>
            <a:pPr eaLnBrk="1" hangingPunct="1"/>
            <a:r>
              <a:rPr lang="zh-CN" altLang="en-US" dirty="0">
                <a:latin typeface="Times New Roman" panose="02020603050405020304" pitchFamily="18" charset="0"/>
                <a:ea typeface="宋体" panose="02010600030101010101" pitchFamily="2" charset="-122"/>
              </a:rPr>
              <a:t>已从最初的教育科研网络逐步发展成为商业网络。</a:t>
            </a:r>
          </a:p>
          <a:p>
            <a:pPr eaLnBrk="1" hangingPunct="1"/>
            <a:r>
              <a:rPr lang="zh-CN" altLang="en-US" dirty="0">
                <a:latin typeface="Times New Roman" panose="02020603050405020304" pitchFamily="18" charset="0"/>
                <a:ea typeface="宋体" panose="02010600030101010101" pitchFamily="2" charset="-122"/>
              </a:rPr>
              <a:t>已成为仅次于全球电话网的世界第二大网络。 </a:t>
            </a:r>
          </a:p>
        </p:txBody>
      </p:sp>
      <p:sp>
        <p:nvSpPr>
          <p:cNvPr id="23555" name="幻灯片编号占位符 1">
            <a:extLst>
              <a:ext uri="{FF2B5EF4-FFF2-40B4-BE49-F238E27FC236}">
                <a16:creationId xmlns:a16="http://schemas.microsoft.com/office/drawing/2014/main" id="{E9CDA22C-75B3-3D4B-9B44-0A586597035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B12340D-06E0-6E45-A16E-3668F95166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961567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21C87963-34C5-2E4A-B522-59ED2F14EDF6}"/>
              </a:ext>
            </a:extLst>
          </p:cNvPr>
          <p:cNvSpPr>
            <a:spLocks noGrp="1" noChangeArrowheads="1"/>
          </p:cNvSpPr>
          <p:nvPr>
            <p:ph type="title"/>
          </p:nvPr>
        </p:nvSpPr>
        <p:spPr>
          <a:xfrm>
            <a:off x="163285" y="160736"/>
            <a:ext cx="8773885" cy="644808"/>
          </a:xfrm>
        </p:spPr>
        <p:txBody>
          <a:bodyPr/>
          <a:lstStyle/>
          <a:p>
            <a:pPr eaLnBrk="1" hangingPunct="1"/>
            <a:r>
              <a:rPr lang="zh-CN" altLang="en-US" dirty="0">
                <a:latin typeface="Times New Roman" panose="02020603050405020304" pitchFamily="18" charset="0"/>
                <a:ea typeface="宋体" panose="02010600030101010101" pitchFamily="2" charset="-122"/>
              </a:rPr>
              <a:t>因特网的意义</a:t>
            </a:r>
          </a:p>
        </p:txBody>
      </p:sp>
      <p:sp>
        <p:nvSpPr>
          <p:cNvPr id="28675" name="Rectangle 3">
            <a:extLst>
              <a:ext uri="{FF2B5EF4-FFF2-40B4-BE49-F238E27FC236}">
                <a16:creationId xmlns:a16="http://schemas.microsoft.com/office/drawing/2014/main" id="{B96953B9-C5C8-9E4A-907E-C60DD413D8FC}"/>
              </a:ext>
            </a:extLst>
          </p:cNvPr>
          <p:cNvSpPr>
            <a:spLocks noGrp="1" noChangeArrowheads="1"/>
          </p:cNvSpPr>
          <p:nvPr>
            <p:ph type="body" idx="1"/>
          </p:nvPr>
        </p:nvSpPr>
        <p:spPr>
          <a:xfrm>
            <a:off x="185057" y="1059147"/>
            <a:ext cx="8773885" cy="3401615"/>
          </a:xfrm>
        </p:spPr>
        <p:txBody>
          <a:bodyPr/>
          <a:lstStyle/>
          <a:p>
            <a:pPr eaLnBrk="1" hangingPunct="1"/>
            <a:r>
              <a:rPr lang="zh-CN" altLang="en-US" dirty="0">
                <a:latin typeface="Times New Roman" panose="02020603050405020304" pitchFamily="18" charset="0"/>
                <a:ea typeface="宋体" panose="02010600030101010101" pitchFamily="2" charset="-122"/>
              </a:rPr>
              <a:t>因特网是自印刷术以来人类通信方面最大的变革。</a:t>
            </a:r>
          </a:p>
          <a:p>
            <a:pPr eaLnBrk="1" hangingPunct="1"/>
            <a:r>
              <a:rPr lang="zh-CN" altLang="en-US" dirty="0">
                <a:latin typeface="Times New Roman" panose="02020603050405020304" pitchFamily="18" charset="0"/>
                <a:ea typeface="宋体" panose="02010600030101010101" pitchFamily="2" charset="-122"/>
              </a:rPr>
              <a:t>现在人们的生活、工作、学习和交往都已离不开因特网。 </a:t>
            </a:r>
          </a:p>
        </p:txBody>
      </p:sp>
      <p:sp>
        <p:nvSpPr>
          <p:cNvPr id="25603" name="幻灯片编号占位符 1">
            <a:extLst>
              <a:ext uri="{FF2B5EF4-FFF2-40B4-BE49-F238E27FC236}">
                <a16:creationId xmlns:a16="http://schemas.microsoft.com/office/drawing/2014/main" id="{E2C68B04-92C4-334D-B821-3B7652F0F2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9235160-6459-5E4B-85BE-43F595CB1C7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065010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8A93D20B-9299-214F-B7DF-6197EE8D3E9F}"/>
              </a:ext>
            </a:extLst>
          </p:cNvPr>
          <p:cNvSpPr>
            <a:spLocks noGrp="1" noChangeArrowheads="1"/>
          </p:cNvSpPr>
          <p:nvPr>
            <p:ph type="title"/>
          </p:nvPr>
        </p:nvSpPr>
        <p:spPr>
          <a:xfrm>
            <a:off x="228601" y="160736"/>
            <a:ext cx="7691438" cy="633922"/>
          </a:xfrm>
        </p:spPr>
        <p:txBody>
          <a:bodyPr/>
          <a:lstStyle/>
          <a:p>
            <a:pPr eaLnBrk="1" hangingPunct="1"/>
            <a:r>
              <a:rPr lang="zh-CN" altLang="en-US" sz="3000" dirty="0">
                <a:ea typeface="宋体" panose="02010600030101010101" pitchFamily="2" charset="-122"/>
              </a:rPr>
              <a:t>计算机网络向用户提供的最重要的功能 </a:t>
            </a:r>
          </a:p>
        </p:txBody>
      </p:sp>
      <p:sp>
        <p:nvSpPr>
          <p:cNvPr id="27650" name="Rectangle 3">
            <a:extLst>
              <a:ext uri="{FF2B5EF4-FFF2-40B4-BE49-F238E27FC236}">
                <a16:creationId xmlns:a16="http://schemas.microsoft.com/office/drawing/2014/main" id="{15140C34-C1AE-B047-923E-4D66D24BB953}"/>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连通性</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计算机网络使上网用户之间都可以交换信息，好像这些用户的计算机都可以彼此直接连通一样。 </a:t>
            </a:r>
          </a:p>
          <a:p>
            <a:pPr eaLnBrk="1" hangingPunct="1"/>
            <a:r>
              <a:rPr lang="zh-CN" altLang="en-US" dirty="0">
                <a:latin typeface="Times New Roman" panose="02020603050405020304" pitchFamily="18" charset="0"/>
                <a:ea typeface="宋体" panose="02010600030101010101" pitchFamily="2" charset="-122"/>
              </a:rPr>
              <a:t>共享</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即资源共享。可以是信息共享、软件共享，也可以是硬件共享。 </a:t>
            </a:r>
          </a:p>
        </p:txBody>
      </p:sp>
      <p:sp>
        <p:nvSpPr>
          <p:cNvPr id="27651" name="幻灯片编号占位符 1">
            <a:extLst>
              <a:ext uri="{FF2B5EF4-FFF2-40B4-BE49-F238E27FC236}">
                <a16:creationId xmlns:a16="http://schemas.microsoft.com/office/drawing/2014/main" id="{EFCA4C2F-AFD1-8C42-9790-F9E2D38DA32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CC3ABAA-C61C-A44B-A465-FBE3E9D5A48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15633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3AC6402-C5CF-CA49-AB77-FE04401865F5}"/>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1.2  </a:t>
            </a:r>
            <a:r>
              <a:rPr lang="zh-CN" altLang="en-US">
                <a:latin typeface="Times New Roman" panose="02020603050405020304" pitchFamily="18" charset="0"/>
                <a:ea typeface="宋体" panose="02010600030101010101" pitchFamily="2" charset="-122"/>
              </a:rPr>
              <a:t>因特网概述</a:t>
            </a:r>
          </a:p>
        </p:txBody>
      </p:sp>
      <p:sp>
        <p:nvSpPr>
          <p:cNvPr id="29698" name="Rectangle 3">
            <a:extLst>
              <a:ext uri="{FF2B5EF4-FFF2-40B4-BE49-F238E27FC236}">
                <a16:creationId xmlns:a16="http://schemas.microsoft.com/office/drawing/2014/main" id="{528645AD-45AF-544A-B100-5F111099D0EA}"/>
              </a:ext>
            </a:extLst>
          </p:cNvPr>
          <p:cNvSpPr>
            <a:spLocks noGrp="1" noChangeArrowheads="1"/>
          </p:cNvSpPr>
          <p:nvPr>
            <p:ph type="body" idx="1"/>
          </p:nvPr>
        </p:nvSpPr>
        <p:spPr>
          <a:xfrm>
            <a:off x="228600" y="968829"/>
            <a:ext cx="8709915" cy="3871062"/>
          </a:xfrm>
        </p:spPr>
        <p:txBody>
          <a:bodyPr/>
          <a:lstStyle/>
          <a:p>
            <a:pPr eaLnBrk="1" hangingPunct="1">
              <a:lnSpc>
                <a:spcPct val="90000"/>
              </a:lnSpc>
              <a:buFont typeface="Wingdings" pitchFamily="2" charset="2"/>
              <a:buNone/>
            </a:pPr>
            <a:r>
              <a:rPr lang="en-US" altLang="zh-CN" sz="2800" dirty="0">
                <a:latin typeface="Times New Roman" panose="02020603050405020304" pitchFamily="18" charset="0"/>
                <a:ea typeface="宋体" panose="02010600030101010101" pitchFamily="2" charset="-122"/>
              </a:rPr>
              <a:t>1.2.1  </a:t>
            </a:r>
            <a:r>
              <a:rPr lang="zh-CN" altLang="en-US" sz="2800" dirty="0">
                <a:latin typeface="Times New Roman" panose="02020603050405020304" pitchFamily="18" charset="0"/>
                <a:ea typeface="宋体" panose="02010600030101010101" pitchFamily="2" charset="-122"/>
              </a:rPr>
              <a:t>网络的网络</a:t>
            </a:r>
          </a:p>
          <a:p>
            <a:pPr eaLnBrk="1" hangingPunct="1">
              <a:lnSpc>
                <a:spcPct val="90000"/>
              </a:lnSpc>
            </a:pPr>
            <a:r>
              <a:rPr lang="zh-CN" altLang="en-US" dirty="0">
                <a:latin typeface="Times New Roman" panose="02020603050405020304" pitchFamily="18" charset="0"/>
                <a:ea typeface="宋体" panose="02010600030101010101" pitchFamily="2" charset="-122"/>
              </a:rPr>
              <a:t>起源于美国的因特网现已发展成为世界上最大的国际性计算机互联网 </a:t>
            </a:r>
          </a:p>
          <a:p>
            <a:pPr eaLnBrk="1" hangingPunct="1">
              <a:lnSpc>
                <a:spcPct val="90000"/>
              </a:lnSpc>
            </a:pPr>
            <a:r>
              <a:rPr lang="zh-CN" altLang="en-US" dirty="0">
                <a:solidFill>
                  <a:srgbClr val="CC0000"/>
                </a:solidFill>
                <a:latin typeface="Times New Roman" panose="02020603050405020304" pitchFamily="18" charset="0"/>
                <a:ea typeface="宋体" panose="02010600030101010101" pitchFamily="2" charset="-122"/>
              </a:rPr>
              <a:t>网络</a:t>
            </a:r>
            <a:r>
              <a:rPr lang="en-US" altLang="zh-CN" dirty="0">
                <a:latin typeface="Times New Roman" panose="02020603050405020304" pitchFamily="18" charset="0"/>
                <a:ea typeface="宋体" panose="02010600030101010101" pitchFamily="2" charset="-122"/>
              </a:rPr>
              <a:t>(network)</a:t>
            </a:r>
            <a:r>
              <a:rPr lang="zh-CN" altLang="en-US" dirty="0">
                <a:latin typeface="Times New Roman" panose="02020603050405020304" pitchFamily="18" charset="0"/>
                <a:ea typeface="宋体" panose="02010600030101010101" pitchFamily="2" charset="-122"/>
              </a:rPr>
              <a:t>由若干</a:t>
            </a:r>
            <a:r>
              <a:rPr lang="zh-CN" altLang="en-US" dirty="0">
                <a:solidFill>
                  <a:srgbClr val="CC0000"/>
                </a:solidFill>
                <a:latin typeface="Times New Roman" panose="02020603050405020304" pitchFamily="18" charset="0"/>
                <a:ea typeface="宋体" panose="02010600030101010101" pitchFamily="2" charset="-122"/>
              </a:rPr>
              <a:t>结点</a:t>
            </a:r>
            <a:r>
              <a:rPr lang="en-US" altLang="zh-CN" dirty="0">
                <a:latin typeface="Times New Roman" panose="02020603050405020304" pitchFamily="18" charset="0"/>
                <a:ea typeface="宋体" panose="02010600030101010101" pitchFamily="2" charset="-122"/>
              </a:rPr>
              <a:t>(node)</a:t>
            </a:r>
            <a:r>
              <a:rPr lang="zh-CN" altLang="en-US" dirty="0">
                <a:latin typeface="Times New Roman" panose="02020603050405020304" pitchFamily="18" charset="0"/>
                <a:ea typeface="宋体" panose="02010600030101010101" pitchFamily="2" charset="-122"/>
              </a:rPr>
              <a:t>和连接这些结点的</a:t>
            </a:r>
            <a:r>
              <a:rPr lang="zh-CN" altLang="en-US" dirty="0">
                <a:solidFill>
                  <a:srgbClr val="CC0000"/>
                </a:solidFill>
                <a:latin typeface="Times New Roman" panose="02020603050405020304" pitchFamily="18" charset="0"/>
                <a:ea typeface="宋体" panose="02010600030101010101" pitchFamily="2" charset="-122"/>
              </a:rPr>
              <a:t>链路</a:t>
            </a:r>
            <a:r>
              <a:rPr lang="en-US" altLang="zh-CN" dirty="0">
                <a:latin typeface="Times New Roman" panose="02020603050405020304" pitchFamily="18" charset="0"/>
                <a:ea typeface="宋体" panose="02010600030101010101" pitchFamily="2" charset="-122"/>
              </a:rPr>
              <a:t>(link)</a:t>
            </a:r>
            <a:r>
              <a:rPr lang="zh-CN" altLang="en-US" dirty="0">
                <a:latin typeface="Times New Roman" panose="02020603050405020304" pitchFamily="18" charset="0"/>
                <a:ea typeface="宋体" panose="02010600030101010101" pitchFamily="2" charset="-122"/>
              </a:rPr>
              <a:t>组成。 </a:t>
            </a:r>
          </a:p>
          <a:p>
            <a:pPr eaLnBrk="1" hangingPunct="1">
              <a:lnSpc>
                <a:spcPct val="90000"/>
              </a:lnSpc>
            </a:pPr>
            <a:r>
              <a:rPr lang="zh-CN" altLang="en-US" dirty="0">
                <a:latin typeface="Times New Roman" panose="02020603050405020304" pitchFamily="18" charset="0"/>
                <a:ea typeface="宋体" panose="02010600030101010101" pitchFamily="2" charset="-122"/>
              </a:rPr>
              <a:t>互联网是“</a:t>
            </a:r>
            <a:r>
              <a:rPr lang="zh-CN" altLang="en-US" dirty="0">
                <a:solidFill>
                  <a:srgbClr val="CC0000"/>
                </a:solidFill>
                <a:latin typeface="Times New Roman" panose="02020603050405020304" pitchFamily="18" charset="0"/>
                <a:ea typeface="宋体" panose="02010600030101010101" pitchFamily="2" charset="-122"/>
              </a:rPr>
              <a:t>网络的网络</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(network of networks)</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连接在因特网上的计算机都称为</a:t>
            </a:r>
            <a:r>
              <a:rPr lang="zh-CN" altLang="en-US" dirty="0">
                <a:solidFill>
                  <a:srgbClr val="CC0000"/>
                </a:solidFill>
                <a:latin typeface="Times New Roman" panose="02020603050405020304" pitchFamily="18" charset="0"/>
                <a:ea typeface="宋体" panose="02010600030101010101" pitchFamily="2" charset="-122"/>
              </a:rPr>
              <a:t>主机</a:t>
            </a:r>
            <a:r>
              <a:rPr lang="en-US" altLang="zh-CN" dirty="0">
                <a:latin typeface="Times New Roman" panose="02020603050405020304" pitchFamily="18" charset="0"/>
                <a:ea typeface="宋体" panose="02010600030101010101" pitchFamily="2" charset="-122"/>
              </a:rPr>
              <a:t>(host)</a:t>
            </a:r>
            <a:r>
              <a:rPr lang="zh-CN" altLang="en-US" dirty="0">
                <a:latin typeface="Times New Roman" panose="02020603050405020304" pitchFamily="18" charset="0"/>
                <a:ea typeface="宋体" panose="02010600030101010101" pitchFamily="2" charset="-122"/>
              </a:rPr>
              <a:t>。 </a:t>
            </a:r>
          </a:p>
          <a:p>
            <a:pPr eaLnBrk="1" hangingPunct="1">
              <a:lnSpc>
                <a:spcPct val="90000"/>
              </a:lnSpc>
            </a:pPr>
            <a:endParaRPr lang="zh-CN" altLang="en-US" dirty="0">
              <a:latin typeface="Times New Roman" panose="02020603050405020304" pitchFamily="18" charset="0"/>
              <a:ea typeface="宋体" panose="02010600030101010101" pitchFamily="2" charset="-122"/>
            </a:endParaRPr>
          </a:p>
        </p:txBody>
      </p:sp>
      <p:sp>
        <p:nvSpPr>
          <p:cNvPr id="29699" name="幻灯片编号占位符 1">
            <a:extLst>
              <a:ext uri="{FF2B5EF4-FFF2-40B4-BE49-F238E27FC236}">
                <a16:creationId xmlns:a16="http://schemas.microsoft.com/office/drawing/2014/main" id="{4EA4FE11-D70E-4244-A46D-051AAC176DA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C6600B0-D9CD-A542-AAA3-FF40BAB169E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35815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5A1A0030-2D7E-4F49-97E9-BA2EA93FBD14}"/>
              </a:ext>
            </a:extLst>
          </p:cNvPr>
          <p:cNvSpPr>
            <a:spLocks noGrp="1" noChangeArrowheads="1"/>
          </p:cNvSpPr>
          <p:nvPr>
            <p:ph type="title"/>
          </p:nvPr>
        </p:nvSpPr>
        <p:spPr>
          <a:xfrm>
            <a:off x="205484" y="160735"/>
            <a:ext cx="8371778" cy="601265"/>
          </a:xfrm>
        </p:spPr>
        <p:txBody>
          <a:bodyPr/>
          <a:lstStyle/>
          <a:p>
            <a:pPr eaLnBrk="1" hangingPunct="1"/>
            <a:r>
              <a:rPr lang="zh-CN" altLang="en-US" dirty="0">
                <a:latin typeface="Times New Roman" panose="02020603050405020304" pitchFamily="18" charset="0"/>
                <a:ea typeface="宋体" panose="02010600030101010101" pitchFamily="2" charset="-122"/>
              </a:rPr>
              <a:t>网络与因特网</a:t>
            </a:r>
          </a:p>
        </p:txBody>
      </p:sp>
      <p:sp>
        <p:nvSpPr>
          <p:cNvPr id="31746" name="Rectangle 3">
            <a:extLst>
              <a:ext uri="{FF2B5EF4-FFF2-40B4-BE49-F238E27FC236}">
                <a16:creationId xmlns:a16="http://schemas.microsoft.com/office/drawing/2014/main" id="{B70D4EFF-47A8-9D45-A7B0-7A846B8B3472}"/>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网络把许多计算机连接在一起。</a:t>
            </a:r>
          </a:p>
          <a:p>
            <a:pPr eaLnBrk="1" hangingPunct="1"/>
            <a:r>
              <a:rPr lang="zh-CN" altLang="en-US">
                <a:latin typeface="Times New Roman" panose="02020603050405020304" pitchFamily="18" charset="0"/>
                <a:ea typeface="宋体" panose="02010600030101010101" pitchFamily="2" charset="-122"/>
              </a:rPr>
              <a:t>因特网则把许多网络连接在一起。 </a:t>
            </a:r>
          </a:p>
        </p:txBody>
      </p:sp>
      <p:sp>
        <p:nvSpPr>
          <p:cNvPr id="31747" name="幻灯片编号占位符 1">
            <a:extLst>
              <a:ext uri="{FF2B5EF4-FFF2-40B4-BE49-F238E27FC236}">
                <a16:creationId xmlns:a16="http://schemas.microsoft.com/office/drawing/2014/main" id="{BDA0BF39-EAFE-8C40-9B55-1C0EAEF5FBB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A5EE177-B278-F84F-BEFB-BEED57148A1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5883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793" name="Group 148">
            <a:extLst>
              <a:ext uri="{FF2B5EF4-FFF2-40B4-BE49-F238E27FC236}">
                <a16:creationId xmlns:a16="http://schemas.microsoft.com/office/drawing/2014/main" id="{F3345209-B4B1-6046-B34E-3CA339A5FB48}"/>
              </a:ext>
            </a:extLst>
          </p:cNvPr>
          <p:cNvGrpSpPr>
            <a:grpSpLocks/>
          </p:cNvGrpSpPr>
          <p:nvPr/>
        </p:nvGrpSpPr>
        <p:grpSpPr bwMode="auto">
          <a:xfrm>
            <a:off x="489856" y="1182291"/>
            <a:ext cx="8414657" cy="3242456"/>
            <a:chOff x="1519" y="640"/>
            <a:chExt cx="4019" cy="1876"/>
          </a:xfrm>
        </p:grpSpPr>
        <p:grpSp>
          <p:nvGrpSpPr>
            <p:cNvPr id="33795" name="Group 4">
              <a:extLst>
                <a:ext uri="{FF2B5EF4-FFF2-40B4-BE49-F238E27FC236}">
                  <a16:creationId xmlns:a16="http://schemas.microsoft.com/office/drawing/2014/main" id="{15307AA7-4078-854C-9F56-F7F80AC81FCB}"/>
                </a:ext>
              </a:extLst>
            </p:cNvPr>
            <p:cNvGrpSpPr>
              <a:grpSpLocks/>
            </p:cNvGrpSpPr>
            <p:nvPr/>
          </p:nvGrpSpPr>
          <p:grpSpPr bwMode="auto">
            <a:xfrm>
              <a:off x="3514" y="935"/>
              <a:ext cx="1996" cy="1361"/>
              <a:chOff x="109" y="1226"/>
              <a:chExt cx="2516" cy="1675"/>
            </a:xfrm>
          </p:grpSpPr>
          <p:grpSp>
            <p:nvGrpSpPr>
              <p:cNvPr id="33928" name="Group 5">
                <a:extLst>
                  <a:ext uri="{FF2B5EF4-FFF2-40B4-BE49-F238E27FC236}">
                    <a16:creationId xmlns:a16="http://schemas.microsoft.com/office/drawing/2014/main" id="{643760CE-A189-8E4F-9C21-CD70A46D5F42}"/>
                  </a:ext>
                </a:extLst>
              </p:cNvPr>
              <p:cNvGrpSpPr>
                <a:grpSpLocks/>
              </p:cNvGrpSpPr>
              <p:nvPr/>
            </p:nvGrpSpPr>
            <p:grpSpPr bwMode="auto">
              <a:xfrm>
                <a:off x="109" y="1226"/>
                <a:ext cx="2516" cy="1675"/>
                <a:chOff x="109" y="1226"/>
                <a:chExt cx="2516" cy="1675"/>
              </a:xfrm>
            </p:grpSpPr>
            <p:grpSp>
              <p:nvGrpSpPr>
                <p:cNvPr id="33930" name="Group 6">
                  <a:extLst>
                    <a:ext uri="{FF2B5EF4-FFF2-40B4-BE49-F238E27FC236}">
                      <a16:creationId xmlns:a16="http://schemas.microsoft.com/office/drawing/2014/main" id="{906E6E13-52C2-8946-952F-57CCB6492262}"/>
                    </a:ext>
                  </a:extLst>
                </p:cNvPr>
                <p:cNvGrpSpPr>
                  <a:grpSpLocks/>
                </p:cNvGrpSpPr>
                <p:nvPr/>
              </p:nvGrpSpPr>
              <p:grpSpPr bwMode="auto">
                <a:xfrm>
                  <a:off x="109" y="1226"/>
                  <a:ext cx="2516" cy="1675"/>
                  <a:chOff x="109" y="1226"/>
                  <a:chExt cx="2516" cy="1675"/>
                </a:xfrm>
              </p:grpSpPr>
              <p:sp>
                <p:nvSpPr>
                  <p:cNvPr id="33932" name="Oval 7">
                    <a:extLst>
                      <a:ext uri="{FF2B5EF4-FFF2-40B4-BE49-F238E27FC236}">
                        <a16:creationId xmlns:a16="http://schemas.microsoft.com/office/drawing/2014/main" id="{CAB4C7E1-B6A9-0145-8A4E-EB2A27AA200E}"/>
                      </a:ext>
                    </a:extLst>
                  </p:cNvPr>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3" name="Oval 8">
                    <a:extLst>
                      <a:ext uri="{FF2B5EF4-FFF2-40B4-BE49-F238E27FC236}">
                        <a16:creationId xmlns:a16="http://schemas.microsoft.com/office/drawing/2014/main" id="{9D7E5A2B-B14A-7E40-B300-268D6454A675}"/>
                      </a:ext>
                    </a:extLst>
                  </p:cNvPr>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4" name="Oval 9">
                    <a:extLst>
                      <a:ext uri="{FF2B5EF4-FFF2-40B4-BE49-F238E27FC236}">
                        <a16:creationId xmlns:a16="http://schemas.microsoft.com/office/drawing/2014/main" id="{4DD7AFF5-5185-1646-BF71-12EB90DE8EA0}"/>
                      </a:ext>
                    </a:extLst>
                  </p:cNvPr>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5" name="Oval 10">
                    <a:extLst>
                      <a:ext uri="{FF2B5EF4-FFF2-40B4-BE49-F238E27FC236}">
                        <a16:creationId xmlns:a16="http://schemas.microsoft.com/office/drawing/2014/main" id="{289BE2C1-3006-0140-B3FF-CFF38955F306}"/>
                      </a:ext>
                    </a:extLst>
                  </p:cNvPr>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6" name="Oval 11">
                    <a:extLst>
                      <a:ext uri="{FF2B5EF4-FFF2-40B4-BE49-F238E27FC236}">
                        <a16:creationId xmlns:a16="http://schemas.microsoft.com/office/drawing/2014/main" id="{8EFE0A06-697E-DB47-B660-A1F82D4E9CCD}"/>
                      </a:ext>
                    </a:extLst>
                  </p:cNvPr>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7" name="Oval 12">
                    <a:extLst>
                      <a:ext uri="{FF2B5EF4-FFF2-40B4-BE49-F238E27FC236}">
                        <a16:creationId xmlns:a16="http://schemas.microsoft.com/office/drawing/2014/main" id="{65B7D041-752D-DE4B-B1F8-47F33F2D60C1}"/>
                      </a:ext>
                    </a:extLst>
                  </p:cNvPr>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8" name="Oval 13">
                    <a:extLst>
                      <a:ext uri="{FF2B5EF4-FFF2-40B4-BE49-F238E27FC236}">
                        <a16:creationId xmlns:a16="http://schemas.microsoft.com/office/drawing/2014/main" id="{8C566FD3-F9F4-514F-B440-953C74F6C3DC}"/>
                      </a:ext>
                    </a:extLst>
                  </p:cNvPr>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931" name="Oval 14">
                  <a:extLst>
                    <a:ext uri="{FF2B5EF4-FFF2-40B4-BE49-F238E27FC236}">
                      <a16:creationId xmlns:a16="http://schemas.microsoft.com/office/drawing/2014/main" id="{3A0B520E-BB78-9A4A-BC33-1B8EB1DC8DA8}"/>
                    </a:ext>
                  </a:extLst>
                </p:cNvPr>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929" name="Freeform 15">
                <a:extLst>
                  <a:ext uri="{FF2B5EF4-FFF2-40B4-BE49-F238E27FC236}">
                    <a16:creationId xmlns:a16="http://schemas.microsoft.com/office/drawing/2014/main" id="{9912B202-F973-B045-93A1-4256560AFF58}"/>
                  </a:ext>
                </a:extLst>
              </p:cNvPr>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33796" name="Line 16">
              <a:extLst>
                <a:ext uri="{FF2B5EF4-FFF2-40B4-BE49-F238E27FC236}">
                  <a16:creationId xmlns:a16="http://schemas.microsoft.com/office/drawing/2014/main" id="{A3769CC7-936E-304C-8793-01FDC4876350}"/>
                </a:ext>
              </a:extLst>
            </p:cNvPr>
            <p:cNvSpPr>
              <a:spLocks noChangeShapeType="1"/>
            </p:cNvSpPr>
            <p:nvPr/>
          </p:nvSpPr>
          <p:spPr bwMode="auto">
            <a:xfrm flipH="1">
              <a:off x="4421" y="1661"/>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7" name="Line 17">
              <a:extLst>
                <a:ext uri="{FF2B5EF4-FFF2-40B4-BE49-F238E27FC236}">
                  <a16:creationId xmlns:a16="http://schemas.microsoft.com/office/drawing/2014/main" id="{6CC4371F-0989-A54E-8515-80845E3FFC40}"/>
                </a:ext>
              </a:extLst>
            </p:cNvPr>
            <p:cNvSpPr>
              <a:spLocks noChangeShapeType="1"/>
            </p:cNvSpPr>
            <p:nvPr/>
          </p:nvSpPr>
          <p:spPr bwMode="auto">
            <a:xfrm flipH="1" flipV="1">
              <a:off x="4240" y="1480"/>
              <a:ext cx="135"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8" name="Text Box 18">
              <a:extLst>
                <a:ext uri="{FF2B5EF4-FFF2-40B4-BE49-F238E27FC236}">
                  <a16:creationId xmlns:a16="http://schemas.microsoft.com/office/drawing/2014/main" id="{48051861-9BC5-4142-81AA-18874D9E038E}"/>
                </a:ext>
              </a:extLst>
            </p:cNvPr>
            <p:cNvSpPr txBox="1">
              <a:spLocks noChangeArrowheads="1"/>
            </p:cNvSpPr>
            <p:nvPr/>
          </p:nvSpPr>
          <p:spPr bwMode="auto">
            <a:xfrm>
              <a:off x="2339" y="2276"/>
              <a:ext cx="31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rPr>
                <a:t>(a)</a:t>
              </a:r>
            </a:p>
          </p:txBody>
        </p:sp>
        <p:sp>
          <p:nvSpPr>
            <p:cNvPr id="33799" name="Text Box 19">
              <a:extLst>
                <a:ext uri="{FF2B5EF4-FFF2-40B4-BE49-F238E27FC236}">
                  <a16:creationId xmlns:a16="http://schemas.microsoft.com/office/drawing/2014/main" id="{9B972811-A579-6945-88F1-B6B9BC115761}"/>
                </a:ext>
              </a:extLst>
            </p:cNvPr>
            <p:cNvSpPr txBox="1">
              <a:spLocks noChangeArrowheads="1"/>
            </p:cNvSpPr>
            <p:nvPr/>
          </p:nvSpPr>
          <p:spPr bwMode="auto">
            <a:xfrm>
              <a:off x="4428" y="2276"/>
              <a:ext cx="31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rPr>
                <a:t>(b)</a:t>
              </a:r>
            </a:p>
          </p:txBody>
        </p:sp>
        <p:grpSp>
          <p:nvGrpSpPr>
            <p:cNvPr id="33800" name="Group 20">
              <a:extLst>
                <a:ext uri="{FF2B5EF4-FFF2-40B4-BE49-F238E27FC236}">
                  <a16:creationId xmlns:a16="http://schemas.microsoft.com/office/drawing/2014/main" id="{0A8C7C91-2428-B94B-9E65-7CBB78FE5420}"/>
                </a:ext>
              </a:extLst>
            </p:cNvPr>
            <p:cNvGrpSpPr>
              <a:grpSpLocks/>
            </p:cNvGrpSpPr>
            <p:nvPr/>
          </p:nvGrpSpPr>
          <p:grpSpPr bwMode="auto">
            <a:xfrm>
              <a:off x="1519" y="1026"/>
              <a:ext cx="1727" cy="1162"/>
              <a:chOff x="1680" y="240"/>
              <a:chExt cx="2529" cy="1270"/>
            </a:xfrm>
          </p:grpSpPr>
          <p:sp>
            <p:nvSpPr>
              <p:cNvPr id="33919" name="Oval 21">
                <a:extLst>
                  <a:ext uri="{FF2B5EF4-FFF2-40B4-BE49-F238E27FC236}">
                    <a16:creationId xmlns:a16="http://schemas.microsoft.com/office/drawing/2014/main" id="{C7D89A1B-76CD-6148-8ACB-93DC5AA6C903}"/>
                  </a:ext>
                </a:extLst>
              </p:cNvPr>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0" name="Oval 22">
                <a:extLst>
                  <a:ext uri="{FF2B5EF4-FFF2-40B4-BE49-F238E27FC236}">
                    <a16:creationId xmlns:a16="http://schemas.microsoft.com/office/drawing/2014/main" id="{1968226A-6A5D-104E-88B3-EDFF147B7078}"/>
                  </a:ext>
                </a:extLst>
              </p:cNvPr>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1" name="Oval 23">
                <a:extLst>
                  <a:ext uri="{FF2B5EF4-FFF2-40B4-BE49-F238E27FC236}">
                    <a16:creationId xmlns:a16="http://schemas.microsoft.com/office/drawing/2014/main" id="{41CCD15F-5524-EE46-A2D6-979D53A9D20A}"/>
                  </a:ext>
                </a:extLst>
              </p:cNvPr>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2" name="Oval 24">
                <a:extLst>
                  <a:ext uri="{FF2B5EF4-FFF2-40B4-BE49-F238E27FC236}">
                    <a16:creationId xmlns:a16="http://schemas.microsoft.com/office/drawing/2014/main" id="{DC82A6B0-555A-F843-92E7-62C62846749A}"/>
                  </a:ext>
                </a:extLst>
              </p:cNvPr>
              <p:cNvSpPr>
                <a:spLocks noChangeArrowheads="1"/>
              </p:cNvSpPr>
              <p:nvPr/>
            </p:nvSpPr>
            <p:spPr bwMode="auto">
              <a:xfrm>
                <a:off x="1849" y="894"/>
                <a:ext cx="842" cy="4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3" name="Oval 25">
                <a:extLst>
                  <a:ext uri="{FF2B5EF4-FFF2-40B4-BE49-F238E27FC236}">
                    <a16:creationId xmlns:a16="http://schemas.microsoft.com/office/drawing/2014/main" id="{868AB865-CC58-4E46-8F9D-DE4541FE02FE}"/>
                  </a:ext>
                </a:extLst>
              </p:cNvPr>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4" name="Oval 26">
                <a:extLst>
                  <a:ext uri="{FF2B5EF4-FFF2-40B4-BE49-F238E27FC236}">
                    <a16:creationId xmlns:a16="http://schemas.microsoft.com/office/drawing/2014/main" id="{A4A68518-9842-9947-BC04-4CFC4CBCF46D}"/>
                  </a:ext>
                </a:extLst>
              </p:cNvPr>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5" name="Oval 27">
                <a:extLst>
                  <a:ext uri="{FF2B5EF4-FFF2-40B4-BE49-F238E27FC236}">
                    <a16:creationId xmlns:a16="http://schemas.microsoft.com/office/drawing/2014/main" id="{A6E43C54-F5E2-354E-A6DC-9D25A999AD5A}"/>
                  </a:ext>
                </a:extLst>
              </p:cNvPr>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6" name="Oval 28">
                <a:extLst>
                  <a:ext uri="{FF2B5EF4-FFF2-40B4-BE49-F238E27FC236}">
                    <a16:creationId xmlns:a16="http://schemas.microsoft.com/office/drawing/2014/main" id="{6E300683-4F98-C047-AD6F-2094746C0834}"/>
                  </a:ext>
                </a:extLst>
              </p:cNvPr>
              <p:cNvSpPr>
                <a:spLocks noChangeArrowheads="1"/>
              </p:cNvSpPr>
              <p:nvPr/>
            </p:nvSpPr>
            <p:spPr bwMode="auto">
              <a:xfrm>
                <a:off x="3335" y="752"/>
                <a:ext cx="797" cy="66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7" name="Oval 29">
                <a:extLst>
                  <a:ext uri="{FF2B5EF4-FFF2-40B4-BE49-F238E27FC236}">
                    <a16:creationId xmlns:a16="http://schemas.microsoft.com/office/drawing/2014/main" id="{C6F5DECA-292E-754F-B790-EACB03250AD0}"/>
                  </a:ext>
                </a:extLst>
              </p:cNvPr>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801" name="Line 30">
              <a:extLst>
                <a:ext uri="{FF2B5EF4-FFF2-40B4-BE49-F238E27FC236}">
                  <a16:creationId xmlns:a16="http://schemas.microsoft.com/office/drawing/2014/main" id="{149235F1-A7C6-B046-A1E1-6393C2EBE4FE}"/>
                </a:ext>
              </a:extLst>
            </p:cNvPr>
            <p:cNvSpPr>
              <a:spLocks noChangeShapeType="1"/>
            </p:cNvSpPr>
            <p:nvPr/>
          </p:nvSpPr>
          <p:spPr bwMode="auto">
            <a:xfrm flipH="1" flipV="1">
              <a:off x="2516" y="1207"/>
              <a:ext cx="458" cy="5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2" name="Text Box 31">
              <a:extLst>
                <a:ext uri="{FF2B5EF4-FFF2-40B4-BE49-F238E27FC236}">
                  <a16:creationId xmlns:a16="http://schemas.microsoft.com/office/drawing/2014/main" id="{944A7A39-61BB-964A-89E4-696D2B46E91A}"/>
                </a:ext>
              </a:extLst>
            </p:cNvPr>
            <p:cNvSpPr txBox="1">
              <a:spLocks noChangeArrowheads="1"/>
            </p:cNvSpPr>
            <p:nvPr/>
          </p:nvSpPr>
          <p:spPr bwMode="auto">
            <a:xfrm>
              <a:off x="2239" y="640"/>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网络</a:t>
              </a:r>
            </a:p>
          </p:txBody>
        </p:sp>
        <p:sp>
          <p:nvSpPr>
            <p:cNvPr id="33803" name="Line 32">
              <a:extLst>
                <a:ext uri="{FF2B5EF4-FFF2-40B4-BE49-F238E27FC236}">
                  <a16:creationId xmlns:a16="http://schemas.microsoft.com/office/drawing/2014/main" id="{8B9E1ED8-2BF2-5345-A768-AFA439B56CF7}"/>
                </a:ext>
              </a:extLst>
            </p:cNvPr>
            <p:cNvSpPr>
              <a:spLocks noChangeShapeType="1"/>
            </p:cNvSpPr>
            <p:nvPr/>
          </p:nvSpPr>
          <p:spPr bwMode="auto">
            <a:xfrm flipH="1" flipV="1">
              <a:off x="4104" y="1933"/>
              <a:ext cx="726"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4" name="Line 33">
              <a:extLst>
                <a:ext uri="{FF2B5EF4-FFF2-40B4-BE49-F238E27FC236}">
                  <a16:creationId xmlns:a16="http://schemas.microsoft.com/office/drawing/2014/main" id="{90D31FB3-C544-5C44-B037-77C8E5EB1FF9}"/>
                </a:ext>
              </a:extLst>
            </p:cNvPr>
            <p:cNvSpPr>
              <a:spLocks noChangeShapeType="1"/>
            </p:cNvSpPr>
            <p:nvPr/>
          </p:nvSpPr>
          <p:spPr bwMode="auto">
            <a:xfrm flipV="1">
              <a:off x="4104" y="1117"/>
              <a:ext cx="226"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5" name="Text Box 34">
              <a:extLst>
                <a:ext uri="{FF2B5EF4-FFF2-40B4-BE49-F238E27FC236}">
                  <a16:creationId xmlns:a16="http://schemas.microsoft.com/office/drawing/2014/main" id="{120A924E-7EA5-F146-87A4-F9F567443610}"/>
                </a:ext>
              </a:extLst>
            </p:cNvPr>
            <p:cNvSpPr txBox="1">
              <a:spLocks noChangeArrowheads="1"/>
            </p:cNvSpPr>
            <p:nvPr/>
          </p:nvSpPr>
          <p:spPr bwMode="auto">
            <a:xfrm>
              <a:off x="3787" y="640"/>
              <a:ext cx="175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互联网（网络的网络）</a:t>
              </a:r>
            </a:p>
          </p:txBody>
        </p:sp>
        <p:sp>
          <p:nvSpPr>
            <p:cNvPr id="33806" name="Line 35">
              <a:extLst>
                <a:ext uri="{FF2B5EF4-FFF2-40B4-BE49-F238E27FC236}">
                  <a16:creationId xmlns:a16="http://schemas.microsoft.com/office/drawing/2014/main" id="{ED7C1AE2-16CB-084C-98D3-D9FED7A88E09}"/>
                </a:ext>
              </a:extLst>
            </p:cNvPr>
            <p:cNvSpPr>
              <a:spLocks noChangeShapeType="1"/>
            </p:cNvSpPr>
            <p:nvPr/>
          </p:nvSpPr>
          <p:spPr bwMode="auto">
            <a:xfrm flipH="1">
              <a:off x="3832" y="1480"/>
              <a:ext cx="409"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7" name="Line 36">
              <a:extLst>
                <a:ext uri="{FF2B5EF4-FFF2-40B4-BE49-F238E27FC236}">
                  <a16:creationId xmlns:a16="http://schemas.microsoft.com/office/drawing/2014/main" id="{02AE0FB9-89E5-7144-8A74-8DE0F1867B82}"/>
                </a:ext>
              </a:extLst>
            </p:cNvPr>
            <p:cNvSpPr>
              <a:spLocks noChangeShapeType="1"/>
            </p:cNvSpPr>
            <p:nvPr/>
          </p:nvSpPr>
          <p:spPr bwMode="auto">
            <a:xfrm>
              <a:off x="4512" y="1117"/>
              <a:ext cx="272"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8" name="Line 37">
              <a:extLst>
                <a:ext uri="{FF2B5EF4-FFF2-40B4-BE49-F238E27FC236}">
                  <a16:creationId xmlns:a16="http://schemas.microsoft.com/office/drawing/2014/main" id="{4CABBA6C-3037-4349-8043-F6459CC65EF5}"/>
                </a:ext>
              </a:extLst>
            </p:cNvPr>
            <p:cNvSpPr>
              <a:spLocks noChangeShapeType="1"/>
            </p:cNvSpPr>
            <p:nvPr/>
          </p:nvSpPr>
          <p:spPr bwMode="auto">
            <a:xfrm>
              <a:off x="4875" y="1253"/>
              <a:ext cx="409" cy="4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9" name="Line 38">
              <a:extLst>
                <a:ext uri="{FF2B5EF4-FFF2-40B4-BE49-F238E27FC236}">
                  <a16:creationId xmlns:a16="http://schemas.microsoft.com/office/drawing/2014/main" id="{857761C5-EACE-714A-8FBE-F3AB657C69FA}"/>
                </a:ext>
              </a:extLst>
            </p:cNvPr>
            <p:cNvSpPr>
              <a:spLocks noChangeShapeType="1"/>
            </p:cNvSpPr>
            <p:nvPr/>
          </p:nvSpPr>
          <p:spPr bwMode="auto">
            <a:xfrm flipH="1">
              <a:off x="4784" y="1298"/>
              <a:ext cx="46"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0" name="Line 39">
              <a:extLst>
                <a:ext uri="{FF2B5EF4-FFF2-40B4-BE49-F238E27FC236}">
                  <a16:creationId xmlns:a16="http://schemas.microsoft.com/office/drawing/2014/main" id="{078060BF-85BC-7C4D-A92A-9CE800A6A43A}"/>
                </a:ext>
              </a:extLst>
            </p:cNvPr>
            <p:cNvSpPr>
              <a:spLocks noChangeShapeType="1"/>
            </p:cNvSpPr>
            <p:nvPr/>
          </p:nvSpPr>
          <p:spPr bwMode="auto">
            <a:xfrm flipV="1">
              <a:off x="4240" y="1253"/>
              <a:ext cx="453"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1" name="Line 40">
              <a:extLst>
                <a:ext uri="{FF2B5EF4-FFF2-40B4-BE49-F238E27FC236}">
                  <a16:creationId xmlns:a16="http://schemas.microsoft.com/office/drawing/2014/main" id="{DC8EB1B2-6AEF-614C-918C-0F57EC823755}"/>
                </a:ext>
              </a:extLst>
            </p:cNvPr>
            <p:cNvSpPr>
              <a:spLocks noChangeShapeType="1"/>
            </p:cNvSpPr>
            <p:nvPr/>
          </p:nvSpPr>
          <p:spPr bwMode="auto">
            <a:xfrm>
              <a:off x="4058" y="1162"/>
              <a:ext cx="91"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2" name="Line 41">
              <a:extLst>
                <a:ext uri="{FF2B5EF4-FFF2-40B4-BE49-F238E27FC236}">
                  <a16:creationId xmlns:a16="http://schemas.microsoft.com/office/drawing/2014/main" id="{F95A282E-2B3C-9B42-B7B6-83667F08087F}"/>
                </a:ext>
              </a:extLst>
            </p:cNvPr>
            <p:cNvSpPr>
              <a:spLocks noChangeShapeType="1"/>
            </p:cNvSpPr>
            <p:nvPr/>
          </p:nvSpPr>
          <p:spPr bwMode="auto">
            <a:xfrm flipV="1">
              <a:off x="4422" y="1616"/>
              <a:ext cx="317"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3" name="Line 42">
              <a:extLst>
                <a:ext uri="{FF2B5EF4-FFF2-40B4-BE49-F238E27FC236}">
                  <a16:creationId xmlns:a16="http://schemas.microsoft.com/office/drawing/2014/main" id="{1FE77AFA-77B9-2C42-9333-7288FB2BAEC4}"/>
                </a:ext>
              </a:extLst>
            </p:cNvPr>
            <p:cNvSpPr>
              <a:spLocks noChangeShapeType="1"/>
            </p:cNvSpPr>
            <p:nvPr/>
          </p:nvSpPr>
          <p:spPr bwMode="auto">
            <a:xfrm>
              <a:off x="4830" y="1616"/>
              <a:ext cx="408"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4" name="Line 43">
              <a:extLst>
                <a:ext uri="{FF2B5EF4-FFF2-40B4-BE49-F238E27FC236}">
                  <a16:creationId xmlns:a16="http://schemas.microsoft.com/office/drawing/2014/main" id="{58803D0D-FC06-874F-A5FB-8F4DF36DA5DA}"/>
                </a:ext>
              </a:extLst>
            </p:cNvPr>
            <p:cNvSpPr>
              <a:spLocks noChangeShapeType="1"/>
            </p:cNvSpPr>
            <p:nvPr/>
          </p:nvSpPr>
          <p:spPr bwMode="auto">
            <a:xfrm flipH="1">
              <a:off x="4013" y="1525"/>
              <a:ext cx="136"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5" name="Line 44">
              <a:extLst>
                <a:ext uri="{FF2B5EF4-FFF2-40B4-BE49-F238E27FC236}">
                  <a16:creationId xmlns:a16="http://schemas.microsoft.com/office/drawing/2014/main" id="{2C863110-A689-1B41-A89F-04809238287A}"/>
                </a:ext>
              </a:extLst>
            </p:cNvPr>
            <p:cNvSpPr>
              <a:spLocks noChangeShapeType="1"/>
            </p:cNvSpPr>
            <p:nvPr/>
          </p:nvSpPr>
          <p:spPr bwMode="auto">
            <a:xfrm>
              <a:off x="4784" y="16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3816" name="Group 45">
              <a:extLst>
                <a:ext uri="{FF2B5EF4-FFF2-40B4-BE49-F238E27FC236}">
                  <a16:creationId xmlns:a16="http://schemas.microsoft.com/office/drawing/2014/main" id="{80002AB4-A7E4-6648-B376-7B4048AAA1D7}"/>
                </a:ext>
              </a:extLst>
            </p:cNvPr>
            <p:cNvGrpSpPr>
              <a:grpSpLocks/>
            </p:cNvGrpSpPr>
            <p:nvPr/>
          </p:nvGrpSpPr>
          <p:grpSpPr bwMode="auto">
            <a:xfrm>
              <a:off x="3877" y="1071"/>
              <a:ext cx="272" cy="227"/>
              <a:chOff x="2949" y="196"/>
              <a:chExt cx="941" cy="598"/>
            </a:xfrm>
          </p:grpSpPr>
          <p:sp>
            <p:nvSpPr>
              <p:cNvPr id="33908" name="Oval 46">
                <a:extLst>
                  <a:ext uri="{FF2B5EF4-FFF2-40B4-BE49-F238E27FC236}">
                    <a16:creationId xmlns:a16="http://schemas.microsoft.com/office/drawing/2014/main" id="{442C6905-7B3E-8547-8F27-35533E6B8896}"/>
                  </a:ext>
                </a:extLst>
              </p:cNvPr>
              <p:cNvSpPr>
                <a:spLocks noChangeArrowheads="1"/>
              </p:cNvSpPr>
              <p:nvPr/>
            </p:nvSpPr>
            <p:spPr bwMode="auto">
              <a:xfrm>
                <a:off x="3168" y="198"/>
                <a:ext cx="40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9" name="Oval 47">
                <a:extLst>
                  <a:ext uri="{FF2B5EF4-FFF2-40B4-BE49-F238E27FC236}">
                    <a16:creationId xmlns:a16="http://schemas.microsoft.com/office/drawing/2014/main" id="{71BC1ADF-528F-EF47-85E6-A0472393BBD0}"/>
                  </a:ext>
                </a:extLst>
              </p:cNvPr>
              <p:cNvSpPr>
                <a:spLocks noChangeArrowheads="1"/>
              </p:cNvSpPr>
              <p:nvPr/>
            </p:nvSpPr>
            <p:spPr bwMode="auto">
              <a:xfrm rot="900000">
                <a:off x="3512" y="253"/>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0" name="Oval 48">
                <a:extLst>
                  <a:ext uri="{FF2B5EF4-FFF2-40B4-BE49-F238E27FC236}">
                    <a16:creationId xmlns:a16="http://schemas.microsoft.com/office/drawing/2014/main" id="{96EE0C54-75F5-F641-AFF6-F2941CE84935}"/>
                  </a:ext>
                </a:extLst>
              </p:cNvPr>
              <p:cNvSpPr>
                <a:spLocks noChangeArrowheads="1"/>
              </p:cNvSpPr>
              <p:nvPr/>
            </p:nvSpPr>
            <p:spPr bwMode="auto">
              <a:xfrm rot="1500000">
                <a:off x="3649" y="385"/>
                <a:ext cx="241"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1" name="Oval 49">
                <a:extLst>
                  <a:ext uri="{FF2B5EF4-FFF2-40B4-BE49-F238E27FC236}">
                    <a16:creationId xmlns:a16="http://schemas.microsoft.com/office/drawing/2014/main" id="{567A082C-31E5-AD40-909D-CFF1FD1E8A63}"/>
                  </a:ext>
                </a:extLst>
              </p:cNvPr>
              <p:cNvSpPr>
                <a:spLocks noChangeArrowheads="1"/>
              </p:cNvSpPr>
              <p:nvPr/>
            </p:nvSpPr>
            <p:spPr bwMode="auto">
              <a:xfrm rot="-1560000">
                <a:off x="3572" y="538"/>
                <a:ext cx="293"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2" name="Oval 50">
                <a:extLst>
                  <a:ext uri="{FF2B5EF4-FFF2-40B4-BE49-F238E27FC236}">
                    <a16:creationId xmlns:a16="http://schemas.microsoft.com/office/drawing/2014/main" id="{4E0E4C10-3C24-F149-B2EA-397E90532F8C}"/>
                  </a:ext>
                </a:extLst>
              </p:cNvPr>
              <p:cNvSpPr>
                <a:spLocks noChangeArrowheads="1"/>
              </p:cNvSpPr>
              <p:nvPr/>
            </p:nvSpPr>
            <p:spPr bwMode="auto">
              <a:xfrm>
                <a:off x="3216" y="556"/>
                <a:ext cx="471" cy="238"/>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3" name="Oval 51">
                <a:extLst>
                  <a:ext uri="{FF2B5EF4-FFF2-40B4-BE49-F238E27FC236}">
                    <a16:creationId xmlns:a16="http://schemas.microsoft.com/office/drawing/2014/main" id="{ED888AD1-8B69-394A-AAA3-6A6476B8566A}"/>
                  </a:ext>
                </a:extLst>
              </p:cNvPr>
              <p:cNvSpPr>
                <a:spLocks noChangeArrowheads="1"/>
              </p:cNvSpPr>
              <p:nvPr/>
            </p:nvSpPr>
            <p:spPr bwMode="auto">
              <a:xfrm rot="1080000">
                <a:off x="3023" y="556"/>
                <a:ext cx="263"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4" name="Oval 52">
                <a:extLst>
                  <a:ext uri="{FF2B5EF4-FFF2-40B4-BE49-F238E27FC236}">
                    <a16:creationId xmlns:a16="http://schemas.microsoft.com/office/drawing/2014/main" id="{70D7ABFE-5B19-DF41-83A8-E7AC8DC992F4}"/>
                  </a:ext>
                </a:extLst>
              </p:cNvPr>
              <p:cNvSpPr>
                <a:spLocks noChangeArrowheads="1"/>
              </p:cNvSpPr>
              <p:nvPr/>
            </p:nvSpPr>
            <p:spPr bwMode="auto">
              <a:xfrm>
                <a:off x="2948" y="433"/>
                <a:ext cx="218"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5" name="Oval 53">
                <a:extLst>
                  <a:ext uri="{FF2B5EF4-FFF2-40B4-BE49-F238E27FC236}">
                    <a16:creationId xmlns:a16="http://schemas.microsoft.com/office/drawing/2014/main" id="{6CCA3D6E-583E-6446-B3CB-FB1D2EAAE4AD}"/>
                  </a:ext>
                </a:extLst>
              </p:cNvPr>
              <p:cNvSpPr>
                <a:spLocks noChangeArrowheads="1"/>
              </p:cNvSpPr>
              <p:nvPr/>
            </p:nvSpPr>
            <p:spPr bwMode="auto">
              <a:xfrm rot="-1860000">
                <a:off x="2983" y="311"/>
                <a:ext cx="29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6" name="Freeform 54">
                <a:extLst>
                  <a:ext uri="{FF2B5EF4-FFF2-40B4-BE49-F238E27FC236}">
                    <a16:creationId xmlns:a16="http://schemas.microsoft.com/office/drawing/2014/main" id="{73A6F820-E07A-8B44-B532-5862453B5B07}"/>
                  </a:ext>
                </a:extLst>
              </p:cNvPr>
              <p:cNvSpPr>
                <a:spLocks/>
              </p:cNvSpPr>
              <p:nvPr/>
            </p:nvSpPr>
            <p:spPr bwMode="auto">
              <a:xfrm>
                <a:off x="3051" y="300"/>
                <a:ext cx="739"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90 w 738"/>
                  <a:gd name="T29" fmla="*/ 0 h 407"/>
                  <a:gd name="T30" fmla="*/ 466 w 738"/>
                  <a:gd name="T31" fmla="*/ 0 h 407"/>
                  <a:gd name="T32" fmla="*/ 509 w 738"/>
                  <a:gd name="T33" fmla="*/ 0 h 407"/>
                  <a:gd name="T34" fmla="*/ 546 w 738"/>
                  <a:gd name="T35" fmla="*/ 15 h 407"/>
                  <a:gd name="T36" fmla="*/ 573 w 738"/>
                  <a:gd name="T37" fmla="*/ 36 h 407"/>
                  <a:gd name="T38" fmla="*/ 606 w 738"/>
                  <a:gd name="T39" fmla="*/ 51 h 407"/>
                  <a:gd name="T40" fmla="*/ 638 w 738"/>
                  <a:gd name="T41" fmla="*/ 57 h 407"/>
                  <a:gd name="T42" fmla="*/ 670 w 738"/>
                  <a:gd name="T43" fmla="*/ 77 h 407"/>
                  <a:gd name="T44" fmla="*/ 697 w 738"/>
                  <a:gd name="T45" fmla="*/ 98 h 407"/>
                  <a:gd name="T46" fmla="*/ 718 w 738"/>
                  <a:gd name="T47" fmla="*/ 128 h 407"/>
                  <a:gd name="T48" fmla="*/ 724 w 738"/>
                  <a:gd name="T49" fmla="*/ 164 h 407"/>
                  <a:gd name="T50" fmla="*/ 729 w 738"/>
                  <a:gd name="T51" fmla="*/ 195 h 407"/>
                  <a:gd name="T52" fmla="*/ 729 w 738"/>
                  <a:gd name="T53" fmla="*/ 223 h 407"/>
                  <a:gd name="T54" fmla="*/ 729 w 738"/>
                  <a:gd name="T55" fmla="*/ 254 h 407"/>
                  <a:gd name="T56" fmla="*/ 740 w 738"/>
                  <a:gd name="T57" fmla="*/ 285 h 407"/>
                  <a:gd name="T58" fmla="*/ 740 w 738"/>
                  <a:gd name="T59" fmla="*/ 316 h 407"/>
                  <a:gd name="T60" fmla="*/ 718 w 738"/>
                  <a:gd name="T61" fmla="*/ 346 h 407"/>
                  <a:gd name="T62" fmla="*/ 681 w 738"/>
                  <a:gd name="T63" fmla="*/ 362 h 407"/>
                  <a:gd name="T64" fmla="*/ 649 w 738"/>
                  <a:gd name="T65" fmla="*/ 377 h 407"/>
                  <a:gd name="T66" fmla="*/ 616 w 738"/>
                  <a:gd name="T67" fmla="*/ 393 h 407"/>
                  <a:gd name="T68" fmla="*/ 584 w 738"/>
                  <a:gd name="T69" fmla="*/ 398 h 407"/>
                  <a:gd name="T70" fmla="*/ 541 w 738"/>
                  <a:gd name="T71" fmla="*/ 403 h 407"/>
                  <a:gd name="T72" fmla="*/ 503 w 738"/>
                  <a:gd name="T73" fmla="*/ 403 h 407"/>
                  <a:gd name="T74" fmla="*/ 471 w 738"/>
                  <a:gd name="T75" fmla="*/ 403 h 407"/>
                  <a:gd name="T76" fmla="*/ 439 w 738"/>
                  <a:gd name="T77" fmla="*/ 403 h 407"/>
                  <a:gd name="T78" fmla="*/ 406 w 738"/>
                  <a:gd name="T79" fmla="*/ 403 h 407"/>
                  <a:gd name="T80" fmla="*/ 374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17" name="Freeform 55">
                <a:extLst>
                  <a:ext uri="{FF2B5EF4-FFF2-40B4-BE49-F238E27FC236}">
                    <a16:creationId xmlns:a16="http://schemas.microsoft.com/office/drawing/2014/main" id="{7B91FB20-CF12-BA4A-91B0-3BD678E72BE5}"/>
                  </a:ext>
                </a:extLst>
              </p:cNvPr>
              <p:cNvSpPr>
                <a:spLocks/>
              </p:cNvSpPr>
              <p:nvPr/>
            </p:nvSpPr>
            <p:spPr bwMode="auto">
              <a:xfrm>
                <a:off x="3191" y="271"/>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18" name="Freeform 56">
                <a:extLst>
                  <a:ext uri="{FF2B5EF4-FFF2-40B4-BE49-F238E27FC236}">
                    <a16:creationId xmlns:a16="http://schemas.microsoft.com/office/drawing/2014/main" id="{CDB0103C-68AC-E649-A8EF-43A2B6BDF373}"/>
                  </a:ext>
                </a:extLst>
              </p:cNvPr>
              <p:cNvSpPr>
                <a:spLocks/>
              </p:cNvSpPr>
              <p:nvPr/>
            </p:nvSpPr>
            <p:spPr bwMode="auto">
              <a:xfrm>
                <a:off x="3469" y="240"/>
                <a:ext cx="83" cy="87"/>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6 h 87"/>
                  <a:gd name="T12" fmla="*/ 84 w 82"/>
                  <a:gd name="T13" fmla="*/ 61 h 87"/>
                  <a:gd name="T14" fmla="*/ 84 w 82"/>
                  <a:gd name="T15" fmla="*/ 76 h 87"/>
                  <a:gd name="T16" fmla="*/ 68 w 82"/>
                  <a:gd name="T17" fmla="*/ 86 h 87"/>
                  <a:gd name="T18" fmla="*/ 52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17" name="Group 57">
              <a:extLst>
                <a:ext uri="{FF2B5EF4-FFF2-40B4-BE49-F238E27FC236}">
                  <a16:creationId xmlns:a16="http://schemas.microsoft.com/office/drawing/2014/main" id="{50EF6066-F3E0-6749-9386-6718FC0A6F2F}"/>
                </a:ext>
              </a:extLst>
            </p:cNvPr>
            <p:cNvGrpSpPr>
              <a:grpSpLocks/>
            </p:cNvGrpSpPr>
            <p:nvPr/>
          </p:nvGrpSpPr>
          <p:grpSpPr bwMode="auto">
            <a:xfrm>
              <a:off x="4648" y="1071"/>
              <a:ext cx="408" cy="317"/>
              <a:chOff x="2949" y="196"/>
              <a:chExt cx="941" cy="598"/>
            </a:xfrm>
          </p:grpSpPr>
          <p:sp>
            <p:nvSpPr>
              <p:cNvPr id="33897" name="Oval 58">
                <a:extLst>
                  <a:ext uri="{FF2B5EF4-FFF2-40B4-BE49-F238E27FC236}">
                    <a16:creationId xmlns:a16="http://schemas.microsoft.com/office/drawing/2014/main" id="{99043ECB-23DA-1B43-B21B-8D50F1B34355}"/>
                  </a:ext>
                </a:extLst>
              </p:cNvPr>
              <p:cNvSpPr>
                <a:spLocks noChangeArrowheads="1"/>
              </p:cNvSpPr>
              <p:nvPr/>
            </p:nvSpPr>
            <p:spPr bwMode="auto">
              <a:xfrm>
                <a:off x="3168" y="196"/>
                <a:ext cx="408"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8" name="Oval 59">
                <a:extLst>
                  <a:ext uri="{FF2B5EF4-FFF2-40B4-BE49-F238E27FC236}">
                    <a16:creationId xmlns:a16="http://schemas.microsoft.com/office/drawing/2014/main" id="{E4B5BAA6-C8C9-744C-A0FB-D4DB7B8B468A}"/>
                  </a:ext>
                </a:extLst>
              </p:cNvPr>
              <p:cNvSpPr>
                <a:spLocks noChangeArrowheads="1"/>
              </p:cNvSpPr>
              <p:nvPr/>
            </p:nvSpPr>
            <p:spPr bwMode="auto">
              <a:xfrm rot="900000">
                <a:off x="3512" y="252"/>
                <a:ext cx="274"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9" name="Oval 60">
                <a:extLst>
                  <a:ext uri="{FF2B5EF4-FFF2-40B4-BE49-F238E27FC236}">
                    <a16:creationId xmlns:a16="http://schemas.microsoft.com/office/drawing/2014/main" id="{EC10B0F3-17D6-7E44-8039-BC67C6B4DBB1}"/>
                  </a:ext>
                </a:extLst>
              </p:cNvPr>
              <p:cNvSpPr>
                <a:spLocks noChangeArrowheads="1"/>
              </p:cNvSpPr>
              <p:nvPr/>
            </p:nvSpPr>
            <p:spPr bwMode="auto">
              <a:xfrm rot="1500000">
                <a:off x="3649" y="385"/>
                <a:ext cx="241" cy="153"/>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0" name="Oval 61">
                <a:extLst>
                  <a:ext uri="{FF2B5EF4-FFF2-40B4-BE49-F238E27FC236}">
                    <a16:creationId xmlns:a16="http://schemas.microsoft.com/office/drawing/2014/main" id="{4274F1FE-608F-7341-A741-08FA9765070F}"/>
                  </a:ext>
                </a:extLst>
              </p:cNvPr>
              <p:cNvSpPr>
                <a:spLocks noChangeArrowheads="1"/>
              </p:cNvSpPr>
              <p:nvPr/>
            </p:nvSpPr>
            <p:spPr bwMode="auto">
              <a:xfrm rot="-1560000">
                <a:off x="3572" y="537"/>
                <a:ext cx="291" cy="190"/>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1" name="Oval 62">
                <a:extLst>
                  <a:ext uri="{FF2B5EF4-FFF2-40B4-BE49-F238E27FC236}">
                    <a16:creationId xmlns:a16="http://schemas.microsoft.com/office/drawing/2014/main" id="{B0D53CD1-B62E-D749-9580-38DDAF97E330}"/>
                  </a:ext>
                </a:extLst>
              </p:cNvPr>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2" name="Oval 63">
                <a:extLst>
                  <a:ext uri="{FF2B5EF4-FFF2-40B4-BE49-F238E27FC236}">
                    <a16:creationId xmlns:a16="http://schemas.microsoft.com/office/drawing/2014/main" id="{90FA407E-DA49-054B-A87C-B79B5EBB85D1}"/>
                  </a:ext>
                </a:extLst>
              </p:cNvPr>
              <p:cNvSpPr>
                <a:spLocks noChangeArrowheads="1"/>
              </p:cNvSpPr>
              <p:nvPr/>
            </p:nvSpPr>
            <p:spPr bwMode="auto">
              <a:xfrm rot="1080000">
                <a:off x="3023" y="555"/>
                <a:ext cx="26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3" name="Oval 64">
                <a:extLst>
                  <a:ext uri="{FF2B5EF4-FFF2-40B4-BE49-F238E27FC236}">
                    <a16:creationId xmlns:a16="http://schemas.microsoft.com/office/drawing/2014/main" id="{4042D13E-09DF-C045-BEDD-6EB469B3E2DF}"/>
                  </a:ext>
                </a:extLst>
              </p:cNvPr>
              <p:cNvSpPr>
                <a:spLocks noChangeArrowheads="1"/>
              </p:cNvSpPr>
              <p:nvPr/>
            </p:nvSpPr>
            <p:spPr bwMode="auto">
              <a:xfrm>
                <a:off x="2949" y="433"/>
                <a:ext cx="217"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4" name="Oval 65">
                <a:extLst>
                  <a:ext uri="{FF2B5EF4-FFF2-40B4-BE49-F238E27FC236}">
                    <a16:creationId xmlns:a16="http://schemas.microsoft.com/office/drawing/2014/main" id="{A2CAE01E-B2F1-AF4C-B59F-C815588954BA}"/>
                  </a:ext>
                </a:extLst>
              </p:cNvPr>
              <p:cNvSpPr>
                <a:spLocks noChangeArrowheads="1"/>
              </p:cNvSpPr>
              <p:nvPr/>
            </p:nvSpPr>
            <p:spPr bwMode="auto">
              <a:xfrm rot="-1860000">
                <a:off x="2984" y="311"/>
                <a:ext cx="294"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5" name="Freeform 66">
                <a:extLst>
                  <a:ext uri="{FF2B5EF4-FFF2-40B4-BE49-F238E27FC236}">
                    <a16:creationId xmlns:a16="http://schemas.microsoft.com/office/drawing/2014/main" id="{CC399C30-20E3-A444-8F19-2E225ECFF32C}"/>
                  </a:ext>
                </a:extLst>
              </p:cNvPr>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06" name="Freeform 67">
                <a:extLst>
                  <a:ext uri="{FF2B5EF4-FFF2-40B4-BE49-F238E27FC236}">
                    <a16:creationId xmlns:a16="http://schemas.microsoft.com/office/drawing/2014/main" id="{44EAAAC3-96FB-9F4A-96A5-BA096E2A5146}"/>
                  </a:ext>
                </a:extLst>
              </p:cNvPr>
              <p:cNvSpPr>
                <a:spLocks/>
              </p:cNvSpPr>
              <p:nvPr/>
            </p:nvSpPr>
            <p:spPr bwMode="auto">
              <a:xfrm>
                <a:off x="3193" y="272"/>
                <a:ext cx="117" cy="117"/>
              </a:xfrm>
              <a:custGeom>
                <a:avLst/>
                <a:gdLst>
                  <a:gd name="T0" fmla="*/ 5 w 117"/>
                  <a:gd name="T1" fmla="*/ 63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59 h 118"/>
                  <a:gd name="T24" fmla="*/ 116 w 117"/>
                  <a:gd name="T25" fmla="*/ 73 h 118"/>
                  <a:gd name="T26" fmla="*/ 116 w 117"/>
                  <a:gd name="T27" fmla="*/ 89 h 118"/>
                  <a:gd name="T28" fmla="*/ 116 w 117"/>
                  <a:gd name="T29" fmla="*/ 104 h 118"/>
                  <a:gd name="T30" fmla="*/ 100 w 117"/>
                  <a:gd name="T31" fmla="*/ 114 h 118"/>
                  <a:gd name="T32" fmla="*/ 84 w 117"/>
                  <a:gd name="T33" fmla="*/ 114 h 118"/>
                  <a:gd name="T34" fmla="*/ 69 w 117"/>
                  <a:gd name="T35" fmla="*/ 114 h 118"/>
                  <a:gd name="T36" fmla="*/ 53 w 117"/>
                  <a:gd name="T37" fmla="*/ 114 h 118"/>
                  <a:gd name="T38" fmla="*/ 37 w 117"/>
                  <a:gd name="T39" fmla="*/ 109 h 118"/>
                  <a:gd name="T40" fmla="*/ 21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07" name="Freeform 68">
                <a:extLst>
                  <a:ext uri="{FF2B5EF4-FFF2-40B4-BE49-F238E27FC236}">
                    <a16:creationId xmlns:a16="http://schemas.microsoft.com/office/drawing/2014/main" id="{A36670B7-21F8-174B-8C22-3D2564D5EBF1}"/>
                  </a:ext>
                </a:extLst>
              </p:cNvPr>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18" name="Group 69">
              <a:extLst>
                <a:ext uri="{FF2B5EF4-FFF2-40B4-BE49-F238E27FC236}">
                  <a16:creationId xmlns:a16="http://schemas.microsoft.com/office/drawing/2014/main" id="{D017AD26-E0B4-6341-9EAE-44E061AC2A24}"/>
                </a:ext>
              </a:extLst>
            </p:cNvPr>
            <p:cNvGrpSpPr>
              <a:grpSpLocks/>
            </p:cNvGrpSpPr>
            <p:nvPr/>
          </p:nvGrpSpPr>
          <p:grpSpPr bwMode="auto">
            <a:xfrm rot="-1072061">
              <a:off x="3614" y="1401"/>
              <a:ext cx="318" cy="271"/>
              <a:chOff x="2949" y="196"/>
              <a:chExt cx="941" cy="598"/>
            </a:xfrm>
          </p:grpSpPr>
          <p:sp>
            <p:nvSpPr>
              <p:cNvPr id="33886" name="Oval 70">
                <a:extLst>
                  <a:ext uri="{FF2B5EF4-FFF2-40B4-BE49-F238E27FC236}">
                    <a16:creationId xmlns:a16="http://schemas.microsoft.com/office/drawing/2014/main" id="{C3432957-90A7-4349-97C1-5BBECAE69E52}"/>
                  </a:ext>
                </a:extLst>
              </p:cNvPr>
              <p:cNvSpPr>
                <a:spLocks noChangeArrowheads="1"/>
              </p:cNvSpPr>
              <p:nvPr/>
            </p:nvSpPr>
            <p:spPr bwMode="auto">
              <a:xfrm>
                <a:off x="3163" y="196"/>
                <a:ext cx="407" cy="16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7" name="Oval 71">
                <a:extLst>
                  <a:ext uri="{FF2B5EF4-FFF2-40B4-BE49-F238E27FC236}">
                    <a16:creationId xmlns:a16="http://schemas.microsoft.com/office/drawing/2014/main" id="{5367E018-0D19-D947-B809-568B0D430096}"/>
                  </a:ext>
                </a:extLst>
              </p:cNvPr>
              <p:cNvSpPr>
                <a:spLocks noChangeArrowheads="1"/>
              </p:cNvSpPr>
              <p:nvPr/>
            </p:nvSpPr>
            <p:spPr bwMode="auto">
              <a:xfrm rot="900000">
                <a:off x="3499" y="247"/>
                <a:ext cx="272"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8" name="Oval 72">
                <a:extLst>
                  <a:ext uri="{FF2B5EF4-FFF2-40B4-BE49-F238E27FC236}">
                    <a16:creationId xmlns:a16="http://schemas.microsoft.com/office/drawing/2014/main" id="{48FFF398-2432-034B-8D0C-F73B65479B21}"/>
                  </a:ext>
                </a:extLst>
              </p:cNvPr>
              <p:cNvSpPr>
                <a:spLocks noChangeArrowheads="1"/>
              </p:cNvSpPr>
              <p:nvPr/>
            </p:nvSpPr>
            <p:spPr bwMode="auto">
              <a:xfrm rot="1500000">
                <a:off x="3635" y="380"/>
                <a:ext cx="240"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9" name="Oval 73">
                <a:extLst>
                  <a:ext uri="{FF2B5EF4-FFF2-40B4-BE49-F238E27FC236}">
                    <a16:creationId xmlns:a16="http://schemas.microsoft.com/office/drawing/2014/main" id="{BD9082E3-987D-1D44-86E7-C22E4C99AAB1}"/>
                  </a:ext>
                </a:extLst>
              </p:cNvPr>
              <p:cNvSpPr>
                <a:spLocks noChangeArrowheads="1"/>
              </p:cNvSpPr>
              <p:nvPr/>
            </p:nvSpPr>
            <p:spPr bwMode="auto">
              <a:xfrm rot="-1560000">
                <a:off x="3556" y="528"/>
                <a:ext cx="289" cy="187"/>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0" name="Oval 74">
                <a:extLst>
                  <a:ext uri="{FF2B5EF4-FFF2-40B4-BE49-F238E27FC236}">
                    <a16:creationId xmlns:a16="http://schemas.microsoft.com/office/drawing/2014/main" id="{D71E75A4-C7BD-314D-A02F-3EA0ED3727CF}"/>
                  </a:ext>
                </a:extLst>
              </p:cNvPr>
              <p:cNvSpPr>
                <a:spLocks noChangeArrowheads="1"/>
              </p:cNvSpPr>
              <p:nvPr/>
            </p:nvSpPr>
            <p:spPr bwMode="auto">
              <a:xfrm>
                <a:off x="3216" y="553"/>
                <a:ext cx="463" cy="23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1" name="Oval 75">
                <a:extLst>
                  <a:ext uri="{FF2B5EF4-FFF2-40B4-BE49-F238E27FC236}">
                    <a16:creationId xmlns:a16="http://schemas.microsoft.com/office/drawing/2014/main" id="{D42F0F2F-3C4F-5F46-B57B-E92C233D0C94}"/>
                  </a:ext>
                </a:extLst>
              </p:cNvPr>
              <p:cNvSpPr>
                <a:spLocks noChangeArrowheads="1"/>
              </p:cNvSpPr>
              <p:nvPr/>
            </p:nvSpPr>
            <p:spPr bwMode="auto">
              <a:xfrm rot="1080000">
                <a:off x="3010" y="547"/>
                <a:ext cx="266" cy="155"/>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2" name="Oval 76">
                <a:extLst>
                  <a:ext uri="{FF2B5EF4-FFF2-40B4-BE49-F238E27FC236}">
                    <a16:creationId xmlns:a16="http://schemas.microsoft.com/office/drawing/2014/main" id="{DD0B22CF-B42F-6345-8F8A-4F928DBEF01B}"/>
                  </a:ext>
                </a:extLst>
              </p:cNvPr>
              <p:cNvSpPr>
                <a:spLocks noChangeArrowheads="1"/>
              </p:cNvSpPr>
              <p:nvPr/>
            </p:nvSpPr>
            <p:spPr bwMode="auto">
              <a:xfrm>
                <a:off x="2936" y="422"/>
                <a:ext cx="212" cy="157"/>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3" name="Oval 77">
                <a:extLst>
                  <a:ext uri="{FF2B5EF4-FFF2-40B4-BE49-F238E27FC236}">
                    <a16:creationId xmlns:a16="http://schemas.microsoft.com/office/drawing/2014/main" id="{E44058C5-F91C-D341-B095-DB89FCE04EB3}"/>
                  </a:ext>
                </a:extLst>
              </p:cNvPr>
              <p:cNvSpPr>
                <a:spLocks noChangeArrowheads="1"/>
              </p:cNvSpPr>
              <p:nvPr/>
            </p:nvSpPr>
            <p:spPr bwMode="auto">
              <a:xfrm rot="-1860000">
                <a:off x="2960" y="308"/>
                <a:ext cx="296"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4" name="Freeform 78">
                <a:extLst>
                  <a:ext uri="{FF2B5EF4-FFF2-40B4-BE49-F238E27FC236}">
                    <a16:creationId xmlns:a16="http://schemas.microsoft.com/office/drawing/2014/main" id="{4147B23C-C6DD-754B-966A-402727A1C640}"/>
                  </a:ext>
                </a:extLst>
              </p:cNvPr>
              <p:cNvSpPr>
                <a:spLocks/>
              </p:cNvSpPr>
              <p:nvPr/>
            </p:nvSpPr>
            <p:spPr bwMode="auto">
              <a:xfrm>
                <a:off x="3038" y="296"/>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4 h 407"/>
                  <a:gd name="T54" fmla="*/ 723 w 738"/>
                  <a:gd name="T55" fmla="*/ 255 h 407"/>
                  <a:gd name="T56" fmla="*/ 734 w 738"/>
                  <a:gd name="T57" fmla="*/ 286 h 407"/>
                  <a:gd name="T58" fmla="*/ 734 w 738"/>
                  <a:gd name="T59" fmla="*/ 317 h 407"/>
                  <a:gd name="T60" fmla="*/ 712 w 738"/>
                  <a:gd name="T61" fmla="*/ 347 h 407"/>
                  <a:gd name="T62" fmla="*/ 675 w 738"/>
                  <a:gd name="T63" fmla="*/ 363 h 407"/>
                  <a:gd name="T64" fmla="*/ 643 w 738"/>
                  <a:gd name="T65" fmla="*/ 378 h 407"/>
                  <a:gd name="T66" fmla="*/ 610 w 738"/>
                  <a:gd name="T67" fmla="*/ 394 h 407"/>
                  <a:gd name="T68" fmla="*/ 578 w 738"/>
                  <a:gd name="T69" fmla="*/ 399 h 407"/>
                  <a:gd name="T70" fmla="*/ 535 w 738"/>
                  <a:gd name="T71" fmla="*/ 404 h 407"/>
                  <a:gd name="T72" fmla="*/ 497 w 738"/>
                  <a:gd name="T73" fmla="*/ 404 h 407"/>
                  <a:gd name="T74" fmla="*/ 465 w 738"/>
                  <a:gd name="T75" fmla="*/ 404 h 407"/>
                  <a:gd name="T76" fmla="*/ 433 w 738"/>
                  <a:gd name="T77" fmla="*/ 404 h 407"/>
                  <a:gd name="T78" fmla="*/ 400 w 738"/>
                  <a:gd name="T79" fmla="*/ 404 h 407"/>
                  <a:gd name="T80" fmla="*/ 369 w 738"/>
                  <a:gd name="T81" fmla="*/ 404 h 407"/>
                  <a:gd name="T82" fmla="*/ 339 w 738"/>
                  <a:gd name="T83" fmla="*/ 404 h 407"/>
                  <a:gd name="T84" fmla="*/ 307 w 738"/>
                  <a:gd name="T85" fmla="*/ 404 h 407"/>
                  <a:gd name="T86" fmla="*/ 269 w 738"/>
                  <a:gd name="T87" fmla="*/ 404 h 407"/>
                  <a:gd name="T88" fmla="*/ 237 w 738"/>
                  <a:gd name="T89" fmla="*/ 404 h 407"/>
                  <a:gd name="T90" fmla="*/ 204 w 738"/>
                  <a:gd name="T91" fmla="*/ 404 h 407"/>
                  <a:gd name="T92" fmla="*/ 172 w 738"/>
                  <a:gd name="T93" fmla="*/ 389 h 407"/>
                  <a:gd name="T94" fmla="*/ 140 w 738"/>
                  <a:gd name="T95" fmla="*/ 378 h 407"/>
                  <a:gd name="T96" fmla="*/ 108 w 738"/>
                  <a:gd name="T97" fmla="*/ 363 h 407"/>
                  <a:gd name="T98" fmla="*/ 81 w 738"/>
                  <a:gd name="T99" fmla="*/ 337 h 407"/>
                  <a:gd name="T100" fmla="*/ 59 w 738"/>
                  <a:gd name="T101" fmla="*/ 317 h 407"/>
                  <a:gd name="T102" fmla="*/ 38 w 738"/>
                  <a:gd name="T103" fmla="*/ 286 h 407"/>
                  <a:gd name="T104" fmla="*/ 16 w 738"/>
                  <a:gd name="T105" fmla="*/ 250 h 407"/>
                  <a:gd name="T106" fmla="*/ 0 w 738"/>
                  <a:gd name="T107" fmla="*/ 214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95" name="Freeform 79">
                <a:extLst>
                  <a:ext uri="{FF2B5EF4-FFF2-40B4-BE49-F238E27FC236}">
                    <a16:creationId xmlns:a16="http://schemas.microsoft.com/office/drawing/2014/main" id="{05D538CB-BF9F-8C43-AC0C-BB656757236D}"/>
                  </a:ext>
                </a:extLst>
              </p:cNvPr>
              <p:cNvSpPr>
                <a:spLocks/>
              </p:cNvSpPr>
              <p:nvPr/>
            </p:nvSpPr>
            <p:spPr bwMode="auto">
              <a:xfrm>
                <a:off x="3186" y="269"/>
                <a:ext cx="120" cy="117"/>
              </a:xfrm>
              <a:custGeom>
                <a:avLst/>
                <a:gdLst>
                  <a:gd name="T0" fmla="*/ 5 w 117"/>
                  <a:gd name="T1" fmla="*/ 63 h 118"/>
                  <a:gd name="T2" fmla="*/ 0 w 117"/>
                  <a:gd name="T3" fmla="*/ 51 h 118"/>
                  <a:gd name="T4" fmla="*/ 0 w 117"/>
                  <a:gd name="T5" fmla="*/ 36 h 118"/>
                  <a:gd name="T6" fmla="*/ 16 w 117"/>
                  <a:gd name="T7" fmla="*/ 25 h 118"/>
                  <a:gd name="T8" fmla="*/ 35 w 117"/>
                  <a:gd name="T9" fmla="*/ 15 h 118"/>
                  <a:gd name="T10" fmla="*/ 50 w 117"/>
                  <a:gd name="T11" fmla="*/ 0 h 118"/>
                  <a:gd name="T12" fmla="*/ 69 w 117"/>
                  <a:gd name="T13" fmla="*/ 0 h 118"/>
                  <a:gd name="T14" fmla="*/ 85 w 117"/>
                  <a:gd name="T15" fmla="*/ 0 h 118"/>
                  <a:gd name="T16" fmla="*/ 90 w 117"/>
                  <a:gd name="T17" fmla="*/ 15 h 118"/>
                  <a:gd name="T18" fmla="*/ 102 w 117"/>
                  <a:gd name="T19" fmla="*/ 31 h 118"/>
                  <a:gd name="T20" fmla="*/ 114 w 117"/>
                  <a:gd name="T21" fmla="*/ 46 h 118"/>
                  <a:gd name="T22" fmla="*/ 120 w 117"/>
                  <a:gd name="T23" fmla="*/ 59 h 118"/>
                  <a:gd name="T24" fmla="*/ 125 w 117"/>
                  <a:gd name="T25" fmla="*/ 73 h 118"/>
                  <a:gd name="T26" fmla="*/ 125 w 117"/>
                  <a:gd name="T27" fmla="*/ 89 h 118"/>
                  <a:gd name="T28" fmla="*/ 125 w 117"/>
                  <a:gd name="T29" fmla="*/ 104 h 118"/>
                  <a:gd name="T30" fmla="*/ 109 w 117"/>
                  <a:gd name="T31" fmla="*/ 114 h 118"/>
                  <a:gd name="T32" fmla="*/ 90 w 117"/>
                  <a:gd name="T33" fmla="*/ 114 h 118"/>
                  <a:gd name="T34" fmla="*/ 75 w 117"/>
                  <a:gd name="T35" fmla="*/ 114 h 118"/>
                  <a:gd name="T36" fmla="*/ 56 w 117"/>
                  <a:gd name="T37" fmla="*/ 114 h 118"/>
                  <a:gd name="T38" fmla="*/ 40 w 117"/>
                  <a:gd name="T39" fmla="*/ 109 h 118"/>
                  <a:gd name="T40" fmla="*/ 24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96" name="Freeform 80">
                <a:extLst>
                  <a:ext uri="{FF2B5EF4-FFF2-40B4-BE49-F238E27FC236}">
                    <a16:creationId xmlns:a16="http://schemas.microsoft.com/office/drawing/2014/main" id="{B8D592D9-B47F-0C4E-85F0-E9B3B63F0CC9}"/>
                  </a:ext>
                </a:extLst>
              </p:cNvPr>
              <p:cNvSpPr>
                <a:spLocks/>
              </p:cNvSpPr>
              <p:nvPr/>
            </p:nvSpPr>
            <p:spPr bwMode="auto">
              <a:xfrm>
                <a:off x="3470" y="238"/>
                <a:ext cx="81" cy="87"/>
              </a:xfrm>
              <a:custGeom>
                <a:avLst/>
                <a:gdLst>
                  <a:gd name="T0" fmla="*/ 0 w 82"/>
                  <a:gd name="T1" fmla="*/ 0 h 87"/>
                  <a:gd name="T2" fmla="*/ 16 w 82"/>
                  <a:gd name="T3" fmla="*/ 10 h 87"/>
                  <a:gd name="T4" fmla="*/ 32 w 82"/>
                  <a:gd name="T5" fmla="*/ 20 h 87"/>
                  <a:gd name="T6" fmla="*/ 46 w 82"/>
                  <a:gd name="T7" fmla="*/ 20 h 87"/>
                  <a:gd name="T8" fmla="*/ 62 w 82"/>
                  <a:gd name="T9" fmla="*/ 30 h 87"/>
                  <a:gd name="T10" fmla="*/ 73 w 82"/>
                  <a:gd name="T11" fmla="*/ 46 h 87"/>
                  <a:gd name="T12" fmla="*/ 78 w 82"/>
                  <a:gd name="T13" fmla="*/ 61 h 87"/>
                  <a:gd name="T14" fmla="*/ 78 w 82"/>
                  <a:gd name="T15" fmla="*/ 76 h 87"/>
                  <a:gd name="T16" fmla="*/ 62 w 82"/>
                  <a:gd name="T17" fmla="*/ 86 h 87"/>
                  <a:gd name="T18" fmla="*/ 46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19" name="Group 81">
              <a:extLst>
                <a:ext uri="{FF2B5EF4-FFF2-40B4-BE49-F238E27FC236}">
                  <a16:creationId xmlns:a16="http://schemas.microsoft.com/office/drawing/2014/main" id="{2090D076-B9B2-1245-AA5C-908042058F10}"/>
                </a:ext>
              </a:extLst>
            </p:cNvPr>
            <p:cNvGrpSpPr>
              <a:grpSpLocks/>
            </p:cNvGrpSpPr>
            <p:nvPr/>
          </p:nvGrpSpPr>
          <p:grpSpPr bwMode="auto">
            <a:xfrm rot="-854928">
              <a:off x="3786" y="1741"/>
              <a:ext cx="362" cy="317"/>
              <a:chOff x="2949" y="196"/>
              <a:chExt cx="941" cy="598"/>
            </a:xfrm>
          </p:grpSpPr>
          <p:sp>
            <p:nvSpPr>
              <p:cNvPr id="33875" name="Oval 82">
                <a:extLst>
                  <a:ext uri="{FF2B5EF4-FFF2-40B4-BE49-F238E27FC236}">
                    <a16:creationId xmlns:a16="http://schemas.microsoft.com/office/drawing/2014/main" id="{8131615D-5427-644B-927E-1BB284979600}"/>
                  </a:ext>
                </a:extLst>
              </p:cNvPr>
              <p:cNvSpPr>
                <a:spLocks noChangeArrowheads="1"/>
              </p:cNvSpPr>
              <p:nvPr/>
            </p:nvSpPr>
            <p:spPr bwMode="auto">
              <a:xfrm>
                <a:off x="3165" y="187"/>
                <a:ext cx="410" cy="16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6" name="Oval 83">
                <a:extLst>
                  <a:ext uri="{FF2B5EF4-FFF2-40B4-BE49-F238E27FC236}">
                    <a16:creationId xmlns:a16="http://schemas.microsoft.com/office/drawing/2014/main" id="{BECBC867-AEC7-F049-A1B6-E84468FA07A5}"/>
                  </a:ext>
                </a:extLst>
              </p:cNvPr>
              <p:cNvSpPr>
                <a:spLocks noChangeArrowheads="1"/>
              </p:cNvSpPr>
              <p:nvPr/>
            </p:nvSpPr>
            <p:spPr bwMode="auto">
              <a:xfrm rot="900000">
                <a:off x="3512" y="250"/>
                <a:ext cx="275" cy="130"/>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7" name="Oval 84">
                <a:extLst>
                  <a:ext uri="{FF2B5EF4-FFF2-40B4-BE49-F238E27FC236}">
                    <a16:creationId xmlns:a16="http://schemas.microsoft.com/office/drawing/2014/main" id="{65906FCF-8D7A-BF4F-A584-63AF1B199E69}"/>
                  </a:ext>
                </a:extLst>
              </p:cNvPr>
              <p:cNvSpPr>
                <a:spLocks noChangeArrowheads="1"/>
              </p:cNvSpPr>
              <p:nvPr/>
            </p:nvSpPr>
            <p:spPr bwMode="auto">
              <a:xfrm rot="1500000">
                <a:off x="3647" y="384"/>
                <a:ext cx="241"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8" name="Oval 85">
                <a:extLst>
                  <a:ext uri="{FF2B5EF4-FFF2-40B4-BE49-F238E27FC236}">
                    <a16:creationId xmlns:a16="http://schemas.microsoft.com/office/drawing/2014/main" id="{E6E9BDB2-8A91-8F49-88BE-B7521D65679C}"/>
                  </a:ext>
                </a:extLst>
              </p:cNvPr>
              <p:cNvSpPr>
                <a:spLocks noChangeArrowheads="1"/>
              </p:cNvSpPr>
              <p:nvPr/>
            </p:nvSpPr>
            <p:spPr bwMode="auto">
              <a:xfrm rot="-1560000">
                <a:off x="3576" y="526"/>
                <a:ext cx="290" cy="19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9" name="Oval 86">
                <a:extLst>
                  <a:ext uri="{FF2B5EF4-FFF2-40B4-BE49-F238E27FC236}">
                    <a16:creationId xmlns:a16="http://schemas.microsoft.com/office/drawing/2014/main" id="{56F8A2DE-E3AB-CC4C-BE10-6EE08F7C650C}"/>
                  </a:ext>
                </a:extLst>
              </p:cNvPr>
              <p:cNvSpPr>
                <a:spLocks noChangeArrowheads="1"/>
              </p:cNvSpPr>
              <p:nvPr/>
            </p:nvSpPr>
            <p:spPr bwMode="auto">
              <a:xfrm>
                <a:off x="3214" y="543"/>
                <a:ext cx="474" cy="23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0" name="Oval 87">
                <a:extLst>
                  <a:ext uri="{FF2B5EF4-FFF2-40B4-BE49-F238E27FC236}">
                    <a16:creationId xmlns:a16="http://schemas.microsoft.com/office/drawing/2014/main" id="{5C1816A1-5A63-2040-8CF2-284EF24B2871}"/>
                  </a:ext>
                </a:extLst>
              </p:cNvPr>
              <p:cNvSpPr>
                <a:spLocks noChangeArrowheads="1"/>
              </p:cNvSpPr>
              <p:nvPr/>
            </p:nvSpPr>
            <p:spPr bwMode="auto">
              <a:xfrm rot="1080000">
                <a:off x="3023" y="553"/>
                <a:ext cx="265"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1" name="Oval 88">
                <a:extLst>
                  <a:ext uri="{FF2B5EF4-FFF2-40B4-BE49-F238E27FC236}">
                    <a16:creationId xmlns:a16="http://schemas.microsoft.com/office/drawing/2014/main" id="{7EED6C99-E5EA-8344-BC6D-4E911E3AAFD2}"/>
                  </a:ext>
                </a:extLst>
              </p:cNvPr>
              <p:cNvSpPr>
                <a:spLocks noChangeArrowheads="1"/>
              </p:cNvSpPr>
              <p:nvPr/>
            </p:nvSpPr>
            <p:spPr bwMode="auto">
              <a:xfrm>
                <a:off x="2943" y="423"/>
                <a:ext cx="218"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2" name="Oval 89">
                <a:extLst>
                  <a:ext uri="{FF2B5EF4-FFF2-40B4-BE49-F238E27FC236}">
                    <a16:creationId xmlns:a16="http://schemas.microsoft.com/office/drawing/2014/main" id="{E6589858-246F-8747-B48A-F0B3C188AE77}"/>
                  </a:ext>
                </a:extLst>
              </p:cNvPr>
              <p:cNvSpPr>
                <a:spLocks noChangeArrowheads="1"/>
              </p:cNvSpPr>
              <p:nvPr/>
            </p:nvSpPr>
            <p:spPr bwMode="auto">
              <a:xfrm rot="-1860000">
                <a:off x="2984" y="310"/>
                <a:ext cx="294"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3" name="Freeform 90">
                <a:extLst>
                  <a:ext uri="{FF2B5EF4-FFF2-40B4-BE49-F238E27FC236}">
                    <a16:creationId xmlns:a16="http://schemas.microsoft.com/office/drawing/2014/main" id="{D1E471DF-F0AB-DD4F-B808-56333D626985}"/>
                  </a:ext>
                </a:extLst>
              </p:cNvPr>
              <p:cNvSpPr>
                <a:spLocks/>
              </p:cNvSpPr>
              <p:nvPr/>
            </p:nvSpPr>
            <p:spPr bwMode="auto">
              <a:xfrm>
                <a:off x="3051" y="291"/>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9 h 407"/>
                  <a:gd name="T54" fmla="*/ 726 w 738"/>
                  <a:gd name="T55" fmla="*/ 260 h 407"/>
                  <a:gd name="T56" fmla="*/ 737 w 738"/>
                  <a:gd name="T57" fmla="*/ 291 h 407"/>
                  <a:gd name="T58" fmla="*/ 737 w 738"/>
                  <a:gd name="T59" fmla="*/ 322 h 407"/>
                  <a:gd name="T60" fmla="*/ 715 w 738"/>
                  <a:gd name="T61" fmla="*/ 352 h 407"/>
                  <a:gd name="T62" fmla="*/ 678 w 738"/>
                  <a:gd name="T63" fmla="*/ 368 h 407"/>
                  <a:gd name="T64" fmla="*/ 646 w 738"/>
                  <a:gd name="T65" fmla="*/ 383 h 407"/>
                  <a:gd name="T66" fmla="*/ 613 w 738"/>
                  <a:gd name="T67" fmla="*/ 399 h 407"/>
                  <a:gd name="T68" fmla="*/ 581 w 738"/>
                  <a:gd name="T69" fmla="*/ 404 h 407"/>
                  <a:gd name="T70" fmla="*/ 538 w 738"/>
                  <a:gd name="T71" fmla="*/ 409 h 407"/>
                  <a:gd name="T72" fmla="*/ 500 w 738"/>
                  <a:gd name="T73" fmla="*/ 409 h 407"/>
                  <a:gd name="T74" fmla="*/ 468 w 738"/>
                  <a:gd name="T75" fmla="*/ 409 h 407"/>
                  <a:gd name="T76" fmla="*/ 436 w 738"/>
                  <a:gd name="T77" fmla="*/ 409 h 407"/>
                  <a:gd name="T78" fmla="*/ 403 w 738"/>
                  <a:gd name="T79" fmla="*/ 409 h 407"/>
                  <a:gd name="T80" fmla="*/ 371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84" name="Freeform 91">
                <a:extLst>
                  <a:ext uri="{FF2B5EF4-FFF2-40B4-BE49-F238E27FC236}">
                    <a16:creationId xmlns:a16="http://schemas.microsoft.com/office/drawing/2014/main" id="{625EAA07-65BA-D14D-9401-05C30F5C7AEC}"/>
                  </a:ext>
                </a:extLst>
              </p:cNvPr>
              <p:cNvSpPr>
                <a:spLocks/>
              </p:cNvSpPr>
              <p:nvPr/>
            </p:nvSpPr>
            <p:spPr bwMode="auto">
              <a:xfrm>
                <a:off x="3195" y="261"/>
                <a:ext cx="117" cy="117"/>
              </a:xfrm>
              <a:custGeom>
                <a:avLst/>
                <a:gdLst>
                  <a:gd name="T0" fmla="*/ 5 w 117"/>
                  <a:gd name="T1" fmla="*/ 63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59 h 118"/>
                  <a:gd name="T24" fmla="*/ 116 w 117"/>
                  <a:gd name="T25" fmla="*/ 73 h 118"/>
                  <a:gd name="T26" fmla="*/ 116 w 117"/>
                  <a:gd name="T27" fmla="*/ 89 h 118"/>
                  <a:gd name="T28" fmla="*/ 116 w 117"/>
                  <a:gd name="T29" fmla="*/ 104 h 118"/>
                  <a:gd name="T30" fmla="*/ 100 w 117"/>
                  <a:gd name="T31" fmla="*/ 114 h 118"/>
                  <a:gd name="T32" fmla="*/ 84 w 117"/>
                  <a:gd name="T33" fmla="*/ 114 h 118"/>
                  <a:gd name="T34" fmla="*/ 69 w 117"/>
                  <a:gd name="T35" fmla="*/ 114 h 118"/>
                  <a:gd name="T36" fmla="*/ 53 w 117"/>
                  <a:gd name="T37" fmla="*/ 114 h 118"/>
                  <a:gd name="T38" fmla="*/ 37 w 117"/>
                  <a:gd name="T39" fmla="*/ 109 h 118"/>
                  <a:gd name="T40" fmla="*/ 21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85" name="Freeform 92">
                <a:extLst>
                  <a:ext uri="{FF2B5EF4-FFF2-40B4-BE49-F238E27FC236}">
                    <a16:creationId xmlns:a16="http://schemas.microsoft.com/office/drawing/2014/main" id="{7BD5A8F8-A0E1-5149-801E-87BAE645D24C}"/>
                  </a:ext>
                </a:extLst>
              </p:cNvPr>
              <p:cNvSpPr>
                <a:spLocks/>
              </p:cNvSpPr>
              <p:nvPr/>
            </p:nvSpPr>
            <p:spPr bwMode="auto">
              <a:xfrm>
                <a:off x="3468" y="237"/>
                <a:ext cx="83" cy="86"/>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3 h 87"/>
                  <a:gd name="T12" fmla="*/ 84 w 82"/>
                  <a:gd name="T13" fmla="*/ 58 h 87"/>
                  <a:gd name="T14" fmla="*/ 84 w 82"/>
                  <a:gd name="T15" fmla="*/ 73 h 87"/>
                  <a:gd name="T16" fmla="*/ 68 w 82"/>
                  <a:gd name="T17" fmla="*/ 83 h 87"/>
                  <a:gd name="T18" fmla="*/ 52 w 82"/>
                  <a:gd name="T19" fmla="*/ 83 h 87"/>
                  <a:gd name="T20" fmla="*/ 27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820" name="Line 93">
              <a:extLst>
                <a:ext uri="{FF2B5EF4-FFF2-40B4-BE49-F238E27FC236}">
                  <a16:creationId xmlns:a16="http://schemas.microsoft.com/office/drawing/2014/main" id="{C1E33894-46E4-0F42-A400-36B2DB4FC97D}"/>
                </a:ext>
              </a:extLst>
            </p:cNvPr>
            <p:cNvSpPr>
              <a:spLocks noChangeShapeType="1"/>
            </p:cNvSpPr>
            <p:nvPr/>
          </p:nvSpPr>
          <p:spPr bwMode="auto">
            <a:xfrm flipH="1">
              <a:off x="4830" y="1706"/>
              <a:ext cx="453"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3821" name="Group 94">
              <a:extLst>
                <a:ext uri="{FF2B5EF4-FFF2-40B4-BE49-F238E27FC236}">
                  <a16:creationId xmlns:a16="http://schemas.microsoft.com/office/drawing/2014/main" id="{3832178D-7F71-214F-814A-516B094FDAB0}"/>
                </a:ext>
              </a:extLst>
            </p:cNvPr>
            <p:cNvGrpSpPr>
              <a:grpSpLocks/>
            </p:cNvGrpSpPr>
            <p:nvPr/>
          </p:nvGrpSpPr>
          <p:grpSpPr bwMode="auto">
            <a:xfrm rot="-666782">
              <a:off x="4648" y="1888"/>
              <a:ext cx="272" cy="227"/>
              <a:chOff x="2949" y="196"/>
              <a:chExt cx="941" cy="598"/>
            </a:xfrm>
          </p:grpSpPr>
          <p:sp>
            <p:nvSpPr>
              <p:cNvPr id="33864" name="Oval 95">
                <a:extLst>
                  <a:ext uri="{FF2B5EF4-FFF2-40B4-BE49-F238E27FC236}">
                    <a16:creationId xmlns:a16="http://schemas.microsoft.com/office/drawing/2014/main" id="{288843F4-067D-AA4A-8524-A2A1342C447B}"/>
                  </a:ext>
                </a:extLst>
              </p:cNvPr>
              <p:cNvSpPr>
                <a:spLocks noChangeArrowheads="1"/>
              </p:cNvSpPr>
              <p:nvPr/>
            </p:nvSpPr>
            <p:spPr bwMode="auto">
              <a:xfrm>
                <a:off x="3167" y="196"/>
                <a:ext cx="40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5" name="Oval 96">
                <a:extLst>
                  <a:ext uri="{FF2B5EF4-FFF2-40B4-BE49-F238E27FC236}">
                    <a16:creationId xmlns:a16="http://schemas.microsoft.com/office/drawing/2014/main" id="{39DD8329-D003-5243-BE96-F5D141D3D3CE}"/>
                  </a:ext>
                </a:extLst>
              </p:cNvPr>
              <p:cNvSpPr>
                <a:spLocks noChangeArrowheads="1"/>
              </p:cNvSpPr>
              <p:nvPr/>
            </p:nvSpPr>
            <p:spPr bwMode="auto">
              <a:xfrm rot="900000">
                <a:off x="3500" y="251"/>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6" name="Oval 97">
                <a:extLst>
                  <a:ext uri="{FF2B5EF4-FFF2-40B4-BE49-F238E27FC236}">
                    <a16:creationId xmlns:a16="http://schemas.microsoft.com/office/drawing/2014/main" id="{36D33440-027B-2146-86F6-FE975188C717}"/>
                  </a:ext>
                </a:extLst>
              </p:cNvPr>
              <p:cNvSpPr>
                <a:spLocks noChangeArrowheads="1"/>
              </p:cNvSpPr>
              <p:nvPr/>
            </p:nvSpPr>
            <p:spPr bwMode="auto">
              <a:xfrm rot="1500000">
                <a:off x="3643" y="380"/>
                <a:ext cx="241"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7" name="Oval 98">
                <a:extLst>
                  <a:ext uri="{FF2B5EF4-FFF2-40B4-BE49-F238E27FC236}">
                    <a16:creationId xmlns:a16="http://schemas.microsoft.com/office/drawing/2014/main" id="{D1E765DC-084C-7D4D-99BF-28F5B3126E70}"/>
                  </a:ext>
                </a:extLst>
              </p:cNvPr>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8" name="Oval 99">
                <a:extLst>
                  <a:ext uri="{FF2B5EF4-FFF2-40B4-BE49-F238E27FC236}">
                    <a16:creationId xmlns:a16="http://schemas.microsoft.com/office/drawing/2014/main" id="{406CC46D-591F-844A-890D-BC9D15E61DC8}"/>
                  </a:ext>
                </a:extLst>
              </p:cNvPr>
              <p:cNvSpPr>
                <a:spLocks noChangeArrowheads="1"/>
              </p:cNvSpPr>
              <p:nvPr/>
            </p:nvSpPr>
            <p:spPr bwMode="auto">
              <a:xfrm>
                <a:off x="3203" y="545"/>
                <a:ext cx="469" cy="238"/>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9" name="Oval 100">
                <a:extLst>
                  <a:ext uri="{FF2B5EF4-FFF2-40B4-BE49-F238E27FC236}">
                    <a16:creationId xmlns:a16="http://schemas.microsoft.com/office/drawing/2014/main" id="{E4B6AD23-CD4E-5C40-A5BC-59EF37D242ED}"/>
                  </a:ext>
                </a:extLst>
              </p:cNvPr>
              <p:cNvSpPr>
                <a:spLocks noChangeArrowheads="1"/>
              </p:cNvSpPr>
              <p:nvPr/>
            </p:nvSpPr>
            <p:spPr bwMode="auto">
              <a:xfrm rot="1080000">
                <a:off x="3016" y="555"/>
                <a:ext cx="268" cy="15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0" name="Oval 101">
                <a:extLst>
                  <a:ext uri="{FF2B5EF4-FFF2-40B4-BE49-F238E27FC236}">
                    <a16:creationId xmlns:a16="http://schemas.microsoft.com/office/drawing/2014/main" id="{E834052B-A1F9-7140-BA5D-BD4D2FC119E1}"/>
                  </a:ext>
                </a:extLst>
              </p:cNvPr>
              <p:cNvSpPr>
                <a:spLocks noChangeArrowheads="1"/>
              </p:cNvSpPr>
              <p:nvPr/>
            </p:nvSpPr>
            <p:spPr bwMode="auto">
              <a:xfrm>
                <a:off x="2938" y="426"/>
                <a:ext cx="216" cy="15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1" name="Oval 102">
                <a:extLst>
                  <a:ext uri="{FF2B5EF4-FFF2-40B4-BE49-F238E27FC236}">
                    <a16:creationId xmlns:a16="http://schemas.microsoft.com/office/drawing/2014/main" id="{AF845BB3-1B07-1743-92A8-AE34614E98D7}"/>
                  </a:ext>
                </a:extLst>
              </p:cNvPr>
              <p:cNvSpPr>
                <a:spLocks noChangeArrowheads="1"/>
              </p:cNvSpPr>
              <p:nvPr/>
            </p:nvSpPr>
            <p:spPr bwMode="auto">
              <a:xfrm rot="-1860000">
                <a:off x="2968" y="308"/>
                <a:ext cx="296"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2" name="Freeform 103">
                <a:extLst>
                  <a:ext uri="{FF2B5EF4-FFF2-40B4-BE49-F238E27FC236}">
                    <a16:creationId xmlns:a16="http://schemas.microsoft.com/office/drawing/2014/main" id="{E7F85BF3-782C-D742-B0E0-4FEFE0862B84}"/>
                  </a:ext>
                </a:extLst>
              </p:cNvPr>
              <p:cNvSpPr>
                <a:spLocks/>
              </p:cNvSpPr>
              <p:nvPr/>
            </p:nvSpPr>
            <p:spPr bwMode="auto">
              <a:xfrm>
                <a:off x="3046" y="297"/>
                <a:ext cx="727" cy="399"/>
              </a:xfrm>
              <a:custGeom>
                <a:avLst/>
                <a:gdLst>
                  <a:gd name="T0" fmla="*/ 103 w 738"/>
                  <a:gd name="T1" fmla="*/ 77 h 407"/>
                  <a:gd name="T2" fmla="*/ 139 w 738"/>
                  <a:gd name="T3" fmla="*/ 74 h 407"/>
                  <a:gd name="T4" fmla="*/ 175 w 738"/>
                  <a:gd name="T5" fmla="*/ 69 h 407"/>
                  <a:gd name="T6" fmla="*/ 206 w 738"/>
                  <a:gd name="T7" fmla="*/ 64 h 407"/>
                  <a:gd name="T8" fmla="*/ 228 w 738"/>
                  <a:gd name="T9" fmla="*/ 43 h 407"/>
                  <a:gd name="T10" fmla="*/ 196 w 738"/>
                  <a:gd name="T11" fmla="*/ 38 h 407"/>
                  <a:gd name="T12" fmla="*/ 165 w 738"/>
                  <a:gd name="T13" fmla="*/ 43 h 407"/>
                  <a:gd name="T14" fmla="*/ 150 w 738"/>
                  <a:gd name="T15" fmla="*/ 43 h 407"/>
                  <a:gd name="T16" fmla="*/ 180 w 738"/>
                  <a:gd name="T17" fmla="*/ 25 h 407"/>
                  <a:gd name="T18" fmla="*/ 217 w 738"/>
                  <a:gd name="T19" fmla="*/ 15 h 407"/>
                  <a:gd name="T20" fmla="*/ 247 w 738"/>
                  <a:gd name="T21" fmla="*/ 10 h 407"/>
                  <a:gd name="T22" fmla="*/ 278 w 738"/>
                  <a:gd name="T23" fmla="*/ 5 h 407"/>
                  <a:gd name="T24" fmla="*/ 309 w 738"/>
                  <a:gd name="T25" fmla="*/ 0 h 407"/>
                  <a:gd name="T26" fmla="*/ 341 w 738"/>
                  <a:gd name="T27" fmla="*/ 0 h 407"/>
                  <a:gd name="T28" fmla="*/ 370 w 738"/>
                  <a:gd name="T29" fmla="*/ 0 h 407"/>
                  <a:gd name="T30" fmla="*/ 443 w 738"/>
                  <a:gd name="T31" fmla="*/ 0 h 407"/>
                  <a:gd name="T32" fmla="*/ 486 w 738"/>
                  <a:gd name="T33" fmla="*/ 0 h 407"/>
                  <a:gd name="T34" fmla="*/ 520 w 738"/>
                  <a:gd name="T35" fmla="*/ 15 h 407"/>
                  <a:gd name="T36" fmla="*/ 547 w 738"/>
                  <a:gd name="T37" fmla="*/ 33 h 407"/>
                  <a:gd name="T38" fmla="*/ 578 w 738"/>
                  <a:gd name="T39" fmla="*/ 48 h 407"/>
                  <a:gd name="T40" fmla="*/ 609 w 738"/>
                  <a:gd name="T41" fmla="*/ 54 h 407"/>
                  <a:gd name="T42" fmla="*/ 639 w 738"/>
                  <a:gd name="T43" fmla="*/ 74 h 407"/>
                  <a:gd name="T44" fmla="*/ 666 w 738"/>
                  <a:gd name="T45" fmla="*/ 93 h 407"/>
                  <a:gd name="T46" fmla="*/ 685 w 738"/>
                  <a:gd name="T47" fmla="*/ 122 h 407"/>
                  <a:gd name="T48" fmla="*/ 691 w 738"/>
                  <a:gd name="T49" fmla="*/ 156 h 407"/>
                  <a:gd name="T50" fmla="*/ 695 w 738"/>
                  <a:gd name="T51" fmla="*/ 184 h 407"/>
                  <a:gd name="T52" fmla="*/ 695 w 738"/>
                  <a:gd name="T53" fmla="*/ 215 h 407"/>
                  <a:gd name="T54" fmla="*/ 695 w 738"/>
                  <a:gd name="T55" fmla="*/ 243 h 407"/>
                  <a:gd name="T56" fmla="*/ 706 w 738"/>
                  <a:gd name="T57" fmla="*/ 273 h 407"/>
                  <a:gd name="T58" fmla="*/ 706 w 738"/>
                  <a:gd name="T59" fmla="*/ 302 h 407"/>
                  <a:gd name="T60" fmla="*/ 685 w 738"/>
                  <a:gd name="T61" fmla="*/ 330 h 407"/>
                  <a:gd name="T62" fmla="*/ 650 w 738"/>
                  <a:gd name="T63" fmla="*/ 346 h 407"/>
                  <a:gd name="T64" fmla="*/ 619 w 738"/>
                  <a:gd name="T65" fmla="*/ 360 h 407"/>
                  <a:gd name="T66" fmla="*/ 588 w 738"/>
                  <a:gd name="T67" fmla="*/ 374 h 407"/>
                  <a:gd name="T68" fmla="*/ 557 w 738"/>
                  <a:gd name="T69" fmla="*/ 379 h 407"/>
                  <a:gd name="T70" fmla="*/ 515 w 738"/>
                  <a:gd name="T71" fmla="*/ 384 h 407"/>
                  <a:gd name="T72" fmla="*/ 480 w 738"/>
                  <a:gd name="T73" fmla="*/ 384 h 407"/>
                  <a:gd name="T74" fmla="*/ 448 w 738"/>
                  <a:gd name="T75" fmla="*/ 384 h 407"/>
                  <a:gd name="T76" fmla="*/ 419 w 738"/>
                  <a:gd name="T77" fmla="*/ 384 h 407"/>
                  <a:gd name="T78" fmla="*/ 386 w 738"/>
                  <a:gd name="T79" fmla="*/ 384 h 407"/>
                  <a:gd name="T80" fmla="*/ 356 w 738"/>
                  <a:gd name="T81" fmla="*/ 384 h 407"/>
                  <a:gd name="T82" fmla="*/ 325 w 738"/>
                  <a:gd name="T83" fmla="*/ 384 h 407"/>
                  <a:gd name="T84" fmla="*/ 294 w 738"/>
                  <a:gd name="T85" fmla="*/ 384 h 407"/>
                  <a:gd name="T86" fmla="*/ 258 w 738"/>
                  <a:gd name="T87" fmla="*/ 384 h 407"/>
                  <a:gd name="T88" fmla="*/ 228 w 738"/>
                  <a:gd name="T89" fmla="*/ 384 h 407"/>
                  <a:gd name="T90" fmla="*/ 196 w 738"/>
                  <a:gd name="T91" fmla="*/ 384 h 407"/>
                  <a:gd name="T92" fmla="*/ 165 w 738"/>
                  <a:gd name="T93" fmla="*/ 370 h 407"/>
                  <a:gd name="T94" fmla="*/ 134 w 738"/>
                  <a:gd name="T95" fmla="*/ 360 h 407"/>
                  <a:gd name="T96" fmla="*/ 103 w 738"/>
                  <a:gd name="T97" fmla="*/ 346 h 407"/>
                  <a:gd name="T98" fmla="*/ 78 w 738"/>
                  <a:gd name="T99" fmla="*/ 321 h 407"/>
                  <a:gd name="T100" fmla="*/ 56 w 738"/>
                  <a:gd name="T101" fmla="*/ 302 h 407"/>
                  <a:gd name="T102" fmla="*/ 36 w 738"/>
                  <a:gd name="T103" fmla="*/ 273 h 407"/>
                  <a:gd name="T104" fmla="*/ 16 w 738"/>
                  <a:gd name="T105" fmla="*/ 238 h 407"/>
                  <a:gd name="T106" fmla="*/ 0 w 738"/>
                  <a:gd name="T107" fmla="*/ 205 h 407"/>
                  <a:gd name="T108" fmla="*/ 0 w 738"/>
                  <a:gd name="T109" fmla="*/ 175 h 407"/>
                  <a:gd name="T110" fmla="*/ 5 w 738"/>
                  <a:gd name="T111" fmla="*/ 141 h 407"/>
                  <a:gd name="T112" fmla="*/ 27 w 738"/>
                  <a:gd name="T113" fmla="*/ 117 h 407"/>
                  <a:gd name="T114" fmla="*/ 51 w 738"/>
                  <a:gd name="T115" fmla="*/ 102 h 407"/>
                  <a:gd name="T116" fmla="*/ 83 w 738"/>
                  <a:gd name="T117" fmla="*/ 93 h 407"/>
                  <a:gd name="T118" fmla="*/ 108 w 738"/>
                  <a:gd name="T119" fmla="*/ 77 h 407"/>
                  <a:gd name="T120" fmla="*/ 123 w 738"/>
                  <a:gd name="T121" fmla="*/ 93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73" name="Freeform 104">
                <a:extLst>
                  <a:ext uri="{FF2B5EF4-FFF2-40B4-BE49-F238E27FC236}">
                    <a16:creationId xmlns:a16="http://schemas.microsoft.com/office/drawing/2014/main" id="{79E203F9-1CDF-5741-9A43-F4F441790056}"/>
                  </a:ext>
                </a:extLst>
              </p:cNvPr>
              <p:cNvSpPr>
                <a:spLocks/>
              </p:cNvSpPr>
              <p:nvPr/>
            </p:nvSpPr>
            <p:spPr bwMode="auto">
              <a:xfrm>
                <a:off x="3176" y="267"/>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74" name="Freeform 105">
                <a:extLst>
                  <a:ext uri="{FF2B5EF4-FFF2-40B4-BE49-F238E27FC236}">
                    <a16:creationId xmlns:a16="http://schemas.microsoft.com/office/drawing/2014/main" id="{F4932A26-D722-3546-B3D1-E3865C9355DA}"/>
                  </a:ext>
                </a:extLst>
              </p:cNvPr>
              <p:cNvSpPr>
                <a:spLocks/>
              </p:cNvSpPr>
              <p:nvPr/>
            </p:nvSpPr>
            <p:spPr bwMode="auto">
              <a:xfrm>
                <a:off x="3451" y="237"/>
                <a:ext cx="83" cy="87"/>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6 h 87"/>
                  <a:gd name="T12" fmla="*/ 84 w 82"/>
                  <a:gd name="T13" fmla="*/ 61 h 87"/>
                  <a:gd name="T14" fmla="*/ 84 w 82"/>
                  <a:gd name="T15" fmla="*/ 76 h 87"/>
                  <a:gd name="T16" fmla="*/ 68 w 82"/>
                  <a:gd name="T17" fmla="*/ 86 h 87"/>
                  <a:gd name="T18" fmla="*/ 52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22" name="Group 106">
              <a:extLst>
                <a:ext uri="{FF2B5EF4-FFF2-40B4-BE49-F238E27FC236}">
                  <a16:creationId xmlns:a16="http://schemas.microsoft.com/office/drawing/2014/main" id="{9AA6A05A-0BF9-B34A-B711-A1D04C59EC0F}"/>
                </a:ext>
              </a:extLst>
            </p:cNvPr>
            <p:cNvGrpSpPr>
              <a:grpSpLocks/>
            </p:cNvGrpSpPr>
            <p:nvPr/>
          </p:nvGrpSpPr>
          <p:grpSpPr bwMode="auto">
            <a:xfrm rot="282232">
              <a:off x="5147" y="1570"/>
              <a:ext cx="272" cy="227"/>
              <a:chOff x="2949" y="196"/>
              <a:chExt cx="941" cy="598"/>
            </a:xfrm>
          </p:grpSpPr>
          <p:sp>
            <p:nvSpPr>
              <p:cNvPr id="33853" name="Oval 107">
                <a:extLst>
                  <a:ext uri="{FF2B5EF4-FFF2-40B4-BE49-F238E27FC236}">
                    <a16:creationId xmlns:a16="http://schemas.microsoft.com/office/drawing/2014/main" id="{665F1FAE-9365-EB4C-B4CA-B792DF1E90B3}"/>
                  </a:ext>
                </a:extLst>
              </p:cNvPr>
              <p:cNvSpPr>
                <a:spLocks noChangeArrowheads="1"/>
              </p:cNvSpPr>
              <p:nvPr/>
            </p:nvSpPr>
            <p:spPr bwMode="auto">
              <a:xfrm>
                <a:off x="3162" y="188"/>
                <a:ext cx="406" cy="163"/>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4" name="Oval 108">
                <a:extLst>
                  <a:ext uri="{FF2B5EF4-FFF2-40B4-BE49-F238E27FC236}">
                    <a16:creationId xmlns:a16="http://schemas.microsoft.com/office/drawing/2014/main" id="{2B5F94CA-C7F5-9F46-BC23-63156D60BB41}"/>
                  </a:ext>
                </a:extLst>
              </p:cNvPr>
              <p:cNvSpPr>
                <a:spLocks noChangeArrowheads="1"/>
              </p:cNvSpPr>
              <p:nvPr/>
            </p:nvSpPr>
            <p:spPr bwMode="auto">
              <a:xfrm rot="900000">
                <a:off x="3491" y="246"/>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5" name="Oval 109">
                <a:extLst>
                  <a:ext uri="{FF2B5EF4-FFF2-40B4-BE49-F238E27FC236}">
                    <a16:creationId xmlns:a16="http://schemas.microsoft.com/office/drawing/2014/main" id="{8D478E34-3CD8-4B4F-A5D2-597D8AB649FC}"/>
                  </a:ext>
                </a:extLst>
              </p:cNvPr>
              <p:cNvSpPr>
                <a:spLocks noChangeArrowheads="1"/>
              </p:cNvSpPr>
              <p:nvPr/>
            </p:nvSpPr>
            <p:spPr bwMode="auto">
              <a:xfrm rot="1500000">
                <a:off x="3648" y="384"/>
                <a:ext cx="241"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6" name="Oval 110">
                <a:extLst>
                  <a:ext uri="{FF2B5EF4-FFF2-40B4-BE49-F238E27FC236}">
                    <a16:creationId xmlns:a16="http://schemas.microsoft.com/office/drawing/2014/main" id="{6AA50A27-5C8E-8B41-AF66-B39E11C55DA3}"/>
                  </a:ext>
                </a:extLst>
              </p:cNvPr>
              <p:cNvSpPr>
                <a:spLocks noChangeArrowheads="1"/>
              </p:cNvSpPr>
              <p:nvPr/>
            </p:nvSpPr>
            <p:spPr bwMode="auto">
              <a:xfrm rot="-1560000">
                <a:off x="3554" y="535"/>
                <a:ext cx="291"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7" name="Oval 111">
                <a:extLst>
                  <a:ext uri="{FF2B5EF4-FFF2-40B4-BE49-F238E27FC236}">
                    <a16:creationId xmlns:a16="http://schemas.microsoft.com/office/drawing/2014/main" id="{D07FCE50-FE06-5947-A7EE-6B0C09EEAE92}"/>
                  </a:ext>
                </a:extLst>
              </p:cNvPr>
              <p:cNvSpPr>
                <a:spLocks noChangeArrowheads="1"/>
              </p:cNvSpPr>
              <p:nvPr/>
            </p:nvSpPr>
            <p:spPr bwMode="auto">
              <a:xfrm>
                <a:off x="3195" y="555"/>
                <a:ext cx="471" cy="24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8" name="Oval 112">
                <a:extLst>
                  <a:ext uri="{FF2B5EF4-FFF2-40B4-BE49-F238E27FC236}">
                    <a16:creationId xmlns:a16="http://schemas.microsoft.com/office/drawing/2014/main" id="{CE727B76-1F74-0A4F-AE66-3A1E773D7C54}"/>
                  </a:ext>
                </a:extLst>
              </p:cNvPr>
              <p:cNvSpPr>
                <a:spLocks noChangeArrowheads="1"/>
              </p:cNvSpPr>
              <p:nvPr/>
            </p:nvSpPr>
            <p:spPr bwMode="auto">
              <a:xfrm rot="1080000">
                <a:off x="3022" y="555"/>
                <a:ext cx="26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9" name="Oval 113">
                <a:extLst>
                  <a:ext uri="{FF2B5EF4-FFF2-40B4-BE49-F238E27FC236}">
                    <a16:creationId xmlns:a16="http://schemas.microsoft.com/office/drawing/2014/main" id="{6F6CC78B-A305-A549-9598-74586B3AB66C}"/>
                  </a:ext>
                </a:extLst>
              </p:cNvPr>
              <p:cNvSpPr>
                <a:spLocks noChangeArrowheads="1"/>
              </p:cNvSpPr>
              <p:nvPr/>
            </p:nvSpPr>
            <p:spPr bwMode="auto">
              <a:xfrm>
                <a:off x="2929" y="429"/>
                <a:ext cx="21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0" name="Oval 114">
                <a:extLst>
                  <a:ext uri="{FF2B5EF4-FFF2-40B4-BE49-F238E27FC236}">
                    <a16:creationId xmlns:a16="http://schemas.microsoft.com/office/drawing/2014/main" id="{73711036-FE31-CF45-A32B-651DC429210B}"/>
                  </a:ext>
                </a:extLst>
              </p:cNvPr>
              <p:cNvSpPr>
                <a:spLocks noChangeArrowheads="1"/>
              </p:cNvSpPr>
              <p:nvPr/>
            </p:nvSpPr>
            <p:spPr bwMode="auto">
              <a:xfrm rot="-1860000">
                <a:off x="2983" y="296"/>
                <a:ext cx="29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1" name="Freeform 115">
                <a:extLst>
                  <a:ext uri="{FF2B5EF4-FFF2-40B4-BE49-F238E27FC236}">
                    <a16:creationId xmlns:a16="http://schemas.microsoft.com/office/drawing/2014/main" id="{5796CC8E-5A47-754E-A614-3168C44EB065}"/>
                  </a:ext>
                </a:extLst>
              </p:cNvPr>
              <p:cNvSpPr>
                <a:spLocks/>
              </p:cNvSpPr>
              <p:nvPr/>
            </p:nvSpPr>
            <p:spPr bwMode="auto">
              <a:xfrm>
                <a:off x="3035" y="293"/>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9 h 407"/>
                  <a:gd name="T54" fmla="*/ 723 w 738"/>
                  <a:gd name="T55" fmla="*/ 260 h 407"/>
                  <a:gd name="T56" fmla="*/ 734 w 738"/>
                  <a:gd name="T57" fmla="*/ 291 h 407"/>
                  <a:gd name="T58" fmla="*/ 734 w 738"/>
                  <a:gd name="T59" fmla="*/ 322 h 407"/>
                  <a:gd name="T60" fmla="*/ 712 w 738"/>
                  <a:gd name="T61" fmla="*/ 352 h 407"/>
                  <a:gd name="T62" fmla="*/ 675 w 738"/>
                  <a:gd name="T63" fmla="*/ 368 h 407"/>
                  <a:gd name="T64" fmla="*/ 643 w 738"/>
                  <a:gd name="T65" fmla="*/ 383 h 407"/>
                  <a:gd name="T66" fmla="*/ 610 w 738"/>
                  <a:gd name="T67" fmla="*/ 399 h 407"/>
                  <a:gd name="T68" fmla="*/ 578 w 738"/>
                  <a:gd name="T69" fmla="*/ 404 h 407"/>
                  <a:gd name="T70" fmla="*/ 535 w 738"/>
                  <a:gd name="T71" fmla="*/ 409 h 407"/>
                  <a:gd name="T72" fmla="*/ 497 w 738"/>
                  <a:gd name="T73" fmla="*/ 409 h 407"/>
                  <a:gd name="T74" fmla="*/ 465 w 738"/>
                  <a:gd name="T75" fmla="*/ 409 h 407"/>
                  <a:gd name="T76" fmla="*/ 433 w 738"/>
                  <a:gd name="T77" fmla="*/ 409 h 407"/>
                  <a:gd name="T78" fmla="*/ 400 w 738"/>
                  <a:gd name="T79" fmla="*/ 409 h 407"/>
                  <a:gd name="T80" fmla="*/ 369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62" name="Freeform 116">
                <a:extLst>
                  <a:ext uri="{FF2B5EF4-FFF2-40B4-BE49-F238E27FC236}">
                    <a16:creationId xmlns:a16="http://schemas.microsoft.com/office/drawing/2014/main" id="{B890A15D-6A7C-F84B-B960-D092AA8BD599}"/>
                  </a:ext>
                </a:extLst>
              </p:cNvPr>
              <p:cNvSpPr>
                <a:spLocks/>
              </p:cNvSpPr>
              <p:nvPr/>
            </p:nvSpPr>
            <p:spPr bwMode="auto">
              <a:xfrm>
                <a:off x="3175" y="266"/>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63" name="Freeform 117">
                <a:extLst>
                  <a:ext uri="{FF2B5EF4-FFF2-40B4-BE49-F238E27FC236}">
                    <a16:creationId xmlns:a16="http://schemas.microsoft.com/office/drawing/2014/main" id="{0F2A8032-F3B5-BE42-B703-7B328F0812E7}"/>
                  </a:ext>
                </a:extLst>
              </p:cNvPr>
              <p:cNvSpPr>
                <a:spLocks/>
              </p:cNvSpPr>
              <p:nvPr/>
            </p:nvSpPr>
            <p:spPr bwMode="auto">
              <a:xfrm>
                <a:off x="3451" y="236"/>
                <a:ext cx="85" cy="87"/>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6 h 87"/>
                  <a:gd name="T12" fmla="*/ 90 w 82"/>
                  <a:gd name="T13" fmla="*/ 61 h 87"/>
                  <a:gd name="T14" fmla="*/ 90 w 82"/>
                  <a:gd name="T15" fmla="*/ 76 h 87"/>
                  <a:gd name="T16" fmla="*/ 72 w 82"/>
                  <a:gd name="T17" fmla="*/ 86 h 87"/>
                  <a:gd name="T18" fmla="*/ 55 w 82"/>
                  <a:gd name="T19" fmla="*/ 86 h 87"/>
                  <a:gd name="T20" fmla="*/ 30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823" name="Line 118">
              <a:extLst>
                <a:ext uri="{FF2B5EF4-FFF2-40B4-BE49-F238E27FC236}">
                  <a16:creationId xmlns:a16="http://schemas.microsoft.com/office/drawing/2014/main" id="{8DCC103F-A3AA-8E44-871A-3F13B021BAD4}"/>
                </a:ext>
              </a:extLst>
            </p:cNvPr>
            <p:cNvSpPr>
              <a:spLocks noChangeShapeType="1"/>
            </p:cNvSpPr>
            <p:nvPr/>
          </p:nvSpPr>
          <p:spPr bwMode="auto">
            <a:xfrm flipV="1">
              <a:off x="1791" y="1207"/>
              <a:ext cx="589"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4" name="Line 119">
              <a:extLst>
                <a:ext uri="{FF2B5EF4-FFF2-40B4-BE49-F238E27FC236}">
                  <a16:creationId xmlns:a16="http://schemas.microsoft.com/office/drawing/2014/main" id="{02636E1F-3728-F042-B2C9-E6BE4CEA515B}"/>
                </a:ext>
              </a:extLst>
            </p:cNvPr>
            <p:cNvSpPr>
              <a:spLocks noChangeShapeType="1"/>
            </p:cNvSpPr>
            <p:nvPr/>
          </p:nvSpPr>
          <p:spPr bwMode="auto">
            <a:xfrm flipV="1">
              <a:off x="2290" y="1207"/>
              <a:ext cx="136" cy="6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3825" name="Picture 120">
              <a:extLst>
                <a:ext uri="{FF2B5EF4-FFF2-40B4-BE49-F238E27FC236}">
                  <a16:creationId xmlns:a16="http://schemas.microsoft.com/office/drawing/2014/main" id="{44547C5E-D1D6-6242-BB55-D59334724F5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0" y="1525"/>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6" name="Picture 121">
              <a:extLst>
                <a:ext uri="{FF2B5EF4-FFF2-40B4-BE49-F238E27FC236}">
                  <a16:creationId xmlns:a16="http://schemas.microsoft.com/office/drawing/2014/main" id="{0BD773F0-3AAA-4443-AF66-77245BE67AD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8" y="1389"/>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7" name="Picture 122">
              <a:extLst>
                <a:ext uri="{FF2B5EF4-FFF2-40B4-BE49-F238E27FC236}">
                  <a16:creationId xmlns:a16="http://schemas.microsoft.com/office/drawing/2014/main" id="{7127C792-F0E9-6B44-94A9-32240D0C43E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 y="1888"/>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8" name="Picture 123">
              <a:extLst>
                <a:ext uri="{FF2B5EF4-FFF2-40B4-BE49-F238E27FC236}">
                  <a16:creationId xmlns:a16="http://schemas.microsoft.com/office/drawing/2014/main" id="{98A1A26C-2B9D-3F4A-BA9C-6B6AC8260A5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 y="1525"/>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9" name="Picture 124">
              <a:extLst>
                <a:ext uri="{FF2B5EF4-FFF2-40B4-BE49-F238E27FC236}">
                  <a16:creationId xmlns:a16="http://schemas.microsoft.com/office/drawing/2014/main" id="{2DE614F8-0E45-CE40-AF4F-914BE31D825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6" y="1389"/>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0" name="Picture 125">
              <a:extLst>
                <a:ext uri="{FF2B5EF4-FFF2-40B4-BE49-F238E27FC236}">
                  <a16:creationId xmlns:a16="http://schemas.microsoft.com/office/drawing/2014/main" id="{A8246005-929C-2E48-87AE-C76313AAFB5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 y="1026"/>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1" name="Picture 126">
              <a:extLst>
                <a:ext uri="{FF2B5EF4-FFF2-40B4-BE49-F238E27FC236}">
                  <a16:creationId xmlns:a16="http://schemas.microsoft.com/office/drawing/2014/main" id="{93786A29-EE95-AB43-B039-ACE03A522F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0" y="1797"/>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3832" name="Group 127">
              <a:extLst>
                <a:ext uri="{FF2B5EF4-FFF2-40B4-BE49-F238E27FC236}">
                  <a16:creationId xmlns:a16="http://schemas.microsoft.com/office/drawing/2014/main" id="{35ADC055-0873-2C4C-B2DB-D3033F28B370}"/>
                </a:ext>
              </a:extLst>
            </p:cNvPr>
            <p:cNvGrpSpPr>
              <a:grpSpLocks/>
            </p:cNvGrpSpPr>
            <p:nvPr/>
          </p:nvGrpSpPr>
          <p:grpSpPr bwMode="auto">
            <a:xfrm rot="-666782">
              <a:off x="4285" y="1570"/>
              <a:ext cx="272" cy="227"/>
              <a:chOff x="2949" y="196"/>
              <a:chExt cx="941" cy="598"/>
            </a:xfrm>
          </p:grpSpPr>
          <p:sp>
            <p:nvSpPr>
              <p:cNvPr id="33842" name="Oval 128">
                <a:extLst>
                  <a:ext uri="{FF2B5EF4-FFF2-40B4-BE49-F238E27FC236}">
                    <a16:creationId xmlns:a16="http://schemas.microsoft.com/office/drawing/2014/main" id="{5EA8C70F-32E2-B545-A642-E7D3E434E5D0}"/>
                  </a:ext>
                </a:extLst>
              </p:cNvPr>
              <p:cNvSpPr>
                <a:spLocks noChangeArrowheads="1"/>
              </p:cNvSpPr>
              <p:nvPr/>
            </p:nvSpPr>
            <p:spPr bwMode="auto">
              <a:xfrm>
                <a:off x="3167" y="196"/>
                <a:ext cx="40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3" name="Oval 129">
                <a:extLst>
                  <a:ext uri="{FF2B5EF4-FFF2-40B4-BE49-F238E27FC236}">
                    <a16:creationId xmlns:a16="http://schemas.microsoft.com/office/drawing/2014/main" id="{BC8056F1-EB25-B54B-834D-0EBE62E6786D}"/>
                  </a:ext>
                </a:extLst>
              </p:cNvPr>
              <p:cNvSpPr>
                <a:spLocks noChangeArrowheads="1"/>
              </p:cNvSpPr>
              <p:nvPr/>
            </p:nvSpPr>
            <p:spPr bwMode="auto">
              <a:xfrm rot="900000">
                <a:off x="3510" y="252"/>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4" name="Oval 130">
                <a:extLst>
                  <a:ext uri="{FF2B5EF4-FFF2-40B4-BE49-F238E27FC236}">
                    <a16:creationId xmlns:a16="http://schemas.microsoft.com/office/drawing/2014/main" id="{D3F88AB1-F9A9-1745-A4C4-4C98A922DA9A}"/>
                  </a:ext>
                </a:extLst>
              </p:cNvPr>
              <p:cNvSpPr>
                <a:spLocks noChangeArrowheads="1"/>
              </p:cNvSpPr>
              <p:nvPr/>
            </p:nvSpPr>
            <p:spPr bwMode="auto">
              <a:xfrm rot="1500000">
                <a:off x="3638" y="380"/>
                <a:ext cx="241"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5" name="Oval 131">
                <a:extLst>
                  <a:ext uri="{FF2B5EF4-FFF2-40B4-BE49-F238E27FC236}">
                    <a16:creationId xmlns:a16="http://schemas.microsoft.com/office/drawing/2014/main" id="{1DFEF0B7-2F13-0A48-AC41-5A8823E161C5}"/>
                  </a:ext>
                </a:extLst>
              </p:cNvPr>
              <p:cNvSpPr>
                <a:spLocks noChangeArrowheads="1"/>
              </p:cNvSpPr>
              <p:nvPr/>
            </p:nvSpPr>
            <p:spPr bwMode="auto">
              <a:xfrm rot="-1560000">
                <a:off x="3573" y="536"/>
                <a:ext cx="291"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6" name="Oval 132">
                <a:extLst>
                  <a:ext uri="{FF2B5EF4-FFF2-40B4-BE49-F238E27FC236}">
                    <a16:creationId xmlns:a16="http://schemas.microsoft.com/office/drawing/2014/main" id="{6D4842BE-8830-0841-A2D5-457E25AEE4B6}"/>
                  </a:ext>
                </a:extLst>
              </p:cNvPr>
              <p:cNvSpPr>
                <a:spLocks noChangeArrowheads="1"/>
              </p:cNvSpPr>
              <p:nvPr/>
            </p:nvSpPr>
            <p:spPr bwMode="auto">
              <a:xfrm>
                <a:off x="3210" y="555"/>
                <a:ext cx="471" cy="24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7" name="Oval 133">
                <a:extLst>
                  <a:ext uri="{FF2B5EF4-FFF2-40B4-BE49-F238E27FC236}">
                    <a16:creationId xmlns:a16="http://schemas.microsoft.com/office/drawing/2014/main" id="{9827DC12-DB3A-B64F-976C-C7EB43986E57}"/>
                  </a:ext>
                </a:extLst>
              </p:cNvPr>
              <p:cNvSpPr>
                <a:spLocks noChangeArrowheads="1"/>
              </p:cNvSpPr>
              <p:nvPr/>
            </p:nvSpPr>
            <p:spPr bwMode="auto">
              <a:xfrm rot="1080000">
                <a:off x="3021" y="555"/>
                <a:ext cx="26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8" name="Oval 134">
                <a:extLst>
                  <a:ext uri="{FF2B5EF4-FFF2-40B4-BE49-F238E27FC236}">
                    <a16:creationId xmlns:a16="http://schemas.microsoft.com/office/drawing/2014/main" id="{F4E4592D-7F7A-C141-8B68-7FD63C5CDEC9}"/>
                  </a:ext>
                </a:extLst>
              </p:cNvPr>
              <p:cNvSpPr>
                <a:spLocks noChangeArrowheads="1"/>
              </p:cNvSpPr>
              <p:nvPr/>
            </p:nvSpPr>
            <p:spPr bwMode="auto">
              <a:xfrm>
                <a:off x="2950" y="429"/>
                <a:ext cx="21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9" name="Oval 135">
                <a:extLst>
                  <a:ext uri="{FF2B5EF4-FFF2-40B4-BE49-F238E27FC236}">
                    <a16:creationId xmlns:a16="http://schemas.microsoft.com/office/drawing/2014/main" id="{4ADA2141-36DB-124F-933A-97ECDC4802E1}"/>
                  </a:ext>
                </a:extLst>
              </p:cNvPr>
              <p:cNvSpPr>
                <a:spLocks noChangeArrowheads="1"/>
              </p:cNvSpPr>
              <p:nvPr/>
            </p:nvSpPr>
            <p:spPr bwMode="auto">
              <a:xfrm rot="-1860000">
                <a:off x="2983" y="310"/>
                <a:ext cx="29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0" name="Freeform 136">
                <a:extLst>
                  <a:ext uri="{FF2B5EF4-FFF2-40B4-BE49-F238E27FC236}">
                    <a16:creationId xmlns:a16="http://schemas.microsoft.com/office/drawing/2014/main" id="{5E55BC56-0999-8742-9BC3-73BED4F90EC7}"/>
                  </a:ext>
                </a:extLst>
              </p:cNvPr>
              <p:cNvSpPr>
                <a:spLocks/>
              </p:cNvSpPr>
              <p:nvPr/>
            </p:nvSpPr>
            <p:spPr bwMode="auto">
              <a:xfrm>
                <a:off x="3051" y="295"/>
                <a:ext cx="722" cy="408"/>
              </a:xfrm>
              <a:custGeom>
                <a:avLst/>
                <a:gdLst>
                  <a:gd name="T0" fmla="*/ 102 w 738"/>
                  <a:gd name="T1" fmla="*/ 82 h 407"/>
                  <a:gd name="T2" fmla="*/ 136 w 738"/>
                  <a:gd name="T3" fmla="*/ 77 h 407"/>
                  <a:gd name="T4" fmla="*/ 172 w 738"/>
                  <a:gd name="T5" fmla="*/ 72 h 407"/>
                  <a:gd name="T6" fmla="*/ 202 w 738"/>
                  <a:gd name="T7" fmla="*/ 67 h 407"/>
                  <a:gd name="T8" fmla="*/ 223 w 738"/>
                  <a:gd name="T9" fmla="*/ 46 h 407"/>
                  <a:gd name="T10" fmla="*/ 192 w 738"/>
                  <a:gd name="T11" fmla="*/ 41 h 407"/>
                  <a:gd name="T12" fmla="*/ 161 w 738"/>
                  <a:gd name="T13" fmla="*/ 46 h 407"/>
                  <a:gd name="T14" fmla="*/ 147 w 738"/>
                  <a:gd name="T15" fmla="*/ 46 h 407"/>
                  <a:gd name="T16" fmla="*/ 176 w 738"/>
                  <a:gd name="T17" fmla="*/ 26 h 407"/>
                  <a:gd name="T18" fmla="*/ 212 w 738"/>
                  <a:gd name="T19" fmla="*/ 15 h 407"/>
                  <a:gd name="T20" fmla="*/ 243 w 738"/>
                  <a:gd name="T21" fmla="*/ 10 h 407"/>
                  <a:gd name="T22" fmla="*/ 272 w 738"/>
                  <a:gd name="T23" fmla="*/ 5 h 407"/>
                  <a:gd name="T24" fmla="*/ 303 w 738"/>
                  <a:gd name="T25" fmla="*/ 0 h 407"/>
                  <a:gd name="T26" fmla="*/ 333 w 738"/>
                  <a:gd name="T27" fmla="*/ 0 h 407"/>
                  <a:gd name="T28" fmla="*/ 364 w 738"/>
                  <a:gd name="T29" fmla="*/ 0 h 407"/>
                  <a:gd name="T30" fmla="*/ 434 w 738"/>
                  <a:gd name="T31" fmla="*/ 0 h 407"/>
                  <a:gd name="T32" fmla="*/ 474 w 738"/>
                  <a:gd name="T33" fmla="*/ 0 h 407"/>
                  <a:gd name="T34" fmla="*/ 510 w 738"/>
                  <a:gd name="T35" fmla="*/ 15 h 407"/>
                  <a:gd name="T36" fmla="*/ 535 w 738"/>
                  <a:gd name="T37" fmla="*/ 36 h 407"/>
                  <a:gd name="T38" fmla="*/ 566 w 738"/>
                  <a:gd name="T39" fmla="*/ 51 h 407"/>
                  <a:gd name="T40" fmla="*/ 596 w 738"/>
                  <a:gd name="T41" fmla="*/ 57 h 407"/>
                  <a:gd name="T42" fmla="*/ 626 w 738"/>
                  <a:gd name="T43" fmla="*/ 77 h 407"/>
                  <a:gd name="T44" fmla="*/ 652 w 738"/>
                  <a:gd name="T45" fmla="*/ 98 h 407"/>
                  <a:gd name="T46" fmla="*/ 671 w 738"/>
                  <a:gd name="T47" fmla="*/ 128 h 407"/>
                  <a:gd name="T48" fmla="*/ 677 w 738"/>
                  <a:gd name="T49" fmla="*/ 164 h 407"/>
                  <a:gd name="T50" fmla="*/ 682 w 738"/>
                  <a:gd name="T51" fmla="*/ 195 h 407"/>
                  <a:gd name="T52" fmla="*/ 682 w 738"/>
                  <a:gd name="T53" fmla="*/ 229 h 407"/>
                  <a:gd name="T54" fmla="*/ 682 w 738"/>
                  <a:gd name="T55" fmla="*/ 260 h 407"/>
                  <a:gd name="T56" fmla="*/ 692 w 738"/>
                  <a:gd name="T57" fmla="*/ 291 h 407"/>
                  <a:gd name="T58" fmla="*/ 692 w 738"/>
                  <a:gd name="T59" fmla="*/ 322 h 407"/>
                  <a:gd name="T60" fmla="*/ 671 w 738"/>
                  <a:gd name="T61" fmla="*/ 352 h 407"/>
                  <a:gd name="T62" fmla="*/ 637 w 738"/>
                  <a:gd name="T63" fmla="*/ 368 h 407"/>
                  <a:gd name="T64" fmla="*/ 607 w 738"/>
                  <a:gd name="T65" fmla="*/ 383 h 407"/>
                  <a:gd name="T66" fmla="*/ 575 w 738"/>
                  <a:gd name="T67" fmla="*/ 399 h 407"/>
                  <a:gd name="T68" fmla="*/ 546 w 738"/>
                  <a:gd name="T69" fmla="*/ 404 h 407"/>
                  <a:gd name="T70" fmla="*/ 506 w 738"/>
                  <a:gd name="T71" fmla="*/ 409 h 407"/>
                  <a:gd name="T72" fmla="*/ 470 w 738"/>
                  <a:gd name="T73" fmla="*/ 409 h 407"/>
                  <a:gd name="T74" fmla="*/ 439 w 738"/>
                  <a:gd name="T75" fmla="*/ 409 h 407"/>
                  <a:gd name="T76" fmla="*/ 410 w 738"/>
                  <a:gd name="T77" fmla="*/ 409 h 407"/>
                  <a:gd name="T78" fmla="*/ 378 w 738"/>
                  <a:gd name="T79" fmla="*/ 409 h 407"/>
                  <a:gd name="T80" fmla="*/ 348 w 738"/>
                  <a:gd name="T81" fmla="*/ 409 h 407"/>
                  <a:gd name="T82" fmla="*/ 319 w 738"/>
                  <a:gd name="T83" fmla="*/ 409 h 407"/>
                  <a:gd name="T84" fmla="*/ 288 w 738"/>
                  <a:gd name="T85" fmla="*/ 409 h 407"/>
                  <a:gd name="T86" fmla="*/ 252 w 738"/>
                  <a:gd name="T87" fmla="*/ 409 h 407"/>
                  <a:gd name="T88" fmla="*/ 223 w 738"/>
                  <a:gd name="T89" fmla="*/ 409 h 407"/>
                  <a:gd name="T90" fmla="*/ 192 w 738"/>
                  <a:gd name="T91" fmla="*/ 409 h 407"/>
                  <a:gd name="T92" fmla="*/ 161 w 738"/>
                  <a:gd name="T93" fmla="*/ 394 h 407"/>
                  <a:gd name="T94" fmla="*/ 131 w 738"/>
                  <a:gd name="T95" fmla="*/ 383 h 407"/>
                  <a:gd name="T96" fmla="*/ 102 w 738"/>
                  <a:gd name="T97" fmla="*/ 368 h 407"/>
                  <a:gd name="T98" fmla="*/ 75 w 738"/>
                  <a:gd name="T99" fmla="*/ 342 h 407"/>
                  <a:gd name="T100" fmla="*/ 56 w 738"/>
                  <a:gd name="T101" fmla="*/ 322 h 407"/>
                  <a:gd name="T102" fmla="*/ 35 w 738"/>
                  <a:gd name="T103" fmla="*/ 291 h 407"/>
                  <a:gd name="T104" fmla="*/ 16 w 738"/>
                  <a:gd name="T105" fmla="*/ 255 h 407"/>
                  <a:gd name="T106" fmla="*/ 0 w 738"/>
                  <a:gd name="T107" fmla="*/ 219 h 407"/>
                  <a:gd name="T108" fmla="*/ 0 w 738"/>
                  <a:gd name="T109" fmla="*/ 185 h 407"/>
                  <a:gd name="T110" fmla="*/ 5 w 738"/>
                  <a:gd name="T111" fmla="*/ 149 h 407"/>
                  <a:gd name="T112" fmla="*/ 24 w 738"/>
                  <a:gd name="T113" fmla="*/ 123 h 407"/>
                  <a:gd name="T114" fmla="*/ 51 w 738"/>
                  <a:gd name="T115" fmla="*/ 108 h 407"/>
                  <a:gd name="T116" fmla="*/ 80 w 738"/>
                  <a:gd name="T117" fmla="*/ 98 h 407"/>
                  <a:gd name="T118" fmla="*/ 107 w 738"/>
                  <a:gd name="T119" fmla="*/ 82 h 407"/>
                  <a:gd name="T120" fmla="*/ 121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51" name="Freeform 137">
                <a:extLst>
                  <a:ext uri="{FF2B5EF4-FFF2-40B4-BE49-F238E27FC236}">
                    <a16:creationId xmlns:a16="http://schemas.microsoft.com/office/drawing/2014/main" id="{844C0935-B385-9242-8C7C-C3A61DFF90E2}"/>
                  </a:ext>
                </a:extLst>
              </p:cNvPr>
              <p:cNvSpPr>
                <a:spLocks/>
              </p:cNvSpPr>
              <p:nvPr/>
            </p:nvSpPr>
            <p:spPr bwMode="auto">
              <a:xfrm>
                <a:off x="3183" y="260"/>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52" name="Freeform 138">
                <a:extLst>
                  <a:ext uri="{FF2B5EF4-FFF2-40B4-BE49-F238E27FC236}">
                    <a16:creationId xmlns:a16="http://schemas.microsoft.com/office/drawing/2014/main" id="{C77AB62E-4067-1349-B480-0CE60A92E7B8}"/>
                  </a:ext>
                </a:extLst>
              </p:cNvPr>
              <p:cNvSpPr>
                <a:spLocks/>
              </p:cNvSpPr>
              <p:nvPr/>
            </p:nvSpPr>
            <p:spPr bwMode="auto">
              <a:xfrm>
                <a:off x="3459" y="229"/>
                <a:ext cx="85" cy="87"/>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6 h 87"/>
                  <a:gd name="T12" fmla="*/ 90 w 82"/>
                  <a:gd name="T13" fmla="*/ 61 h 87"/>
                  <a:gd name="T14" fmla="*/ 90 w 82"/>
                  <a:gd name="T15" fmla="*/ 76 h 87"/>
                  <a:gd name="T16" fmla="*/ 72 w 82"/>
                  <a:gd name="T17" fmla="*/ 86 h 87"/>
                  <a:gd name="T18" fmla="*/ 55 w 82"/>
                  <a:gd name="T19" fmla="*/ 86 h 87"/>
                  <a:gd name="T20" fmla="*/ 30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33833" name="Picture 139">
              <a:extLst>
                <a:ext uri="{FF2B5EF4-FFF2-40B4-BE49-F238E27FC236}">
                  <a16:creationId xmlns:a16="http://schemas.microsoft.com/office/drawing/2014/main" id="{F151C42B-8949-E14B-AB19-67DCC667AD6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1842"/>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4" name="Picture 140">
              <a:extLst>
                <a:ext uri="{FF2B5EF4-FFF2-40B4-BE49-F238E27FC236}">
                  <a16:creationId xmlns:a16="http://schemas.microsoft.com/office/drawing/2014/main" id="{4C43F717-F81C-CF48-8163-9CCF8FA6EEE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5" y="1752"/>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5" name="Picture 141">
              <a:extLst>
                <a:ext uri="{FF2B5EF4-FFF2-40B4-BE49-F238E27FC236}">
                  <a16:creationId xmlns:a16="http://schemas.microsoft.com/office/drawing/2014/main" id="{C960AA5D-9A99-4A45-A3B4-6A7EF547A9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959483">
              <a:off x="2299" y="1144"/>
              <a:ext cx="27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36" name="Oval 142">
              <a:extLst>
                <a:ext uri="{FF2B5EF4-FFF2-40B4-BE49-F238E27FC236}">
                  <a16:creationId xmlns:a16="http://schemas.microsoft.com/office/drawing/2014/main" id="{A260FF7E-F3F2-9546-8B07-FCEDCD27C5A4}"/>
                </a:ext>
              </a:extLst>
            </p:cNvPr>
            <p:cNvSpPr>
              <a:spLocks noChangeArrowheads="1"/>
            </p:cNvSpPr>
            <p:nvPr/>
          </p:nvSpPr>
          <p:spPr bwMode="auto">
            <a:xfrm>
              <a:off x="2885" y="1709"/>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37" name="Text Box 143">
              <a:extLst>
                <a:ext uri="{FF2B5EF4-FFF2-40B4-BE49-F238E27FC236}">
                  <a16:creationId xmlns:a16="http://schemas.microsoft.com/office/drawing/2014/main" id="{2C465215-65E6-234C-AC1E-01A8CFFB6609}"/>
                </a:ext>
              </a:extLst>
            </p:cNvPr>
            <p:cNvSpPr txBox="1">
              <a:spLocks noChangeArrowheads="1"/>
            </p:cNvSpPr>
            <p:nvPr/>
          </p:nvSpPr>
          <p:spPr bwMode="auto">
            <a:xfrm>
              <a:off x="2562" y="973"/>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结点</a:t>
              </a:r>
            </a:p>
          </p:txBody>
        </p:sp>
        <p:sp>
          <p:nvSpPr>
            <p:cNvPr id="33838" name="Text Box 144">
              <a:extLst>
                <a:ext uri="{FF2B5EF4-FFF2-40B4-BE49-F238E27FC236}">
                  <a16:creationId xmlns:a16="http://schemas.microsoft.com/office/drawing/2014/main" id="{7E7E29BE-F1C7-DE4A-B2D6-20739DC2D46B}"/>
                </a:ext>
              </a:extLst>
            </p:cNvPr>
            <p:cNvSpPr txBox="1">
              <a:spLocks noChangeArrowheads="1"/>
            </p:cNvSpPr>
            <p:nvPr/>
          </p:nvSpPr>
          <p:spPr bwMode="auto">
            <a:xfrm>
              <a:off x="2734" y="1290"/>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链路</a:t>
              </a:r>
            </a:p>
          </p:txBody>
        </p:sp>
        <p:sp>
          <p:nvSpPr>
            <p:cNvPr id="33839" name="Oval 145">
              <a:extLst>
                <a:ext uri="{FF2B5EF4-FFF2-40B4-BE49-F238E27FC236}">
                  <a16:creationId xmlns:a16="http://schemas.microsoft.com/office/drawing/2014/main" id="{B1E91954-6916-874D-BA61-416854E211DC}"/>
                </a:ext>
              </a:extLst>
            </p:cNvPr>
            <p:cNvSpPr>
              <a:spLocks noChangeArrowheads="1"/>
            </p:cNvSpPr>
            <p:nvPr/>
          </p:nvSpPr>
          <p:spPr bwMode="auto">
            <a:xfrm>
              <a:off x="2301" y="1077"/>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0" name="Oval 146">
              <a:extLst>
                <a:ext uri="{FF2B5EF4-FFF2-40B4-BE49-F238E27FC236}">
                  <a16:creationId xmlns:a16="http://schemas.microsoft.com/office/drawing/2014/main" id="{8656C184-7A83-A64C-8372-1E66CF2E0C13}"/>
                </a:ext>
              </a:extLst>
            </p:cNvPr>
            <p:cNvSpPr>
              <a:spLocks noChangeArrowheads="1"/>
            </p:cNvSpPr>
            <p:nvPr/>
          </p:nvSpPr>
          <p:spPr bwMode="auto">
            <a:xfrm>
              <a:off x="1669" y="1501"/>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1" name="Oval 147">
              <a:extLst>
                <a:ext uri="{FF2B5EF4-FFF2-40B4-BE49-F238E27FC236}">
                  <a16:creationId xmlns:a16="http://schemas.microsoft.com/office/drawing/2014/main" id="{976B1A70-07F9-C94A-B49F-A5C27DA386B9}"/>
                </a:ext>
              </a:extLst>
            </p:cNvPr>
            <p:cNvSpPr>
              <a:spLocks noChangeArrowheads="1"/>
            </p:cNvSpPr>
            <p:nvPr/>
          </p:nvSpPr>
          <p:spPr bwMode="auto">
            <a:xfrm>
              <a:off x="2117" y="1813"/>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794" name="幻灯片编号占位符 2">
            <a:extLst>
              <a:ext uri="{FF2B5EF4-FFF2-40B4-BE49-F238E27FC236}">
                <a16:creationId xmlns:a16="http://schemas.microsoft.com/office/drawing/2014/main" id="{FADF20BA-7D89-0040-A6D1-D22E8E599AD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071D5A9-B6D5-F741-9A59-FBAA1B1904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86920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5841" name="Group 21">
            <a:extLst>
              <a:ext uri="{FF2B5EF4-FFF2-40B4-BE49-F238E27FC236}">
                <a16:creationId xmlns:a16="http://schemas.microsoft.com/office/drawing/2014/main" id="{4539623D-DB66-7343-BB56-E7A8748F0E61}"/>
              </a:ext>
            </a:extLst>
          </p:cNvPr>
          <p:cNvGrpSpPr>
            <a:grpSpLocks/>
          </p:cNvGrpSpPr>
          <p:nvPr/>
        </p:nvGrpSpPr>
        <p:grpSpPr bwMode="auto">
          <a:xfrm>
            <a:off x="1439466" y="688181"/>
            <a:ext cx="6048375" cy="3881438"/>
            <a:chOff x="249" y="642"/>
            <a:chExt cx="2452" cy="1666"/>
          </a:xfrm>
        </p:grpSpPr>
        <p:sp>
          <p:nvSpPr>
            <p:cNvPr id="35843" name="Line 4">
              <a:extLst>
                <a:ext uri="{FF2B5EF4-FFF2-40B4-BE49-F238E27FC236}">
                  <a16:creationId xmlns:a16="http://schemas.microsoft.com/office/drawing/2014/main" id="{64F44F67-A157-BD45-8814-143FC6AB4F7C}"/>
                </a:ext>
              </a:extLst>
            </p:cNvPr>
            <p:cNvSpPr>
              <a:spLocks noChangeShapeType="1"/>
            </p:cNvSpPr>
            <p:nvPr/>
          </p:nvSpPr>
          <p:spPr bwMode="auto">
            <a:xfrm flipH="1" flipV="1">
              <a:off x="302" y="1258"/>
              <a:ext cx="673" cy="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4" name="Line 5">
              <a:extLst>
                <a:ext uri="{FF2B5EF4-FFF2-40B4-BE49-F238E27FC236}">
                  <a16:creationId xmlns:a16="http://schemas.microsoft.com/office/drawing/2014/main" id="{1DF66863-1933-2041-9506-0C7E2E7716C1}"/>
                </a:ext>
              </a:extLst>
            </p:cNvPr>
            <p:cNvSpPr>
              <a:spLocks noChangeShapeType="1"/>
            </p:cNvSpPr>
            <p:nvPr/>
          </p:nvSpPr>
          <p:spPr bwMode="auto">
            <a:xfrm flipH="1">
              <a:off x="2109" y="1434"/>
              <a:ext cx="4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5" name="Line 6">
              <a:extLst>
                <a:ext uri="{FF2B5EF4-FFF2-40B4-BE49-F238E27FC236}">
                  <a16:creationId xmlns:a16="http://schemas.microsoft.com/office/drawing/2014/main" id="{60540AA9-30FC-7E4A-95E4-A98F285CDB0B}"/>
                </a:ext>
              </a:extLst>
            </p:cNvPr>
            <p:cNvSpPr>
              <a:spLocks noChangeShapeType="1"/>
            </p:cNvSpPr>
            <p:nvPr/>
          </p:nvSpPr>
          <p:spPr bwMode="auto">
            <a:xfrm flipH="1">
              <a:off x="1791" y="935"/>
              <a:ext cx="227"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6" name="Line 7">
              <a:extLst>
                <a:ext uri="{FF2B5EF4-FFF2-40B4-BE49-F238E27FC236}">
                  <a16:creationId xmlns:a16="http://schemas.microsoft.com/office/drawing/2014/main" id="{539C2E85-4ED6-B34B-A5C5-FA77E5F7C1C7}"/>
                </a:ext>
              </a:extLst>
            </p:cNvPr>
            <p:cNvSpPr>
              <a:spLocks noChangeShapeType="1"/>
            </p:cNvSpPr>
            <p:nvPr/>
          </p:nvSpPr>
          <p:spPr bwMode="auto">
            <a:xfrm flipH="1" flipV="1">
              <a:off x="1746" y="1797"/>
              <a:ext cx="24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7" name="Line 8">
              <a:extLst>
                <a:ext uri="{FF2B5EF4-FFF2-40B4-BE49-F238E27FC236}">
                  <a16:creationId xmlns:a16="http://schemas.microsoft.com/office/drawing/2014/main" id="{D87D7C7E-EDDC-DA4E-9E0A-94041E341118}"/>
                </a:ext>
              </a:extLst>
            </p:cNvPr>
            <p:cNvSpPr>
              <a:spLocks noChangeShapeType="1"/>
            </p:cNvSpPr>
            <p:nvPr/>
          </p:nvSpPr>
          <p:spPr bwMode="auto">
            <a:xfrm>
              <a:off x="975" y="935"/>
              <a:ext cx="181" cy="31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8" name="Line 9">
              <a:extLst>
                <a:ext uri="{FF2B5EF4-FFF2-40B4-BE49-F238E27FC236}">
                  <a16:creationId xmlns:a16="http://schemas.microsoft.com/office/drawing/2014/main" id="{457A95B4-1E58-FD48-A130-49092B45CC45}"/>
                </a:ext>
              </a:extLst>
            </p:cNvPr>
            <p:cNvSpPr>
              <a:spLocks noChangeShapeType="1"/>
            </p:cNvSpPr>
            <p:nvPr/>
          </p:nvSpPr>
          <p:spPr bwMode="auto">
            <a:xfrm flipV="1">
              <a:off x="1065" y="1752"/>
              <a:ext cx="91" cy="33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9" name="Line 10">
              <a:extLst>
                <a:ext uri="{FF2B5EF4-FFF2-40B4-BE49-F238E27FC236}">
                  <a16:creationId xmlns:a16="http://schemas.microsoft.com/office/drawing/2014/main" id="{08E6E20D-09E8-9C41-8F2D-49EC59A70F33}"/>
                </a:ext>
              </a:extLst>
            </p:cNvPr>
            <p:cNvSpPr>
              <a:spLocks noChangeShapeType="1"/>
            </p:cNvSpPr>
            <p:nvPr/>
          </p:nvSpPr>
          <p:spPr bwMode="auto">
            <a:xfrm flipV="1">
              <a:off x="590" y="1642"/>
              <a:ext cx="336"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5850" name="Picture 11">
              <a:extLst>
                <a:ext uri="{FF2B5EF4-FFF2-40B4-BE49-F238E27FC236}">
                  <a16:creationId xmlns:a16="http://schemas.microsoft.com/office/drawing/2014/main" id="{0C6A56E1-6D54-444D-B4D8-555286CF5FA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 y="75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1" name="Picture 12">
              <a:extLst>
                <a:ext uri="{FF2B5EF4-FFF2-40B4-BE49-F238E27FC236}">
                  <a16:creationId xmlns:a16="http://schemas.microsoft.com/office/drawing/2014/main" id="{22A76743-3B6D-1D42-B76B-532CE9770EE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 y="75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2" name="Picture 13">
              <a:extLst>
                <a:ext uri="{FF2B5EF4-FFF2-40B4-BE49-F238E27FC236}">
                  <a16:creationId xmlns:a16="http://schemas.microsoft.com/office/drawing/2014/main" id="{E58421AB-16BA-D34C-8D30-10CCF5E2B29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 y="1207"/>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3" name="Picture 14">
              <a:extLst>
                <a:ext uri="{FF2B5EF4-FFF2-40B4-BE49-F238E27FC236}">
                  <a16:creationId xmlns:a16="http://schemas.microsoft.com/office/drawing/2014/main" id="{72EE9785-A3A6-F044-99B1-51DA8C59FE3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 y="202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4" name="Picture 15">
              <a:extLst>
                <a:ext uri="{FF2B5EF4-FFF2-40B4-BE49-F238E27FC236}">
                  <a16:creationId xmlns:a16="http://schemas.microsoft.com/office/drawing/2014/main" id="{740061A4-72C3-954C-B69B-D0EFBD56405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 y="202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5" name="Picture 16">
              <a:extLst>
                <a:ext uri="{FF2B5EF4-FFF2-40B4-BE49-F238E27FC236}">
                  <a16:creationId xmlns:a16="http://schemas.microsoft.com/office/drawing/2014/main" id="{348A76BA-F2AA-8E4D-BC79-E25966867FA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 y="1642"/>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6" name="Text Box 17">
              <a:extLst>
                <a:ext uri="{FF2B5EF4-FFF2-40B4-BE49-F238E27FC236}">
                  <a16:creationId xmlns:a16="http://schemas.microsoft.com/office/drawing/2014/main" id="{710DE390-D480-EB4E-9553-E3DAC606B362}"/>
                </a:ext>
              </a:extLst>
            </p:cNvPr>
            <p:cNvSpPr txBox="1">
              <a:spLocks noChangeArrowheads="1"/>
            </p:cNvSpPr>
            <p:nvPr/>
          </p:nvSpPr>
          <p:spPr bwMode="auto">
            <a:xfrm>
              <a:off x="1057" y="642"/>
              <a:ext cx="32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ea typeface="宋体" panose="02010600030101010101" pitchFamily="2" charset="-122"/>
                </a:rPr>
                <a:t>主机</a:t>
              </a:r>
            </a:p>
          </p:txBody>
        </p:sp>
        <p:pic>
          <p:nvPicPr>
            <p:cNvPr id="35857" name="Picture 18">
              <a:extLst>
                <a:ext uri="{FF2B5EF4-FFF2-40B4-BE49-F238E27FC236}">
                  <a16:creationId xmlns:a16="http://schemas.microsoft.com/office/drawing/2014/main" id="{468A49AD-4429-064A-A88E-EAC3BF8CEC5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 y="1117"/>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5858" name="Object 19">
              <a:extLst>
                <a:ext uri="{FF2B5EF4-FFF2-40B4-BE49-F238E27FC236}">
                  <a16:creationId xmlns:a16="http://schemas.microsoft.com/office/drawing/2014/main" id="{13051759-78FF-8F45-89CB-C654D993B6E8}"/>
                </a:ext>
              </a:extLst>
            </p:cNvPr>
            <p:cNvGraphicFramePr>
              <a:graphicFrameLocks noChangeAspect="1"/>
            </p:cNvGraphicFramePr>
            <p:nvPr/>
          </p:nvGraphicFramePr>
          <p:xfrm>
            <a:off x="748" y="1026"/>
            <a:ext cx="1542" cy="1089"/>
          </p:xfrm>
          <a:graphic>
            <a:graphicData uri="http://schemas.openxmlformats.org/presentationml/2006/ole">
              <mc:AlternateContent xmlns:mc="http://schemas.openxmlformats.org/markup-compatibility/2006">
                <mc:Choice xmlns:v="urn:schemas-microsoft-com:vml" Requires="v">
                  <p:oleObj spid="_x0000_s23569" name="VISIO" r:id="rId5" imgW="3378200" imgH="1930400" progId="Visio.Drawing.6">
                    <p:embed/>
                  </p:oleObj>
                </mc:Choice>
                <mc:Fallback>
                  <p:oleObj name="VISIO" r:id="rId5" imgW="3378200" imgH="1930400" progId="Visio.Drawing.6">
                    <p:embed/>
                    <p:pic>
                      <p:nvPicPr>
                        <p:cNvPr id="35858" name="Object 19">
                          <a:extLst>
                            <a:ext uri="{FF2B5EF4-FFF2-40B4-BE49-F238E27FC236}">
                              <a16:creationId xmlns:a16="http://schemas.microsoft.com/office/drawing/2014/main" id="{13051759-78FF-8F45-89CB-C654D993B6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 y="1026"/>
                          <a:ext cx="1542" cy="1089"/>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5859" name="Text Box 20">
              <a:extLst>
                <a:ext uri="{FF2B5EF4-FFF2-40B4-BE49-F238E27FC236}">
                  <a16:creationId xmlns:a16="http://schemas.microsoft.com/office/drawing/2014/main" id="{47AF529A-559E-1D43-8EE5-FCCFA1702725}"/>
                </a:ext>
              </a:extLst>
            </p:cNvPr>
            <p:cNvSpPr txBox="1">
              <a:spLocks noChangeArrowheads="1"/>
            </p:cNvSpPr>
            <p:nvPr/>
          </p:nvSpPr>
          <p:spPr bwMode="auto">
            <a:xfrm>
              <a:off x="1292" y="1367"/>
              <a:ext cx="44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ea typeface="宋体" panose="02010600030101010101" pitchFamily="2" charset="-122"/>
                </a:rPr>
                <a:t>因特网</a:t>
              </a:r>
            </a:p>
          </p:txBody>
        </p:sp>
      </p:grpSp>
      <p:sp>
        <p:nvSpPr>
          <p:cNvPr id="35842" name="幻灯片编号占位符 2">
            <a:extLst>
              <a:ext uri="{FF2B5EF4-FFF2-40B4-BE49-F238E27FC236}">
                <a16:creationId xmlns:a16="http://schemas.microsoft.com/office/drawing/2014/main" id="{74514E58-A064-6544-B890-648814A92A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E4F8C9-8AD7-CB46-BA8F-336C705DD8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36944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FA38DB60-181D-5C41-9F3F-FD5A9F934E56}"/>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1.2.2  </a:t>
            </a:r>
            <a:r>
              <a:rPr lang="zh-CN" altLang="en-US">
                <a:latin typeface="Times New Roman" panose="02020603050405020304" pitchFamily="18" charset="0"/>
                <a:ea typeface="宋体" panose="02010600030101010101" pitchFamily="2" charset="-122"/>
              </a:rPr>
              <a:t>因特网发展的三个阶段</a:t>
            </a:r>
          </a:p>
        </p:txBody>
      </p:sp>
      <p:sp>
        <p:nvSpPr>
          <p:cNvPr id="37890" name="Rectangle 3">
            <a:extLst>
              <a:ext uri="{FF2B5EF4-FFF2-40B4-BE49-F238E27FC236}">
                <a16:creationId xmlns:a16="http://schemas.microsoft.com/office/drawing/2014/main" id="{70FCDDE7-96C7-AD43-9DEC-E1268E40C17A}"/>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第一阶段是从单个网络 </a:t>
            </a:r>
            <a:r>
              <a:rPr lang="en-US" altLang="zh-CN">
                <a:latin typeface="Times New Roman" panose="02020603050405020304" pitchFamily="18" charset="0"/>
                <a:ea typeface="宋体" panose="02010600030101010101" pitchFamily="2" charset="-122"/>
              </a:rPr>
              <a:t>ARPANET </a:t>
            </a:r>
            <a:r>
              <a:rPr lang="zh-CN" altLang="en-US">
                <a:latin typeface="Times New Roman" panose="02020603050405020304" pitchFamily="18" charset="0"/>
                <a:ea typeface="宋体" panose="02010600030101010101" pitchFamily="2" charset="-122"/>
              </a:rPr>
              <a:t>向互联网发展的过程。 </a:t>
            </a:r>
          </a:p>
          <a:p>
            <a:pPr eaLnBrk="1" hangingPunct="1"/>
            <a:r>
              <a:rPr lang="en-US" altLang="zh-CN">
                <a:latin typeface="Times New Roman" panose="02020603050405020304" pitchFamily="18" charset="0"/>
                <a:ea typeface="宋体" panose="02010600030101010101" pitchFamily="2" charset="-122"/>
              </a:rPr>
              <a:t>1983 </a:t>
            </a:r>
            <a:r>
              <a:rPr lang="zh-CN" altLang="en-US">
                <a:latin typeface="Times New Roman" panose="02020603050405020304" pitchFamily="18" charset="0"/>
                <a:ea typeface="宋体" panose="02010600030101010101" pitchFamily="2" charset="-122"/>
              </a:rPr>
              <a:t>年 </a:t>
            </a:r>
            <a:r>
              <a:rPr lang="en-US" altLang="zh-CN">
                <a:latin typeface="Times New Roman" panose="02020603050405020304" pitchFamily="18" charset="0"/>
                <a:ea typeface="宋体" panose="02010600030101010101" pitchFamily="2" charset="-122"/>
              </a:rPr>
              <a:t>TCP/IP </a:t>
            </a:r>
            <a:r>
              <a:rPr lang="zh-CN" altLang="en-US">
                <a:latin typeface="Times New Roman" panose="02020603050405020304" pitchFamily="18" charset="0"/>
                <a:ea typeface="宋体" panose="02010600030101010101" pitchFamily="2" charset="-122"/>
              </a:rPr>
              <a:t>协议成为 </a:t>
            </a:r>
            <a:r>
              <a:rPr lang="en-US" altLang="zh-CN">
                <a:latin typeface="Times New Roman" panose="02020603050405020304" pitchFamily="18" charset="0"/>
                <a:ea typeface="宋体" panose="02010600030101010101" pitchFamily="2" charset="-122"/>
              </a:rPr>
              <a:t>ARPANET </a:t>
            </a:r>
            <a:r>
              <a:rPr lang="zh-CN" altLang="en-US">
                <a:latin typeface="Times New Roman" panose="02020603050405020304" pitchFamily="18" charset="0"/>
                <a:ea typeface="宋体" panose="02010600030101010101" pitchFamily="2" charset="-122"/>
              </a:rPr>
              <a:t>上的标准协议。</a:t>
            </a:r>
          </a:p>
          <a:p>
            <a:pPr eaLnBrk="1" hangingPunct="1"/>
            <a:r>
              <a:rPr lang="zh-CN" altLang="en-US">
                <a:latin typeface="Times New Roman" panose="02020603050405020304" pitchFamily="18" charset="0"/>
                <a:ea typeface="宋体" panose="02010600030101010101" pitchFamily="2" charset="-122"/>
              </a:rPr>
              <a:t>人们把 </a:t>
            </a:r>
            <a:r>
              <a:rPr lang="en-US" altLang="zh-CN">
                <a:latin typeface="Times New Roman" panose="02020603050405020304" pitchFamily="18" charset="0"/>
                <a:ea typeface="宋体" panose="02010600030101010101" pitchFamily="2" charset="-122"/>
              </a:rPr>
              <a:t>1983 </a:t>
            </a:r>
            <a:r>
              <a:rPr lang="zh-CN" altLang="en-US">
                <a:latin typeface="Times New Roman" panose="02020603050405020304" pitchFamily="18" charset="0"/>
                <a:ea typeface="宋体" panose="02010600030101010101" pitchFamily="2" charset="-122"/>
              </a:rPr>
              <a:t>年作为因特网的诞生时间。 </a:t>
            </a:r>
          </a:p>
        </p:txBody>
      </p:sp>
      <p:sp>
        <p:nvSpPr>
          <p:cNvPr id="37891" name="幻灯片编号占位符 1">
            <a:extLst>
              <a:ext uri="{FF2B5EF4-FFF2-40B4-BE49-F238E27FC236}">
                <a16:creationId xmlns:a16="http://schemas.microsoft.com/office/drawing/2014/main" id="{86818567-5A02-9747-8918-BDC03B2C95A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058075-1349-254B-8BC4-42C939D3AA8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79626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EFB69124-C692-814F-9DA8-0F889CAD80AE}"/>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internet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Internet </a:t>
            </a:r>
            <a:r>
              <a:rPr lang="zh-CN" altLang="en-US" dirty="0">
                <a:latin typeface="Times New Roman" panose="02020603050405020304" pitchFamily="18" charset="0"/>
                <a:ea typeface="宋体" panose="02010600030101010101" pitchFamily="2" charset="-122"/>
              </a:rPr>
              <a:t>的区别</a:t>
            </a:r>
          </a:p>
        </p:txBody>
      </p:sp>
      <p:sp>
        <p:nvSpPr>
          <p:cNvPr id="39938" name="Rectangle 3">
            <a:extLst>
              <a:ext uri="{FF2B5EF4-FFF2-40B4-BE49-F238E27FC236}">
                <a16:creationId xmlns:a16="http://schemas.microsoft.com/office/drawing/2014/main" id="{20DA9E7C-BB72-0144-B240-E37F9F7525F8}"/>
              </a:ext>
            </a:extLst>
          </p:cNvPr>
          <p:cNvSpPr>
            <a:spLocks noGrp="1" noChangeArrowheads="1"/>
          </p:cNvSpPr>
          <p:nvPr>
            <p:ph type="body" idx="1"/>
          </p:nvPr>
        </p:nvSpPr>
        <p:spPr>
          <a:xfrm>
            <a:off x="133562" y="1113235"/>
            <a:ext cx="8804953" cy="3673078"/>
          </a:xfrm>
        </p:spPr>
        <p:txBody>
          <a:bodyPr/>
          <a:lstStyle/>
          <a:p>
            <a:pPr eaLnBrk="1" hangingPunct="1"/>
            <a:r>
              <a:rPr lang="zh-CN" altLang="en-US" dirty="0">
                <a:latin typeface="Times New Roman" panose="02020603050405020304" pitchFamily="18" charset="0"/>
                <a:ea typeface="宋体" panose="02010600030101010101" pitchFamily="2" charset="-122"/>
              </a:rPr>
              <a:t>以</a:t>
            </a:r>
            <a:r>
              <a:rPr lang="zh-CN" altLang="en-US" dirty="0">
                <a:solidFill>
                  <a:schemeClr val="hlink"/>
                </a:solidFill>
                <a:latin typeface="Times New Roman" panose="02020603050405020304" pitchFamily="18" charset="0"/>
                <a:ea typeface="宋体" panose="02010600030101010101" pitchFamily="2" charset="-122"/>
              </a:rPr>
              <a:t>小写字母 </a:t>
            </a:r>
            <a:r>
              <a:rPr lang="en-US" altLang="zh-CN" dirty="0" err="1">
                <a:solidFill>
                  <a:schemeClr val="hlink"/>
                </a:solidFill>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开始的 </a:t>
            </a:r>
            <a:r>
              <a:rPr lang="en-US" altLang="zh-CN" b="1"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（互联网或互连网）是一个通用名词，它泛指由多个计算机网络互连而成的网络。 </a:t>
            </a:r>
          </a:p>
          <a:p>
            <a:pPr eaLnBrk="1" hangingPunct="1"/>
            <a:r>
              <a:rPr lang="zh-CN" altLang="en-US" dirty="0">
                <a:latin typeface="Times New Roman" panose="02020603050405020304" pitchFamily="18" charset="0"/>
                <a:ea typeface="宋体" panose="02010600030101010101" pitchFamily="2" charset="-122"/>
              </a:rPr>
              <a:t>以</a:t>
            </a:r>
            <a:r>
              <a:rPr lang="zh-CN" altLang="en-US" dirty="0">
                <a:solidFill>
                  <a:schemeClr val="hlink"/>
                </a:solidFill>
                <a:latin typeface="Times New Roman" panose="02020603050405020304" pitchFamily="18" charset="0"/>
                <a:ea typeface="宋体" panose="02010600030101010101" pitchFamily="2" charset="-122"/>
              </a:rPr>
              <a:t>大写字母</a:t>
            </a:r>
            <a:r>
              <a:rPr lang="en-US" altLang="zh-CN" dirty="0">
                <a:solidFill>
                  <a:schemeClr val="hlink"/>
                </a:solidFill>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开始的的 </a:t>
            </a:r>
            <a:r>
              <a:rPr lang="en-US" altLang="zh-CN" b="1"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（因特网）则是一个专用名词，它指当前全球最大的、开放的、由众多网络相互连接而成的特定计算机网络，它采用 </a:t>
            </a:r>
            <a:r>
              <a:rPr lang="en-US" altLang="zh-CN" b="1"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协议族作为通信的规则，且其前身是美国的 </a:t>
            </a:r>
            <a:r>
              <a:rPr lang="en-US" altLang="zh-CN" b="1" dirty="0">
                <a:latin typeface="Times New Roman" panose="02020603050405020304" pitchFamily="18" charset="0"/>
                <a:ea typeface="宋体" panose="02010600030101010101" pitchFamily="2" charset="-122"/>
              </a:rPr>
              <a:t>ARPANET</a:t>
            </a:r>
            <a:r>
              <a:rPr lang="zh-CN" altLang="en-US" dirty="0">
                <a:latin typeface="Times New Roman" panose="02020603050405020304" pitchFamily="18" charset="0"/>
                <a:ea typeface="宋体" panose="02010600030101010101" pitchFamily="2" charset="-122"/>
              </a:rPr>
              <a:t>。</a:t>
            </a:r>
          </a:p>
        </p:txBody>
      </p:sp>
      <p:sp>
        <p:nvSpPr>
          <p:cNvPr id="39939" name="幻灯片编号占位符 1">
            <a:extLst>
              <a:ext uri="{FF2B5EF4-FFF2-40B4-BE49-F238E27FC236}">
                <a16:creationId xmlns:a16="http://schemas.microsoft.com/office/drawing/2014/main" id="{34670FB6-0B0A-5A42-BF71-E4717C96CF5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C4D520-8F7C-2645-A4C7-250105EB64B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0652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2F543715-178C-9843-82ED-FE65E6C4E4AF}"/>
              </a:ext>
            </a:extLst>
          </p:cNvPr>
          <p:cNvSpPr>
            <a:spLocks noGrp="1" noChangeArrowheads="1"/>
          </p:cNvSpPr>
          <p:nvPr>
            <p:ph type="title"/>
          </p:nvPr>
        </p:nvSpPr>
        <p:spPr>
          <a:xfrm>
            <a:off x="217715" y="160735"/>
            <a:ext cx="7108202" cy="790575"/>
          </a:xfrm>
        </p:spPr>
        <p:txBody>
          <a:bodyPr/>
          <a:lstStyle/>
          <a:p>
            <a:pPr eaLnBrk="1" hangingPunct="1"/>
            <a:r>
              <a:rPr lang="zh-CN" altLang="en-US" dirty="0">
                <a:latin typeface="Times New Roman" panose="02020603050405020304" pitchFamily="18" charset="0"/>
                <a:ea typeface="宋体" panose="02010600030101010101" pitchFamily="2" charset="-122"/>
              </a:rPr>
              <a:t>三级结构的因特网 </a:t>
            </a:r>
          </a:p>
        </p:txBody>
      </p:sp>
      <p:sp>
        <p:nvSpPr>
          <p:cNvPr id="41986" name="Rectangle 3">
            <a:extLst>
              <a:ext uri="{FF2B5EF4-FFF2-40B4-BE49-F238E27FC236}">
                <a16:creationId xmlns:a16="http://schemas.microsoft.com/office/drawing/2014/main" id="{298E2B37-D6F4-3C4F-AEA5-D2589A926F34}"/>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第二阶段的特点是建成了三级结构的因特网。 </a:t>
            </a:r>
          </a:p>
          <a:p>
            <a:pPr eaLnBrk="1" hangingPunct="1"/>
            <a:r>
              <a:rPr lang="zh-CN" altLang="en-US">
                <a:latin typeface="Times New Roman" panose="02020603050405020304" pitchFamily="18" charset="0"/>
                <a:ea typeface="宋体" panose="02010600030101010101" pitchFamily="2" charset="-122"/>
              </a:rPr>
              <a:t>三级计算机网络，分为主干网、地区网和校园网（或企业网）。 </a:t>
            </a:r>
          </a:p>
        </p:txBody>
      </p:sp>
      <p:sp>
        <p:nvSpPr>
          <p:cNvPr id="41987" name="幻灯片编号占位符 1">
            <a:extLst>
              <a:ext uri="{FF2B5EF4-FFF2-40B4-BE49-F238E27FC236}">
                <a16:creationId xmlns:a16="http://schemas.microsoft.com/office/drawing/2014/main" id="{871C09E6-A7DD-2E49-83E4-7C654EA34D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7CC6CC-C499-8D44-A43E-C81E3CC4CBD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21264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6C3D850B-4F16-B747-94B7-A71EC9385272}"/>
              </a:ext>
            </a:extLst>
          </p:cNvPr>
          <p:cNvSpPr>
            <a:spLocks noGrp="1" noChangeArrowheads="1"/>
          </p:cNvSpPr>
          <p:nvPr>
            <p:ph type="title"/>
          </p:nvPr>
        </p:nvSpPr>
        <p:spPr>
          <a:xfrm>
            <a:off x="133563" y="195263"/>
            <a:ext cx="7112581" cy="711125"/>
          </a:xfrm>
        </p:spPr>
        <p:txBody>
          <a:bodyPr/>
          <a:lstStyle/>
          <a:p>
            <a:pPr eaLnBrk="1" hangingPunct="1"/>
            <a:r>
              <a:rPr lang="zh-CN" altLang="en-US" dirty="0">
                <a:latin typeface="Times New Roman" panose="02020603050405020304" pitchFamily="18" charset="0"/>
                <a:ea typeface="宋体" panose="02010600030101010101" pitchFamily="2" charset="-122"/>
              </a:rPr>
              <a:t>多层次 </a:t>
            </a:r>
            <a:r>
              <a:rPr lang="en-US" altLang="zh-CN" dirty="0">
                <a:latin typeface="Times New Roman" panose="02020603050405020304" pitchFamily="18" charset="0"/>
                <a:ea typeface="宋体" panose="02010600030101010101" pitchFamily="2" charset="-122"/>
              </a:rPr>
              <a:t>ISP </a:t>
            </a:r>
            <a:r>
              <a:rPr lang="zh-CN" altLang="en-US" dirty="0">
                <a:latin typeface="Times New Roman" panose="02020603050405020304" pitchFamily="18" charset="0"/>
                <a:ea typeface="宋体" panose="02010600030101010101" pitchFamily="2" charset="-122"/>
              </a:rPr>
              <a:t>结构的因特网 </a:t>
            </a:r>
          </a:p>
        </p:txBody>
      </p:sp>
      <p:sp>
        <p:nvSpPr>
          <p:cNvPr id="44034" name="Rectangle 3">
            <a:extLst>
              <a:ext uri="{FF2B5EF4-FFF2-40B4-BE49-F238E27FC236}">
                <a16:creationId xmlns:a16="http://schemas.microsoft.com/office/drawing/2014/main" id="{B3FDECA4-8D8B-CE41-A90E-3AEF1741F51B}"/>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第三阶段的特点是逐渐形成了多层次 </a:t>
            </a:r>
            <a:r>
              <a:rPr lang="en-US" altLang="zh-CN">
                <a:latin typeface="Times New Roman" panose="02020603050405020304" pitchFamily="18" charset="0"/>
                <a:ea typeface="宋体" panose="02010600030101010101" pitchFamily="2" charset="-122"/>
              </a:rPr>
              <a:t>ISP </a:t>
            </a:r>
            <a:r>
              <a:rPr lang="zh-CN" altLang="en-US">
                <a:latin typeface="Times New Roman" panose="02020603050405020304" pitchFamily="18" charset="0"/>
                <a:ea typeface="宋体" panose="02010600030101010101" pitchFamily="2" charset="-122"/>
              </a:rPr>
              <a:t>结构的因特网。</a:t>
            </a:r>
          </a:p>
          <a:p>
            <a:pPr eaLnBrk="1" hangingPunct="1"/>
            <a:r>
              <a:rPr lang="zh-CN" altLang="en-US">
                <a:latin typeface="Times New Roman" panose="02020603050405020304" pitchFamily="18" charset="0"/>
                <a:ea typeface="宋体" panose="02010600030101010101" pitchFamily="2" charset="-122"/>
              </a:rPr>
              <a:t>出现了</a:t>
            </a:r>
            <a:r>
              <a:rPr lang="zh-CN" altLang="en-US">
                <a:solidFill>
                  <a:schemeClr val="hlink"/>
                </a:solidFill>
                <a:latin typeface="Times New Roman" panose="02020603050405020304" pitchFamily="18" charset="0"/>
                <a:ea typeface="宋体" panose="02010600030101010101" pitchFamily="2" charset="-122"/>
              </a:rPr>
              <a:t>因特网服务提供者 </a:t>
            </a:r>
            <a:r>
              <a:rPr lang="en-US" altLang="zh-CN">
                <a:solidFill>
                  <a:schemeClr val="hlink"/>
                </a:solidFill>
                <a:latin typeface="Times New Roman" panose="02020603050405020304" pitchFamily="18" charset="0"/>
                <a:ea typeface="宋体" panose="02010600030101010101" pitchFamily="2" charset="-122"/>
              </a:rPr>
              <a:t>ISP</a:t>
            </a:r>
            <a:r>
              <a:rPr lang="en-US" altLang="zh-CN">
                <a:latin typeface="Times New Roman" panose="02020603050405020304" pitchFamily="18" charset="0"/>
                <a:ea typeface="宋体" panose="02010600030101010101" pitchFamily="2" charset="-122"/>
              </a:rPr>
              <a:t> (Internet Service Provider)</a:t>
            </a:r>
            <a:r>
              <a:rPr lang="zh-CN" altLang="en-US">
                <a:latin typeface="Times New Roman" panose="02020603050405020304" pitchFamily="18" charset="0"/>
                <a:ea typeface="宋体" panose="02010600030101010101" pitchFamily="2" charset="-122"/>
              </a:rPr>
              <a:t>。  </a:t>
            </a:r>
          </a:p>
        </p:txBody>
      </p:sp>
      <p:sp>
        <p:nvSpPr>
          <p:cNvPr id="44035" name="幻灯片编号占位符 1">
            <a:extLst>
              <a:ext uri="{FF2B5EF4-FFF2-40B4-BE49-F238E27FC236}">
                <a16:creationId xmlns:a16="http://schemas.microsoft.com/office/drawing/2014/main" id="{0CBB35A7-C94B-E84B-BBBE-B549017843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10D6519-A4D4-BC43-A0B8-C4443BCDF50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10336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Line 5">
            <a:extLst>
              <a:ext uri="{FF2B5EF4-FFF2-40B4-BE49-F238E27FC236}">
                <a16:creationId xmlns:a16="http://schemas.microsoft.com/office/drawing/2014/main" id="{35DB6A1A-6B41-D44D-82FC-06A77496501B}"/>
              </a:ext>
            </a:extLst>
          </p:cNvPr>
          <p:cNvSpPr>
            <a:spLocks noChangeShapeType="1"/>
          </p:cNvSpPr>
          <p:nvPr/>
        </p:nvSpPr>
        <p:spPr bwMode="auto">
          <a:xfrm flipV="1">
            <a:off x="4814888" y="2588759"/>
            <a:ext cx="1896666" cy="7381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2" name="Line 6">
            <a:extLst>
              <a:ext uri="{FF2B5EF4-FFF2-40B4-BE49-F238E27FC236}">
                <a16:creationId xmlns:a16="http://schemas.microsoft.com/office/drawing/2014/main" id="{92C68FEE-E4FB-4246-ABCE-A598C57448F9}"/>
              </a:ext>
            </a:extLst>
          </p:cNvPr>
          <p:cNvSpPr>
            <a:spLocks noChangeShapeType="1"/>
          </p:cNvSpPr>
          <p:nvPr/>
        </p:nvSpPr>
        <p:spPr bwMode="auto">
          <a:xfrm>
            <a:off x="1990725" y="1523151"/>
            <a:ext cx="1579960" cy="5738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3" name="Line 7">
            <a:extLst>
              <a:ext uri="{FF2B5EF4-FFF2-40B4-BE49-F238E27FC236}">
                <a16:creationId xmlns:a16="http://schemas.microsoft.com/office/drawing/2014/main" id="{9AF6157A-1264-5049-BFE4-3574BC0DBC6C}"/>
              </a:ext>
            </a:extLst>
          </p:cNvPr>
          <p:cNvSpPr>
            <a:spLocks noChangeShapeType="1"/>
          </p:cNvSpPr>
          <p:nvPr/>
        </p:nvSpPr>
        <p:spPr bwMode="auto">
          <a:xfrm flipV="1">
            <a:off x="2069307" y="2262528"/>
            <a:ext cx="1422797" cy="80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4" name="Line 8">
            <a:extLst>
              <a:ext uri="{FF2B5EF4-FFF2-40B4-BE49-F238E27FC236}">
                <a16:creationId xmlns:a16="http://schemas.microsoft.com/office/drawing/2014/main" id="{B17CA41B-5D8F-C643-9FC6-7775BB69CF74}"/>
              </a:ext>
            </a:extLst>
          </p:cNvPr>
          <p:cNvSpPr>
            <a:spLocks noChangeShapeType="1"/>
          </p:cNvSpPr>
          <p:nvPr/>
        </p:nvSpPr>
        <p:spPr bwMode="auto">
          <a:xfrm flipV="1">
            <a:off x="2307431" y="2424454"/>
            <a:ext cx="1263254" cy="7405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5" name="Line 9">
            <a:extLst>
              <a:ext uri="{FF2B5EF4-FFF2-40B4-BE49-F238E27FC236}">
                <a16:creationId xmlns:a16="http://schemas.microsoft.com/office/drawing/2014/main" id="{8AEB1EF3-265A-ED45-9808-4C12BC8FDB0E}"/>
              </a:ext>
            </a:extLst>
          </p:cNvPr>
          <p:cNvSpPr>
            <a:spLocks noChangeShapeType="1"/>
          </p:cNvSpPr>
          <p:nvPr/>
        </p:nvSpPr>
        <p:spPr bwMode="auto">
          <a:xfrm>
            <a:off x="4165998" y="2262528"/>
            <a:ext cx="181570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6086" name="Object 10">
            <a:extLst>
              <a:ext uri="{FF2B5EF4-FFF2-40B4-BE49-F238E27FC236}">
                <a16:creationId xmlns:a16="http://schemas.microsoft.com/office/drawing/2014/main" id="{54F2F983-89E5-F04A-B2EF-F74B45B48112}"/>
              </a:ext>
            </a:extLst>
          </p:cNvPr>
          <p:cNvGraphicFramePr>
            <a:graphicFrameLocks noChangeAspect="1"/>
          </p:cNvGraphicFramePr>
          <p:nvPr>
            <p:extLst>
              <p:ext uri="{D42A27DB-BD31-4B8C-83A1-F6EECF244321}">
                <p14:modId xmlns:p14="http://schemas.microsoft.com/office/powerpoint/2010/main" val="1126139173"/>
              </p:ext>
            </p:extLst>
          </p:nvPr>
        </p:nvGraphicFramePr>
        <p:xfrm>
          <a:off x="4933951" y="1396945"/>
          <a:ext cx="2842022" cy="2012156"/>
        </p:xfrm>
        <a:graphic>
          <a:graphicData uri="http://schemas.openxmlformats.org/presentationml/2006/ole">
            <mc:AlternateContent xmlns:mc="http://schemas.openxmlformats.org/markup-compatibility/2006">
              <mc:Choice xmlns:v="urn:schemas-microsoft-com:vml" Requires="v">
                <p:oleObj spid="_x0000_s34834" name="VISIO" r:id="rId4" imgW="3378200" imgH="1930400" progId="Visio.Drawing.6">
                  <p:embed/>
                </p:oleObj>
              </mc:Choice>
              <mc:Fallback>
                <p:oleObj name="VISIO" r:id="rId4" imgW="3378200" imgH="1930400" progId="Visio.Drawing.6">
                  <p:embed/>
                  <p:pic>
                    <p:nvPicPr>
                      <p:cNvPr id="46086" name="Object 10">
                        <a:extLst>
                          <a:ext uri="{FF2B5EF4-FFF2-40B4-BE49-F238E27FC236}">
                            <a16:creationId xmlns:a16="http://schemas.microsoft.com/office/drawing/2014/main" id="{54F2F983-89E5-F04A-B2EF-F74B45B481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3951" y="1396945"/>
                        <a:ext cx="2842022" cy="2012156"/>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6087" name="Freeform 12">
            <a:extLst>
              <a:ext uri="{FF2B5EF4-FFF2-40B4-BE49-F238E27FC236}">
                <a16:creationId xmlns:a16="http://schemas.microsoft.com/office/drawing/2014/main" id="{E9054E6F-9229-AD4D-A85D-FF9242D5D153}"/>
              </a:ext>
            </a:extLst>
          </p:cNvPr>
          <p:cNvSpPr>
            <a:spLocks/>
          </p:cNvSpPr>
          <p:nvPr/>
        </p:nvSpPr>
        <p:spPr bwMode="auto">
          <a:xfrm flipH="1">
            <a:off x="1787129" y="1611257"/>
            <a:ext cx="207169" cy="154781"/>
          </a:xfrm>
          <a:custGeom>
            <a:avLst/>
            <a:gdLst>
              <a:gd name="T0" fmla="*/ 0 w 1188"/>
              <a:gd name="T1" fmla="*/ 2147483646 h 738"/>
              <a:gd name="T2" fmla="*/ 0 w 1188"/>
              <a:gd name="T3" fmla="*/ 2147483646 h 738"/>
              <a:gd name="T4" fmla="*/ 2147483646 w 1188"/>
              <a:gd name="T5" fmla="*/ 2147483646 h 738"/>
              <a:gd name="T6" fmla="*/ 2147483646 w 1188"/>
              <a:gd name="T7" fmla="*/ 0 h 738"/>
              <a:gd name="T8" fmla="*/ 0 w 1188"/>
              <a:gd name="T9" fmla="*/ 214748364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088" name="Freeform 13">
            <a:extLst>
              <a:ext uri="{FF2B5EF4-FFF2-40B4-BE49-F238E27FC236}">
                <a16:creationId xmlns:a16="http://schemas.microsoft.com/office/drawing/2014/main" id="{88C8DA17-49B3-494F-8BC9-68E9105C5598}"/>
              </a:ext>
            </a:extLst>
          </p:cNvPr>
          <p:cNvSpPr>
            <a:spLocks/>
          </p:cNvSpPr>
          <p:nvPr/>
        </p:nvSpPr>
        <p:spPr bwMode="auto">
          <a:xfrm flipH="1">
            <a:off x="1994298" y="1648166"/>
            <a:ext cx="154781" cy="117872"/>
          </a:xfrm>
          <a:custGeom>
            <a:avLst/>
            <a:gdLst>
              <a:gd name="T0" fmla="*/ 2147483646 w 882"/>
              <a:gd name="T1" fmla="*/ 2147483646 h 563"/>
              <a:gd name="T2" fmla="*/ 2147483646 w 882"/>
              <a:gd name="T3" fmla="*/ 2147483646 h 563"/>
              <a:gd name="T4" fmla="*/ 0 w 882"/>
              <a:gd name="T5" fmla="*/ 2147483646 h 563"/>
              <a:gd name="T6" fmla="*/ 0 w 882"/>
              <a:gd name="T7" fmla="*/ 0 h 563"/>
              <a:gd name="T8" fmla="*/ 2147483646 w 882"/>
              <a:gd name="T9" fmla="*/ 2147483646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089" name="Freeform 14">
            <a:extLst>
              <a:ext uri="{FF2B5EF4-FFF2-40B4-BE49-F238E27FC236}">
                <a16:creationId xmlns:a16="http://schemas.microsoft.com/office/drawing/2014/main" id="{B89947D3-3B25-8B45-8658-D9632BEFD214}"/>
              </a:ext>
            </a:extLst>
          </p:cNvPr>
          <p:cNvSpPr>
            <a:spLocks/>
          </p:cNvSpPr>
          <p:nvPr/>
        </p:nvSpPr>
        <p:spPr bwMode="auto">
          <a:xfrm flipH="1">
            <a:off x="1787129" y="1611257"/>
            <a:ext cx="361950" cy="47625"/>
          </a:xfrm>
          <a:custGeom>
            <a:avLst/>
            <a:gdLst>
              <a:gd name="T0" fmla="*/ 0 w 2070"/>
              <a:gd name="T1" fmla="*/ 2147483646 h 225"/>
              <a:gd name="T2" fmla="*/ 2147483646 w 2070"/>
              <a:gd name="T3" fmla="*/ 2147483646 h 225"/>
              <a:gd name="T4" fmla="*/ 2147483646 w 2070"/>
              <a:gd name="T5" fmla="*/ 0 h 225"/>
              <a:gd name="T6" fmla="*/ 2147483646 w 2070"/>
              <a:gd name="T7" fmla="*/ 0 h 225"/>
              <a:gd name="T8" fmla="*/ 0 w 2070"/>
              <a:gd name="T9" fmla="*/ 2147483646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090" name="Freeform 15">
            <a:extLst>
              <a:ext uri="{FF2B5EF4-FFF2-40B4-BE49-F238E27FC236}">
                <a16:creationId xmlns:a16="http://schemas.microsoft.com/office/drawing/2014/main" id="{F1383288-D1AD-6145-9B42-70D9EF340F49}"/>
              </a:ext>
            </a:extLst>
          </p:cNvPr>
          <p:cNvSpPr>
            <a:spLocks/>
          </p:cNvSpPr>
          <p:nvPr/>
        </p:nvSpPr>
        <p:spPr bwMode="auto">
          <a:xfrm flipH="1">
            <a:off x="1899047" y="1599350"/>
            <a:ext cx="132159" cy="42863"/>
          </a:xfrm>
          <a:custGeom>
            <a:avLst/>
            <a:gdLst>
              <a:gd name="T0" fmla="*/ 0 w 751"/>
              <a:gd name="T1" fmla="*/ 2147483646 h 210"/>
              <a:gd name="T2" fmla="*/ 0 w 751"/>
              <a:gd name="T3" fmla="*/ 2147483646 h 210"/>
              <a:gd name="T4" fmla="*/ 2147483646 w 751"/>
              <a:gd name="T5" fmla="*/ 2147483646 h 210"/>
              <a:gd name="T6" fmla="*/ 2147483646 w 751"/>
              <a:gd name="T7" fmla="*/ 2147483646 h 210"/>
              <a:gd name="T8" fmla="*/ 2147483646 w 751"/>
              <a:gd name="T9" fmla="*/ 0 h 210"/>
              <a:gd name="T10" fmla="*/ 0 w 751"/>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091" name="Freeform 16">
            <a:extLst>
              <a:ext uri="{FF2B5EF4-FFF2-40B4-BE49-F238E27FC236}">
                <a16:creationId xmlns:a16="http://schemas.microsoft.com/office/drawing/2014/main" id="{AB44F978-DB98-F24E-B13D-A0AD79554E8B}"/>
              </a:ext>
            </a:extLst>
          </p:cNvPr>
          <p:cNvSpPr>
            <a:spLocks/>
          </p:cNvSpPr>
          <p:nvPr/>
        </p:nvSpPr>
        <p:spPr bwMode="auto">
          <a:xfrm flipH="1">
            <a:off x="1827610" y="1412423"/>
            <a:ext cx="167878" cy="213122"/>
          </a:xfrm>
          <a:custGeom>
            <a:avLst/>
            <a:gdLst>
              <a:gd name="T0" fmla="*/ 2147483646 w 960"/>
              <a:gd name="T1" fmla="*/ 2147483646 h 1031"/>
              <a:gd name="T2" fmla="*/ 0 w 960"/>
              <a:gd name="T3" fmla="*/ 2147483646 h 1031"/>
              <a:gd name="T4" fmla="*/ 2147483646 w 960"/>
              <a:gd name="T5" fmla="*/ 0 h 1031"/>
              <a:gd name="T6" fmla="*/ 2147483646 w 960"/>
              <a:gd name="T7" fmla="*/ 2147483646 h 1031"/>
              <a:gd name="T8" fmla="*/ 2147483646 w 960"/>
              <a:gd name="T9" fmla="*/ 2147483646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092" name="Freeform 17">
            <a:extLst>
              <a:ext uri="{FF2B5EF4-FFF2-40B4-BE49-F238E27FC236}">
                <a16:creationId xmlns:a16="http://schemas.microsoft.com/office/drawing/2014/main" id="{448496C0-E042-C94A-A966-22D1E5B0174A}"/>
              </a:ext>
            </a:extLst>
          </p:cNvPr>
          <p:cNvSpPr>
            <a:spLocks/>
          </p:cNvSpPr>
          <p:nvPr/>
        </p:nvSpPr>
        <p:spPr bwMode="auto">
          <a:xfrm flipH="1">
            <a:off x="1974057" y="1418376"/>
            <a:ext cx="146447" cy="211931"/>
          </a:xfrm>
          <a:custGeom>
            <a:avLst/>
            <a:gdLst>
              <a:gd name="T0" fmla="*/ 2147483646 w 850"/>
              <a:gd name="T1" fmla="*/ 0 h 1026"/>
              <a:gd name="T2" fmla="*/ 0 w 850"/>
              <a:gd name="T3" fmla="*/ 2147483646 h 1026"/>
              <a:gd name="T4" fmla="*/ 2147483646 w 850"/>
              <a:gd name="T5" fmla="*/ 2147483646 h 1026"/>
              <a:gd name="T6" fmla="*/ 2147483646 w 850"/>
              <a:gd name="T7" fmla="*/ 2147483646 h 1026"/>
              <a:gd name="T8" fmla="*/ 2147483646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093" name="Freeform 18">
            <a:extLst>
              <a:ext uri="{FF2B5EF4-FFF2-40B4-BE49-F238E27FC236}">
                <a16:creationId xmlns:a16="http://schemas.microsoft.com/office/drawing/2014/main" id="{8C803F12-3F91-A344-82E0-D39ABC95A7C4}"/>
              </a:ext>
            </a:extLst>
          </p:cNvPr>
          <p:cNvSpPr>
            <a:spLocks/>
          </p:cNvSpPr>
          <p:nvPr/>
        </p:nvSpPr>
        <p:spPr bwMode="auto">
          <a:xfrm flipH="1">
            <a:off x="1846660" y="1433854"/>
            <a:ext cx="122634" cy="159544"/>
          </a:xfrm>
          <a:custGeom>
            <a:avLst/>
            <a:gdLst>
              <a:gd name="T0" fmla="*/ 0 w 689"/>
              <a:gd name="T1" fmla="*/ 2147483646 h 778"/>
              <a:gd name="T2" fmla="*/ 2147483646 w 689"/>
              <a:gd name="T3" fmla="*/ 2147483646 h 778"/>
              <a:gd name="T4" fmla="*/ 2147483646 w 689"/>
              <a:gd name="T5" fmla="*/ 2147483646 h 778"/>
              <a:gd name="T6" fmla="*/ 2147483646 w 689"/>
              <a:gd name="T7" fmla="*/ 0 h 778"/>
              <a:gd name="T8" fmla="*/ 0 w 689"/>
              <a:gd name="T9" fmla="*/ 2147483646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46094" name="Freeform 19">
            <a:extLst>
              <a:ext uri="{FF2B5EF4-FFF2-40B4-BE49-F238E27FC236}">
                <a16:creationId xmlns:a16="http://schemas.microsoft.com/office/drawing/2014/main" id="{95A0CE25-11A8-7542-AEBA-19B41260F7E7}"/>
              </a:ext>
            </a:extLst>
          </p:cNvPr>
          <p:cNvSpPr>
            <a:spLocks/>
          </p:cNvSpPr>
          <p:nvPr/>
        </p:nvSpPr>
        <p:spPr bwMode="auto">
          <a:xfrm flipH="1">
            <a:off x="1801416" y="1627925"/>
            <a:ext cx="119063" cy="100013"/>
          </a:xfrm>
          <a:custGeom>
            <a:avLst/>
            <a:gdLst>
              <a:gd name="T0" fmla="*/ 2147483646 w 674"/>
              <a:gd name="T1" fmla="*/ 0 h 482"/>
              <a:gd name="T2" fmla="*/ 0 w 674"/>
              <a:gd name="T3" fmla="*/ 2147483646 h 482"/>
              <a:gd name="T4" fmla="*/ 0 w 674"/>
              <a:gd name="T5" fmla="*/ 2147483646 h 482"/>
              <a:gd name="T6" fmla="*/ 2147483646 w 674"/>
              <a:gd name="T7" fmla="*/ 2147483646 h 482"/>
              <a:gd name="T8" fmla="*/ 2147483646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095" name="Line 20">
            <a:extLst>
              <a:ext uri="{FF2B5EF4-FFF2-40B4-BE49-F238E27FC236}">
                <a16:creationId xmlns:a16="http://schemas.microsoft.com/office/drawing/2014/main" id="{98A50906-89C8-2F4C-9393-DE91DEE5FC7D}"/>
              </a:ext>
            </a:extLst>
          </p:cNvPr>
          <p:cNvSpPr>
            <a:spLocks noChangeShapeType="1"/>
          </p:cNvSpPr>
          <p:nvPr/>
        </p:nvSpPr>
        <p:spPr bwMode="auto">
          <a:xfrm flipH="1" flipV="1">
            <a:off x="1810942" y="1652929"/>
            <a:ext cx="30956" cy="7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6" name="Line 21">
            <a:extLst>
              <a:ext uri="{FF2B5EF4-FFF2-40B4-BE49-F238E27FC236}">
                <a16:creationId xmlns:a16="http://schemas.microsoft.com/office/drawing/2014/main" id="{EF9462BC-107E-504E-9755-8CBAE81C81E4}"/>
              </a:ext>
            </a:extLst>
          </p:cNvPr>
          <p:cNvSpPr>
            <a:spLocks noChangeShapeType="1"/>
          </p:cNvSpPr>
          <p:nvPr/>
        </p:nvSpPr>
        <p:spPr bwMode="auto">
          <a:xfrm>
            <a:off x="1859756" y="1663645"/>
            <a:ext cx="39291" cy="119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7" name="Line 22">
            <a:extLst>
              <a:ext uri="{FF2B5EF4-FFF2-40B4-BE49-F238E27FC236}">
                <a16:creationId xmlns:a16="http://schemas.microsoft.com/office/drawing/2014/main" id="{D35DB435-7735-5E45-A71B-B1CB3ACA5AC0}"/>
              </a:ext>
            </a:extLst>
          </p:cNvPr>
          <p:cNvSpPr>
            <a:spLocks noChangeShapeType="1"/>
          </p:cNvSpPr>
          <p:nvPr/>
        </p:nvSpPr>
        <p:spPr bwMode="auto">
          <a:xfrm flipH="1">
            <a:off x="1850231" y="1641022"/>
            <a:ext cx="0" cy="6429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8" name="Line 23">
            <a:extLst>
              <a:ext uri="{FF2B5EF4-FFF2-40B4-BE49-F238E27FC236}">
                <a16:creationId xmlns:a16="http://schemas.microsoft.com/office/drawing/2014/main" id="{EA817506-5266-9247-AE5B-5B3E3E615373}"/>
              </a:ext>
            </a:extLst>
          </p:cNvPr>
          <p:cNvSpPr>
            <a:spLocks noChangeShapeType="1"/>
          </p:cNvSpPr>
          <p:nvPr/>
        </p:nvSpPr>
        <p:spPr bwMode="auto">
          <a:xfrm flipH="1">
            <a:off x="1906192" y="1654119"/>
            <a:ext cx="1190" cy="7143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9" name="Line 24">
            <a:extLst>
              <a:ext uri="{FF2B5EF4-FFF2-40B4-BE49-F238E27FC236}">
                <a16:creationId xmlns:a16="http://schemas.microsoft.com/office/drawing/2014/main" id="{F8A139D6-1D13-6C47-9512-C843DF08B9EB}"/>
              </a:ext>
            </a:extLst>
          </p:cNvPr>
          <p:cNvSpPr>
            <a:spLocks noChangeShapeType="1"/>
          </p:cNvSpPr>
          <p:nvPr/>
        </p:nvSpPr>
        <p:spPr bwMode="auto">
          <a:xfrm>
            <a:off x="1800226" y="1652929"/>
            <a:ext cx="107156" cy="3214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0" name="Line 25">
            <a:extLst>
              <a:ext uri="{FF2B5EF4-FFF2-40B4-BE49-F238E27FC236}">
                <a16:creationId xmlns:a16="http://schemas.microsoft.com/office/drawing/2014/main" id="{0C25346D-C14B-0342-82C4-7E56EE9F780D}"/>
              </a:ext>
            </a:extLst>
          </p:cNvPr>
          <p:cNvSpPr>
            <a:spLocks noChangeShapeType="1"/>
          </p:cNvSpPr>
          <p:nvPr/>
        </p:nvSpPr>
        <p:spPr bwMode="auto">
          <a:xfrm flipH="1" flipV="1">
            <a:off x="1800226" y="1643403"/>
            <a:ext cx="107156" cy="2976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1" name="Freeform 26">
            <a:extLst>
              <a:ext uri="{FF2B5EF4-FFF2-40B4-BE49-F238E27FC236}">
                <a16:creationId xmlns:a16="http://schemas.microsoft.com/office/drawing/2014/main" id="{97568DF6-F7CB-2D40-878D-6FFB1BF2696D}"/>
              </a:ext>
            </a:extLst>
          </p:cNvPr>
          <p:cNvSpPr>
            <a:spLocks/>
          </p:cNvSpPr>
          <p:nvPr/>
        </p:nvSpPr>
        <p:spPr bwMode="auto">
          <a:xfrm flipH="1">
            <a:off x="1931194" y="1723176"/>
            <a:ext cx="13097" cy="40481"/>
          </a:xfrm>
          <a:custGeom>
            <a:avLst/>
            <a:gdLst>
              <a:gd name="T0" fmla="*/ 2147483646 w 75"/>
              <a:gd name="T1" fmla="*/ 0 h 194"/>
              <a:gd name="T2" fmla="*/ 0 w 75"/>
              <a:gd name="T3" fmla="*/ 2147483646 h 194"/>
              <a:gd name="T4" fmla="*/ 2147483646 w 75"/>
              <a:gd name="T5" fmla="*/ 2147483646 h 194"/>
              <a:gd name="T6" fmla="*/ 2147483646 w 75"/>
              <a:gd name="T7" fmla="*/ 2147483646 h 194"/>
              <a:gd name="T8" fmla="*/ 2147483646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02" name="Freeform 27">
            <a:extLst>
              <a:ext uri="{FF2B5EF4-FFF2-40B4-BE49-F238E27FC236}">
                <a16:creationId xmlns:a16="http://schemas.microsoft.com/office/drawing/2014/main" id="{31D29224-EBCF-B742-BE61-188F021739E2}"/>
              </a:ext>
            </a:extLst>
          </p:cNvPr>
          <p:cNvSpPr>
            <a:spLocks/>
          </p:cNvSpPr>
          <p:nvPr/>
        </p:nvSpPr>
        <p:spPr bwMode="auto">
          <a:xfrm flipH="1">
            <a:off x="1899047" y="1727938"/>
            <a:ext cx="36909" cy="35719"/>
          </a:xfrm>
          <a:custGeom>
            <a:avLst/>
            <a:gdLst>
              <a:gd name="T0" fmla="*/ 2147483646 w 206"/>
              <a:gd name="T1" fmla="*/ 2147483646 h 168"/>
              <a:gd name="T2" fmla="*/ 0 w 206"/>
              <a:gd name="T3" fmla="*/ 2147483646 h 168"/>
              <a:gd name="T4" fmla="*/ 2147483646 w 206"/>
              <a:gd name="T5" fmla="*/ 2147483646 h 168"/>
              <a:gd name="T6" fmla="*/ 2147483646 w 206"/>
              <a:gd name="T7" fmla="*/ 2147483646 h 168"/>
              <a:gd name="T8" fmla="*/ 2147483646 w 206"/>
              <a:gd name="T9" fmla="*/ 2147483646 h 168"/>
              <a:gd name="T10" fmla="*/ 2147483646 w 206"/>
              <a:gd name="T11" fmla="*/ 0 h 168"/>
              <a:gd name="T12" fmla="*/ 2147483646 w 206"/>
              <a:gd name="T13" fmla="*/ 2147483646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03" name="Freeform 28">
            <a:extLst>
              <a:ext uri="{FF2B5EF4-FFF2-40B4-BE49-F238E27FC236}">
                <a16:creationId xmlns:a16="http://schemas.microsoft.com/office/drawing/2014/main" id="{523DFF89-5773-5F4D-A8CE-CE9023EB69BC}"/>
              </a:ext>
            </a:extLst>
          </p:cNvPr>
          <p:cNvSpPr>
            <a:spLocks/>
          </p:cNvSpPr>
          <p:nvPr/>
        </p:nvSpPr>
        <p:spPr bwMode="auto">
          <a:xfrm flipH="1">
            <a:off x="1681163" y="1630307"/>
            <a:ext cx="277416" cy="151209"/>
          </a:xfrm>
          <a:custGeom>
            <a:avLst/>
            <a:gdLst>
              <a:gd name="T0" fmla="*/ 0 w 1583"/>
              <a:gd name="T1" fmla="*/ 2147483646 h 729"/>
              <a:gd name="T2" fmla="*/ 2147483646 w 1583"/>
              <a:gd name="T3" fmla="*/ 2147483646 h 729"/>
              <a:gd name="T4" fmla="*/ 2147483646 w 1583"/>
              <a:gd name="T5" fmla="*/ 2147483646 h 729"/>
              <a:gd name="T6" fmla="*/ 2147483646 w 1583"/>
              <a:gd name="T7" fmla="*/ 0 h 729"/>
              <a:gd name="T8" fmla="*/ 0 w 1583"/>
              <a:gd name="T9" fmla="*/ 2147483646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104" name="Freeform 29">
            <a:extLst>
              <a:ext uri="{FF2B5EF4-FFF2-40B4-BE49-F238E27FC236}">
                <a16:creationId xmlns:a16="http://schemas.microsoft.com/office/drawing/2014/main" id="{0C616D0C-3E7D-1148-89B8-E44E40674895}"/>
              </a:ext>
            </a:extLst>
          </p:cNvPr>
          <p:cNvSpPr>
            <a:spLocks/>
          </p:cNvSpPr>
          <p:nvPr/>
        </p:nvSpPr>
        <p:spPr bwMode="auto">
          <a:xfrm flipH="1">
            <a:off x="1825228" y="1693410"/>
            <a:ext cx="138113" cy="108347"/>
          </a:xfrm>
          <a:custGeom>
            <a:avLst/>
            <a:gdLst>
              <a:gd name="T0" fmla="*/ 2147483646 w 792"/>
              <a:gd name="T1" fmla="*/ 0 h 516"/>
              <a:gd name="T2" fmla="*/ 2147483646 w 792"/>
              <a:gd name="T3" fmla="*/ 2147483646 h 516"/>
              <a:gd name="T4" fmla="*/ 2147483646 w 792"/>
              <a:gd name="T5" fmla="*/ 2147483646 h 516"/>
              <a:gd name="T6" fmla="*/ 0 w 792"/>
              <a:gd name="T7" fmla="*/ 2147483646 h 516"/>
              <a:gd name="T8" fmla="*/ 2147483646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05" name="Freeform 30">
            <a:extLst>
              <a:ext uri="{FF2B5EF4-FFF2-40B4-BE49-F238E27FC236}">
                <a16:creationId xmlns:a16="http://schemas.microsoft.com/office/drawing/2014/main" id="{B71A7936-4C16-994B-82E8-0FE0BBAB955D}"/>
              </a:ext>
            </a:extLst>
          </p:cNvPr>
          <p:cNvSpPr>
            <a:spLocks/>
          </p:cNvSpPr>
          <p:nvPr/>
        </p:nvSpPr>
        <p:spPr bwMode="auto">
          <a:xfrm flipH="1">
            <a:off x="1679972" y="1696982"/>
            <a:ext cx="147638" cy="104775"/>
          </a:xfrm>
          <a:custGeom>
            <a:avLst/>
            <a:gdLst>
              <a:gd name="T0" fmla="*/ 0 w 846"/>
              <a:gd name="T1" fmla="*/ 2147483646 h 507"/>
              <a:gd name="T2" fmla="*/ 2147483646 w 846"/>
              <a:gd name="T3" fmla="*/ 2147483646 h 507"/>
              <a:gd name="T4" fmla="*/ 2147483646 w 846"/>
              <a:gd name="T5" fmla="*/ 0 h 507"/>
              <a:gd name="T6" fmla="*/ 2147483646 w 846"/>
              <a:gd name="T7" fmla="*/ 2147483646 h 507"/>
              <a:gd name="T8" fmla="*/ 0 w 846"/>
              <a:gd name="T9" fmla="*/ 2147483646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06" name="Freeform 31">
            <a:extLst>
              <a:ext uri="{FF2B5EF4-FFF2-40B4-BE49-F238E27FC236}">
                <a16:creationId xmlns:a16="http://schemas.microsoft.com/office/drawing/2014/main" id="{A0DC62BE-5D9F-494D-ABDD-7E9429C7046D}"/>
              </a:ext>
            </a:extLst>
          </p:cNvPr>
          <p:cNvSpPr>
            <a:spLocks/>
          </p:cNvSpPr>
          <p:nvPr/>
        </p:nvSpPr>
        <p:spPr bwMode="auto">
          <a:xfrm flipH="1">
            <a:off x="1791891" y="1699364"/>
            <a:ext cx="113109" cy="69056"/>
          </a:xfrm>
          <a:custGeom>
            <a:avLst/>
            <a:gdLst>
              <a:gd name="T0" fmla="*/ 0 w 637"/>
              <a:gd name="T1" fmla="*/ 2147483646 h 321"/>
              <a:gd name="T2" fmla="*/ 2147483646 w 637"/>
              <a:gd name="T3" fmla="*/ 0 h 321"/>
              <a:gd name="T4" fmla="*/ 2147483646 w 637"/>
              <a:gd name="T5" fmla="*/ 2147483646 h 321"/>
              <a:gd name="T6" fmla="*/ 2147483646 w 637"/>
              <a:gd name="T7" fmla="*/ 2147483646 h 321"/>
              <a:gd name="T8" fmla="*/ 0 w 637"/>
              <a:gd name="T9" fmla="*/ 2147483646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07" name="Freeform 32">
            <a:extLst>
              <a:ext uri="{FF2B5EF4-FFF2-40B4-BE49-F238E27FC236}">
                <a16:creationId xmlns:a16="http://schemas.microsoft.com/office/drawing/2014/main" id="{B3805213-3500-5C4B-9017-B2745F5D714F}"/>
              </a:ext>
            </a:extLst>
          </p:cNvPr>
          <p:cNvSpPr>
            <a:spLocks/>
          </p:cNvSpPr>
          <p:nvPr/>
        </p:nvSpPr>
        <p:spPr bwMode="auto">
          <a:xfrm flipH="1">
            <a:off x="1693069" y="1654119"/>
            <a:ext cx="166688" cy="90488"/>
          </a:xfrm>
          <a:custGeom>
            <a:avLst/>
            <a:gdLst>
              <a:gd name="T0" fmla="*/ 0 w 938"/>
              <a:gd name="T1" fmla="*/ 2147483646 h 434"/>
              <a:gd name="T2" fmla="*/ 2147483646 w 938"/>
              <a:gd name="T3" fmla="*/ 2147483646 h 434"/>
              <a:gd name="T4" fmla="*/ 2147483646 w 938"/>
              <a:gd name="T5" fmla="*/ 2147483646 h 434"/>
              <a:gd name="T6" fmla="*/ 2147483646 w 938"/>
              <a:gd name="T7" fmla="*/ 0 h 434"/>
              <a:gd name="T8" fmla="*/ 0 w 938"/>
              <a:gd name="T9" fmla="*/ 214748364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08" name="Freeform 33">
            <a:extLst>
              <a:ext uri="{FF2B5EF4-FFF2-40B4-BE49-F238E27FC236}">
                <a16:creationId xmlns:a16="http://schemas.microsoft.com/office/drawing/2014/main" id="{0D4DD8AB-1C8D-684C-9BB5-F9048D089665}"/>
              </a:ext>
            </a:extLst>
          </p:cNvPr>
          <p:cNvSpPr>
            <a:spLocks/>
          </p:cNvSpPr>
          <p:nvPr/>
        </p:nvSpPr>
        <p:spPr bwMode="auto">
          <a:xfrm flipH="1">
            <a:off x="1763316" y="1635069"/>
            <a:ext cx="180975" cy="80963"/>
          </a:xfrm>
          <a:custGeom>
            <a:avLst/>
            <a:gdLst>
              <a:gd name="T0" fmla="*/ 2147483646 w 1034"/>
              <a:gd name="T1" fmla="*/ 2147483646 h 395"/>
              <a:gd name="T2" fmla="*/ 0 w 1034"/>
              <a:gd name="T3" fmla="*/ 2147483646 h 395"/>
              <a:gd name="T4" fmla="*/ 2147483646 w 1034"/>
              <a:gd name="T5" fmla="*/ 0 h 395"/>
              <a:gd name="T6" fmla="*/ 2147483646 w 1034"/>
              <a:gd name="T7" fmla="*/ 2147483646 h 395"/>
              <a:gd name="T8" fmla="*/ 2147483646 w 1034"/>
              <a:gd name="T9" fmla="*/ 2147483646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09" name="Line 34">
            <a:extLst>
              <a:ext uri="{FF2B5EF4-FFF2-40B4-BE49-F238E27FC236}">
                <a16:creationId xmlns:a16="http://schemas.microsoft.com/office/drawing/2014/main" id="{363F80CF-4BF9-7C48-9FB6-C3A0F0D102FB}"/>
              </a:ext>
            </a:extLst>
          </p:cNvPr>
          <p:cNvSpPr>
            <a:spLocks noChangeShapeType="1"/>
          </p:cNvSpPr>
          <p:nvPr/>
        </p:nvSpPr>
        <p:spPr bwMode="auto">
          <a:xfrm flipH="1" flipV="1">
            <a:off x="1784748" y="1638641"/>
            <a:ext cx="154781" cy="6310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0" name="Line 35">
            <a:extLst>
              <a:ext uri="{FF2B5EF4-FFF2-40B4-BE49-F238E27FC236}">
                <a16:creationId xmlns:a16="http://schemas.microsoft.com/office/drawing/2014/main" id="{0C005058-AD3F-DD4B-8AED-278A0AA8240C}"/>
              </a:ext>
            </a:extLst>
          </p:cNvPr>
          <p:cNvSpPr>
            <a:spLocks noChangeShapeType="1"/>
          </p:cNvSpPr>
          <p:nvPr/>
        </p:nvSpPr>
        <p:spPr bwMode="auto">
          <a:xfrm flipH="1" flipV="1">
            <a:off x="1775222" y="1642213"/>
            <a:ext cx="151209"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1" name="Line 36">
            <a:extLst>
              <a:ext uri="{FF2B5EF4-FFF2-40B4-BE49-F238E27FC236}">
                <a16:creationId xmlns:a16="http://schemas.microsoft.com/office/drawing/2014/main" id="{0B76720F-76C3-2045-937E-1B575C102A8D}"/>
              </a:ext>
            </a:extLst>
          </p:cNvPr>
          <p:cNvSpPr>
            <a:spLocks noChangeShapeType="1"/>
          </p:cNvSpPr>
          <p:nvPr/>
        </p:nvSpPr>
        <p:spPr bwMode="auto">
          <a:xfrm flipH="1" flipV="1">
            <a:off x="1768078" y="1648166"/>
            <a:ext cx="14763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2" name="Line 37">
            <a:extLst>
              <a:ext uri="{FF2B5EF4-FFF2-40B4-BE49-F238E27FC236}">
                <a16:creationId xmlns:a16="http://schemas.microsoft.com/office/drawing/2014/main" id="{4ED8690B-187F-EB46-AFD1-5FF571EB4338}"/>
              </a:ext>
            </a:extLst>
          </p:cNvPr>
          <p:cNvSpPr>
            <a:spLocks noChangeShapeType="1"/>
          </p:cNvSpPr>
          <p:nvPr/>
        </p:nvSpPr>
        <p:spPr bwMode="auto">
          <a:xfrm flipH="1" flipV="1">
            <a:off x="1750219" y="1658882"/>
            <a:ext cx="145256" cy="690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3" name="Line 38">
            <a:extLst>
              <a:ext uri="{FF2B5EF4-FFF2-40B4-BE49-F238E27FC236}">
                <a16:creationId xmlns:a16="http://schemas.microsoft.com/office/drawing/2014/main" id="{6529E3DF-A3E3-C246-91F6-A4DF7CBD26E1}"/>
              </a:ext>
            </a:extLst>
          </p:cNvPr>
          <p:cNvSpPr>
            <a:spLocks noChangeShapeType="1"/>
          </p:cNvSpPr>
          <p:nvPr/>
        </p:nvSpPr>
        <p:spPr bwMode="auto">
          <a:xfrm flipH="1" flipV="1">
            <a:off x="1738313" y="1664834"/>
            <a:ext cx="144066" cy="714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4" name="Line 39">
            <a:extLst>
              <a:ext uri="{FF2B5EF4-FFF2-40B4-BE49-F238E27FC236}">
                <a16:creationId xmlns:a16="http://schemas.microsoft.com/office/drawing/2014/main" id="{7ADC40A7-DFD5-DF4D-98CD-AAB50CC83158}"/>
              </a:ext>
            </a:extLst>
          </p:cNvPr>
          <p:cNvSpPr>
            <a:spLocks noChangeShapeType="1"/>
          </p:cNvSpPr>
          <p:nvPr/>
        </p:nvSpPr>
        <p:spPr bwMode="auto">
          <a:xfrm flipH="1" flipV="1">
            <a:off x="1737123" y="1675551"/>
            <a:ext cx="12977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5" name="Line 40">
            <a:extLst>
              <a:ext uri="{FF2B5EF4-FFF2-40B4-BE49-F238E27FC236}">
                <a16:creationId xmlns:a16="http://schemas.microsoft.com/office/drawing/2014/main" id="{9128586F-BB80-0C41-85E3-4D49CB87F7EA}"/>
              </a:ext>
            </a:extLst>
          </p:cNvPr>
          <p:cNvSpPr>
            <a:spLocks noChangeShapeType="1"/>
          </p:cNvSpPr>
          <p:nvPr/>
        </p:nvSpPr>
        <p:spPr bwMode="auto">
          <a:xfrm flipH="1" flipV="1">
            <a:off x="1727598" y="1681503"/>
            <a:ext cx="126206" cy="6786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6" name="Line 41">
            <a:extLst>
              <a:ext uri="{FF2B5EF4-FFF2-40B4-BE49-F238E27FC236}">
                <a16:creationId xmlns:a16="http://schemas.microsoft.com/office/drawing/2014/main" id="{33BB1CB3-EF72-F240-A367-CD659FEBA513}"/>
              </a:ext>
            </a:extLst>
          </p:cNvPr>
          <p:cNvSpPr>
            <a:spLocks noChangeShapeType="1"/>
          </p:cNvSpPr>
          <p:nvPr/>
        </p:nvSpPr>
        <p:spPr bwMode="auto">
          <a:xfrm flipH="1" flipV="1">
            <a:off x="1716881" y="1691029"/>
            <a:ext cx="119063"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7" name="Line 42">
            <a:extLst>
              <a:ext uri="{FF2B5EF4-FFF2-40B4-BE49-F238E27FC236}">
                <a16:creationId xmlns:a16="http://schemas.microsoft.com/office/drawing/2014/main" id="{94A4C2A7-C39D-7D4A-B24F-BF1DE52322BB}"/>
              </a:ext>
            </a:extLst>
          </p:cNvPr>
          <p:cNvSpPr>
            <a:spLocks noChangeShapeType="1"/>
          </p:cNvSpPr>
          <p:nvPr/>
        </p:nvSpPr>
        <p:spPr bwMode="auto">
          <a:xfrm flipH="1">
            <a:off x="1815704" y="1712460"/>
            <a:ext cx="75009" cy="5119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8" name="Line 43">
            <a:extLst>
              <a:ext uri="{FF2B5EF4-FFF2-40B4-BE49-F238E27FC236}">
                <a16:creationId xmlns:a16="http://schemas.microsoft.com/office/drawing/2014/main" id="{120AB37C-8EF9-4C49-A67A-7E832543EC77}"/>
              </a:ext>
            </a:extLst>
          </p:cNvPr>
          <p:cNvSpPr>
            <a:spLocks noChangeShapeType="1"/>
          </p:cNvSpPr>
          <p:nvPr/>
        </p:nvSpPr>
        <p:spPr bwMode="auto">
          <a:xfrm flipH="1">
            <a:off x="1801416" y="1706507"/>
            <a:ext cx="73819" cy="476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9" name="Line 44">
            <a:extLst>
              <a:ext uri="{FF2B5EF4-FFF2-40B4-BE49-F238E27FC236}">
                <a16:creationId xmlns:a16="http://schemas.microsoft.com/office/drawing/2014/main" id="{BED1CB99-4D8E-6649-8ACC-828AB3A6CF1D}"/>
              </a:ext>
            </a:extLst>
          </p:cNvPr>
          <p:cNvSpPr>
            <a:spLocks noChangeShapeType="1"/>
          </p:cNvSpPr>
          <p:nvPr/>
        </p:nvSpPr>
        <p:spPr bwMode="auto">
          <a:xfrm flipH="1">
            <a:off x="1770460" y="1691029"/>
            <a:ext cx="72628"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0" name="Line 45">
            <a:extLst>
              <a:ext uri="{FF2B5EF4-FFF2-40B4-BE49-F238E27FC236}">
                <a16:creationId xmlns:a16="http://schemas.microsoft.com/office/drawing/2014/main" id="{3F8C6903-3980-7846-A2FE-21472EB1D776}"/>
              </a:ext>
            </a:extLst>
          </p:cNvPr>
          <p:cNvSpPr>
            <a:spLocks noChangeShapeType="1"/>
          </p:cNvSpPr>
          <p:nvPr/>
        </p:nvSpPr>
        <p:spPr bwMode="auto">
          <a:xfrm flipH="1">
            <a:off x="1754981" y="1683884"/>
            <a:ext cx="71438" cy="440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1" name="Line 46">
            <a:extLst>
              <a:ext uri="{FF2B5EF4-FFF2-40B4-BE49-F238E27FC236}">
                <a16:creationId xmlns:a16="http://schemas.microsoft.com/office/drawing/2014/main" id="{10AAE2C3-4B55-3A41-8A18-9749CC1A84D9}"/>
              </a:ext>
            </a:extLst>
          </p:cNvPr>
          <p:cNvSpPr>
            <a:spLocks noChangeShapeType="1"/>
          </p:cNvSpPr>
          <p:nvPr/>
        </p:nvSpPr>
        <p:spPr bwMode="auto">
          <a:xfrm flipH="1">
            <a:off x="1738313" y="1675551"/>
            <a:ext cx="69056"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2" name="Line 47">
            <a:extLst>
              <a:ext uri="{FF2B5EF4-FFF2-40B4-BE49-F238E27FC236}">
                <a16:creationId xmlns:a16="http://schemas.microsoft.com/office/drawing/2014/main" id="{97ECAD57-FD7C-B041-9C02-4B986DCCBAF5}"/>
              </a:ext>
            </a:extLst>
          </p:cNvPr>
          <p:cNvSpPr>
            <a:spLocks noChangeShapeType="1"/>
          </p:cNvSpPr>
          <p:nvPr/>
        </p:nvSpPr>
        <p:spPr bwMode="auto">
          <a:xfrm flipH="1">
            <a:off x="1725216" y="1669597"/>
            <a:ext cx="66675" cy="428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3" name="Line 48">
            <a:extLst>
              <a:ext uri="{FF2B5EF4-FFF2-40B4-BE49-F238E27FC236}">
                <a16:creationId xmlns:a16="http://schemas.microsoft.com/office/drawing/2014/main" id="{9675692B-C538-CF4F-BB29-546EB4E05585}"/>
              </a:ext>
            </a:extLst>
          </p:cNvPr>
          <p:cNvSpPr>
            <a:spLocks noChangeShapeType="1"/>
          </p:cNvSpPr>
          <p:nvPr/>
        </p:nvSpPr>
        <p:spPr bwMode="auto">
          <a:xfrm flipH="1">
            <a:off x="1710929" y="1662454"/>
            <a:ext cx="67865" cy="4167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4" name="Line 49">
            <a:extLst>
              <a:ext uri="{FF2B5EF4-FFF2-40B4-BE49-F238E27FC236}">
                <a16:creationId xmlns:a16="http://schemas.microsoft.com/office/drawing/2014/main" id="{0B5D913D-9E43-724B-86CC-C070B0317B09}"/>
              </a:ext>
            </a:extLst>
          </p:cNvPr>
          <p:cNvSpPr>
            <a:spLocks noChangeShapeType="1"/>
          </p:cNvSpPr>
          <p:nvPr/>
        </p:nvSpPr>
        <p:spPr bwMode="auto">
          <a:xfrm flipH="1">
            <a:off x="1884760" y="1683885"/>
            <a:ext cx="36909" cy="2262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5" name="Line 50">
            <a:extLst>
              <a:ext uri="{FF2B5EF4-FFF2-40B4-BE49-F238E27FC236}">
                <a16:creationId xmlns:a16="http://schemas.microsoft.com/office/drawing/2014/main" id="{7ABEB3BC-2720-4C4B-A04A-21E938868E29}"/>
              </a:ext>
            </a:extLst>
          </p:cNvPr>
          <p:cNvSpPr>
            <a:spLocks noChangeShapeType="1"/>
          </p:cNvSpPr>
          <p:nvPr/>
        </p:nvSpPr>
        <p:spPr bwMode="auto">
          <a:xfrm flipH="1">
            <a:off x="1864519" y="1675551"/>
            <a:ext cx="34529"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6" name="Line 51">
            <a:extLst>
              <a:ext uri="{FF2B5EF4-FFF2-40B4-BE49-F238E27FC236}">
                <a16:creationId xmlns:a16="http://schemas.microsoft.com/office/drawing/2014/main" id="{BD9EF5E7-150E-274F-AB13-92B19EB16593}"/>
              </a:ext>
            </a:extLst>
          </p:cNvPr>
          <p:cNvSpPr>
            <a:spLocks noChangeShapeType="1"/>
          </p:cNvSpPr>
          <p:nvPr/>
        </p:nvSpPr>
        <p:spPr bwMode="auto">
          <a:xfrm flipH="1">
            <a:off x="1843087" y="1667216"/>
            <a:ext cx="34529"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7" name="Line 52">
            <a:extLst>
              <a:ext uri="{FF2B5EF4-FFF2-40B4-BE49-F238E27FC236}">
                <a16:creationId xmlns:a16="http://schemas.microsoft.com/office/drawing/2014/main" id="{BDF3FCFD-8161-9B46-8356-BA5C111C7B33}"/>
              </a:ext>
            </a:extLst>
          </p:cNvPr>
          <p:cNvSpPr>
            <a:spLocks noChangeShapeType="1"/>
          </p:cNvSpPr>
          <p:nvPr/>
        </p:nvSpPr>
        <p:spPr bwMode="auto">
          <a:xfrm flipH="1">
            <a:off x="1821656" y="1660072"/>
            <a:ext cx="34529" cy="178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8" name="Line 53">
            <a:extLst>
              <a:ext uri="{FF2B5EF4-FFF2-40B4-BE49-F238E27FC236}">
                <a16:creationId xmlns:a16="http://schemas.microsoft.com/office/drawing/2014/main" id="{DEFE57D4-B917-D046-90AB-F00F6C25969D}"/>
              </a:ext>
            </a:extLst>
          </p:cNvPr>
          <p:cNvSpPr>
            <a:spLocks noChangeShapeType="1"/>
          </p:cNvSpPr>
          <p:nvPr/>
        </p:nvSpPr>
        <p:spPr bwMode="auto">
          <a:xfrm flipH="1">
            <a:off x="1802607" y="1651738"/>
            <a:ext cx="32147"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9" name="Line 54">
            <a:extLst>
              <a:ext uri="{FF2B5EF4-FFF2-40B4-BE49-F238E27FC236}">
                <a16:creationId xmlns:a16="http://schemas.microsoft.com/office/drawing/2014/main" id="{0035733F-2951-6743-BC24-EEABB8404D36}"/>
              </a:ext>
            </a:extLst>
          </p:cNvPr>
          <p:cNvSpPr>
            <a:spLocks noChangeShapeType="1"/>
          </p:cNvSpPr>
          <p:nvPr/>
        </p:nvSpPr>
        <p:spPr bwMode="auto">
          <a:xfrm flipH="1">
            <a:off x="1781175" y="1642213"/>
            <a:ext cx="29766" cy="17859"/>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0" name="Freeform 55">
            <a:extLst>
              <a:ext uri="{FF2B5EF4-FFF2-40B4-BE49-F238E27FC236}">
                <a16:creationId xmlns:a16="http://schemas.microsoft.com/office/drawing/2014/main" id="{F2057E6C-E203-3042-8A7A-A89C6A66D260}"/>
              </a:ext>
            </a:extLst>
          </p:cNvPr>
          <p:cNvSpPr>
            <a:spLocks/>
          </p:cNvSpPr>
          <p:nvPr/>
        </p:nvSpPr>
        <p:spPr bwMode="auto">
          <a:xfrm flipH="1">
            <a:off x="1497807" y="1856526"/>
            <a:ext cx="364331" cy="192881"/>
          </a:xfrm>
          <a:custGeom>
            <a:avLst/>
            <a:gdLst>
              <a:gd name="T0" fmla="*/ 2147483646 w 2091"/>
              <a:gd name="T1" fmla="*/ 2147483646 h 931"/>
              <a:gd name="T2" fmla="*/ 2147483646 w 2091"/>
              <a:gd name="T3" fmla="*/ 2147483646 h 931"/>
              <a:gd name="T4" fmla="*/ 0 w 2091"/>
              <a:gd name="T5" fmla="*/ 2147483646 h 931"/>
              <a:gd name="T6" fmla="*/ 2147483646 w 2091"/>
              <a:gd name="T7" fmla="*/ 2147483646 h 931"/>
              <a:gd name="T8" fmla="*/ 2147483646 w 2091"/>
              <a:gd name="T9" fmla="*/ 2147483646 h 931"/>
              <a:gd name="T10" fmla="*/ 2147483646 w 2091"/>
              <a:gd name="T11" fmla="*/ 2147483646 h 931"/>
              <a:gd name="T12" fmla="*/ 2147483646 w 2091"/>
              <a:gd name="T13" fmla="*/ 2147483646 h 931"/>
              <a:gd name="T14" fmla="*/ 2147483646 w 2091"/>
              <a:gd name="T15" fmla="*/ 2147483646 h 931"/>
              <a:gd name="T16" fmla="*/ 2147483646 w 2091"/>
              <a:gd name="T17" fmla="*/ 2147483646 h 931"/>
              <a:gd name="T18" fmla="*/ 2147483646 w 2091"/>
              <a:gd name="T19" fmla="*/ 2147483646 h 931"/>
              <a:gd name="T20" fmla="*/ 2147483646 w 2091"/>
              <a:gd name="T21" fmla="*/ 2147483646 h 931"/>
              <a:gd name="T22" fmla="*/ 2147483646 w 2091"/>
              <a:gd name="T23" fmla="*/ 2147483646 h 931"/>
              <a:gd name="T24" fmla="*/ 2147483646 w 2091"/>
              <a:gd name="T25" fmla="*/ 2147483646 h 931"/>
              <a:gd name="T26" fmla="*/ 2147483646 w 2091"/>
              <a:gd name="T27" fmla="*/ 2147483646 h 931"/>
              <a:gd name="T28" fmla="*/ 2147483646 w 2091"/>
              <a:gd name="T29" fmla="*/ 2147483646 h 931"/>
              <a:gd name="T30" fmla="*/ 2147483646 w 2091"/>
              <a:gd name="T31" fmla="*/ 2147483646 h 931"/>
              <a:gd name="T32" fmla="*/ 2147483646 w 2091"/>
              <a:gd name="T33" fmla="*/ 2147483646 h 931"/>
              <a:gd name="T34" fmla="*/ 2147483646 w 2091"/>
              <a:gd name="T35" fmla="*/ 2147483646 h 931"/>
              <a:gd name="T36" fmla="*/ 2147483646 w 2091"/>
              <a:gd name="T37" fmla="*/ 2147483646 h 931"/>
              <a:gd name="T38" fmla="*/ 2147483646 w 2091"/>
              <a:gd name="T39" fmla="*/ 0 h 931"/>
              <a:gd name="T40" fmla="*/ 2147483646 w 2091"/>
              <a:gd name="T41" fmla="*/ 2147483646 h 931"/>
              <a:gd name="T42" fmla="*/ 2147483646 w 2091"/>
              <a:gd name="T43" fmla="*/ 2147483646 h 931"/>
              <a:gd name="T44" fmla="*/ 2147483646 w 2091"/>
              <a:gd name="T45" fmla="*/ 2147483646 h 931"/>
              <a:gd name="T46" fmla="*/ 2147483646 w 2091"/>
              <a:gd name="T47" fmla="*/ 2147483646 h 931"/>
              <a:gd name="T48" fmla="*/ 2147483646 w 2091"/>
              <a:gd name="T49" fmla="*/ 2147483646 h 931"/>
              <a:gd name="T50" fmla="*/ 2147483646 w 2091"/>
              <a:gd name="T51" fmla="*/ 2147483646 h 931"/>
              <a:gd name="T52" fmla="*/ 2147483646 w 2091"/>
              <a:gd name="T53" fmla="*/ 2147483646 h 931"/>
              <a:gd name="T54" fmla="*/ 2147483646 w 2091"/>
              <a:gd name="T55" fmla="*/ 2147483646 h 931"/>
              <a:gd name="T56" fmla="*/ 2147483646 w 2091"/>
              <a:gd name="T57" fmla="*/ 2147483646 h 931"/>
              <a:gd name="T58" fmla="*/ 2147483646 w 2091"/>
              <a:gd name="T59" fmla="*/ 2147483646 h 931"/>
              <a:gd name="T60" fmla="*/ 2147483646 w 2091"/>
              <a:gd name="T61" fmla="*/ 2147483646 h 931"/>
              <a:gd name="T62" fmla="*/ 2147483646 w 2091"/>
              <a:gd name="T63" fmla="*/ 2147483646 h 931"/>
              <a:gd name="T64" fmla="*/ 2147483646 w 2091"/>
              <a:gd name="T65" fmla="*/ 2147483646 h 931"/>
              <a:gd name="T66" fmla="*/ 2147483646 w 2091"/>
              <a:gd name="T67" fmla="*/ 2147483646 h 931"/>
              <a:gd name="T68" fmla="*/ 2147483646 w 2091"/>
              <a:gd name="T69" fmla="*/ 2147483646 h 931"/>
              <a:gd name="T70" fmla="*/ 2147483646 w 2091"/>
              <a:gd name="T71" fmla="*/ 2147483646 h 931"/>
              <a:gd name="T72" fmla="*/ 2147483646 w 2091"/>
              <a:gd name="T73" fmla="*/ 2147483646 h 931"/>
              <a:gd name="T74" fmla="*/ 2147483646 w 2091"/>
              <a:gd name="T75" fmla="*/ 2147483646 h 931"/>
              <a:gd name="T76" fmla="*/ 2147483646 w 2091"/>
              <a:gd name="T77" fmla="*/ 2147483646 h 931"/>
              <a:gd name="T78" fmla="*/ 2147483646 w 2091"/>
              <a:gd name="T79" fmla="*/ 2147483646 h 931"/>
              <a:gd name="T80" fmla="*/ 2147483646 w 2091"/>
              <a:gd name="T81" fmla="*/ 2147483646 h 931"/>
              <a:gd name="T82" fmla="*/ 2147483646 w 2091"/>
              <a:gd name="T83" fmla="*/ 2147483646 h 931"/>
              <a:gd name="T84" fmla="*/ 2147483646 w 2091"/>
              <a:gd name="T85" fmla="*/ 2147483646 h 931"/>
              <a:gd name="T86" fmla="*/ 2147483646 w 2091"/>
              <a:gd name="T87" fmla="*/ 2147483646 h 931"/>
              <a:gd name="T88" fmla="*/ 2147483646 w 2091"/>
              <a:gd name="T89" fmla="*/ 214748364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31" name="Freeform 56">
            <a:extLst>
              <a:ext uri="{FF2B5EF4-FFF2-40B4-BE49-F238E27FC236}">
                <a16:creationId xmlns:a16="http://schemas.microsoft.com/office/drawing/2014/main" id="{A1769430-82C2-4A45-9EFD-71B329DBB39C}"/>
              </a:ext>
            </a:extLst>
          </p:cNvPr>
          <p:cNvSpPr>
            <a:spLocks/>
          </p:cNvSpPr>
          <p:nvPr/>
        </p:nvSpPr>
        <p:spPr bwMode="auto">
          <a:xfrm flipH="1">
            <a:off x="1500188" y="1874385"/>
            <a:ext cx="360760" cy="171450"/>
          </a:xfrm>
          <a:custGeom>
            <a:avLst/>
            <a:gdLst>
              <a:gd name="T0" fmla="*/ 2147483646 w 2049"/>
              <a:gd name="T1" fmla="*/ 2147483646 h 829"/>
              <a:gd name="T2" fmla="*/ 2147483646 w 2049"/>
              <a:gd name="T3" fmla="*/ 2147483646 h 829"/>
              <a:gd name="T4" fmla="*/ 2147483646 w 2049"/>
              <a:gd name="T5" fmla="*/ 2147483646 h 829"/>
              <a:gd name="T6" fmla="*/ 2147483646 w 2049"/>
              <a:gd name="T7" fmla="*/ 2147483646 h 829"/>
              <a:gd name="T8" fmla="*/ 2147483646 w 2049"/>
              <a:gd name="T9" fmla="*/ 2147483646 h 829"/>
              <a:gd name="T10" fmla="*/ 2147483646 w 2049"/>
              <a:gd name="T11" fmla="*/ 2147483646 h 829"/>
              <a:gd name="T12" fmla="*/ 2147483646 w 2049"/>
              <a:gd name="T13" fmla="*/ 2147483646 h 829"/>
              <a:gd name="T14" fmla="*/ 2147483646 w 2049"/>
              <a:gd name="T15" fmla="*/ 2147483646 h 829"/>
              <a:gd name="T16" fmla="*/ 2147483646 w 2049"/>
              <a:gd name="T17" fmla="*/ 2147483646 h 829"/>
              <a:gd name="T18" fmla="*/ 2147483646 w 2049"/>
              <a:gd name="T19" fmla="*/ 2147483646 h 829"/>
              <a:gd name="T20" fmla="*/ 2147483646 w 2049"/>
              <a:gd name="T21" fmla="*/ 2147483646 h 829"/>
              <a:gd name="T22" fmla="*/ 2147483646 w 2049"/>
              <a:gd name="T23" fmla="*/ 2147483646 h 829"/>
              <a:gd name="T24" fmla="*/ 2147483646 w 2049"/>
              <a:gd name="T25" fmla="*/ 2147483646 h 829"/>
              <a:gd name="T26" fmla="*/ 2147483646 w 2049"/>
              <a:gd name="T27" fmla="*/ 2147483646 h 829"/>
              <a:gd name="T28" fmla="*/ 2147483646 w 2049"/>
              <a:gd name="T29" fmla="*/ 2147483646 h 829"/>
              <a:gd name="T30" fmla="*/ 2147483646 w 2049"/>
              <a:gd name="T31" fmla="*/ 2147483646 h 829"/>
              <a:gd name="T32" fmla="*/ 2147483646 w 2049"/>
              <a:gd name="T33" fmla="*/ 2147483646 h 829"/>
              <a:gd name="T34" fmla="*/ 2147483646 w 2049"/>
              <a:gd name="T35" fmla="*/ 2147483646 h 829"/>
              <a:gd name="T36" fmla="*/ 2147483646 w 2049"/>
              <a:gd name="T37" fmla="*/ 2147483646 h 829"/>
              <a:gd name="T38" fmla="*/ 2147483646 w 2049"/>
              <a:gd name="T39" fmla="*/ 2147483646 h 829"/>
              <a:gd name="T40" fmla="*/ 2147483646 w 2049"/>
              <a:gd name="T41" fmla="*/ 2147483646 h 829"/>
              <a:gd name="T42" fmla="*/ 0 w 2049"/>
              <a:gd name="T43" fmla="*/ 2147483646 h 829"/>
              <a:gd name="T44" fmla="*/ 2147483646 w 2049"/>
              <a:gd name="T45" fmla="*/ 2147483646 h 829"/>
              <a:gd name="T46" fmla="*/ 2147483646 w 2049"/>
              <a:gd name="T47" fmla="*/ 2147483646 h 829"/>
              <a:gd name="T48" fmla="*/ 2147483646 w 2049"/>
              <a:gd name="T49" fmla="*/ 2147483646 h 829"/>
              <a:gd name="T50" fmla="*/ 2147483646 w 2049"/>
              <a:gd name="T51" fmla="*/ 2147483646 h 829"/>
              <a:gd name="T52" fmla="*/ 2147483646 w 2049"/>
              <a:gd name="T53" fmla="*/ 2147483646 h 829"/>
              <a:gd name="T54" fmla="*/ 2147483646 w 2049"/>
              <a:gd name="T55" fmla="*/ 2147483646 h 829"/>
              <a:gd name="T56" fmla="*/ 2147483646 w 2049"/>
              <a:gd name="T57" fmla="*/ 2147483646 h 829"/>
              <a:gd name="T58" fmla="*/ 2147483646 w 2049"/>
              <a:gd name="T59" fmla="*/ 2147483646 h 829"/>
              <a:gd name="T60" fmla="*/ 2147483646 w 2049"/>
              <a:gd name="T61" fmla="*/ 2147483646 h 829"/>
              <a:gd name="T62" fmla="*/ 2147483646 w 2049"/>
              <a:gd name="T63" fmla="*/ 2147483646 h 829"/>
              <a:gd name="T64" fmla="*/ 2147483646 w 2049"/>
              <a:gd name="T65" fmla="*/ 2147483646 h 829"/>
              <a:gd name="T66" fmla="*/ 2147483646 w 2049"/>
              <a:gd name="T67" fmla="*/ 2147483646 h 829"/>
              <a:gd name="T68" fmla="*/ 2147483646 w 2049"/>
              <a:gd name="T69" fmla="*/ 0 h 829"/>
              <a:gd name="T70" fmla="*/ 2147483646 w 2049"/>
              <a:gd name="T71" fmla="*/ 2147483646 h 829"/>
              <a:gd name="T72" fmla="*/ 2147483646 w 2049"/>
              <a:gd name="T73" fmla="*/ 2147483646 h 829"/>
              <a:gd name="T74" fmla="*/ 2147483646 w 2049"/>
              <a:gd name="T75" fmla="*/ 2147483646 h 829"/>
              <a:gd name="T76" fmla="*/ 2147483646 w 2049"/>
              <a:gd name="T77" fmla="*/ 2147483646 h 829"/>
              <a:gd name="T78" fmla="*/ 2147483646 w 2049"/>
              <a:gd name="T79" fmla="*/ 2147483646 h 829"/>
              <a:gd name="T80" fmla="*/ 2147483646 w 2049"/>
              <a:gd name="T81" fmla="*/ 2147483646 h 829"/>
              <a:gd name="T82" fmla="*/ 2147483646 w 2049"/>
              <a:gd name="T83" fmla="*/ 2147483646 h 829"/>
              <a:gd name="T84" fmla="*/ 2147483646 w 2049"/>
              <a:gd name="T85" fmla="*/ 2147483646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2" name="Freeform 57">
            <a:extLst>
              <a:ext uri="{FF2B5EF4-FFF2-40B4-BE49-F238E27FC236}">
                <a16:creationId xmlns:a16="http://schemas.microsoft.com/office/drawing/2014/main" id="{8CECD151-A277-784D-BB0C-F0B10E8B13AF}"/>
              </a:ext>
            </a:extLst>
          </p:cNvPr>
          <p:cNvSpPr>
            <a:spLocks/>
          </p:cNvSpPr>
          <p:nvPr/>
        </p:nvSpPr>
        <p:spPr bwMode="auto">
          <a:xfrm flipH="1">
            <a:off x="1551385" y="1935107"/>
            <a:ext cx="50006" cy="10715"/>
          </a:xfrm>
          <a:custGeom>
            <a:avLst/>
            <a:gdLst>
              <a:gd name="T0" fmla="*/ 2147483646 w 280"/>
              <a:gd name="T1" fmla="*/ 0 h 48"/>
              <a:gd name="T2" fmla="*/ 2147483646 w 280"/>
              <a:gd name="T3" fmla="*/ 2147483646 h 48"/>
              <a:gd name="T4" fmla="*/ 0 w 280"/>
              <a:gd name="T5" fmla="*/ 2147483646 h 48"/>
              <a:gd name="T6" fmla="*/ 2147483646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3" name="Freeform 58">
            <a:extLst>
              <a:ext uri="{FF2B5EF4-FFF2-40B4-BE49-F238E27FC236}">
                <a16:creationId xmlns:a16="http://schemas.microsoft.com/office/drawing/2014/main" id="{BE7733ED-8582-B647-9DDB-F7EDD74B6E19}"/>
              </a:ext>
            </a:extLst>
          </p:cNvPr>
          <p:cNvSpPr>
            <a:spLocks/>
          </p:cNvSpPr>
          <p:nvPr/>
        </p:nvSpPr>
        <p:spPr bwMode="auto">
          <a:xfrm flipH="1">
            <a:off x="1502569" y="1919629"/>
            <a:ext cx="29766" cy="11906"/>
          </a:xfrm>
          <a:custGeom>
            <a:avLst/>
            <a:gdLst>
              <a:gd name="T0" fmla="*/ 2147483646 w 170"/>
              <a:gd name="T1" fmla="*/ 0 h 57"/>
              <a:gd name="T2" fmla="*/ 2147483646 w 170"/>
              <a:gd name="T3" fmla="*/ 2147483646 h 57"/>
              <a:gd name="T4" fmla="*/ 0 w 170"/>
              <a:gd name="T5" fmla="*/ 2147483646 h 57"/>
              <a:gd name="T6" fmla="*/ 2147483646 w 170"/>
              <a:gd name="T7" fmla="*/ 2147483646 h 57"/>
              <a:gd name="T8" fmla="*/ 2147483646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4" name="Freeform 59">
            <a:extLst>
              <a:ext uri="{FF2B5EF4-FFF2-40B4-BE49-F238E27FC236}">
                <a16:creationId xmlns:a16="http://schemas.microsoft.com/office/drawing/2014/main" id="{4E848A1F-0882-1A4F-A70E-884F20CAF810}"/>
              </a:ext>
            </a:extLst>
          </p:cNvPr>
          <p:cNvSpPr>
            <a:spLocks/>
          </p:cNvSpPr>
          <p:nvPr/>
        </p:nvSpPr>
        <p:spPr bwMode="auto">
          <a:xfrm flipH="1">
            <a:off x="1627585" y="1908913"/>
            <a:ext cx="46434" cy="32147"/>
          </a:xfrm>
          <a:custGeom>
            <a:avLst/>
            <a:gdLst>
              <a:gd name="T0" fmla="*/ 2147483646 w 263"/>
              <a:gd name="T1" fmla="*/ 0 h 143"/>
              <a:gd name="T2" fmla="*/ 2147483646 w 263"/>
              <a:gd name="T3" fmla="*/ 2147483646 h 143"/>
              <a:gd name="T4" fmla="*/ 2147483646 w 263"/>
              <a:gd name="T5" fmla="*/ 2147483646 h 143"/>
              <a:gd name="T6" fmla="*/ 2147483646 w 263"/>
              <a:gd name="T7" fmla="*/ 2147483646 h 143"/>
              <a:gd name="T8" fmla="*/ 2147483646 w 263"/>
              <a:gd name="T9" fmla="*/ 2147483646 h 143"/>
              <a:gd name="T10" fmla="*/ 0 w 263"/>
              <a:gd name="T11" fmla="*/ 2147483646 h 143"/>
              <a:gd name="T12" fmla="*/ 2147483646 w 263"/>
              <a:gd name="T13" fmla="*/ 2147483646 h 143"/>
              <a:gd name="T14" fmla="*/ 2147483646 w 263"/>
              <a:gd name="T15" fmla="*/ 2147483646 h 143"/>
              <a:gd name="T16" fmla="*/ 2147483646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5" name="Freeform 60">
            <a:extLst>
              <a:ext uri="{FF2B5EF4-FFF2-40B4-BE49-F238E27FC236}">
                <a16:creationId xmlns:a16="http://schemas.microsoft.com/office/drawing/2014/main" id="{A9F7F105-ACC9-EC42-A04A-F722529985A9}"/>
              </a:ext>
            </a:extLst>
          </p:cNvPr>
          <p:cNvSpPr>
            <a:spLocks/>
          </p:cNvSpPr>
          <p:nvPr/>
        </p:nvSpPr>
        <p:spPr bwMode="auto">
          <a:xfrm flipH="1">
            <a:off x="1674019" y="1977970"/>
            <a:ext cx="151210" cy="44053"/>
          </a:xfrm>
          <a:custGeom>
            <a:avLst/>
            <a:gdLst>
              <a:gd name="T0" fmla="*/ 2147483646 w 853"/>
              <a:gd name="T1" fmla="*/ 0 h 212"/>
              <a:gd name="T2" fmla="*/ 2147483646 w 853"/>
              <a:gd name="T3" fmla="*/ 2147483646 h 212"/>
              <a:gd name="T4" fmla="*/ 2147483646 w 853"/>
              <a:gd name="T5" fmla="*/ 2147483646 h 212"/>
              <a:gd name="T6" fmla="*/ 2147483646 w 853"/>
              <a:gd name="T7" fmla="*/ 2147483646 h 212"/>
              <a:gd name="T8" fmla="*/ 2147483646 w 853"/>
              <a:gd name="T9" fmla="*/ 2147483646 h 212"/>
              <a:gd name="T10" fmla="*/ 2147483646 w 853"/>
              <a:gd name="T11" fmla="*/ 2147483646 h 212"/>
              <a:gd name="T12" fmla="*/ 0 w 853"/>
              <a:gd name="T13" fmla="*/ 2147483646 h 212"/>
              <a:gd name="T14" fmla="*/ 2147483646 w 853"/>
              <a:gd name="T15" fmla="*/ 2147483646 h 212"/>
              <a:gd name="T16" fmla="*/ 2147483646 w 853"/>
              <a:gd name="T17" fmla="*/ 2147483646 h 212"/>
              <a:gd name="T18" fmla="*/ 2147483646 w 853"/>
              <a:gd name="T19" fmla="*/ 2147483646 h 212"/>
              <a:gd name="T20" fmla="*/ 2147483646 w 853"/>
              <a:gd name="T21" fmla="*/ 2147483646 h 212"/>
              <a:gd name="T22" fmla="*/ 2147483646 w 853"/>
              <a:gd name="T23" fmla="*/ 2147483646 h 212"/>
              <a:gd name="T24" fmla="*/ 2147483646 w 853"/>
              <a:gd name="T25" fmla="*/ 2147483646 h 212"/>
              <a:gd name="T26" fmla="*/ 2147483646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6" name="Freeform 61">
            <a:extLst>
              <a:ext uri="{FF2B5EF4-FFF2-40B4-BE49-F238E27FC236}">
                <a16:creationId xmlns:a16="http://schemas.microsoft.com/office/drawing/2014/main" id="{231B7F02-870E-6941-8D39-BD0F41CFC7FA}"/>
              </a:ext>
            </a:extLst>
          </p:cNvPr>
          <p:cNvSpPr>
            <a:spLocks/>
          </p:cNvSpPr>
          <p:nvPr/>
        </p:nvSpPr>
        <p:spPr bwMode="auto">
          <a:xfrm flipH="1">
            <a:off x="1669257" y="1643404"/>
            <a:ext cx="130969" cy="79772"/>
          </a:xfrm>
          <a:custGeom>
            <a:avLst/>
            <a:gdLst>
              <a:gd name="T0" fmla="*/ 2147483646 w 751"/>
              <a:gd name="T1" fmla="*/ 2147483646 h 379"/>
              <a:gd name="T2" fmla="*/ 2147483646 w 751"/>
              <a:gd name="T3" fmla="*/ 2147483646 h 379"/>
              <a:gd name="T4" fmla="*/ 2147483646 w 751"/>
              <a:gd name="T5" fmla="*/ 2147483646 h 379"/>
              <a:gd name="T6" fmla="*/ 2147483646 w 751"/>
              <a:gd name="T7" fmla="*/ 2147483646 h 379"/>
              <a:gd name="T8" fmla="*/ 2147483646 w 751"/>
              <a:gd name="T9" fmla="*/ 2147483646 h 379"/>
              <a:gd name="T10" fmla="*/ 2147483646 w 751"/>
              <a:gd name="T11" fmla="*/ 2147483646 h 379"/>
              <a:gd name="T12" fmla="*/ 2147483646 w 751"/>
              <a:gd name="T13" fmla="*/ 2147483646 h 379"/>
              <a:gd name="T14" fmla="*/ 2147483646 w 751"/>
              <a:gd name="T15" fmla="*/ 2147483646 h 379"/>
              <a:gd name="T16" fmla="*/ 2147483646 w 751"/>
              <a:gd name="T17" fmla="*/ 2147483646 h 379"/>
              <a:gd name="T18" fmla="*/ 2147483646 w 751"/>
              <a:gd name="T19" fmla="*/ 2147483646 h 379"/>
              <a:gd name="T20" fmla="*/ 2147483646 w 751"/>
              <a:gd name="T21" fmla="*/ 2147483646 h 379"/>
              <a:gd name="T22" fmla="*/ 2147483646 w 751"/>
              <a:gd name="T23" fmla="*/ 2147483646 h 379"/>
              <a:gd name="T24" fmla="*/ 2147483646 w 751"/>
              <a:gd name="T25" fmla="*/ 2147483646 h 379"/>
              <a:gd name="T26" fmla="*/ 2147483646 w 751"/>
              <a:gd name="T27" fmla="*/ 2147483646 h 379"/>
              <a:gd name="T28" fmla="*/ 2147483646 w 751"/>
              <a:gd name="T29" fmla="*/ 2147483646 h 379"/>
              <a:gd name="T30" fmla="*/ 2147483646 w 751"/>
              <a:gd name="T31" fmla="*/ 2147483646 h 379"/>
              <a:gd name="T32" fmla="*/ 2147483646 w 751"/>
              <a:gd name="T33" fmla="*/ 2147483646 h 379"/>
              <a:gd name="T34" fmla="*/ 2147483646 w 751"/>
              <a:gd name="T35" fmla="*/ 2147483646 h 379"/>
              <a:gd name="T36" fmla="*/ 2147483646 w 751"/>
              <a:gd name="T37" fmla="*/ 2147483646 h 379"/>
              <a:gd name="T38" fmla="*/ 2147483646 w 751"/>
              <a:gd name="T39" fmla="*/ 2147483646 h 379"/>
              <a:gd name="T40" fmla="*/ 2147483646 w 751"/>
              <a:gd name="T41" fmla="*/ 2147483646 h 379"/>
              <a:gd name="T42" fmla="*/ 2147483646 w 751"/>
              <a:gd name="T43" fmla="*/ 2147483646 h 379"/>
              <a:gd name="T44" fmla="*/ 2147483646 w 751"/>
              <a:gd name="T45" fmla="*/ 2147483646 h 379"/>
              <a:gd name="T46" fmla="*/ 2147483646 w 751"/>
              <a:gd name="T47" fmla="*/ 2147483646 h 379"/>
              <a:gd name="T48" fmla="*/ 2147483646 w 751"/>
              <a:gd name="T49" fmla="*/ 2147483646 h 379"/>
              <a:gd name="T50" fmla="*/ 2147483646 w 751"/>
              <a:gd name="T51" fmla="*/ 2147483646 h 379"/>
              <a:gd name="T52" fmla="*/ 2147483646 w 751"/>
              <a:gd name="T53" fmla="*/ 2147483646 h 379"/>
              <a:gd name="T54" fmla="*/ 2147483646 w 751"/>
              <a:gd name="T55" fmla="*/ 2147483646 h 379"/>
              <a:gd name="T56" fmla="*/ 2147483646 w 751"/>
              <a:gd name="T57" fmla="*/ 2147483646 h 379"/>
              <a:gd name="T58" fmla="*/ 2147483646 w 751"/>
              <a:gd name="T59" fmla="*/ 2147483646 h 379"/>
              <a:gd name="T60" fmla="*/ 2147483646 w 751"/>
              <a:gd name="T61" fmla="*/ 2147483646 h 379"/>
              <a:gd name="T62" fmla="*/ 2147483646 w 751"/>
              <a:gd name="T63" fmla="*/ 2147483646 h 379"/>
              <a:gd name="T64" fmla="*/ 0 w 751"/>
              <a:gd name="T65" fmla="*/ 2147483646 h 379"/>
              <a:gd name="T66" fmla="*/ 2147483646 w 751"/>
              <a:gd name="T67" fmla="*/ 2147483646 h 379"/>
              <a:gd name="T68" fmla="*/ 2147483646 w 751"/>
              <a:gd name="T69" fmla="*/ 2147483646 h 379"/>
              <a:gd name="T70" fmla="*/ 2147483646 w 751"/>
              <a:gd name="T71" fmla="*/ 2147483646 h 379"/>
              <a:gd name="T72" fmla="*/ 2147483646 w 751"/>
              <a:gd name="T73" fmla="*/ 2147483646 h 379"/>
              <a:gd name="T74" fmla="*/ 2147483646 w 751"/>
              <a:gd name="T75" fmla="*/ 2147483646 h 379"/>
              <a:gd name="T76" fmla="*/ 2147483646 w 751"/>
              <a:gd name="T77" fmla="*/ 2147483646 h 379"/>
              <a:gd name="T78" fmla="*/ 2147483646 w 751"/>
              <a:gd name="T79" fmla="*/ 2147483646 h 379"/>
              <a:gd name="T80" fmla="*/ 2147483646 w 751"/>
              <a:gd name="T81" fmla="*/ 2147483646 h 379"/>
              <a:gd name="T82" fmla="*/ 2147483646 w 751"/>
              <a:gd name="T83" fmla="*/ 2147483646 h 379"/>
              <a:gd name="T84" fmla="*/ 2147483646 w 751"/>
              <a:gd name="T85" fmla="*/ 0 h 379"/>
              <a:gd name="T86" fmla="*/ 2147483646 w 751"/>
              <a:gd name="T87" fmla="*/ 2147483646 h 379"/>
              <a:gd name="T88" fmla="*/ 2147483646 w 751"/>
              <a:gd name="T89" fmla="*/ 2147483646 h 379"/>
              <a:gd name="T90" fmla="*/ 2147483646 w 751"/>
              <a:gd name="T91" fmla="*/ 2147483646 h 379"/>
              <a:gd name="T92" fmla="*/ 2147483646 w 751"/>
              <a:gd name="T93" fmla="*/ 2147483646 h 379"/>
              <a:gd name="T94" fmla="*/ 2147483646 w 751"/>
              <a:gd name="T95" fmla="*/ 2147483646 h 379"/>
              <a:gd name="T96" fmla="*/ 2147483646 w 751"/>
              <a:gd name="T97" fmla="*/ 2147483646 h 379"/>
              <a:gd name="T98" fmla="*/ 2147483646 w 751"/>
              <a:gd name="T99" fmla="*/ 2147483646 h 379"/>
              <a:gd name="T100" fmla="*/ 2147483646 w 751"/>
              <a:gd name="T101" fmla="*/ 2147483646 h 379"/>
              <a:gd name="T102" fmla="*/ 2147483646 w 751"/>
              <a:gd name="T103" fmla="*/ 2147483646 h 379"/>
              <a:gd name="T104" fmla="*/ 2147483646 w 751"/>
              <a:gd name="T105" fmla="*/ 2147483646 h 379"/>
              <a:gd name="T106" fmla="*/ 2147483646 w 751"/>
              <a:gd name="T107" fmla="*/ 2147483646 h 379"/>
              <a:gd name="T108" fmla="*/ 2147483646 w 751"/>
              <a:gd name="T109" fmla="*/ 2147483646 h 379"/>
              <a:gd name="T110" fmla="*/ 2147483646 w 751"/>
              <a:gd name="T111" fmla="*/ 2147483646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137" name="Freeform 62">
            <a:extLst>
              <a:ext uri="{FF2B5EF4-FFF2-40B4-BE49-F238E27FC236}">
                <a16:creationId xmlns:a16="http://schemas.microsoft.com/office/drawing/2014/main" id="{F2342EED-B5C0-C840-A400-4BDAE9549898}"/>
              </a:ext>
            </a:extLst>
          </p:cNvPr>
          <p:cNvSpPr>
            <a:spLocks/>
          </p:cNvSpPr>
          <p:nvPr/>
        </p:nvSpPr>
        <p:spPr bwMode="auto">
          <a:xfrm flipH="1">
            <a:off x="1718072" y="1680313"/>
            <a:ext cx="32147" cy="8334"/>
          </a:xfrm>
          <a:custGeom>
            <a:avLst/>
            <a:gdLst>
              <a:gd name="T0" fmla="*/ 0 w 179"/>
              <a:gd name="T1" fmla="*/ 0 h 43"/>
              <a:gd name="T2" fmla="*/ 2147483646 w 179"/>
              <a:gd name="T3" fmla="*/ 2147483646 h 43"/>
              <a:gd name="T4" fmla="*/ 2147483646 w 179"/>
              <a:gd name="T5" fmla="*/ 2147483646 h 43"/>
              <a:gd name="T6" fmla="*/ 2147483646 w 179"/>
              <a:gd name="T7" fmla="*/ 2147483646 h 43"/>
              <a:gd name="T8" fmla="*/ 2147483646 w 179"/>
              <a:gd name="T9" fmla="*/ 2147483646 h 43"/>
              <a:gd name="T10" fmla="*/ 2147483646 w 179"/>
              <a:gd name="T11" fmla="*/ 2147483646 h 43"/>
              <a:gd name="T12" fmla="*/ 2147483646 w 179"/>
              <a:gd name="T13" fmla="*/ 2147483646 h 43"/>
              <a:gd name="T14" fmla="*/ 2147483646 w 179"/>
              <a:gd name="T15" fmla="*/ 2147483646 h 43"/>
              <a:gd name="T16" fmla="*/ 2147483646 w 179"/>
              <a:gd name="T17" fmla="*/ 2147483646 h 43"/>
              <a:gd name="T18" fmla="*/ 2147483646 w 179"/>
              <a:gd name="T19" fmla="*/ 2147483646 h 43"/>
              <a:gd name="T20" fmla="*/ 2147483646 w 179"/>
              <a:gd name="T21" fmla="*/ 2147483646 h 43"/>
              <a:gd name="T22" fmla="*/ 2147483646 w 179"/>
              <a:gd name="T23" fmla="*/ 2147483646 h 43"/>
              <a:gd name="T24" fmla="*/ 2147483646 w 179"/>
              <a:gd name="T25" fmla="*/ 2147483646 h 43"/>
              <a:gd name="T26" fmla="*/ 2147483646 w 179"/>
              <a:gd name="T27" fmla="*/ 2147483646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8" name="Freeform 63">
            <a:extLst>
              <a:ext uri="{FF2B5EF4-FFF2-40B4-BE49-F238E27FC236}">
                <a16:creationId xmlns:a16="http://schemas.microsoft.com/office/drawing/2014/main" id="{77C9BC21-7CB6-6D4D-85B3-693F9E815587}"/>
              </a:ext>
            </a:extLst>
          </p:cNvPr>
          <p:cNvSpPr>
            <a:spLocks/>
          </p:cNvSpPr>
          <p:nvPr/>
        </p:nvSpPr>
        <p:spPr bwMode="auto">
          <a:xfrm flipH="1">
            <a:off x="1757362" y="1687457"/>
            <a:ext cx="4763" cy="5953"/>
          </a:xfrm>
          <a:custGeom>
            <a:avLst/>
            <a:gdLst>
              <a:gd name="T0" fmla="*/ 2147483646 w 20"/>
              <a:gd name="T1" fmla="*/ 0 h 24"/>
              <a:gd name="T2" fmla="*/ 2147483646 w 20"/>
              <a:gd name="T3" fmla="*/ 2147483646 h 24"/>
              <a:gd name="T4" fmla="*/ 2147483646 w 20"/>
              <a:gd name="T5" fmla="*/ 2147483646 h 24"/>
              <a:gd name="T6" fmla="*/ 0 w 20"/>
              <a:gd name="T7" fmla="*/ 2147483646 h 24"/>
              <a:gd name="T8" fmla="*/ 2147483646 w 20"/>
              <a:gd name="T9" fmla="*/ 2147483646 h 24"/>
              <a:gd name="T10" fmla="*/ 2147483646 w 20"/>
              <a:gd name="T11" fmla="*/ 2147483646 h 24"/>
              <a:gd name="T12" fmla="*/ 2147483646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9" name="Freeform 64">
            <a:extLst>
              <a:ext uri="{FF2B5EF4-FFF2-40B4-BE49-F238E27FC236}">
                <a16:creationId xmlns:a16="http://schemas.microsoft.com/office/drawing/2014/main" id="{6491781A-2E5D-D24C-87B3-E0CC88200E71}"/>
              </a:ext>
            </a:extLst>
          </p:cNvPr>
          <p:cNvSpPr>
            <a:spLocks/>
          </p:cNvSpPr>
          <p:nvPr/>
        </p:nvSpPr>
        <p:spPr bwMode="auto">
          <a:xfrm flipH="1">
            <a:off x="1775223" y="1656501"/>
            <a:ext cx="20240" cy="8334"/>
          </a:xfrm>
          <a:custGeom>
            <a:avLst/>
            <a:gdLst>
              <a:gd name="T0" fmla="*/ 0 w 104"/>
              <a:gd name="T1" fmla="*/ 2147483646 h 48"/>
              <a:gd name="T2" fmla="*/ 2147483646 w 104"/>
              <a:gd name="T3" fmla="*/ 2147483646 h 48"/>
              <a:gd name="T4" fmla="*/ 2147483646 w 104"/>
              <a:gd name="T5" fmla="*/ 2147483646 h 48"/>
              <a:gd name="T6" fmla="*/ 2147483646 w 104"/>
              <a:gd name="T7" fmla="*/ 2147483646 h 48"/>
              <a:gd name="T8" fmla="*/ 2147483646 w 104"/>
              <a:gd name="T9" fmla="*/ 2147483646 h 48"/>
              <a:gd name="T10" fmla="*/ 2147483646 w 104"/>
              <a:gd name="T11" fmla="*/ 2147483646 h 48"/>
              <a:gd name="T12" fmla="*/ 2147483646 w 104"/>
              <a:gd name="T13" fmla="*/ 2147483646 h 48"/>
              <a:gd name="T14" fmla="*/ 2147483646 w 104"/>
              <a:gd name="T15" fmla="*/ 2147483646 h 48"/>
              <a:gd name="T16" fmla="*/ 2147483646 w 104"/>
              <a:gd name="T17" fmla="*/ 0 h 48"/>
              <a:gd name="T18" fmla="*/ 2147483646 w 104"/>
              <a:gd name="T19" fmla="*/ 2147483646 h 48"/>
              <a:gd name="T20" fmla="*/ 2147483646 w 104"/>
              <a:gd name="T21" fmla="*/ 2147483646 h 48"/>
              <a:gd name="T22" fmla="*/ 2147483646 w 104"/>
              <a:gd name="T23" fmla="*/ 2147483646 h 48"/>
              <a:gd name="T24" fmla="*/ 0 w 104"/>
              <a:gd name="T25" fmla="*/ 2147483646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0" name="Freeform 65">
            <a:extLst>
              <a:ext uri="{FF2B5EF4-FFF2-40B4-BE49-F238E27FC236}">
                <a16:creationId xmlns:a16="http://schemas.microsoft.com/office/drawing/2014/main" id="{7ABA065A-EADB-3A44-9BC8-C2978EE01651}"/>
              </a:ext>
            </a:extLst>
          </p:cNvPr>
          <p:cNvSpPr>
            <a:spLocks/>
          </p:cNvSpPr>
          <p:nvPr/>
        </p:nvSpPr>
        <p:spPr bwMode="auto">
          <a:xfrm flipH="1">
            <a:off x="1738313" y="1652929"/>
            <a:ext cx="28575" cy="7144"/>
          </a:xfrm>
          <a:custGeom>
            <a:avLst/>
            <a:gdLst>
              <a:gd name="T0" fmla="*/ 0 w 166"/>
              <a:gd name="T1" fmla="*/ 2147483646 h 42"/>
              <a:gd name="T2" fmla="*/ 2147483646 w 166"/>
              <a:gd name="T3" fmla="*/ 2147483646 h 42"/>
              <a:gd name="T4" fmla="*/ 2147483646 w 166"/>
              <a:gd name="T5" fmla="*/ 0 h 42"/>
              <a:gd name="T6" fmla="*/ 2147483646 w 166"/>
              <a:gd name="T7" fmla="*/ 0 h 42"/>
              <a:gd name="T8" fmla="*/ 2147483646 w 166"/>
              <a:gd name="T9" fmla="*/ 2147483646 h 42"/>
              <a:gd name="T10" fmla="*/ 2147483646 w 166"/>
              <a:gd name="T11" fmla="*/ 2147483646 h 42"/>
              <a:gd name="T12" fmla="*/ 2147483646 w 166"/>
              <a:gd name="T13" fmla="*/ 2147483646 h 42"/>
              <a:gd name="T14" fmla="*/ 2147483646 w 166"/>
              <a:gd name="T15" fmla="*/ 2147483646 h 42"/>
              <a:gd name="T16" fmla="*/ 2147483646 w 166"/>
              <a:gd name="T17" fmla="*/ 2147483646 h 42"/>
              <a:gd name="T18" fmla="*/ 2147483646 w 166"/>
              <a:gd name="T19" fmla="*/ 2147483646 h 42"/>
              <a:gd name="T20" fmla="*/ 2147483646 w 166"/>
              <a:gd name="T21" fmla="*/ 2147483646 h 42"/>
              <a:gd name="T22" fmla="*/ 2147483646 w 166"/>
              <a:gd name="T23" fmla="*/ 2147483646 h 42"/>
              <a:gd name="T24" fmla="*/ 2147483646 w 166"/>
              <a:gd name="T25" fmla="*/ 2147483646 h 42"/>
              <a:gd name="T26" fmla="*/ 2147483646 w 166"/>
              <a:gd name="T27" fmla="*/ 2147483646 h 42"/>
              <a:gd name="T28" fmla="*/ 2147483646 w 166"/>
              <a:gd name="T29" fmla="*/ 2147483646 h 42"/>
              <a:gd name="T30" fmla="*/ 0 w 166"/>
              <a:gd name="T31" fmla="*/ 2147483646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1" name="Freeform 66">
            <a:extLst>
              <a:ext uri="{FF2B5EF4-FFF2-40B4-BE49-F238E27FC236}">
                <a16:creationId xmlns:a16="http://schemas.microsoft.com/office/drawing/2014/main" id="{DD2B1426-3FBC-7C4E-9C99-2FFBABCF3DD4}"/>
              </a:ext>
            </a:extLst>
          </p:cNvPr>
          <p:cNvSpPr>
            <a:spLocks/>
          </p:cNvSpPr>
          <p:nvPr/>
        </p:nvSpPr>
        <p:spPr bwMode="auto">
          <a:xfrm flipH="1">
            <a:off x="1784747" y="1662453"/>
            <a:ext cx="4763" cy="4763"/>
          </a:xfrm>
          <a:custGeom>
            <a:avLst/>
            <a:gdLst>
              <a:gd name="T0" fmla="*/ 2147483646 w 33"/>
              <a:gd name="T1" fmla="*/ 0 h 30"/>
              <a:gd name="T2" fmla="*/ 2147483646 w 33"/>
              <a:gd name="T3" fmla="*/ 2147483646 h 30"/>
              <a:gd name="T4" fmla="*/ 2147483646 w 33"/>
              <a:gd name="T5" fmla="*/ 2147483646 h 30"/>
              <a:gd name="T6" fmla="*/ 0 w 33"/>
              <a:gd name="T7" fmla="*/ 2147483646 h 30"/>
              <a:gd name="T8" fmla="*/ 2147483646 w 33"/>
              <a:gd name="T9" fmla="*/ 2147483646 h 30"/>
              <a:gd name="T10" fmla="*/ 2147483646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2" name="Freeform 67">
            <a:extLst>
              <a:ext uri="{FF2B5EF4-FFF2-40B4-BE49-F238E27FC236}">
                <a16:creationId xmlns:a16="http://schemas.microsoft.com/office/drawing/2014/main" id="{B2DD5C0A-A708-D049-B8A4-50348C03F04B}"/>
              </a:ext>
            </a:extLst>
          </p:cNvPr>
          <p:cNvSpPr>
            <a:spLocks/>
          </p:cNvSpPr>
          <p:nvPr/>
        </p:nvSpPr>
        <p:spPr bwMode="auto">
          <a:xfrm flipH="1">
            <a:off x="1789510" y="1656501"/>
            <a:ext cx="7144" cy="5953"/>
          </a:xfrm>
          <a:custGeom>
            <a:avLst/>
            <a:gdLst>
              <a:gd name="T0" fmla="*/ 2147483646 w 33"/>
              <a:gd name="T1" fmla="*/ 2147483646 h 28"/>
              <a:gd name="T2" fmla="*/ 2147483646 w 33"/>
              <a:gd name="T3" fmla="*/ 0 h 28"/>
              <a:gd name="T4" fmla="*/ 2147483646 w 33"/>
              <a:gd name="T5" fmla="*/ 2147483646 h 28"/>
              <a:gd name="T6" fmla="*/ 0 w 33"/>
              <a:gd name="T7" fmla="*/ 2147483646 h 28"/>
              <a:gd name="T8" fmla="*/ 2147483646 w 33"/>
              <a:gd name="T9" fmla="*/ 2147483646 h 28"/>
              <a:gd name="T10" fmla="*/ 2147483646 w 33"/>
              <a:gd name="T11" fmla="*/ 2147483646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3" name="Freeform 68">
            <a:extLst>
              <a:ext uri="{FF2B5EF4-FFF2-40B4-BE49-F238E27FC236}">
                <a16:creationId xmlns:a16="http://schemas.microsoft.com/office/drawing/2014/main" id="{4A4B25A1-EE9D-ED4F-91D1-F089ED066D02}"/>
              </a:ext>
            </a:extLst>
          </p:cNvPr>
          <p:cNvSpPr>
            <a:spLocks/>
          </p:cNvSpPr>
          <p:nvPr/>
        </p:nvSpPr>
        <p:spPr bwMode="auto">
          <a:xfrm flipH="1">
            <a:off x="1716881" y="1663644"/>
            <a:ext cx="5954" cy="9525"/>
          </a:xfrm>
          <a:custGeom>
            <a:avLst/>
            <a:gdLst>
              <a:gd name="T0" fmla="*/ 0 w 37"/>
              <a:gd name="T1" fmla="*/ 0 h 42"/>
              <a:gd name="T2" fmla="*/ 2147483646 w 37"/>
              <a:gd name="T3" fmla="*/ 2147483646 h 42"/>
              <a:gd name="T4" fmla="*/ 2147483646 w 37"/>
              <a:gd name="T5" fmla="*/ 2147483646 h 42"/>
              <a:gd name="T6" fmla="*/ 2147483646 w 37"/>
              <a:gd name="T7" fmla="*/ 2147483646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4" name="Freeform 69">
            <a:extLst>
              <a:ext uri="{FF2B5EF4-FFF2-40B4-BE49-F238E27FC236}">
                <a16:creationId xmlns:a16="http://schemas.microsoft.com/office/drawing/2014/main" id="{8F7C4B60-54A5-FD45-8361-53486D770535}"/>
              </a:ext>
            </a:extLst>
          </p:cNvPr>
          <p:cNvSpPr>
            <a:spLocks/>
          </p:cNvSpPr>
          <p:nvPr/>
        </p:nvSpPr>
        <p:spPr bwMode="auto">
          <a:xfrm flipH="1">
            <a:off x="1691879" y="1704126"/>
            <a:ext cx="9525" cy="5953"/>
          </a:xfrm>
          <a:custGeom>
            <a:avLst/>
            <a:gdLst>
              <a:gd name="T0" fmla="*/ 2147483646 w 50"/>
              <a:gd name="T1" fmla="*/ 0 h 39"/>
              <a:gd name="T2" fmla="*/ 2147483646 w 50"/>
              <a:gd name="T3" fmla="*/ 2147483646 h 39"/>
              <a:gd name="T4" fmla="*/ 0 w 50"/>
              <a:gd name="T5" fmla="*/ 2147483646 h 39"/>
              <a:gd name="T6" fmla="*/ 2147483646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5" name="Freeform 70">
            <a:extLst>
              <a:ext uri="{FF2B5EF4-FFF2-40B4-BE49-F238E27FC236}">
                <a16:creationId xmlns:a16="http://schemas.microsoft.com/office/drawing/2014/main" id="{279A8C89-D05E-AC49-B784-9E4393E7A7E7}"/>
              </a:ext>
            </a:extLst>
          </p:cNvPr>
          <p:cNvSpPr>
            <a:spLocks/>
          </p:cNvSpPr>
          <p:nvPr/>
        </p:nvSpPr>
        <p:spPr bwMode="auto">
          <a:xfrm flipH="1">
            <a:off x="1647826" y="1687457"/>
            <a:ext cx="40481" cy="55959"/>
          </a:xfrm>
          <a:custGeom>
            <a:avLst/>
            <a:gdLst>
              <a:gd name="T0" fmla="*/ 2147483646 w 219"/>
              <a:gd name="T1" fmla="*/ 2147483646 h 267"/>
              <a:gd name="T2" fmla="*/ 2147483646 w 219"/>
              <a:gd name="T3" fmla="*/ 2147483646 h 267"/>
              <a:gd name="T4" fmla="*/ 2147483646 w 219"/>
              <a:gd name="T5" fmla="*/ 2147483646 h 267"/>
              <a:gd name="T6" fmla="*/ 2147483646 w 219"/>
              <a:gd name="T7" fmla="*/ 2147483646 h 267"/>
              <a:gd name="T8" fmla="*/ 2147483646 w 219"/>
              <a:gd name="T9" fmla="*/ 2147483646 h 267"/>
              <a:gd name="T10" fmla="*/ 0 w 219"/>
              <a:gd name="T11" fmla="*/ 2147483646 h 267"/>
              <a:gd name="T12" fmla="*/ 2147483646 w 219"/>
              <a:gd name="T13" fmla="*/ 2147483646 h 267"/>
              <a:gd name="T14" fmla="*/ 2147483646 w 219"/>
              <a:gd name="T15" fmla="*/ 0 h 267"/>
              <a:gd name="T16" fmla="*/ 2147483646 w 219"/>
              <a:gd name="T17" fmla="*/ 2147483646 h 267"/>
              <a:gd name="T18" fmla="*/ 2147483646 w 219"/>
              <a:gd name="T19" fmla="*/ 2147483646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146" name="Freeform 71">
            <a:extLst>
              <a:ext uri="{FF2B5EF4-FFF2-40B4-BE49-F238E27FC236}">
                <a16:creationId xmlns:a16="http://schemas.microsoft.com/office/drawing/2014/main" id="{03FD8746-1AA4-BF45-A745-EEA194FA1E26}"/>
              </a:ext>
            </a:extLst>
          </p:cNvPr>
          <p:cNvSpPr>
            <a:spLocks/>
          </p:cNvSpPr>
          <p:nvPr/>
        </p:nvSpPr>
        <p:spPr bwMode="auto">
          <a:xfrm flipH="1">
            <a:off x="1653779" y="1693410"/>
            <a:ext cx="29765" cy="45244"/>
          </a:xfrm>
          <a:custGeom>
            <a:avLst/>
            <a:gdLst>
              <a:gd name="T0" fmla="*/ 2147483646 w 175"/>
              <a:gd name="T1" fmla="*/ 2147483646 h 220"/>
              <a:gd name="T2" fmla="*/ 2147483646 w 175"/>
              <a:gd name="T3" fmla="*/ 2147483646 h 220"/>
              <a:gd name="T4" fmla="*/ 2147483646 w 175"/>
              <a:gd name="T5" fmla="*/ 2147483646 h 220"/>
              <a:gd name="T6" fmla="*/ 2147483646 w 175"/>
              <a:gd name="T7" fmla="*/ 2147483646 h 220"/>
              <a:gd name="T8" fmla="*/ 0 w 175"/>
              <a:gd name="T9" fmla="*/ 2147483646 h 220"/>
              <a:gd name="T10" fmla="*/ 2147483646 w 175"/>
              <a:gd name="T11" fmla="*/ 2147483646 h 220"/>
              <a:gd name="T12" fmla="*/ 2147483646 w 175"/>
              <a:gd name="T13" fmla="*/ 0 h 220"/>
              <a:gd name="T14" fmla="*/ 2147483646 w 175"/>
              <a:gd name="T15" fmla="*/ 2147483646 h 220"/>
              <a:gd name="T16" fmla="*/ 2147483646 w 175"/>
              <a:gd name="T17" fmla="*/ 2147483646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7" name="Freeform 72">
            <a:extLst>
              <a:ext uri="{FF2B5EF4-FFF2-40B4-BE49-F238E27FC236}">
                <a16:creationId xmlns:a16="http://schemas.microsoft.com/office/drawing/2014/main" id="{DA99B5F4-7DB5-0146-BA51-45A00CA7AFFE}"/>
              </a:ext>
            </a:extLst>
          </p:cNvPr>
          <p:cNvSpPr>
            <a:spLocks/>
          </p:cNvSpPr>
          <p:nvPr/>
        </p:nvSpPr>
        <p:spPr bwMode="auto">
          <a:xfrm flipH="1">
            <a:off x="1522810" y="1383847"/>
            <a:ext cx="130969" cy="167879"/>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148" name="Freeform 73">
            <a:extLst>
              <a:ext uri="{FF2B5EF4-FFF2-40B4-BE49-F238E27FC236}">
                <a16:creationId xmlns:a16="http://schemas.microsoft.com/office/drawing/2014/main" id="{FF97B821-0E15-1948-AA52-F9197B8271FE}"/>
              </a:ext>
            </a:extLst>
          </p:cNvPr>
          <p:cNvSpPr>
            <a:spLocks/>
          </p:cNvSpPr>
          <p:nvPr/>
        </p:nvSpPr>
        <p:spPr bwMode="auto">
          <a:xfrm flipH="1">
            <a:off x="1639491" y="1485051"/>
            <a:ext cx="714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9" name="Freeform 74">
            <a:extLst>
              <a:ext uri="{FF2B5EF4-FFF2-40B4-BE49-F238E27FC236}">
                <a16:creationId xmlns:a16="http://schemas.microsoft.com/office/drawing/2014/main" id="{5C4E47D3-547E-CC40-9C88-B19244AB06A0}"/>
              </a:ext>
            </a:extLst>
          </p:cNvPr>
          <p:cNvSpPr>
            <a:spLocks/>
          </p:cNvSpPr>
          <p:nvPr/>
        </p:nvSpPr>
        <p:spPr bwMode="auto">
          <a:xfrm flipH="1">
            <a:off x="1637110" y="1479097"/>
            <a:ext cx="2381" cy="5954"/>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0" name="Freeform 75">
            <a:extLst>
              <a:ext uri="{FF2B5EF4-FFF2-40B4-BE49-F238E27FC236}">
                <a16:creationId xmlns:a16="http://schemas.microsoft.com/office/drawing/2014/main" id="{2EA0761F-C8F5-BE4D-9F83-FEB82B9F7E30}"/>
              </a:ext>
            </a:extLst>
          </p:cNvPr>
          <p:cNvSpPr>
            <a:spLocks/>
          </p:cNvSpPr>
          <p:nvPr/>
        </p:nvSpPr>
        <p:spPr bwMode="auto">
          <a:xfrm flipH="1">
            <a:off x="1631157" y="1457666"/>
            <a:ext cx="2381" cy="13097"/>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1" name="Freeform 76">
            <a:extLst>
              <a:ext uri="{FF2B5EF4-FFF2-40B4-BE49-F238E27FC236}">
                <a16:creationId xmlns:a16="http://schemas.microsoft.com/office/drawing/2014/main" id="{729CF3E0-609E-D243-B1F2-89677F74E64F}"/>
              </a:ext>
            </a:extLst>
          </p:cNvPr>
          <p:cNvSpPr>
            <a:spLocks/>
          </p:cNvSpPr>
          <p:nvPr/>
        </p:nvSpPr>
        <p:spPr bwMode="auto">
          <a:xfrm flipH="1">
            <a:off x="1618060" y="1445760"/>
            <a:ext cx="14288" cy="9525"/>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2" name="Freeform 77">
            <a:extLst>
              <a:ext uri="{FF2B5EF4-FFF2-40B4-BE49-F238E27FC236}">
                <a16:creationId xmlns:a16="http://schemas.microsoft.com/office/drawing/2014/main" id="{6E594D72-5957-3E43-931D-4B967FD31493}"/>
              </a:ext>
            </a:extLst>
          </p:cNvPr>
          <p:cNvSpPr>
            <a:spLocks/>
          </p:cNvSpPr>
          <p:nvPr/>
        </p:nvSpPr>
        <p:spPr bwMode="auto">
          <a:xfrm flipH="1">
            <a:off x="1612106" y="1430282"/>
            <a:ext cx="2500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3" name="Freeform 78">
            <a:extLst>
              <a:ext uri="{FF2B5EF4-FFF2-40B4-BE49-F238E27FC236}">
                <a16:creationId xmlns:a16="http://schemas.microsoft.com/office/drawing/2014/main" id="{7ED946E0-501D-854C-A4D2-C78428D8D50F}"/>
              </a:ext>
            </a:extLst>
          </p:cNvPr>
          <p:cNvSpPr>
            <a:spLocks/>
          </p:cNvSpPr>
          <p:nvPr/>
        </p:nvSpPr>
        <p:spPr bwMode="auto">
          <a:xfrm flipH="1">
            <a:off x="1568053" y="1443379"/>
            <a:ext cx="14288" cy="32147"/>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4" name="Freeform 79">
            <a:extLst>
              <a:ext uri="{FF2B5EF4-FFF2-40B4-BE49-F238E27FC236}">
                <a16:creationId xmlns:a16="http://schemas.microsoft.com/office/drawing/2014/main" id="{64BBA3FE-9295-F145-A546-7BB2EA628E7A}"/>
              </a:ext>
            </a:extLst>
          </p:cNvPr>
          <p:cNvSpPr>
            <a:spLocks/>
          </p:cNvSpPr>
          <p:nvPr/>
        </p:nvSpPr>
        <p:spPr bwMode="auto">
          <a:xfrm flipH="1">
            <a:off x="1563291" y="1437426"/>
            <a:ext cx="22622" cy="45244"/>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5" name="Freeform 80">
            <a:extLst>
              <a:ext uri="{FF2B5EF4-FFF2-40B4-BE49-F238E27FC236}">
                <a16:creationId xmlns:a16="http://schemas.microsoft.com/office/drawing/2014/main" id="{32552C36-DDF6-F944-9114-17A7D05F4699}"/>
              </a:ext>
            </a:extLst>
          </p:cNvPr>
          <p:cNvSpPr>
            <a:spLocks/>
          </p:cNvSpPr>
          <p:nvPr/>
        </p:nvSpPr>
        <p:spPr bwMode="auto">
          <a:xfrm flipH="1">
            <a:off x="1577579" y="1487432"/>
            <a:ext cx="20240" cy="34528"/>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6" name="Freeform 81">
            <a:extLst>
              <a:ext uri="{FF2B5EF4-FFF2-40B4-BE49-F238E27FC236}">
                <a16:creationId xmlns:a16="http://schemas.microsoft.com/office/drawing/2014/main" id="{AC2106CF-AF95-1443-BC63-631D5775A14F}"/>
              </a:ext>
            </a:extLst>
          </p:cNvPr>
          <p:cNvSpPr>
            <a:spLocks/>
          </p:cNvSpPr>
          <p:nvPr/>
        </p:nvSpPr>
        <p:spPr bwMode="auto">
          <a:xfrm flipH="1">
            <a:off x="1514476" y="1360034"/>
            <a:ext cx="117872" cy="139304"/>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7" name="Freeform 82">
            <a:extLst>
              <a:ext uri="{FF2B5EF4-FFF2-40B4-BE49-F238E27FC236}">
                <a16:creationId xmlns:a16="http://schemas.microsoft.com/office/drawing/2014/main" id="{9BA0BDD0-2643-FE44-A532-02845DBA2E6F}"/>
              </a:ext>
            </a:extLst>
          </p:cNvPr>
          <p:cNvSpPr>
            <a:spLocks/>
          </p:cNvSpPr>
          <p:nvPr/>
        </p:nvSpPr>
        <p:spPr bwMode="auto">
          <a:xfrm flipH="1">
            <a:off x="1516857" y="1362416"/>
            <a:ext cx="111919" cy="132160"/>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8" name="Freeform 83">
            <a:extLst>
              <a:ext uri="{FF2B5EF4-FFF2-40B4-BE49-F238E27FC236}">
                <a16:creationId xmlns:a16="http://schemas.microsoft.com/office/drawing/2014/main" id="{C9DE98F2-6E36-D341-B301-E63DD49D68B5}"/>
              </a:ext>
            </a:extLst>
          </p:cNvPr>
          <p:cNvSpPr>
            <a:spLocks/>
          </p:cNvSpPr>
          <p:nvPr/>
        </p:nvSpPr>
        <p:spPr bwMode="auto">
          <a:xfrm flipH="1">
            <a:off x="1741885" y="1699363"/>
            <a:ext cx="122634" cy="89297"/>
          </a:xfrm>
          <a:custGeom>
            <a:avLst/>
            <a:gdLst>
              <a:gd name="T0" fmla="*/ 2147483646 w 698"/>
              <a:gd name="T1" fmla="*/ 2147483646 h 425"/>
              <a:gd name="T2" fmla="*/ 2147483646 w 698"/>
              <a:gd name="T3" fmla="*/ 2147483646 h 425"/>
              <a:gd name="T4" fmla="*/ 2147483646 w 698"/>
              <a:gd name="T5" fmla="*/ 2147483646 h 425"/>
              <a:gd name="T6" fmla="*/ 2147483646 w 698"/>
              <a:gd name="T7" fmla="*/ 2147483646 h 425"/>
              <a:gd name="T8" fmla="*/ 2147483646 w 698"/>
              <a:gd name="T9" fmla="*/ 2147483646 h 425"/>
              <a:gd name="T10" fmla="*/ 2147483646 w 698"/>
              <a:gd name="T11" fmla="*/ 2147483646 h 425"/>
              <a:gd name="T12" fmla="*/ 2147483646 w 698"/>
              <a:gd name="T13" fmla="*/ 2147483646 h 425"/>
              <a:gd name="T14" fmla="*/ 2147483646 w 698"/>
              <a:gd name="T15" fmla="*/ 2147483646 h 425"/>
              <a:gd name="T16" fmla="*/ 2147483646 w 698"/>
              <a:gd name="T17" fmla="*/ 2147483646 h 425"/>
              <a:gd name="T18" fmla="*/ 2147483646 w 698"/>
              <a:gd name="T19" fmla="*/ 2147483646 h 425"/>
              <a:gd name="T20" fmla="*/ 2147483646 w 698"/>
              <a:gd name="T21" fmla="*/ 2147483646 h 425"/>
              <a:gd name="T22" fmla="*/ 2147483646 w 698"/>
              <a:gd name="T23" fmla="*/ 0 h 425"/>
              <a:gd name="T24" fmla="*/ 2147483646 w 698"/>
              <a:gd name="T25" fmla="*/ 2147483646 h 425"/>
              <a:gd name="T26" fmla="*/ 2147483646 w 698"/>
              <a:gd name="T27" fmla="*/ 2147483646 h 425"/>
              <a:gd name="T28" fmla="*/ 2147483646 w 698"/>
              <a:gd name="T29" fmla="*/ 2147483646 h 425"/>
              <a:gd name="T30" fmla="*/ 2147483646 w 698"/>
              <a:gd name="T31" fmla="*/ 2147483646 h 425"/>
              <a:gd name="T32" fmla="*/ 2147483646 w 698"/>
              <a:gd name="T33" fmla="*/ 2147483646 h 425"/>
              <a:gd name="T34" fmla="*/ 2147483646 w 698"/>
              <a:gd name="T35" fmla="*/ 2147483646 h 425"/>
              <a:gd name="T36" fmla="*/ 2147483646 w 698"/>
              <a:gd name="T37" fmla="*/ 2147483646 h 425"/>
              <a:gd name="T38" fmla="*/ 2147483646 w 698"/>
              <a:gd name="T39" fmla="*/ 2147483646 h 425"/>
              <a:gd name="T40" fmla="*/ 0 w 698"/>
              <a:gd name="T41" fmla="*/ 2147483646 h 425"/>
              <a:gd name="T42" fmla="*/ 0 w 698"/>
              <a:gd name="T43" fmla="*/ 2147483646 h 425"/>
              <a:gd name="T44" fmla="*/ 2147483646 w 698"/>
              <a:gd name="T45" fmla="*/ 2147483646 h 425"/>
              <a:gd name="T46" fmla="*/ 2147483646 w 698"/>
              <a:gd name="T47" fmla="*/ 2147483646 h 425"/>
              <a:gd name="T48" fmla="*/ 2147483646 w 698"/>
              <a:gd name="T49" fmla="*/ 2147483646 h 425"/>
              <a:gd name="T50" fmla="*/ 2147483646 w 698"/>
              <a:gd name="T51" fmla="*/ 2147483646 h 425"/>
              <a:gd name="T52" fmla="*/ 2147483646 w 698"/>
              <a:gd name="T53" fmla="*/ 2147483646 h 425"/>
              <a:gd name="T54" fmla="*/ 2147483646 w 698"/>
              <a:gd name="T55" fmla="*/ 2147483646 h 425"/>
              <a:gd name="T56" fmla="*/ 2147483646 w 698"/>
              <a:gd name="T57" fmla="*/ 2147483646 h 425"/>
              <a:gd name="T58" fmla="*/ 2147483646 w 698"/>
              <a:gd name="T59" fmla="*/ 2147483646 h 425"/>
              <a:gd name="T60" fmla="*/ 2147483646 w 698"/>
              <a:gd name="T61" fmla="*/ 2147483646 h 425"/>
              <a:gd name="T62" fmla="*/ 2147483646 w 698"/>
              <a:gd name="T63" fmla="*/ 2147483646 h 425"/>
              <a:gd name="T64" fmla="*/ 2147483646 w 698"/>
              <a:gd name="T65" fmla="*/ 2147483646 h 425"/>
              <a:gd name="T66" fmla="*/ 2147483646 w 698"/>
              <a:gd name="T67" fmla="*/ 2147483646 h 425"/>
              <a:gd name="T68" fmla="*/ 2147483646 w 698"/>
              <a:gd name="T69" fmla="*/ 2147483646 h 425"/>
              <a:gd name="T70" fmla="*/ 2147483646 w 698"/>
              <a:gd name="T71" fmla="*/ 2147483646 h 425"/>
              <a:gd name="T72" fmla="*/ 2147483646 w 698"/>
              <a:gd name="T73" fmla="*/ 2147483646 h 425"/>
              <a:gd name="T74" fmla="*/ 2147483646 w 698"/>
              <a:gd name="T75" fmla="*/ 2147483646 h 425"/>
              <a:gd name="T76" fmla="*/ 2147483646 w 698"/>
              <a:gd name="T77" fmla="*/ 2147483646 h 425"/>
              <a:gd name="T78" fmla="*/ 2147483646 w 698"/>
              <a:gd name="T79" fmla="*/ 2147483646 h 425"/>
              <a:gd name="T80" fmla="*/ 2147483646 w 698"/>
              <a:gd name="T81" fmla="*/ 2147483646 h 425"/>
              <a:gd name="T82" fmla="*/ 2147483646 w 698"/>
              <a:gd name="T83" fmla="*/ 2147483646 h 425"/>
              <a:gd name="T84" fmla="*/ 2147483646 w 698"/>
              <a:gd name="T85" fmla="*/ 2147483646 h 425"/>
              <a:gd name="T86" fmla="*/ 2147483646 w 698"/>
              <a:gd name="T87" fmla="*/ 2147483646 h 425"/>
              <a:gd name="T88" fmla="*/ 2147483646 w 698"/>
              <a:gd name="T89" fmla="*/ 2147483646 h 425"/>
              <a:gd name="T90" fmla="*/ 2147483646 w 698"/>
              <a:gd name="T91" fmla="*/ 2147483646 h 425"/>
              <a:gd name="T92" fmla="*/ 2147483646 w 698"/>
              <a:gd name="T93" fmla="*/ 2147483646 h 425"/>
              <a:gd name="T94" fmla="*/ 2147483646 w 698"/>
              <a:gd name="T95" fmla="*/ 2147483646 h 425"/>
              <a:gd name="T96" fmla="*/ 2147483646 w 698"/>
              <a:gd name="T97" fmla="*/ 2147483646 h 425"/>
              <a:gd name="T98" fmla="*/ 2147483646 w 698"/>
              <a:gd name="T99" fmla="*/ 2147483646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159" name="Freeform 84">
            <a:extLst>
              <a:ext uri="{FF2B5EF4-FFF2-40B4-BE49-F238E27FC236}">
                <a16:creationId xmlns:a16="http://schemas.microsoft.com/office/drawing/2014/main" id="{AC71A6FC-B370-AB45-B80F-32899285787A}"/>
              </a:ext>
            </a:extLst>
          </p:cNvPr>
          <p:cNvSpPr>
            <a:spLocks/>
          </p:cNvSpPr>
          <p:nvPr/>
        </p:nvSpPr>
        <p:spPr bwMode="auto">
          <a:xfrm flipH="1">
            <a:off x="1820467" y="1714841"/>
            <a:ext cx="39290" cy="10716"/>
          </a:xfrm>
          <a:custGeom>
            <a:avLst/>
            <a:gdLst>
              <a:gd name="T0" fmla="*/ 0 w 223"/>
              <a:gd name="T1" fmla="*/ 2147483646 h 52"/>
              <a:gd name="T2" fmla="*/ 2147483646 w 223"/>
              <a:gd name="T3" fmla="*/ 2147483646 h 52"/>
              <a:gd name="T4" fmla="*/ 2147483646 w 223"/>
              <a:gd name="T5" fmla="*/ 2147483646 h 52"/>
              <a:gd name="T6" fmla="*/ 2147483646 w 223"/>
              <a:gd name="T7" fmla="*/ 2147483646 h 52"/>
              <a:gd name="T8" fmla="*/ 2147483646 w 223"/>
              <a:gd name="T9" fmla="*/ 2147483646 h 52"/>
              <a:gd name="T10" fmla="*/ 2147483646 w 223"/>
              <a:gd name="T11" fmla="*/ 2147483646 h 52"/>
              <a:gd name="T12" fmla="*/ 2147483646 w 223"/>
              <a:gd name="T13" fmla="*/ 2147483646 h 52"/>
              <a:gd name="T14" fmla="*/ 2147483646 w 223"/>
              <a:gd name="T15" fmla="*/ 2147483646 h 52"/>
              <a:gd name="T16" fmla="*/ 2147483646 w 223"/>
              <a:gd name="T17" fmla="*/ 0 h 52"/>
              <a:gd name="T18" fmla="*/ 2147483646 w 223"/>
              <a:gd name="T19" fmla="*/ 2147483646 h 52"/>
              <a:gd name="T20" fmla="*/ 2147483646 w 223"/>
              <a:gd name="T21" fmla="*/ 2147483646 h 52"/>
              <a:gd name="T22" fmla="*/ 2147483646 w 223"/>
              <a:gd name="T23" fmla="*/ 2147483646 h 52"/>
              <a:gd name="T24" fmla="*/ 0 w 22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0" name="Freeform 85">
            <a:extLst>
              <a:ext uri="{FF2B5EF4-FFF2-40B4-BE49-F238E27FC236}">
                <a16:creationId xmlns:a16="http://schemas.microsoft.com/office/drawing/2014/main" id="{1E823DEB-282A-A24F-9E13-2E6CFDE0437D}"/>
              </a:ext>
            </a:extLst>
          </p:cNvPr>
          <p:cNvSpPr>
            <a:spLocks/>
          </p:cNvSpPr>
          <p:nvPr/>
        </p:nvSpPr>
        <p:spPr bwMode="auto">
          <a:xfrm flipH="1">
            <a:off x="1804988" y="1704126"/>
            <a:ext cx="32147" cy="5953"/>
          </a:xfrm>
          <a:custGeom>
            <a:avLst/>
            <a:gdLst>
              <a:gd name="T0" fmla="*/ 2147483646 w 188"/>
              <a:gd name="T1" fmla="*/ 0 h 36"/>
              <a:gd name="T2" fmla="*/ 2147483646 w 188"/>
              <a:gd name="T3" fmla="*/ 2147483646 h 36"/>
              <a:gd name="T4" fmla="*/ 0 w 188"/>
              <a:gd name="T5" fmla="*/ 2147483646 h 36"/>
              <a:gd name="T6" fmla="*/ 2147483646 w 188"/>
              <a:gd name="T7" fmla="*/ 2147483646 h 36"/>
              <a:gd name="T8" fmla="*/ 2147483646 w 188"/>
              <a:gd name="T9" fmla="*/ 2147483646 h 36"/>
              <a:gd name="T10" fmla="*/ 2147483646 w 188"/>
              <a:gd name="T11" fmla="*/ 2147483646 h 36"/>
              <a:gd name="T12" fmla="*/ 2147483646 w 188"/>
              <a:gd name="T13" fmla="*/ 2147483646 h 36"/>
              <a:gd name="T14" fmla="*/ 2147483646 w 188"/>
              <a:gd name="T15" fmla="*/ 2147483646 h 36"/>
              <a:gd name="T16" fmla="*/ 2147483646 w 188"/>
              <a:gd name="T17" fmla="*/ 2147483646 h 36"/>
              <a:gd name="T18" fmla="*/ 2147483646 w 188"/>
              <a:gd name="T19" fmla="*/ 2147483646 h 36"/>
              <a:gd name="T20" fmla="*/ 2147483646 w 188"/>
              <a:gd name="T21" fmla="*/ 2147483646 h 36"/>
              <a:gd name="T22" fmla="*/ 2147483646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1" name="Freeform 86">
            <a:extLst>
              <a:ext uri="{FF2B5EF4-FFF2-40B4-BE49-F238E27FC236}">
                <a16:creationId xmlns:a16="http://schemas.microsoft.com/office/drawing/2014/main" id="{0F64E27A-5F01-7348-8E99-B14AD0197CBD}"/>
              </a:ext>
            </a:extLst>
          </p:cNvPr>
          <p:cNvSpPr>
            <a:spLocks/>
          </p:cNvSpPr>
          <p:nvPr/>
        </p:nvSpPr>
        <p:spPr bwMode="auto">
          <a:xfrm flipH="1">
            <a:off x="1819276" y="1730319"/>
            <a:ext cx="13097" cy="3572"/>
          </a:xfrm>
          <a:custGeom>
            <a:avLst/>
            <a:gdLst>
              <a:gd name="T0" fmla="*/ 0 w 76"/>
              <a:gd name="T1" fmla="*/ 2147483646 h 17"/>
              <a:gd name="T2" fmla="*/ 2147483646 w 76"/>
              <a:gd name="T3" fmla="*/ 2147483646 h 17"/>
              <a:gd name="T4" fmla="*/ 2147483646 w 76"/>
              <a:gd name="T5" fmla="*/ 2147483646 h 17"/>
              <a:gd name="T6" fmla="*/ 2147483646 w 76"/>
              <a:gd name="T7" fmla="*/ 2147483646 h 17"/>
              <a:gd name="T8" fmla="*/ 2147483646 w 76"/>
              <a:gd name="T9" fmla="*/ 0 h 17"/>
              <a:gd name="T10" fmla="*/ 2147483646 w 76"/>
              <a:gd name="T11" fmla="*/ 2147483646 h 17"/>
              <a:gd name="T12" fmla="*/ 0 w 76"/>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2" name="Freeform 87">
            <a:extLst>
              <a:ext uri="{FF2B5EF4-FFF2-40B4-BE49-F238E27FC236}">
                <a16:creationId xmlns:a16="http://schemas.microsoft.com/office/drawing/2014/main" id="{F0974175-87B0-7D4D-9018-DE60E841CD8A}"/>
              </a:ext>
            </a:extLst>
          </p:cNvPr>
          <p:cNvSpPr>
            <a:spLocks/>
          </p:cNvSpPr>
          <p:nvPr/>
        </p:nvSpPr>
        <p:spPr bwMode="auto">
          <a:xfrm flipH="1">
            <a:off x="1857376" y="1727938"/>
            <a:ext cx="3572" cy="5953"/>
          </a:xfrm>
          <a:custGeom>
            <a:avLst/>
            <a:gdLst>
              <a:gd name="T0" fmla="*/ 2147483646 w 19"/>
              <a:gd name="T1" fmla="*/ 0 h 32"/>
              <a:gd name="T2" fmla="*/ 2147483646 w 19"/>
              <a:gd name="T3" fmla="*/ 2147483646 h 32"/>
              <a:gd name="T4" fmla="*/ 2147483646 w 19"/>
              <a:gd name="T5" fmla="*/ 2147483646 h 32"/>
              <a:gd name="T6" fmla="*/ 0 w 19"/>
              <a:gd name="T7" fmla="*/ 2147483646 h 32"/>
              <a:gd name="T8" fmla="*/ 2147483646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3" name="Freeform 88">
            <a:extLst>
              <a:ext uri="{FF2B5EF4-FFF2-40B4-BE49-F238E27FC236}">
                <a16:creationId xmlns:a16="http://schemas.microsoft.com/office/drawing/2014/main" id="{87E4536B-0A3D-4C42-B136-4319495928D9}"/>
              </a:ext>
            </a:extLst>
          </p:cNvPr>
          <p:cNvSpPr>
            <a:spLocks/>
          </p:cNvSpPr>
          <p:nvPr/>
        </p:nvSpPr>
        <p:spPr bwMode="auto">
          <a:xfrm flipH="1">
            <a:off x="1800225" y="1720795"/>
            <a:ext cx="5954" cy="7144"/>
          </a:xfrm>
          <a:custGeom>
            <a:avLst/>
            <a:gdLst>
              <a:gd name="T0" fmla="*/ 0 w 35"/>
              <a:gd name="T1" fmla="*/ 0 h 43"/>
              <a:gd name="T2" fmla="*/ 2147483646 w 35"/>
              <a:gd name="T3" fmla="*/ 2147483646 h 43"/>
              <a:gd name="T4" fmla="*/ 2147483646 w 35"/>
              <a:gd name="T5" fmla="*/ 2147483646 h 43"/>
              <a:gd name="T6" fmla="*/ 2147483646 w 35"/>
              <a:gd name="T7" fmla="*/ 2147483646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4" name="Freeform 89">
            <a:extLst>
              <a:ext uri="{FF2B5EF4-FFF2-40B4-BE49-F238E27FC236}">
                <a16:creationId xmlns:a16="http://schemas.microsoft.com/office/drawing/2014/main" id="{F4973734-89B8-994D-B17A-88A053D2F6C0}"/>
              </a:ext>
            </a:extLst>
          </p:cNvPr>
          <p:cNvSpPr>
            <a:spLocks/>
          </p:cNvSpPr>
          <p:nvPr/>
        </p:nvSpPr>
        <p:spPr bwMode="auto">
          <a:xfrm flipH="1">
            <a:off x="1775223" y="1720794"/>
            <a:ext cx="20240" cy="23813"/>
          </a:xfrm>
          <a:custGeom>
            <a:avLst/>
            <a:gdLst>
              <a:gd name="T0" fmla="*/ 0 w 114"/>
              <a:gd name="T1" fmla="*/ 0 h 114"/>
              <a:gd name="T2" fmla="*/ 2147483646 w 114"/>
              <a:gd name="T3" fmla="*/ 2147483646 h 114"/>
              <a:gd name="T4" fmla="*/ 2147483646 w 114"/>
              <a:gd name="T5" fmla="*/ 2147483646 h 114"/>
              <a:gd name="T6" fmla="*/ 2147483646 w 114"/>
              <a:gd name="T7" fmla="*/ 2147483646 h 114"/>
              <a:gd name="T8" fmla="*/ 2147483646 w 114"/>
              <a:gd name="T9" fmla="*/ 2147483646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5" name="Freeform 90">
            <a:extLst>
              <a:ext uri="{FF2B5EF4-FFF2-40B4-BE49-F238E27FC236}">
                <a16:creationId xmlns:a16="http://schemas.microsoft.com/office/drawing/2014/main" id="{072C164C-1CF3-8D45-BAD6-E9048D7973E9}"/>
              </a:ext>
            </a:extLst>
          </p:cNvPr>
          <p:cNvSpPr>
            <a:spLocks/>
          </p:cNvSpPr>
          <p:nvPr/>
        </p:nvSpPr>
        <p:spPr bwMode="auto">
          <a:xfrm flipH="1">
            <a:off x="1765697" y="1754132"/>
            <a:ext cx="4763" cy="16669"/>
          </a:xfrm>
          <a:custGeom>
            <a:avLst/>
            <a:gdLst>
              <a:gd name="T0" fmla="*/ 2147483646 w 27"/>
              <a:gd name="T1" fmla="*/ 0 h 82"/>
              <a:gd name="T2" fmla="*/ 2147483646 w 27"/>
              <a:gd name="T3" fmla="*/ 2147483646 h 82"/>
              <a:gd name="T4" fmla="*/ 2147483646 w 27"/>
              <a:gd name="T5" fmla="*/ 2147483646 h 82"/>
              <a:gd name="T6" fmla="*/ 2147483646 w 27"/>
              <a:gd name="T7" fmla="*/ 2147483646 h 82"/>
              <a:gd name="T8" fmla="*/ 0 w 27"/>
              <a:gd name="T9" fmla="*/ 2147483646 h 82"/>
              <a:gd name="T10" fmla="*/ 2147483646 w 27"/>
              <a:gd name="T11" fmla="*/ 2147483646 h 82"/>
              <a:gd name="T12" fmla="*/ 2147483646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6" name="Freeform 91">
            <a:extLst>
              <a:ext uri="{FF2B5EF4-FFF2-40B4-BE49-F238E27FC236}">
                <a16:creationId xmlns:a16="http://schemas.microsoft.com/office/drawing/2014/main" id="{64C4E6C2-2D8A-AF40-90BE-2FDAA0A993A9}"/>
              </a:ext>
            </a:extLst>
          </p:cNvPr>
          <p:cNvSpPr>
            <a:spLocks/>
          </p:cNvSpPr>
          <p:nvPr/>
        </p:nvSpPr>
        <p:spPr bwMode="auto">
          <a:xfrm flipH="1">
            <a:off x="1812131" y="1736272"/>
            <a:ext cx="1191" cy="7144"/>
          </a:xfrm>
          <a:custGeom>
            <a:avLst/>
            <a:gdLst>
              <a:gd name="T0" fmla="*/ 2147483646 w 15"/>
              <a:gd name="T1" fmla="*/ 0 h 30"/>
              <a:gd name="T2" fmla="*/ 2147483646 w 15"/>
              <a:gd name="T3" fmla="*/ 2147483646 h 30"/>
              <a:gd name="T4" fmla="*/ 0 w 15"/>
              <a:gd name="T5" fmla="*/ 2147483646 h 30"/>
              <a:gd name="T6" fmla="*/ 2147483646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7" name="Freeform 92">
            <a:extLst>
              <a:ext uri="{FF2B5EF4-FFF2-40B4-BE49-F238E27FC236}">
                <a16:creationId xmlns:a16="http://schemas.microsoft.com/office/drawing/2014/main" id="{5494DB2B-E41F-C940-BCA8-A2C80DD906F0}"/>
              </a:ext>
            </a:extLst>
          </p:cNvPr>
          <p:cNvSpPr>
            <a:spLocks/>
          </p:cNvSpPr>
          <p:nvPr/>
        </p:nvSpPr>
        <p:spPr bwMode="auto">
          <a:xfrm flipH="1">
            <a:off x="1632347" y="1505291"/>
            <a:ext cx="9525" cy="7144"/>
          </a:xfrm>
          <a:custGeom>
            <a:avLst/>
            <a:gdLst>
              <a:gd name="T0" fmla="*/ 0 w 51"/>
              <a:gd name="T1" fmla="*/ 0 h 36"/>
              <a:gd name="T2" fmla="*/ 2147483646 w 51"/>
              <a:gd name="T3" fmla="*/ 2147483646 h 36"/>
              <a:gd name="T4" fmla="*/ 2147483646 w 51"/>
              <a:gd name="T5" fmla="*/ 2147483646 h 36"/>
              <a:gd name="T6" fmla="*/ 2147483646 w 51"/>
              <a:gd name="T7" fmla="*/ 2147483646 h 36"/>
              <a:gd name="T8" fmla="*/ 2147483646 w 51"/>
              <a:gd name="T9" fmla="*/ 2147483646 h 36"/>
              <a:gd name="T10" fmla="*/ 2147483646 w 51"/>
              <a:gd name="T11" fmla="*/ 2147483646 h 36"/>
              <a:gd name="T12" fmla="*/ 2147483646 w 51"/>
              <a:gd name="T13" fmla="*/ 2147483646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8" name="Freeform 93">
            <a:extLst>
              <a:ext uri="{FF2B5EF4-FFF2-40B4-BE49-F238E27FC236}">
                <a16:creationId xmlns:a16="http://schemas.microsoft.com/office/drawing/2014/main" id="{A69F68CF-9F3C-4340-90BF-4571110A3572}"/>
              </a:ext>
            </a:extLst>
          </p:cNvPr>
          <p:cNvSpPr>
            <a:spLocks/>
          </p:cNvSpPr>
          <p:nvPr/>
        </p:nvSpPr>
        <p:spPr bwMode="auto">
          <a:xfrm flipH="1">
            <a:off x="1637110" y="1517197"/>
            <a:ext cx="1190" cy="4763"/>
          </a:xfrm>
          <a:custGeom>
            <a:avLst/>
            <a:gdLst>
              <a:gd name="T0" fmla="*/ 0 w 14"/>
              <a:gd name="T1" fmla="*/ 0 h 24"/>
              <a:gd name="T2" fmla="*/ 2147483646 w 14"/>
              <a:gd name="T3" fmla="*/ 0 h 24"/>
              <a:gd name="T4" fmla="*/ 2147483646 w 14"/>
              <a:gd name="T5" fmla="*/ 2147483646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9" name="Freeform 94">
            <a:extLst>
              <a:ext uri="{FF2B5EF4-FFF2-40B4-BE49-F238E27FC236}">
                <a16:creationId xmlns:a16="http://schemas.microsoft.com/office/drawing/2014/main" id="{4AD5D678-5D64-6744-A692-83AAEED4BE1D}"/>
              </a:ext>
            </a:extLst>
          </p:cNvPr>
          <p:cNvSpPr>
            <a:spLocks/>
          </p:cNvSpPr>
          <p:nvPr/>
        </p:nvSpPr>
        <p:spPr bwMode="auto">
          <a:xfrm flipH="1">
            <a:off x="1601391" y="1556488"/>
            <a:ext cx="72628" cy="222647"/>
          </a:xfrm>
          <a:custGeom>
            <a:avLst/>
            <a:gdLst>
              <a:gd name="T0" fmla="*/ 2147483646 w 431"/>
              <a:gd name="T1" fmla="*/ 0 h 1076"/>
              <a:gd name="T2" fmla="*/ 2147483646 w 431"/>
              <a:gd name="T3" fmla="*/ 2147483646 h 1076"/>
              <a:gd name="T4" fmla="*/ 2147483646 w 431"/>
              <a:gd name="T5" fmla="*/ 2147483646 h 1076"/>
              <a:gd name="T6" fmla="*/ 2147483646 w 431"/>
              <a:gd name="T7" fmla="*/ 2147483646 h 1076"/>
              <a:gd name="T8" fmla="*/ 2147483646 w 431"/>
              <a:gd name="T9" fmla="*/ 2147483646 h 1076"/>
              <a:gd name="T10" fmla="*/ 2147483646 w 431"/>
              <a:gd name="T11" fmla="*/ 2147483646 h 1076"/>
              <a:gd name="T12" fmla="*/ 0 w 431"/>
              <a:gd name="T13" fmla="*/ 2147483646 h 1076"/>
              <a:gd name="T14" fmla="*/ 2147483646 w 431"/>
              <a:gd name="T15" fmla="*/ 2147483646 h 1076"/>
              <a:gd name="T16" fmla="*/ 2147483646 w 431"/>
              <a:gd name="T17" fmla="*/ 2147483646 h 1076"/>
              <a:gd name="T18" fmla="*/ 2147483646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170" name="Freeform 95">
            <a:extLst>
              <a:ext uri="{FF2B5EF4-FFF2-40B4-BE49-F238E27FC236}">
                <a16:creationId xmlns:a16="http://schemas.microsoft.com/office/drawing/2014/main" id="{CF6FD3F3-F287-2444-94F3-80DD6435D9FC}"/>
              </a:ext>
            </a:extLst>
          </p:cNvPr>
          <p:cNvSpPr>
            <a:spLocks/>
          </p:cNvSpPr>
          <p:nvPr/>
        </p:nvSpPr>
        <p:spPr bwMode="auto">
          <a:xfrm flipH="1">
            <a:off x="1479948" y="1512435"/>
            <a:ext cx="282178" cy="373856"/>
          </a:xfrm>
          <a:custGeom>
            <a:avLst/>
            <a:gdLst>
              <a:gd name="T0" fmla="*/ 2147483646 w 1606"/>
              <a:gd name="T1" fmla="*/ 2147483646 h 1792"/>
              <a:gd name="T2" fmla="*/ 2147483646 w 1606"/>
              <a:gd name="T3" fmla="*/ 0 h 1792"/>
              <a:gd name="T4" fmla="*/ 2147483646 w 1606"/>
              <a:gd name="T5" fmla="*/ 2147483646 h 1792"/>
              <a:gd name="T6" fmla="*/ 2147483646 w 1606"/>
              <a:gd name="T7" fmla="*/ 2147483646 h 1792"/>
              <a:gd name="T8" fmla="*/ 2147483646 w 1606"/>
              <a:gd name="T9" fmla="*/ 2147483646 h 1792"/>
              <a:gd name="T10" fmla="*/ 2147483646 w 1606"/>
              <a:gd name="T11" fmla="*/ 2147483646 h 1792"/>
              <a:gd name="T12" fmla="*/ 2147483646 w 1606"/>
              <a:gd name="T13" fmla="*/ 2147483646 h 1792"/>
              <a:gd name="T14" fmla="*/ 2147483646 w 1606"/>
              <a:gd name="T15" fmla="*/ 2147483646 h 1792"/>
              <a:gd name="T16" fmla="*/ 2147483646 w 1606"/>
              <a:gd name="T17" fmla="*/ 2147483646 h 1792"/>
              <a:gd name="T18" fmla="*/ 2147483646 w 1606"/>
              <a:gd name="T19" fmla="*/ 2147483646 h 1792"/>
              <a:gd name="T20" fmla="*/ 2147483646 w 1606"/>
              <a:gd name="T21" fmla="*/ 2147483646 h 1792"/>
              <a:gd name="T22" fmla="*/ 2147483646 w 1606"/>
              <a:gd name="T23" fmla="*/ 2147483646 h 1792"/>
              <a:gd name="T24" fmla="*/ 2147483646 w 1606"/>
              <a:gd name="T25" fmla="*/ 2147483646 h 1792"/>
              <a:gd name="T26" fmla="*/ 2147483646 w 1606"/>
              <a:gd name="T27" fmla="*/ 2147483646 h 1792"/>
              <a:gd name="T28" fmla="*/ 0 w 1606"/>
              <a:gd name="T29" fmla="*/ 2147483646 h 1792"/>
              <a:gd name="T30" fmla="*/ 2147483646 w 1606"/>
              <a:gd name="T31" fmla="*/ 2147483646 h 1792"/>
              <a:gd name="T32" fmla="*/ 2147483646 w 1606"/>
              <a:gd name="T33" fmla="*/ 2147483646 h 1792"/>
              <a:gd name="T34" fmla="*/ 2147483646 w 1606"/>
              <a:gd name="T35" fmla="*/ 2147483646 h 1792"/>
              <a:gd name="T36" fmla="*/ 2147483646 w 1606"/>
              <a:gd name="T37" fmla="*/ 2147483646 h 1792"/>
              <a:gd name="T38" fmla="*/ 2147483646 w 1606"/>
              <a:gd name="T39" fmla="*/ 2147483646 h 1792"/>
              <a:gd name="T40" fmla="*/ 2147483646 w 1606"/>
              <a:gd name="T41" fmla="*/ 2147483646 h 1792"/>
              <a:gd name="T42" fmla="*/ 2147483646 w 1606"/>
              <a:gd name="T43" fmla="*/ 2147483646 h 1792"/>
              <a:gd name="T44" fmla="*/ 2147483646 w 1606"/>
              <a:gd name="T45" fmla="*/ 2147483646 h 1792"/>
              <a:gd name="T46" fmla="*/ 2147483646 w 1606"/>
              <a:gd name="T47" fmla="*/ 2147483646 h 1792"/>
              <a:gd name="T48" fmla="*/ 2147483646 w 1606"/>
              <a:gd name="T49" fmla="*/ 2147483646 h 1792"/>
              <a:gd name="T50" fmla="*/ 2147483646 w 1606"/>
              <a:gd name="T51" fmla="*/ 2147483646 h 1792"/>
              <a:gd name="T52" fmla="*/ 2147483646 w 1606"/>
              <a:gd name="T53" fmla="*/ 2147483646 h 1792"/>
              <a:gd name="T54" fmla="*/ 2147483646 w 1606"/>
              <a:gd name="T55" fmla="*/ 2147483646 h 1792"/>
              <a:gd name="T56" fmla="*/ 2147483646 w 1606"/>
              <a:gd name="T57" fmla="*/ 2147483646 h 1792"/>
              <a:gd name="T58" fmla="*/ 2147483646 w 1606"/>
              <a:gd name="T59" fmla="*/ 2147483646 h 1792"/>
              <a:gd name="T60" fmla="*/ 2147483646 w 1606"/>
              <a:gd name="T61" fmla="*/ 2147483646 h 1792"/>
              <a:gd name="T62" fmla="*/ 2147483646 w 1606"/>
              <a:gd name="T63" fmla="*/ 2147483646 h 1792"/>
              <a:gd name="T64" fmla="*/ 2147483646 w 1606"/>
              <a:gd name="T65" fmla="*/ 2147483646 h 1792"/>
              <a:gd name="T66" fmla="*/ 2147483646 w 1606"/>
              <a:gd name="T67" fmla="*/ 2147483646 h 1792"/>
              <a:gd name="T68" fmla="*/ 2147483646 w 1606"/>
              <a:gd name="T69" fmla="*/ 2147483646 h 1792"/>
              <a:gd name="T70" fmla="*/ 2147483646 w 1606"/>
              <a:gd name="T71" fmla="*/ 2147483646 h 1792"/>
              <a:gd name="T72" fmla="*/ 2147483646 w 1606"/>
              <a:gd name="T73" fmla="*/ 2147483646 h 1792"/>
              <a:gd name="T74" fmla="*/ 2147483646 w 1606"/>
              <a:gd name="T75" fmla="*/ 2147483646 h 1792"/>
              <a:gd name="T76" fmla="*/ 2147483646 w 1606"/>
              <a:gd name="T77" fmla="*/ 2147483646 h 1792"/>
              <a:gd name="T78" fmla="*/ 2147483646 w 1606"/>
              <a:gd name="T79" fmla="*/ 2147483646 h 1792"/>
              <a:gd name="T80" fmla="*/ 2147483646 w 1606"/>
              <a:gd name="T81" fmla="*/ 2147483646 h 1792"/>
              <a:gd name="T82" fmla="*/ 2147483646 w 1606"/>
              <a:gd name="T83" fmla="*/ 2147483646 h 1792"/>
              <a:gd name="T84" fmla="*/ 2147483646 w 1606"/>
              <a:gd name="T85" fmla="*/ 2147483646 h 1792"/>
              <a:gd name="T86" fmla="*/ 2147483646 w 1606"/>
              <a:gd name="T87" fmla="*/ 2147483646 h 1792"/>
              <a:gd name="T88" fmla="*/ 2147483646 w 1606"/>
              <a:gd name="T89" fmla="*/ 2147483646 h 1792"/>
              <a:gd name="T90" fmla="*/ 2147483646 w 1606"/>
              <a:gd name="T91" fmla="*/ 2147483646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171" name="Freeform 96">
            <a:extLst>
              <a:ext uri="{FF2B5EF4-FFF2-40B4-BE49-F238E27FC236}">
                <a16:creationId xmlns:a16="http://schemas.microsoft.com/office/drawing/2014/main" id="{64753190-D024-234E-9D72-ED9616289933}"/>
              </a:ext>
            </a:extLst>
          </p:cNvPr>
          <p:cNvSpPr>
            <a:spLocks/>
          </p:cNvSpPr>
          <p:nvPr/>
        </p:nvSpPr>
        <p:spPr bwMode="auto">
          <a:xfrm flipH="1">
            <a:off x="1484710" y="1535057"/>
            <a:ext cx="177403" cy="346472"/>
          </a:xfrm>
          <a:custGeom>
            <a:avLst/>
            <a:gdLst>
              <a:gd name="T0" fmla="*/ 2147483646 w 1014"/>
              <a:gd name="T1" fmla="*/ 2147483646 h 1671"/>
              <a:gd name="T2" fmla="*/ 2147483646 w 1014"/>
              <a:gd name="T3" fmla="*/ 2147483646 h 1671"/>
              <a:gd name="T4" fmla="*/ 2147483646 w 1014"/>
              <a:gd name="T5" fmla="*/ 2147483646 h 1671"/>
              <a:gd name="T6" fmla="*/ 2147483646 w 1014"/>
              <a:gd name="T7" fmla="*/ 2147483646 h 1671"/>
              <a:gd name="T8" fmla="*/ 2147483646 w 1014"/>
              <a:gd name="T9" fmla="*/ 2147483646 h 1671"/>
              <a:gd name="T10" fmla="*/ 2147483646 w 1014"/>
              <a:gd name="T11" fmla="*/ 2147483646 h 1671"/>
              <a:gd name="T12" fmla="*/ 2147483646 w 1014"/>
              <a:gd name="T13" fmla="*/ 2147483646 h 1671"/>
              <a:gd name="T14" fmla="*/ 2147483646 w 1014"/>
              <a:gd name="T15" fmla="*/ 2147483646 h 1671"/>
              <a:gd name="T16" fmla="*/ 2147483646 w 1014"/>
              <a:gd name="T17" fmla="*/ 2147483646 h 1671"/>
              <a:gd name="T18" fmla="*/ 2147483646 w 1014"/>
              <a:gd name="T19" fmla="*/ 2147483646 h 1671"/>
              <a:gd name="T20" fmla="*/ 2147483646 w 1014"/>
              <a:gd name="T21" fmla="*/ 2147483646 h 1671"/>
              <a:gd name="T22" fmla="*/ 2147483646 w 1014"/>
              <a:gd name="T23" fmla="*/ 2147483646 h 1671"/>
              <a:gd name="T24" fmla="*/ 2147483646 w 1014"/>
              <a:gd name="T25" fmla="*/ 2147483646 h 1671"/>
              <a:gd name="T26" fmla="*/ 2147483646 w 1014"/>
              <a:gd name="T27" fmla="*/ 2147483646 h 1671"/>
              <a:gd name="T28" fmla="*/ 2147483646 w 1014"/>
              <a:gd name="T29" fmla="*/ 2147483646 h 1671"/>
              <a:gd name="T30" fmla="*/ 2147483646 w 1014"/>
              <a:gd name="T31" fmla="*/ 2147483646 h 1671"/>
              <a:gd name="T32" fmla="*/ 2147483646 w 1014"/>
              <a:gd name="T33" fmla="*/ 2147483646 h 1671"/>
              <a:gd name="T34" fmla="*/ 2147483646 w 1014"/>
              <a:gd name="T35" fmla="*/ 2147483646 h 1671"/>
              <a:gd name="T36" fmla="*/ 2147483646 w 1014"/>
              <a:gd name="T37" fmla="*/ 0 h 1671"/>
              <a:gd name="T38" fmla="*/ 2147483646 w 1014"/>
              <a:gd name="T39" fmla="*/ 2147483646 h 1671"/>
              <a:gd name="T40" fmla="*/ 2147483646 w 1014"/>
              <a:gd name="T41" fmla="*/ 2147483646 h 1671"/>
              <a:gd name="T42" fmla="*/ 2147483646 w 1014"/>
              <a:gd name="T43" fmla="*/ 2147483646 h 1671"/>
              <a:gd name="T44" fmla="*/ 2147483646 w 1014"/>
              <a:gd name="T45" fmla="*/ 2147483646 h 1671"/>
              <a:gd name="T46" fmla="*/ 2147483646 w 1014"/>
              <a:gd name="T47" fmla="*/ 2147483646 h 1671"/>
              <a:gd name="T48" fmla="*/ 2147483646 w 1014"/>
              <a:gd name="T49" fmla="*/ 2147483646 h 1671"/>
              <a:gd name="T50" fmla="*/ 2147483646 w 1014"/>
              <a:gd name="T51" fmla="*/ 2147483646 h 1671"/>
              <a:gd name="T52" fmla="*/ 2147483646 w 1014"/>
              <a:gd name="T53" fmla="*/ 2147483646 h 1671"/>
              <a:gd name="T54" fmla="*/ 2147483646 w 1014"/>
              <a:gd name="T55" fmla="*/ 2147483646 h 1671"/>
              <a:gd name="T56" fmla="*/ 2147483646 w 1014"/>
              <a:gd name="T57" fmla="*/ 2147483646 h 1671"/>
              <a:gd name="T58" fmla="*/ 2147483646 w 1014"/>
              <a:gd name="T59" fmla="*/ 2147483646 h 1671"/>
              <a:gd name="T60" fmla="*/ 2147483646 w 1014"/>
              <a:gd name="T61" fmla="*/ 2147483646 h 1671"/>
              <a:gd name="T62" fmla="*/ 2147483646 w 1014"/>
              <a:gd name="T63" fmla="*/ 2147483646 h 1671"/>
              <a:gd name="T64" fmla="*/ 2147483646 w 1014"/>
              <a:gd name="T65" fmla="*/ 2147483646 h 1671"/>
              <a:gd name="T66" fmla="*/ 2147483646 w 1014"/>
              <a:gd name="T67" fmla="*/ 2147483646 h 1671"/>
              <a:gd name="T68" fmla="*/ 2147483646 w 1014"/>
              <a:gd name="T69" fmla="*/ 2147483646 h 1671"/>
              <a:gd name="T70" fmla="*/ 2147483646 w 1014"/>
              <a:gd name="T71" fmla="*/ 2147483646 h 1671"/>
              <a:gd name="T72" fmla="*/ 2147483646 w 1014"/>
              <a:gd name="T73" fmla="*/ 2147483646 h 1671"/>
              <a:gd name="T74" fmla="*/ 2147483646 w 1014"/>
              <a:gd name="T75" fmla="*/ 2147483646 h 1671"/>
              <a:gd name="T76" fmla="*/ 0 w 1014"/>
              <a:gd name="T77" fmla="*/ 2147483646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2" name="Freeform 97">
            <a:extLst>
              <a:ext uri="{FF2B5EF4-FFF2-40B4-BE49-F238E27FC236}">
                <a16:creationId xmlns:a16="http://schemas.microsoft.com/office/drawing/2014/main" id="{867502F5-5529-5848-8223-71371CB3D191}"/>
              </a:ext>
            </a:extLst>
          </p:cNvPr>
          <p:cNvSpPr>
            <a:spLocks/>
          </p:cNvSpPr>
          <p:nvPr/>
        </p:nvSpPr>
        <p:spPr bwMode="auto">
          <a:xfrm flipH="1">
            <a:off x="1497806" y="1706507"/>
            <a:ext cx="53579" cy="161925"/>
          </a:xfrm>
          <a:custGeom>
            <a:avLst/>
            <a:gdLst>
              <a:gd name="T0" fmla="*/ 0 w 295"/>
              <a:gd name="T1" fmla="*/ 2147483646 h 774"/>
              <a:gd name="T2" fmla="*/ 2147483646 w 295"/>
              <a:gd name="T3" fmla="*/ 2147483646 h 774"/>
              <a:gd name="T4" fmla="*/ 2147483646 w 295"/>
              <a:gd name="T5" fmla="*/ 2147483646 h 774"/>
              <a:gd name="T6" fmla="*/ 2147483646 w 295"/>
              <a:gd name="T7" fmla="*/ 2147483646 h 774"/>
              <a:gd name="T8" fmla="*/ 2147483646 w 295"/>
              <a:gd name="T9" fmla="*/ 2147483646 h 774"/>
              <a:gd name="T10" fmla="*/ 2147483646 w 295"/>
              <a:gd name="T11" fmla="*/ 2147483646 h 774"/>
              <a:gd name="T12" fmla="*/ 2147483646 w 295"/>
              <a:gd name="T13" fmla="*/ 2147483646 h 774"/>
              <a:gd name="T14" fmla="*/ 2147483646 w 295"/>
              <a:gd name="T15" fmla="*/ 2147483646 h 774"/>
              <a:gd name="T16" fmla="*/ 2147483646 w 295"/>
              <a:gd name="T17" fmla="*/ 0 h 774"/>
              <a:gd name="T18" fmla="*/ 2147483646 w 295"/>
              <a:gd name="T19" fmla="*/ 2147483646 h 774"/>
              <a:gd name="T20" fmla="*/ 2147483646 w 295"/>
              <a:gd name="T21" fmla="*/ 2147483646 h 774"/>
              <a:gd name="T22" fmla="*/ 2147483646 w 295"/>
              <a:gd name="T23" fmla="*/ 2147483646 h 774"/>
              <a:gd name="T24" fmla="*/ 2147483646 w 295"/>
              <a:gd name="T25" fmla="*/ 2147483646 h 774"/>
              <a:gd name="T26" fmla="*/ 0 w 295"/>
              <a:gd name="T27" fmla="*/ 2147483646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3" name="Freeform 98">
            <a:extLst>
              <a:ext uri="{FF2B5EF4-FFF2-40B4-BE49-F238E27FC236}">
                <a16:creationId xmlns:a16="http://schemas.microsoft.com/office/drawing/2014/main" id="{2C3D48FC-1873-A247-93A5-C61636BCE75F}"/>
              </a:ext>
            </a:extLst>
          </p:cNvPr>
          <p:cNvSpPr>
            <a:spLocks/>
          </p:cNvSpPr>
          <p:nvPr/>
        </p:nvSpPr>
        <p:spPr bwMode="auto">
          <a:xfrm flipH="1">
            <a:off x="1551385" y="1577920"/>
            <a:ext cx="204788" cy="240506"/>
          </a:xfrm>
          <a:custGeom>
            <a:avLst/>
            <a:gdLst>
              <a:gd name="T0" fmla="*/ 2147483646 w 1172"/>
              <a:gd name="T1" fmla="*/ 2147483646 h 1162"/>
              <a:gd name="T2" fmla="*/ 2147483646 w 1172"/>
              <a:gd name="T3" fmla="*/ 2147483646 h 1162"/>
              <a:gd name="T4" fmla="*/ 2147483646 w 1172"/>
              <a:gd name="T5" fmla="*/ 2147483646 h 1162"/>
              <a:gd name="T6" fmla="*/ 2147483646 w 1172"/>
              <a:gd name="T7" fmla="*/ 2147483646 h 1162"/>
              <a:gd name="T8" fmla="*/ 2147483646 w 1172"/>
              <a:gd name="T9" fmla="*/ 2147483646 h 1162"/>
              <a:gd name="T10" fmla="*/ 2147483646 w 1172"/>
              <a:gd name="T11" fmla="*/ 2147483646 h 1162"/>
              <a:gd name="T12" fmla="*/ 2147483646 w 1172"/>
              <a:gd name="T13" fmla="*/ 2147483646 h 1162"/>
              <a:gd name="T14" fmla="*/ 2147483646 w 1172"/>
              <a:gd name="T15" fmla="*/ 2147483646 h 1162"/>
              <a:gd name="T16" fmla="*/ 2147483646 w 1172"/>
              <a:gd name="T17" fmla="*/ 2147483646 h 1162"/>
              <a:gd name="T18" fmla="*/ 2147483646 w 1172"/>
              <a:gd name="T19" fmla="*/ 2147483646 h 1162"/>
              <a:gd name="T20" fmla="*/ 2147483646 w 1172"/>
              <a:gd name="T21" fmla="*/ 2147483646 h 1162"/>
              <a:gd name="T22" fmla="*/ 0 w 1172"/>
              <a:gd name="T23" fmla="*/ 2147483646 h 1162"/>
              <a:gd name="T24" fmla="*/ 2147483646 w 1172"/>
              <a:gd name="T25" fmla="*/ 2147483646 h 1162"/>
              <a:gd name="T26" fmla="*/ 2147483646 w 1172"/>
              <a:gd name="T27" fmla="*/ 2147483646 h 1162"/>
              <a:gd name="T28" fmla="*/ 2147483646 w 1172"/>
              <a:gd name="T29" fmla="*/ 2147483646 h 1162"/>
              <a:gd name="T30" fmla="*/ 2147483646 w 1172"/>
              <a:gd name="T31" fmla="*/ 2147483646 h 1162"/>
              <a:gd name="T32" fmla="*/ 2147483646 w 1172"/>
              <a:gd name="T33" fmla="*/ 2147483646 h 1162"/>
              <a:gd name="T34" fmla="*/ 2147483646 w 1172"/>
              <a:gd name="T35" fmla="*/ 2147483646 h 1162"/>
              <a:gd name="T36" fmla="*/ 2147483646 w 1172"/>
              <a:gd name="T37" fmla="*/ 2147483646 h 1162"/>
              <a:gd name="T38" fmla="*/ 2147483646 w 1172"/>
              <a:gd name="T39" fmla="*/ 2147483646 h 1162"/>
              <a:gd name="T40" fmla="*/ 2147483646 w 1172"/>
              <a:gd name="T41" fmla="*/ 2147483646 h 1162"/>
              <a:gd name="T42" fmla="*/ 2147483646 w 1172"/>
              <a:gd name="T43" fmla="*/ 2147483646 h 1162"/>
              <a:gd name="T44" fmla="*/ 2147483646 w 1172"/>
              <a:gd name="T45" fmla="*/ 2147483646 h 1162"/>
              <a:gd name="T46" fmla="*/ 2147483646 w 1172"/>
              <a:gd name="T47" fmla="*/ 2147483646 h 1162"/>
              <a:gd name="T48" fmla="*/ 2147483646 w 1172"/>
              <a:gd name="T49" fmla="*/ 2147483646 h 1162"/>
              <a:gd name="T50" fmla="*/ 2147483646 w 1172"/>
              <a:gd name="T51" fmla="*/ 2147483646 h 1162"/>
              <a:gd name="T52" fmla="*/ 2147483646 w 1172"/>
              <a:gd name="T53" fmla="*/ 2147483646 h 1162"/>
              <a:gd name="T54" fmla="*/ 2147483646 w 1172"/>
              <a:gd name="T55" fmla="*/ 2147483646 h 1162"/>
              <a:gd name="T56" fmla="*/ 2147483646 w 1172"/>
              <a:gd name="T57" fmla="*/ 2147483646 h 1162"/>
              <a:gd name="T58" fmla="*/ 2147483646 w 1172"/>
              <a:gd name="T59" fmla="*/ 2147483646 h 1162"/>
              <a:gd name="T60" fmla="*/ 2147483646 w 1172"/>
              <a:gd name="T61" fmla="*/ 2147483646 h 1162"/>
              <a:gd name="T62" fmla="*/ 2147483646 w 1172"/>
              <a:gd name="T63" fmla="*/ 2147483646 h 1162"/>
              <a:gd name="T64" fmla="*/ 2147483646 w 1172"/>
              <a:gd name="T65" fmla="*/ 2147483646 h 1162"/>
              <a:gd name="T66" fmla="*/ 2147483646 w 1172"/>
              <a:gd name="T67" fmla="*/ 2147483646 h 1162"/>
              <a:gd name="T68" fmla="*/ 2147483646 w 1172"/>
              <a:gd name="T69" fmla="*/ 2147483646 h 1162"/>
              <a:gd name="T70" fmla="*/ 2147483646 w 1172"/>
              <a:gd name="T71" fmla="*/ 2147483646 h 1162"/>
              <a:gd name="T72" fmla="*/ 2147483646 w 1172"/>
              <a:gd name="T73" fmla="*/ 2147483646 h 1162"/>
              <a:gd name="T74" fmla="*/ 2147483646 w 1172"/>
              <a:gd name="T75" fmla="*/ 2147483646 h 1162"/>
              <a:gd name="T76" fmla="*/ 2147483646 w 1172"/>
              <a:gd name="T77" fmla="*/ 2147483646 h 1162"/>
              <a:gd name="T78" fmla="*/ 2147483646 w 1172"/>
              <a:gd name="T79" fmla="*/ 2147483646 h 1162"/>
              <a:gd name="T80" fmla="*/ 2147483646 w 1172"/>
              <a:gd name="T81" fmla="*/ 2147483646 h 1162"/>
              <a:gd name="T82" fmla="*/ 2147483646 w 1172"/>
              <a:gd name="T83" fmla="*/ 2147483646 h 1162"/>
              <a:gd name="T84" fmla="*/ 2147483646 w 1172"/>
              <a:gd name="T85" fmla="*/ 2147483646 h 1162"/>
              <a:gd name="T86" fmla="*/ 2147483646 w 1172"/>
              <a:gd name="T87" fmla="*/ 2147483646 h 1162"/>
              <a:gd name="T88" fmla="*/ 2147483646 w 1172"/>
              <a:gd name="T89" fmla="*/ 2147483646 h 1162"/>
              <a:gd name="T90" fmla="*/ 2147483646 w 1172"/>
              <a:gd name="T91" fmla="*/ 2147483646 h 1162"/>
              <a:gd name="T92" fmla="*/ 2147483646 w 1172"/>
              <a:gd name="T93" fmla="*/ 2147483646 h 1162"/>
              <a:gd name="T94" fmla="*/ 2147483646 w 1172"/>
              <a:gd name="T95" fmla="*/ 2147483646 h 1162"/>
              <a:gd name="T96" fmla="*/ 2147483646 w 1172"/>
              <a:gd name="T97" fmla="*/ 2147483646 h 1162"/>
              <a:gd name="T98" fmla="*/ 2147483646 w 1172"/>
              <a:gd name="T99" fmla="*/ 2147483646 h 1162"/>
              <a:gd name="T100" fmla="*/ 2147483646 w 1172"/>
              <a:gd name="T101" fmla="*/ 2147483646 h 1162"/>
              <a:gd name="T102" fmla="*/ 2147483646 w 1172"/>
              <a:gd name="T103" fmla="*/ 2147483646 h 1162"/>
              <a:gd name="T104" fmla="*/ 2147483646 w 1172"/>
              <a:gd name="T105" fmla="*/ 2147483646 h 1162"/>
              <a:gd name="T106" fmla="*/ 2147483646 w 1172"/>
              <a:gd name="T107" fmla="*/ 2147483646 h 1162"/>
              <a:gd name="T108" fmla="*/ 2147483646 w 1172"/>
              <a:gd name="T109" fmla="*/ 2147483646 h 1162"/>
              <a:gd name="T110" fmla="*/ 2147483646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4" name="Freeform 99">
            <a:extLst>
              <a:ext uri="{FF2B5EF4-FFF2-40B4-BE49-F238E27FC236}">
                <a16:creationId xmlns:a16="http://schemas.microsoft.com/office/drawing/2014/main" id="{911B7D28-A24E-B744-9156-4ABBC3FF452A}"/>
              </a:ext>
            </a:extLst>
          </p:cNvPr>
          <p:cNvSpPr>
            <a:spLocks/>
          </p:cNvSpPr>
          <p:nvPr/>
        </p:nvSpPr>
        <p:spPr bwMode="auto">
          <a:xfrm flipH="1">
            <a:off x="1564481" y="1667216"/>
            <a:ext cx="52388" cy="53579"/>
          </a:xfrm>
          <a:custGeom>
            <a:avLst/>
            <a:gdLst>
              <a:gd name="T0" fmla="*/ 0 w 295"/>
              <a:gd name="T1" fmla="*/ 0 h 263"/>
              <a:gd name="T2" fmla="*/ 0 w 295"/>
              <a:gd name="T3" fmla="*/ 2147483646 h 263"/>
              <a:gd name="T4" fmla="*/ 2147483646 w 295"/>
              <a:gd name="T5" fmla="*/ 2147483646 h 263"/>
              <a:gd name="T6" fmla="*/ 2147483646 w 295"/>
              <a:gd name="T7" fmla="*/ 2147483646 h 263"/>
              <a:gd name="T8" fmla="*/ 2147483646 w 295"/>
              <a:gd name="T9" fmla="*/ 2147483646 h 263"/>
              <a:gd name="T10" fmla="*/ 2147483646 w 295"/>
              <a:gd name="T11" fmla="*/ 2147483646 h 263"/>
              <a:gd name="T12" fmla="*/ 2147483646 w 295"/>
              <a:gd name="T13" fmla="*/ 2147483646 h 263"/>
              <a:gd name="T14" fmla="*/ 2147483646 w 295"/>
              <a:gd name="T15" fmla="*/ 2147483646 h 263"/>
              <a:gd name="T16" fmla="*/ 2147483646 w 295"/>
              <a:gd name="T17" fmla="*/ 2147483646 h 263"/>
              <a:gd name="T18" fmla="*/ 2147483646 w 295"/>
              <a:gd name="T19" fmla="*/ 2147483646 h 263"/>
              <a:gd name="T20" fmla="*/ 2147483646 w 295"/>
              <a:gd name="T21" fmla="*/ 2147483646 h 263"/>
              <a:gd name="T22" fmla="*/ 2147483646 w 295"/>
              <a:gd name="T23" fmla="*/ 2147483646 h 263"/>
              <a:gd name="T24" fmla="*/ 2147483646 w 295"/>
              <a:gd name="T25" fmla="*/ 2147483646 h 263"/>
              <a:gd name="T26" fmla="*/ 2147483646 w 295"/>
              <a:gd name="T27" fmla="*/ 2147483646 h 263"/>
              <a:gd name="T28" fmla="*/ 2147483646 w 295"/>
              <a:gd name="T29" fmla="*/ 2147483646 h 263"/>
              <a:gd name="T30" fmla="*/ 2147483646 w 295"/>
              <a:gd name="T31" fmla="*/ 2147483646 h 263"/>
              <a:gd name="T32" fmla="*/ 2147483646 w 295"/>
              <a:gd name="T33" fmla="*/ 2147483646 h 263"/>
              <a:gd name="T34" fmla="*/ 2147483646 w 295"/>
              <a:gd name="T35" fmla="*/ 2147483646 h 263"/>
              <a:gd name="T36" fmla="*/ 2147483646 w 295"/>
              <a:gd name="T37" fmla="*/ 2147483646 h 263"/>
              <a:gd name="T38" fmla="*/ 2147483646 w 295"/>
              <a:gd name="T39" fmla="*/ 2147483646 h 263"/>
              <a:gd name="T40" fmla="*/ 2147483646 w 295"/>
              <a:gd name="T41" fmla="*/ 2147483646 h 263"/>
              <a:gd name="T42" fmla="*/ 2147483646 w 295"/>
              <a:gd name="T43" fmla="*/ 2147483646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5" name="Freeform 100">
            <a:extLst>
              <a:ext uri="{FF2B5EF4-FFF2-40B4-BE49-F238E27FC236}">
                <a16:creationId xmlns:a16="http://schemas.microsoft.com/office/drawing/2014/main" id="{092356E2-2C38-674D-8565-50EBB9EE1BEC}"/>
              </a:ext>
            </a:extLst>
          </p:cNvPr>
          <p:cNvSpPr>
            <a:spLocks/>
          </p:cNvSpPr>
          <p:nvPr/>
        </p:nvSpPr>
        <p:spPr bwMode="auto">
          <a:xfrm flipH="1">
            <a:off x="1566863" y="1621972"/>
            <a:ext cx="46435" cy="71438"/>
          </a:xfrm>
          <a:custGeom>
            <a:avLst/>
            <a:gdLst>
              <a:gd name="T0" fmla="*/ 2147483646 w 270"/>
              <a:gd name="T1" fmla="*/ 0 h 345"/>
              <a:gd name="T2" fmla="*/ 2147483646 w 270"/>
              <a:gd name="T3" fmla="*/ 2147483646 h 345"/>
              <a:gd name="T4" fmla="*/ 0 w 270"/>
              <a:gd name="T5" fmla="*/ 2147483646 h 345"/>
              <a:gd name="T6" fmla="*/ 2147483646 w 270"/>
              <a:gd name="T7" fmla="*/ 2147483646 h 345"/>
              <a:gd name="T8" fmla="*/ 2147483646 w 270"/>
              <a:gd name="T9" fmla="*/ 2147483646 h 345"/>
              <a:gd name="T10" fmla="*/ 2147483646 w 270"/>
              <a:gd name="T11" fmla="*/ 2147483646 h 345"/>
              <a:gd name="T12" fmla="*/ 2147483646 w 270"/>
              <a:gd name="T13" fmla="*/ 2147483646 h 345"/>
              <a:gd name="T14" fmla="*/ 2147483646 w 270"/>
              <a:gd name="T15" fmla="*/ 2147483646 h 345"/>
              <a:gd name="T16" fmla="*/ 2147483646 w 270"/>
              <a:gd name="T17" fmla="*/ 2147483646 h 345"/>
              <a:gd name="T18" fmla="*/ 2147483646 w 270"/>
              <a:gd name="T19" fmla="*/ 2147483646 h 345"/>
              <a:gd name="T20" fmla="*/ 2147483646 w 270"/>
              <a:gd name="T21" fmla="*/ 2147483646 h 345"/>
              <a:gd name="T22" fmla="*/ 2147483646 w 270"/>
              <a:gd name="T23" fmla="*/ 2147483646 h 345"/>
              <a:gd name="T24" fmla="*/ 2147483646 w 270"/>
              <a:gd name="T25" fmla="*/ 2147483646 h 345"/>
              <a:gd name="T26" fmla="*/ 2147483646 w 270"/>
              <a:gd name="T27" fmla="*/ 2147483646 h 345"/>
              <a:gd name="T28" fmla="*/ 2147483646 w 270"/>
              <a:gd name="T29" fmla="*/ 2147483646 h 345"/>
              <a:gd name="T30" fmla="*/ 2147483646 w 270"/>
              <a:gd name="T31" fmla="*/ 2147483646 h 345"/>
              <a:gd name="T32" fmla="*/ 2147483646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6" name="Freeform 101">
            <a:extLst>
              <a:ext uri="{FF2B5EF4-FFF2-40B4-BE49-F238E27FC236}">
                <a16:creationId xmlns:a16="http://schemas.microsoft.com/office/drawing/2014/main" id="{244ADCC2-0BF1-264D-91FD-9762B5E2D5D7}"/>
              </a:ext>
            </a:extLst>
          </p:cNvPr>
          <p:cNvSpPr>
            <a:spLocks/>
          </p:cNvSpPr>
          <p:nvPr/>
        </p:nvSpPr>
        <p:spPr bwMode="auto">
          <a:xfrm flipH="1">
            <a:off x="1571626" y="1551725"/>
            <a:ext cx="51197" cy="41672"/>
          </a:xfrm>
          <a:custGeom>
            <a:avLst/>
            <a:gdLst>
              <a:gd name="T0" fmla="*/ 0 w 287"/>
              <a:gd name="T1" fmla="*/ 2147483646 h 199"/>
              <a:gd name="T2" fmla="*/ 2147483646 w 287"/>
              <a:gd name="T3" fmla="*/ 2147483646 h 199"/>
              <a:gd name="T4" fmla="*/ 2147483646 w 287"/>
              <a:gd name="T5" fmla="*/ 2147483646 h 199"/>
              <a:gd name="T6" fmla="*/ 2147483646 w 287"/>
              <a:gd name="T7" fmla="*/ 2147483646 h 199"/>
              <a:gd name="T8" fmla="*/ 2147483646 w 287"/>
              <a:gd name="T9" fmla="*/ 0 h 199"/>
              <a:gd name="T10" fmla="*/ 2147483646 w 287"/>
              <a:gd name="T11" fmla="*/ 2147483646 h 199"/>
              <a:gd name="T12" fmla="*/ 2147483646 w 287"/>
              <a:gd name="T13" fmla="*/ 2147483646 h 199"/>
              <a:gd name="T14" fmla="*/ 2147483646 w 287"/>
              <a:gd name="T15" fmla="*/ 2147483646 h 199"/>
              <a:gd name="T16" fmla="*/ 2147483646 w 287"/>
              <a:gd name="T17" fmla="*/ 2147483646 h 199"/>
              <a:gd name="T18" fmla="*/ 0 w 287"/>
              <a:gd name="T19" fmla="*/ 214748364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7" name="Freeform 102">
            <a:extLst>
              <a:ext uri="{FF2B5EF4-FFF2-40B4-BE49-F238E27FC236}">
                <a16:creationId xmlns:a16="http://schemas.microsoft.com/office/drawing/2014/main" id="{AB829C6E-9803-F04C-B36D-2B4D5631B972}"/>
              </a:ext>
            </a:extLst>
          </p:cNvPr>
          <p:cNvSpPr>
            <a:spLocks/>
          </p:cNvSpPr>
          <p:nvPr/>
        </p:nvSpPr>
        <p:spPr bwMode="auto">
          <a:xfrm flipH="1">
            <a:off x="1632347" y="1627926"/>
            <a:ext cx="28575" cy="105965"/>
          </a:xfrm>
          <a:custGeom>
            <a:avLst/>
            <a:gdLst>
              <a:gd name="T0" fmla="*/ 0 w 162"/>
              <a:gd name="T1" fmla="*/ 2147483646 h 514"/>
              <a:gd name="T2" fmla="*/ 2147483646 w 162"/>
              <a:gd name="T3" fmla="*/ 2147483646 h 514"/>
              <a:gd name="T4" fmla="*/ 2147483646 w 162"/>
              <a:gd name="T5" fmla="*/ 2147483646 h 514"/>
              <a:gd name="T6" fmla="*/ 2147483646 w 162"/>
              <a:gd name="T7" fmla="*/ 2147483646 h 514"/>
              <a:gd name="T8" fmla="*/ 2147483646 w 162"/>
              <a:gd name="T9" fmla="*/ 2147483646 h 514"/>
              <a:gd name="T10" fmla="*/ 2147483646 w 162"/>
              <a:gd name="T11" fmla="*/ 2147483646 h 514"/>
              <a:gd name="T12" fmla="*/ 2147483646 w 162"/>
              <a:gd name="T13" fmla="*/ 2147483646 h 514"/>
              <a:gd name="T14" fmla="*/ 2147483646 w 162"/>
              <a:gd name="T15" fmla="*/ 2147483646 h 514"/>
              <a:gd name="T16" fmla="*/ 2147483646 w 162"/>
              <a:gd name="T17" fmla="*/ 2147483646 h 514"/>
              <a:gd name="T18" fmla="*/ 2147483646 w 162"/>
              <a:gd name="T19" fmla="*/ 2147483646 h 514"/>
              <a:gd name="T20" fmla="*/ 2147483646 w 162"/>
              <a:gd name="T21" fmla="*/ 2147483646 h 514"/>
              <a:gd name="T22" fmla="*/ 2147483646 w 162"/>
              <a:gd name="T23" fmla="*/ 2147483646 h 514"/>
              <a:gd name="T24" fmla="*/ 2147483646 w 162"/>
              <a:gd name="T25" fmla="*/ 2147483646 h 514"/>
              <a:gd name="T26" fmla="*/ 2147483646 w 162"/>
              <a:gd name="T27" fmla="*/ 2147483646 h 514"/>
              <a:gd name="T28" fmla="*/ 2147483646 w 162"/>
              <a:gd name="T29" fmla="*/ 0 h 514"/>
              <a:gd name="T30" fmla="*/ 2147483646 w 162"/>
              <a:gd name="T31" fmla="*/ 2147483646 h 514"/>
              <a:gd name="T32" fmla="*/ 2147483646 w 162"/>
              <a:gd name="T33" fmla="*/ 2147483646 h 514"/>
              <a:gd name="T34" fmla="*/ 2147483646 w 162"/>
              <a:gd name="T35" fmla="*/ 2147483646 h 514"/>
              <a:gd name="T36" fmla="*/ 0 w 162"/>
              <a:gd name="T37" fmla="*/ 2147483646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8" name="Freeform 103">
            <a:extLst>
              <a:ext uri="{FF2B5EF4-FFF2-40B4-BE49-F238E27FC236}">
                <a16:creationId xmlns:a16="http://schemas.microsoft.com/office/drawing/2014/main" id="{FC615AFD-D75C-C14D-9AFA-96B06ADA5719}"/>
              </a:ext>
            </a:extLst>
          </p:cNvPr>
          <p:cNvSpPr>
            <a:spLocks/>
          </p:cNvSpPr>
          <p:nvPr/>
        </p:nvSpPr>
        <p:spPr bwMode="auto">
          <a:xfrm flipH="1">
            <a:off x="1568054" y="1743416"/>
            <a:ext cx="50006" cy="20241"/>
          </a:xfrm>
          <a:custGeom>
            <a:avLst/>
            <a:gdLst>
              <a:gd name="T0" fmla="*/ 2147483646 w 289"/>
              <a:gd name="T1" fmla="*/ 2147483646 h 97"/>
              <a:gd name="T2" fmla="*/ 2147483646 w 289"/>
              <a:gd name="T3" fmla="*/ 2147483646 h 97"/>
              <a:gd name="T4" fmla="*/ 2147483646 w 289"/>
              <a:gd name="T5" fmla="*/ 2147483646 h 97"/>
              <a:gd name="T6" fmla="*/ 2147483646 w 289"/>
              <a:gd name="T7" fmla="*/ 0 h 97"/>
              <a:gd name="T8" fmla="*/ 0 w 289"/>
              <a:gd name="T9" fmla="*/ 2147483646 h 97"/>
              <a:gd name="T10" fmla="*/ 2147483646 w 289"/>
              <a:gd name="T11" fmla="*/ 2147483646 h 97"/>
              <a:gd name="T12" fmla="*/ 2147483646 w 289"/>
              <a:gd name="T13" fmla="*/ 2147483646 h 97"/>
              <a:gd name="T14" fmla="*/ 2147483646 w 289"/>
              <a:gd name="T15" fmla="*/ 2147483646 h 97"/>
              <a:gd name="T16" fmla="*/ 2147483646 w 289"/>
              <a:gd name="T17" fmla="*/ 2147483646 h 97"/>
              <a:gd name="T18" fmla="*/ 2147483646 w 289"/>
              <a:gd name="T19" fmla="*/ 2147483646 h 97"/>
              <a:gd name="T20" fmla="*/ 2147483646 w 289"/>
              <a:gd name="T21" fmla="*/ 2147483646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9" name="Freeform 104">
            <a:extLst>
              <a:ext uri="{FF2B5EF4-FFF2-40B4-BE49-F238E27FC236}">
                <a16:creationId xmlns:a16="http://schemas.microsoft.com/office/drawing/2014/main" id="{13AED5B9-E4A7-4C4E-84B3-A00295B5689F}"/>
              </a:ext>
            </a:extLst>
          </p:cNvPr>
          <p:cNvSpPr>
            <a:spLocks/>
          </p:cNvSpPr>
          <p:nvPr/>
        </p:nvSpPr>
        <p:spPr bwMode="auto">
          <a:xfrm flipH="1">
            <a:off x="1628776" y="1751751"/>
            <a:ext cx="32147" cy="45244"/>
          </a:xfrm>
          <a:custGeom>
            <a:avLst/>
            <a:gdLst>
              <a:gd name="T0" fmla="*/ 2147483646 w 176"/>
              <a:gd name="T1" fmla="*/ 2147483646 h 216"/>
              <a:gd name="T2" fmla="*/ 2147483646 w 176"/>
              <a:gd name="T3" fmla="*/ 2147483646 h 216"/>
              <a:gd name="T4" fmla="*/ 2147483646 w 176"/>
              <a:gd name="T5" fmla="*/ 0 h 216"/>
              <a:gd name="T6" fmla="*/ 2147483646 w 176"/>
              <a:gd name="T7" fmla="*/ 2147483646 h 216"/>
              <a:gd name="T8" fmla="*/ 0 w 176"/>
              <a:gd name="T9" fmla="*/ 2147483646 h 216"/>
              <a:gd name="T10" fmla="*/ 2147483646 w 176"/>
              <a:gd name="T11" fmla="*/ 2147483646 h 216"/>
              <a:gd name="T12" fmla="*/ 2147483646 w 176"/>
              <a:gd name="T13" fmla="*/ 2147483646 h 216"/>
              <a:gd name="T14" fmla="*/ 2147483646 w 176"/>
              <a:gd name="T15" fmla="*/ 2147483646 h 216"/>
              <a:gd name="T16" fmla="*/ 2147483646 w 176"/>
              <a:gd name="T17" fmla="*/ 2147483646 h 216"/>
              <a:gd name="T18" fmla="*/ 2147483646 w 176"/>
              <a:gd name="T19" fmla="*/ 2147483646 h 216"/>
              <a:gd name="T20" fmla="*/ 2147483646 w 176"/>
              <a:gd name="T21" fmla="*/ 2147483646 h 216"/>
              <a:gd name="T22" fmla="*/ 2147483646 w 176"/>
              <a:gd name="T23" fmla="*/ 2147483646 h 216"/>
              <a:gd name="T24" fmla="*/ 2147483646 w 176"/>
              <a:gd name="T25" fmla="*/ 2147483646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80" name="Freeform 105">
            <a:extLst>
              <a:ext uri="{FF2B5EF4-FFF2-40B4-BE49-F238E27FC236}">
                <a16:creationId xmlns:a16="http://schemas.microsoft.com/office/drawing/2014/main" id="{3572CE4F-82C2-D045-859D-341DA44176E4}"/>
              </a:ext>
            </a:extLst>
          </p:cNvPr>
          <p:cNvSpPr>
            <a:spLocks/>
          </p:cNvSpPr>
          <p:nvPr/>
        </p:nvSpPr>
        <p:spPr bwMode="auto">
          <a:xfrm flipH="1">
            <a:off x="1537098" y="1516007"/>
            <a:ext cx="73819" cy="55959"/>
          </a:xfrm>
          <a:custGeom>
            <a:avLst/>
            <a:gdLst>
              <a:gd name="T0" fmla="*/ 0 w 418"/>
              <a:gd name="T1" fmla="*/ 2147483646 h 260"/>
              <a:gd name="T2" fmla="*/ 2147483646 w 418"/>
              <a:gd name="T3" fmla="*/ 2147483646 h 260"/>
              <a:gd name="T4" fmla="*/ 2147483646 w 418"/>
              <a:gd name="T5" fmla="*/ 2147483646 h 260"/>
              <a:gd name="T6" fmla="*/ 2147483646 w 418"/>
              <a:gd name="T7" fmla="*/ 2147483646 h 260"/>
              <a:gd name="T8" fmla="*/ 2147483646 w 418"/>
              <a:gd name="T9" fmla="*/ 2147483646 h 260"/>
              <a:gd name="T10" fmla="*/ 2147483646 w 418"/>
              <a:gd name="T11" fmla="*/ 0 h 260"/>
              <a:gd name="T12" fmla="*/ 2147483646 w 418"/>
              <a:gd name="T13" fmla="*/ 2147483646 h 260"/>
              <a:gd name="T14" fmla="*/ 2147483646 w 418"/>
              <a:gd name="T15" fmla="*/ 2147483646 h 260"/>
              <a:gd name="T16" fmla="*/ 2147483646 w 418"/>
              <a:gd name="T17" fmla="*/ 2147483646 h 260"/>
              <a:gd name="T18" fmla="*/ 2147483646 w 418"/>
              <a:gd name="T19" fmla="*/ 2147483646 h 260"/>
              <a:gd name="T20" fmla="*/ 2147483646 w 418"/>
              <a:gd name="T21" fmla="*/ 2147483646 h 260"/>
              <a:gd name="T22" fmla="*/ 0 w 418"/>
              <a:gd name="T23" fmla="*/ 2147483646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81" name="Freeform 106">
            <a:extLst>
              <a:ext uri="{FF2B5EF4-FFF2-40B4-BE49-F238E27FC236}">
                <a16:creationId xmlns:a16="http://schemas.microsoft.com/office/drawing/2014/main" id="{D26B6C69-32C9-7249-995D-50BD314AE4CA}"/>
              </a:ext>
            </a:extLst>
          </p:cNvPr>
          <p:cNvSpPr>
            <a:spLocks/>
          </p:cNvSpPr>
          <p:nvPr/>
        </p:nvSpPr>
        <p:spPr bwMode="auto">
          <a:xfrm flipH="1">
            <a:off x="1453754" y="1768419"/>
            <a:ext cx="151209" cy="242888"/>
          </a:xfrm>
          <a:custGeom>
            <a:avLst/>
            <a:gdLst>
              <a:gd name="T0" fmla="*/ 2147483646 w 863"/>
              <a:gd name="T1" fmla="*/ 2147483646 h 1164"/>
              <a:gd name="T2" fmla="*/ 2147483646 w 863"/>
              <a:gd name="T3" fmla="*/ 2147483646 h 1164"/>
              <a:gd name="T4" fmla="*/ 2147483646 w 863"/>
              <a:gd name="T5" fmla="*/ 2147483646 h 1164"/>
              <a:gd name="T6" fmla="*/ 2147483646 w 863"/>
              <a:gd name="T7" fmla="*/ 2147483646 h 1164"/>
              <a:gd name="T8" fmla="*/ 2147483646 w 863"/>
              <a:gd name="T9" fmla="*/ 2147483646 h 1164"/>
              <a:gd name="T10" fmla="*/ 2147483646 w 863"/>
              <a:gd name="T11" fmla="*/ 2147483646 h 1164"/>
              <a:gd name="T12" fmla="*/ 2147483646 w 863"/>
              <a:gd name="T13" fmla="*/ 0 h 1164"/>
              <a:gd name="T14" fmla="*/ 2147483646 w 863"/>
              <a:gd name="T15" fmla="*/ 2147483646 h 1164"/>
              <a:gd name="T16" fmla="*/ 2147483646 w 863"/>
              <a:gd name="T17" fmla="*/ 2147483646 h 1164"/>
              <a:gd name="T18" fmla="*/ 2147483646 w 863"/>
              <a:gd name="T19" fmla="*/ 2147483646 h 1164"/>
              <a:gd name="T20" fmla="*/ 2147483646 w 863"/>
              <a:gd name="T21" fmla="*/ 2147483646 h 1164"/>
              <a:gd name="T22" fmla="*/ 2147483646 w 863"/>
              <a:gd name="T23" fmla="*/ 2147483646 h 1164"/>
              <a:gd name="T24" fmla="*/ 2147483646 w 863"/>
              <a:gd name="T25" fmla="*/ 2147483646 h 1164"/>
              <a:gd name="T26" fmla="*/ 2147483646 w 863"/>
              <a:gd name="T27" fmla="*/ 2147483646 h 1164"/>
              <a:gd name="T28" fmla="*/ 2147483646 w 863"/>
              <a:gd name="T29" fmla="*/ 2147483646 h 1164"/>
              <a:gd name="T30" fmla="*/ 0 w 863"/>
              <a:gd name="T31" fmla="*/ 2147483646 h 1164"/>
              <a:gd name="T32" fmla="*/ 2147483646 w 863"/>
              <a:gd name="T33" fmla="*/ 2147483646 h 1164"/>
              <a:gd name="T34" fmla="*/ 2147483646 w 863"/>
              <a:gd name="T35" fmla="*/ 2147483646 h 1164"/>
              <a:gd name="T36" fmla="*/ 2147483646 w 863"/>
              <a:gd name="T37" fmla="*/ 2147483646 h 1164"/>
              <a:gd name="T38" fmla="*/ 2147483646 w 863"/>
              <a:gd name="T39" fmla="*/ 2147483646 h 1164"/>
              <a:gd name="T40" fmla="*/ 2147483646 w 863"/>
              <a:gd name="T41" fmla="*/ 2147483646 h 1164"/>
              <a:gd name="T42" fmla="*/ 2147483646 w 863"/>
              <a:gd name="T43" fmla="*/ 2147483646 h 1164"/>
              <a:gd name="T44" fmla="*/ 2147483646 w 863"/>
              <a:gd name="T45" fmla="*/ 2147483646 h 1164"/>
              <a:gd name="T46" fmla="*/ 2147483646 w 863"/>
              <a:gd name="T47" fmla="*/ 2147483646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82" name="Freeform 107">
            <a:extLst>
              <a:ext uri="{FF2B5EF4-FFF2-40B4-BE49-F238E27FC236}">
                <a16:creationId xmlns:a16="http://schemas.microsoft.com/office/drawing/2014/main" id="{BD11B8B0-8F26-EB48-9B10-D05E12F09745}"/>
              </a:ext>
            </a:extLst>
          </p:cNvPr>
          <p:cNvSpPr>
            <a:spLocks/>
          </p:cNvSpPr>
          <p:nvPr/>
        </p:nvSpPr>
        <p:spPr bwMode="auto">
          <a:xfrm flipH="1">
            <a:off x="1457325" y="1781516"/>
            <a:ext cx="129779" cy="220266"/>
          </a:xfrm>
          <a:custGeom>
            <a:avLst/>
            <a:gdLst>
              <a:gd name="T0" fmla="*/ 2147483646 w 743"/>
              <a:gd name="T1" fmla="*/ 2147483646 h 1068"/>
              <a:gd name="T2" fmla="*/ 2147483646 w 743"/>
              <a:gd name="T3" fmla="*/ 2147483646 h 1068"/>
              <a:gd name="T4" fmla="*/ 2147483646 w 743"/>
              <a:gd name="T5" fmla="*/ 2147483646 h 1068"/>
              <a:gd name="T6" fmla="*/ 2147483646 w 743"/>
              <a:gd name="T7" fmla="*/ 2147483646 h 1068"/>
              <a:gd name="T8" fmla="*/ 2147483646 w 743"/>
              <a:gd name="T9" fmla="*/ 2147483646 h 1068"/>
              <a:gd name="T10" fmla="*/ 2147483646 w 743"/>
              <a:gd name="T11" fmla="*/ 0 h 1068"/>
              <a:gd name="T12" fmla="*/ 2147483646 w 743"/>
              <a:gd name="T13" fmla="*/ 2147483646 h 1068"/>
              <a:gd name="T14" fmla="*/ 2147483646 w 743"/>
              <a:gd name="T15" fmla="*/ 2147483646 h 1068"/>
              <a:gd name="T16" fmla="*/ 2147483646 w 743"/>
              <a:gd name="T17" fmla="*/ 2147483646 h 1068"/>
              <a:gd name="T18" fmla="*/ 2147483646 w 743"/>
              <a:gd name="T19" fmla="*/ 2147483646 h 1068"/>
              <a:gd name="T20" fmla="*/ 2147483646 w 743"/>
              <a:gd name="T21" fmla="*/ 2147483646 h 1068"/>
              <a:gd name="T22" fmla="*/ 2147483646 w 743"/>
              <a:gd name="T23" fmla="*/ 2147483646 h 1068"/>
              <a:gd name="T24" fmla="*/ 2147483646 w 743"/>
              <a:gd name="T25" fmla="*/ 2147483646 h 1068"/>
              <a:gd name="T26" fmla="*/ 2147483646 w 743"/>
              <a:gd name="T27" fmla="*/ 2147483646 h 1068"/>
              <a:gd name="T28" fmla="*/ 2147483646 w 743"/>
              <a:gd name="T29" fmla="*/ 2147483646 h 1068"/>
              <a:gd name="T30" fmla="*/ 0 w 743"/>
              <a:gd name="T31" fmla="*/ 2147483646 h 1068"/>
              <a:gd name="T32" fmla="*/ 2147483646 w 743"/>
              <a:gd name="T33" fmla="*/ 2147483646 h 1068"/>
              <a:gd name="T34" fmla="*/ 2147483646 w 743"/>
              <a:gd name="T35" fmla="*/ 2147483646 h 1068"/>
              <a:gd name="T36" fmla="*/ 2147483646 w 743"/>
              <a:gd name="T37" fmla="*/ 2147483646 h 1068"/>
              <a:gd name="T38" fmla="*/ 2147483646 w 743"/>
              <a:gd name="T39" fmla="*/ 2147483646 h 1068"/>
              <a:gd name="T40" fmla="*/ 2147483646 w 743"/>
              <a:gd name="T41" fmla="*/ 214748364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83" name="Text Box 108">
            <a:extLst>
              <a:ext uri="{FF2B5EF4-FFF2-40B4-BE49-F238E27FC236}">
                <a16:creationId xmlns:a16="http://schemas.microsoft.com/office/drawing/2014/main" id="{978E7A21-0FC0-6A4A-888F-BEC07E67B363}"/>
              </a:ext>
            </a:extLst>
          </p:cNvPr>
          <p:cNvSpPr txBox="1">
            <a:spLocks noChangeArrowheads="1"/>
          </p:cNvSpPr>
          <p:nvPr/>
        </p:nvSpPr>
        <p:spPr bwMode="auto">
          <a:xfrm>
            <a:off x="1439467" y="90759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用户</a:t>
            </a:r>
          </a:p>
        </p:txBody>
      </p:sp>
      <p:sp>
        <p:nvSpPr>
          <p:cNvPr id="46184" name="Freeform 110">
            <a:extLst>
              <a:ext uri="{FF2B5EF4-FFF2-40B4-BE49-F238E27FC236}">
                <a16:creationId xmlns:a16="http://schemas.microsoft.com/office/drawing/2014/main" id="{4F0EF5ED-F5F6-3948-B281-04904F11BAA4}"/>
              </a:ext>
            </a:extLst>
          </p:cNvPr>
          <p:cNvSpPr>
            <a:spLocks/>
          </p:cNvSpPr>
          <p:nvPr/>
        </p:nvSpPr>
        <p:spPr bwMode="auto">
          <a:xfrm flipH="1">
            <a:off x="1930004" y="2430407"/>
            <a:ext cx="207169" cy="153590"/>
          </a:xfrm>
          <a:custGeom>
            <a:avLst/>
            <a:gdLst>
              <a:gd name="T0" fmla="*/ 0 w 1188"/>
              <a:gd name="T1" fmla="*/ 2147483646 h 738"/>
              <a:gd name="T2" fmla="*/ 0 w 1188"/>
              <a:gd name="T3" fmla="*/ 2147483646 h 738"/>
              <a:gd name="T4" fmla="*/ 2147483646 w 1188"/>
              <a:gd name="T5" fmla="*/ 2147483646 h 738"/>
              <a:gd name="T6" fmla="*/ 2147483646 w 1188"/>
              <a:gd name="T7" fmla="*/ 0 h 738"/>
              <a:gd name="T8" fmla="*/ 0 w 1188"/>
              <a:gd name="T9" fmla="*/ 214748364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185" name="Freeform 111">
            <a:extLst>
              <a:ext uri="{FF2B5EF4-FFF2-40B4-BE49-F238E27FC236}">
                <a16:creationId xmlns:a16="http://schemas.microsoft.com/office/drawing/2014/main" id="{30B68B64-9C2F-FD41-A500-071EFB770AAA}"/>
              </a:ext>
            </a:extLst>
          </p:cNvPr>
          <p:cNvSpPr>
            <a:spLocks/>
          </p:cNvSpPr>
          <p:nvPr/>
        </p:nvSpPr>
        <p:spPr bwMode="auto">
          <a:xfrm flipH="1">
            <a:off x="2137173" y="2467316"/>
            <a:ext cx="154781" cy="116681"/>
          </a:xfrm>
          <a:custGeom>
            <a:avLst/>
            <a:gdLst>
              <a:gd name="T0" fmla="*/ 2147483646 w 882"/>
              <a:gd name="T1" fmla="*/ 2147483646 h 563"/>
              <a:gd name="T2" fmla="*/ 2147483646 w 882"/>
              <a:gd name="T3" fmla="*/ 2147483646 h 563"/>
              <a:gd name="T4" fmla="*/ 0 w 882"/>
              <a:gd name="T5" fmla="*/ 2147483646 h 563"/>
              <a:gd name="T6" fmla="*/ 0 w 882"/>
              <a:gd name="T7" fmla="*/ 0 h 563"/>
              <a:gd name="T8" fmla="*/ 2147483646 w 882"/>
              <a:gd name="T9" fmla="*/ 2147483646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186" name="Freeform 112">
            <a:extLst>
              <a:ext uri="{FF2B5EF4-FFF2-40B4-BE49-F238E27FC236}">
                <a16:creationId xmlns:a16="http://schemas.microsoft.com/office/drawing/2014/main" id="{2BE3C977-05CC-C941-95CC-0BC2125B31A8}"/>
              </a:ext>
            </a:extLst>
          </p:cNvPr>
          <p:cNvSpPr>
            <a:spLocks/>
          </p:cNvSpPr>
          <p:nvPr/>
        </p:nvSpPr>
        <p:spPr bwMode="auto">
          <a:xfrm flipH="1">
            <a:off x="1930004" y="2430407"/>
            <a:ext cx="361950" cy="47625"/>
          </a:xfrm>
          <a:custGeom>
            <a:avLst/>
            <a:gdLst>
              <a:gd name="T0" fmla="*/ 0 w 2070"/>
              <a:gd name="T1" fmla="*/ 2147483646 h 225"/>
              <a:gd name="T2" fmla="*/ 2147483646 w 2070"/>
              <a:gd name="T3" fmla="*/ 2147483646 h 225"/>
              <a:gd name="T4" fmla="*/ 2147483646 w 2070"/>
              <a:gd name="T5" fmla="*/ 0 h 225"/>
              <a:gd name="T6" fmla="*/ 2147483646 w 2070"/>
              <a:gd name="T7" fmla="*/ 0 h 225"/>
              <a:gd name="T8" fmla="*/ 0 w 2070"/>
              <a:gd name="T9" fmla="*/ 2147483646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187" name="Freeform 113">
            <a:extLst>
              <a:ext uri="{FF2B5EF4-FFF2-40B4-BE49-F238E27FC236}">
                <a16:creationId xmlns:a16="http://schemas.microsoft.com/office/drawing/2014/main" id="{61106FBC-CE1F-434D-9BAF-444B8E5AFC7C}"/>
              </a:ext>
            </a:extLst>
          </p:cNvPr>
          <p:cNvSpPr>
            <a:spLocks/>
          </p:cNvSpPr>
          <p:nvPr/>
        </p:nvSpPr>
        <p:spPr bwMode="auto">
          <a:xfrm flipH="1">
            <a:off x="2041922" y="2417309"/>
            <a:ext cx="132159" cy="42863"/>
          </a:xfrm>
          <a:custGeom>
            <a:avLst/>
            <a:gdLst>
              <a:gd name="T0" fmla="*/ 0 w 751"/>
              <a:gd name="T1" fmla="*/ 2147483646 h 210"/>
              <a:gd name="T2" fmla="*/ 0 w 751"/>
              <a:gd name="T3" fmla="*/ 2147483646 h 210"/>
              <a:gd name="T4" fmla="*/ 2147483646 w 751"/>
              <a:gd name="T5" fmla="*/ 2147483646 h 210"/>
              <a:gd name="T6" fmla="*/ 2147483646 w 751"/>
              <a:gd name="T7" fmla="*/ 2147483646 h 210"/>
              <a:gd name="T8" fmla="*/ 2147483646 w 751"/>
              <a:gd name="T9" fmla="*/ 0 h 210"/>
              <a:gd name="T10" fmla="*/ 0 w 751"/>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88" name="Freeform 114">
            <a:extLst>
              <a:ext uri="{FF2B5EF4-FFF2-40B4-BE49-F238E27FC236}">
                <a16:creationId xmlns:a16="http://schemas.microsoft.com/office/drawing/2014/main" id="{605F4DC6-4126-D643-A1F7-B9E5C0947665}"/>
              </a:ext>
            </a:extLst>
          </p:cNvPr>
          <p:cNvSpPr>
            <a:spLocks/>
          </p:cNvSpPr>
          <p:nvPr/>
        </p:nvSpPr>
        <p:spPr bwMode="auto">
          <a:xfrm flipH="1">
            <a:off x="1970485" y="2231573"/>
            <a:ext cx="169069" cy="213122"/>
          </a:xfrm>
          <a:custGeom>
            <a:avLst/>
            <a:gdLst>
              <a:gd name="T0" fmla="*/ 2147483646 w 960"/>
              <a:gd name="T1" fmla="*/ 2147483646 h 1031"/>
              <a:gd name="T2" fmla="*/ 0 w 960"/>
              <a:gd name="T3" fmla="*/ 2147483646 h 1031"/>
              <a:gd name="T4" fmla="*/ 2147483646 w 960"/>
              <a:gd name="T5" fmla="*/ 0 h 1031"/>
              <a:gd name="T6" fmla="*/ 2147483646 w 960"/>
              <a:gd name="T7" fmla="*/ 2147483646 h 1031"/>
              <a:gd name="T8" fmla="*/ 2147483646 w 960"/>
              <a:gd name="T9" fmla="*/ 2147483646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189" name="Freeform 115">
            <a:extLst>
              <a:ext uri="{FF2B5EF4-FFF2-40B4-BE49-F238E27FC236}">
                <a16:creationId xmlns:a16="http://schemas.microsoft.com/office/drawing/2014/main" id="{24223CF5-527D-2649-A11F-22C2032DC83C}"/>
              </a:ext>
            </a:extLst>
          </p:cNvPr>
          <p:cNvSpPr>
            <a:spLocks/>
          </p:cNvSpPr>
          <p:nvPr/>
        </p:nvSpPr>
        <p:spPr bwMode="auto">
          <a:xfrm flipH="1">
            <a:off x="2116931" y="2237526"/>
            <a:ext cx="147638" cy="211931"/>
          </a:xfrm>
          <a:custGeom>
            <a:avLst/>
            <a:gdLst>
              <a:gd name="T0" fmla="*/ 2147483646 w 850"/>
              <a:gd name="T1" fmla="*/ 0 h 1026"/>
              <a:gd name="T2" fmla="*/ 0 w 850"/>
              <a:gd name="T3" fmla="*/ 2147483646 h 1026"/>
              <a:gd name="T4" fmla="*/ 2147483646 w 850"/>
              <a:gd name="T5" fmla="*/ 2147483646 h 1026"/>
              <a:gd name="T6" fmla="*/ 2147483646 w 850"/>
              <a:gd name="T7" fmla="*/ 2147483646 h 1026"/>
              <a:gd name="T8" fmla="*/ 2147483646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190" name="Freeform 116">
            <a:extLst>
              <a:ext uri="{FF2B5EF4-FFF2-40B4-BE49-F238E27FC236}">
                <a16:creationId xmlns:a16="http://schemas.microsoft.com/office/drawing/2014/main" id="{4C2AFE57-1C17-E44A-8036-FC0760B8BC1E}"/>
              </a:ext>
            </a:extLst>
          </p:cNvPr>
          <p:cNvSpPr>
            <a:spLocks/>
          </p:cNvSpPr>
          <p:nvPr/>
        </p:nvSpPr>
        <p:spPr bwMode="auto">
          <a:xfrm flipH="1">
            <a:off x="1989535" y="2253004"/>
            <a:ext cx="122634" cy="159544"/>
          </a:xfrm>
          <a:custGeom>
            <a:avLst/>
            <a:gdLst>
              <a:gd name="T0" fmla="*/ 0 w 689"/>
              <a:gd name="T1" fmla="*/ 2147483646 h 778"/>
              <a:gd name="T2" fmla="*/ 2147483646 w 689"/>
              <a:gd name="T3" fmla="*/ 2147483646 h 778"/>
              <a:gd name="T4" fmla="*/ 2147483646 w 689"/>
              <a:gd name="T5" fmla="*/ 2147483646 h 778"/>
              <a:gd name="T6" fmla="*/ 2147483646 w 689"/>
              <a:gd name="T7" fmla="*/ 0 h 778"/>
              <a:gd name="T8" fmla="*/ 0 w 689"/>
              <a:gd name="T9" fmla="*/ 2147483646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46191" name="Freeform 117">
            <a:extLst>
              <a:ext uri="{FF2B5EF4-FFF2-40B4-BE49-F238E27FC236}">
                <a16:creationId xmlns:a16="http://schemas.microsoft.com/office/drawing/2014/main" id="{FC2A5507-E9A0-7A43-895D-1B7DAD96F807}"/>
              </a:ext>
            </a:extLst>
          </p:cNvPr>
          <p:cNvSpPr>
            <a:spLocks/>
          </p:cNvSpPr>
          <p:nvPr/>
        </p:nvSpPr>
        <p:spPr bwMode="auto">
          <a:xfrm flipH="1">
            <a:off x="1944291" y="2447075"/>
            <a:ext cx="119063" cy="98822"/>
          </a:xfrm>
          <a:custGeom>
            <a:avLst/>
            <a:gdLst>
              <a:gd name="T0" fmla="*/ 2147483646 w 674"/>
              <a:gd name="T1" fmla="*/ 0 h 482"/>
              <a:gd name="T2" fmla="*/ 0 w 674"/>
              <a:gd name="T3" fmla="*/ 2147483646 h 482"/>
              <a:gd name="T4" fmla="*/ 0 w 674"/>
              <a:gd name="T5" fmla="*/ 2147483646 h 482"/>
              <a:gd name="T6" fmla="*/ 2147483646 w 674"/>
              <a:gd name="T7" fmla="*/ 2147483646 h 482"/>
              <a:gd name="T8" fmla="*/ 2147483646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92" name="Line 118">
            <a:extLst>
              <a:ext uri="{FF2B5EF4-FFF2-40B4-BE49-F238E27FC236}">
                <a16:creationId xmlns:a16="http://schemas.microsoft.com/office/drawing/2014/main" id="{19581356-815A-EA43-B8F2-EF38BE33C32A}"/>
              </a:ext>
            </a:extLst>
          </p:cNvPr>
          <p:cNvSpPr>
            <a:spLocks noChangeShapeType="1"/>
          </p:cNvSpPr>
          <p:nvPr/>
        </p:nvSpPr>
        <p:spPr bwMode="auto">
          <a:xfrm flipH="1" flipV="1">
            <a:off x="1953817" y="2472079"/>
            <a:ext cx="30956" cy="7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3" name="Line 119">
            <a:extLst>
              <a:ext uri="{FF2B5EF4-FFF2-40B4-BE49-F238E27FC236}">
                <a16:creationId xmlns:a16="http://schemas.microsoft.com/office/drawing/2014/main" id="{5DAADCE5-AF8B-B84B-B5A2-567115E06CB0}"/>
              </a:ext>
            </a:extLst>
          </p:cNvPr>
          <p:cNvSpPr>
            <a:spLocks noChangeShapeType="1"/>
          </p:cNvSpPr>
          <p:nvPr/>
        </p:nvSpPr>
        <p:spPr bwMode="auto">
          <a:xfrm>
            <a:off x="2002631" y="2482795"/>
            <a:ext cx="39291" cy="119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4" name="Line 120">
            <a:extLst>
              <a:ext uri="{FF2B5EF4-FFF2-40B4-BE49-F238E27FC236}">
                <a16:creationId xmlns:a16="http://schemas.microsoft.com/office/drawing/2014/main" id="{62C5BEE6-76E8-E44C-9F7D-D3FED0D4C139}"/>
              </a:ext>
            </a:extLst>
          </p:cNvPr>
          <p:cNvSpPr>
            <a:spLocks noChangeShapeType="1"/>
          </p:cNvSpPr>
          <p:nvPr/>
        </p:nvSpPr>
        <p:spPr bwMode="auto">
          <a:xfrm flipH="1">
            <a:off x="1993106" y="2460172"/>
            <a:ext cx="0" cy="6429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5" name="Line 121">
            <a:extLst>
              <a:ext uri="{FF2B5EF4-FFF2-40B4-BE49-F238E27FC236}">
                <a16:creationId xmlns:a16="http://schemas.microsoft.com/office/drawing/2014/main" id="{56AC7BC7-BED2-9844-9AEA-090D9C185814}"/>
              </a:ext>
            </a:extLst>
          </p:cNvPr>
          <p:cNvSpPr>
            <a:spLocks noChangeShapeType="1"/>
          </p:cNvSpPr>
          <p:nvPr/>
        </p:nvSpPr>
        <p:spPr bwMode="auto">
          <a:xfrm flipH="1">
            <a:off x="2049067" y="2473269"/>
            <a:ext cx="1190" cy="7143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6" name="Line 122">
            <a:extLst>
              <a:ext uri="{FF2B5EF4-FFF2-40B4-BE49-F238E27FC236}">
                <a16:creationId xmlns:a16="http://schemas.microsoft.com/office/drawing/2014/main" id="{F8822A6A-953F-7149-8086-90C7E8262431}"/>
              </a:ext>
            </a:extLst>
          </p:cNvPr>
          <p:cNvSpPr>
            <a:spLocks noChangeShapeType="1"/>
          </p:cNvSpPr>
          <p:nvPr/>
        </p:nvSpPr>
        <p:spPr bwMode="auto">
          <a:xfrm>
            <a:off x="1943101" y="2472079"/>
            <a:ext cx="107156" cy="3214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7" name="Line 123">
            <a:extLst>
              <a:ext uri="{FF2B5EF4-FFF2-40B4-BE49-F238E27FC236}">
                <a16:creationId xmlns:a16="http://schemas.microsoft.com/office/drawing/2014/main" id="{B9E6DD9E-809B-4144-B909-29EA6EF1BBDB}"/>
              </a:ext>
            </a:extLst>
          </p:cNvPr>
          <p:cNvSpPr>
            <a:spLocks noChangeShapeType="1"/>
          </p:cNvSpPr>
          <p:nvPr/>
        </p:nvSpPr>
        <p:spPr bwMode="auto">
          <a:xfrm flipH="1" flipV="1">
            <a:off x="1943101" y="2462553"/>
            <a:ext cx="107156" cy="2976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8" name="Freeform 124">
            <a:extLst>
              <a:ext uri="{FF2B5EF4-FFF2-40B4-BE49-F238E27FC236}">
                <a16:creationId xmlns:a16="http://schemas.microsoft.com/office/drawing/2014/main" id="{5E635DA7-46A2-9B43-B265-FF7ACA851641}"/>
              </a:ext>
            </a:extLst>
          </p:cNvPr>
          <p:cNvSpPr>
            <a:spLocks/>
          </p:cNvSpPr>
          <p:nvPr/>
        </p:nvSpPr>
        <p:spPr bwMode="auto">
          <a:xfrm flipH="1">
            <a:off x="2074069" y="2542326"/>
            <a:ext cx="13097" cy="40481"/>
          </a:xfrm>
          <a:custGeom>
            <a:avLst/>
            <a:gdLst>
              <a:gd name="T0" fmla="*/ 2147483646 w 75"/>
              <a:gd name="T1" fmla="*/ 0 h 194"/>
              <a:gd name="T2" fmla="*/ 0 w 75"/>
              <a:gd name="T3" fmla="*/ 2147483646 h 194"/>
              <a:gd name="T4" fmla="*/ 2147483646 w 75"/>
              <a:gd name="T5" fmla="*/ 2147483646 h 194"/>
              <a:gd name="T6" fmla="*/ 2147483646 w 75"/>
              <a:gd name="T7" fmla="*/ 2147483646 h 194"/>
              <a:gd name="T8" fmla="*/ 2147483646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99" name="Freeform 125">
            <a:extLst>
              <a:ext uri="{FF2B5EF4-FFF2-40B4-BE49-F238E27FC236}">
                <a16:creationId xmlns:a16="http://schemas.microsoft.com/office/drawing/2014/main" id="{00317E6E-14F8-5E40-A72F-BA2695810AD8}"/>
              </a:ext>
            </a:extLst>
          </p:cNvPr>
          <p:cNvSpPr>
            <a:spLocks/>
          </p:cNvSpPr>
          <p:nvPr/>
        </p:nvSpPr>
        <p:spPr bwMode="auto">
          <a:xfrm flipH="1">
            <a:off x="2041922" y="2547088"/>
            <a:ext cx="36909" cy="35719"/>
          </a:xfrm>
          <a:custGeom>
            <a:avLst/>
            <a:gdLst>
              <a:gd name="T0" fmla="*/ 2147483646 w 206"/>
              <a:gd name="T1" fmla="*/ 2147483646 h 168"/>
              <a:gd name="T2" fmla="*/ 0 w 206"/>
              <a:gd name="T3" fmla="*/ 2147483646 h 168"/>
              <a:gd name="T4" fmla="*/ 2147483646 w 206"/>
              <a:gd name="T5" fmla="*/ 2147483646 h 168"/>
              <a:gd name="T6" fmla="*/ 2147483646 w 206"/>
              <a:gd name="T7" fmla="*/ 2147483646 h 168"/>
              <a:gd name="T8" fmla="*/ 2147483646 w 206"/>
              <a:gd name="T9" fmla="*/ 2147483646 h 168"/>
              <a:gd name="T10" fmla="*/ 2147483646 w 206"/>
              <a:gd name="T11" fmla="*/ 0 h 168"/>
              <a:gd name="T12" fmla="*/ 2147483646 w 206"/>
              <a:gd name="T13" fmla="*/ 2147483646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00" name="Freeform 126">
            <a:extLst>
              <a:ext uri="{FF2B5EF4-FFF2-40B4-BE49-F238E27FC236}">
                <a16:creationId xmlns:a16="http://schemas.microsoft.com/office/drawing/2014/main" id="{5F488420-7696-094A-A4DC-338BFE359012}"/>
              </a:ext>
            </a:extLst>
          </p:cNvPr>
          <p:cNvSpPr>
            <a:spLocks/>
          </p:cNvSpPr>
          <p:nvPr/>
        </p:nvSpPr>
        <p:spPr bwMode="auto">
          <a:xfrm flipH="1">
            <a:off x="1825229" y="2448266"/>
            <a:ext cx="276225" cy="152400"/>
          </a:xfrm>
          <a:custGeom>
            <a:avLst/>
            <a:gdLst>
              <a:gd name="T0" fmla="*/ 0 w 1583"/>
              <a:gd name="T1" fmla="*/ 2147483646 h 729"/>
              <a:gd name="T2" fmla="*/ 2147483646 w 1583"/>
              <a:gd name="T3" fmla="*/ 2147483646 h 729"/>
              <a:gd name="T4" fmla="*/ 2147483646 w 1583"/>
              <a:gd name="T5" fmla="*/ 2147483646 h 729"/>
              <a:gd name="T6" fmla="*/ 2147483646 w 1583"/>
              <a:gd name="T7" fmla="*/ 0 h 729"/>
              <a:gd name="T8" fmla="*/ 0 w 1583"/>
              <a:gd name="T9" fmla="*/ 2147483646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01" name="Freeform 127">
            <a:extLst>
              <a:ext uri="{FF2B5EF4-FFF2-40B4-BE49-F238E27FC236}">
                <a16:creationId xmlns:a16="http://schemas.microsoft.com/office/drawing/2014/main" id="{8AE8BC8F-AA3C-1A47-A6CB-CE8E665BD8AE}"/>
              </a:ext>
            </a:extLst>
          </p:cNvPr>
          <p:cNvSpPr>
            <a:spLocks/>
          </p:cNvSpPr>
          <p:nvPr/>
        </p:nvSpPr>
        <p:spPr bwMode="auto">
          <a:xfrm flipH="1">
            <a:off x="1968104" y="2512560"/>
            <a:ext cx="139303" cy="108347"/>
          </a:xfrm>
          <a:custGeom>
            <a:avLst/>
            <a:gdLst>
              <a:gd name="T0" fmla="*/ 2147483646 w 792"/>
              <a:gd name="T1" fmla="*/ 0 h 516"/>
              <a:gd name="T2" fmla="*/ 2147483646 w 792"/>
              <a:gd name="T3" fmla="*/ 2147483646 h 516"/>
              <a:gd name="T4" fmla="*/ 2147483646 w 792"/>
              <a:gd name="T5" fmla="*/ 2147483646 h 516"/>
              <a:gd name="T6" fmla="*/ 0 w 792"/>
              <a:gd name="T7" fmla="*/ 2147483646 h 516"/>
              <a:gd name="T8" fmla="*/ 2147483646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02" name="Freeform 128">
            <a:extLst>
              <a:ext uri="{FF2B5EF4-FFF2-40B4-BE49-F238E27FC236}">
                <a16:creationId xmlns:a16="http://schemas.microsoft.com/office/drawing/2014/main" id="{9AB5D9CC-8BF6-A24E-B27C-17562B25DCA3}"/>
              </a:ext>
            </a:extLst>
          </p:cNvPr>
          <p:cNvSpPr>
            <a:spLocks/>
          </p:cNvSpPr>
          <p:nvPr/>
        </p:nvSpPr>
        <p:spPr bwMode="auto">
          <a:xfrm flipH="1">
            <a:off x="1822847" y="2514941"/>
            <a:ext cx="147638" cy="105966"/>
          </a:xfrm>
          <a:custGeom>
            <a:avLst/>
            <a:gdLst>
              <a:gd name="T0" fmla="*/ 0 w 846"/>
              <a:gd name="T1" fmla="*/ 2147483646 h 507"/>
              <a:gd name="T2" fmla="*/ 2147483646 w 846"/>
              <a:gd name="T3" fmla="*/ 2147483646 h 507"/>
              <a:gd name="T4" fmla="*/ 2147483646 w 846"/>
              <a:gd name="T5" fmla="*/ 0 h 507"/>
              <a:gd name="T6" fmla="*/ 2147483646 w 846"/>
              <a:gd name="T7" fmla="*/ 2147483646 h 507"/>
              <a:gd name="T8" fmla="*/ 0 w 846"/>
              <a:gd name="T9" fmla="*/ 2147483646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03" name="Freeform 129">
            <a:extLst>
              <a:ext uri="{FF2B5EF4-FFF2-40B4-BE49-F238E27FC236}">
                <a16:creationId xmlns:a16="http://schemas.microsoft.com/office/drawing/2014/main" id="{CAF5D017-260B-A846-B334-801DBD2A7538}"/>
              </a:ext>
            </a:extLst>
          </p:cNvPr>
          <p:cNvSpPr>
            <a:spLocks/>
          </p:cNvSpPr>
          <p:nvPr/>
        </p:nvSpPr>
        <p:spPr bwMode="auto">
          <a:xfrm flipH="1">
            <a:off x="1935957" y="2518514"/>
            <a:ext cx="111919" cy="69056"/>
          </a:xfrm>
          <a:custGeom>
            <a:avLst/>
            <a:gdLst>
              <a:gd name="T0" fmla="*/ 0 w 637"/>
              <a:gd name="T1" fmla="*/ 2147483646 h 321"/>
              <a:gd name="T2" fmla="*/ 2147483646 w 637"/>
              <a:gd name="T3" fmla="*/ 0 h 321"/>
              <a:gd name="T4" fmla="*/ 2147483646 w 637"/>
              <a:gd name="T5" fmla="*/ 2147483646 h 321"/>
              <a:gd name="T6" fmla="*/ 2147483646 w 637"/>
              <a:gd name="T7" fmla="*/ 2147483646 h 321"/>
              <a:gd name="T8" fmla="*/ 0 w 637"/>
              <a:gd name="T9" fmla="*/ 2147483646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04" name="Freeform 130">
            <a:extLst>
              <a:ext uri="{FF2B5EF4-FFF2-40B4-BE49-F238E27FC236}">
                <a16:creationId xmlns:a16="http://schemas.microsoft.com/office/drawing/2014/main" id="{F97D3ECA-DA7D-F646-9AB8-4A7AB2B44D95}"/>
              </a:ext>
            </a:extLst>
          </p:cNvPr>
          <p:cNvSpPr>
            <a:spLocks/>
          </p:cNvSpPr>
          <p:nvPr/>
        </p:nvSpPr>
        <p:spPr bwMode="auto">
          <a:xfrm flipH="1">
            <a:off x="1835944" y="2473269"/>
            <a:ext cx="166688" cy="90488"/>
          </a:xfrm>
          <a:custGeom>
            <a:avLst/>
            <a:gdLst>
              <a:gd name="T0" fmla="*/ 0 w 938"/>
              <a:gd name="T1" fmla="*/ 2147483646 h 434"/>
              <a:gd name="T2" fmla="*/ 2147483646 w 938"/>
              <a:gd name="T3" fmla="*/ 2147483646 h 434"/>
              <a:gd name="T4" fmla="*/ 2147483646 w 938"/>
              <a:gd name="T5" fmla="*/ 2147483646 h 434"/>
              <a:gd name="T6" fmla="*/ 2147483646 w 938"/>
              <a:gd name="T7" fmla="*/ 0 h 434"/>
              <a:gd name="T8" fmla="*/ 0 w 938"/>
              <a:gd name="T9" fmla="*/ 214748364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05" name="Freeform 131">
            <a:extLst>
              <a:ext uri="{FF2B5EF4-FFF2-40B4-BE49-F238E27FC236}">
                <a16:creationId xmlns:a16="http://schemas.microsoft.com/office/drawing/2014/main" id="{B1BFA5CB-7533-D143-8562-76C6A44AD80A}"/>
              </a:ext>
            </a:extLst>
          </p:cNvPr>
          <p:cNvSpPr>
            <a:spLocks/>
          </p:cNvSpPr>
          <p:nvPr/>
        </p:nvSpPr>
        <p:spPr bwMode="auto">
          <a:xfrm flipH="1">
            <a:off x="1906191" y="2454219"/>
            <a:ext cx="180975" cy="80963"/>
          </a:xfrm>
          <a:custGeom>
            <a:avLst/>
            <a:gdLst>
              <a:gd name="T0" fmla="*/ 2147483646 w 1034"/>
              <a:gd name="T1" fmla="*/ 2147483646 h 395"/>
              <a:gd name="T2" fmla="*/ 0 w 1034"/>
              <a:gd name="T3" fmla="*/ 2147483646 h 395"/>
              <a:gd name="T4" fmla="*/ 2147483646 w 1034"/>
              <a:gd name="T5" fmla="*/ 0 h 395"/>
              <a:gd name="T6" fmla="*/ 2147483646 w 1034"/>
              <a:gd name="T7" fmla="*/ 2147483646 h 395"/>
              <a:gd name="T8" fmla="*/ 2147483646 w 1034"/>
              <a:gd name="T9" fmla="*/ 2147483646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06" name="Line 132">
            <a:extLst>
              <a:ext uri="{FF2B5EF4-FFF2-40B4-BE49-F238E27FC236}">
                <a16:creationId xmlns:a16="http://schemas.microsoft.com/office/drawing/2014/main" id="{15E64ACD-1535-6D4C-9A09-5A83735DA810}"/>
              </a:ext>
            </a:extLst>
          </p:cNvPr>
          <p:cNvSpPr>
            <a:spLocks noChangeShapeType="1"/>
          </p:cNvSpPr>
          <p:nvPr/>
        </p:nvSpPr>
        <p:spPr bwMode="auto">
          <a:xfrm flipH="1" flipV="1">
            <a:off x="1927623" y="2457791"/>
            <a:ext cx="154781" cy="6310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07" name="Line 133">
            <a:extLst>
              <a:ext uri="{FF2B5EF4-FFF2-40B4-BE49-F238E27FC236}">
                <a16:creationId xmlns:a16="http://schemas.microsoft.com/office/drawing/2014/main" id="{E945C314-D58D-F04A-8222-C53BA1B629D7}"/>
              </a:ext>
            </a:extLst>
          </p:cNvPr>
          <p:cNvSpPr>
            <a:spLocks noChangeShapeType="1"/>
          </p:cNvSpPr>
          <p:nvPr/>
        </p:nvSpPr>
        <p:spPr bwMode="auto">
          <a:xfrm flipH="1" flipV="1">
            <a:off x="1919288" y="2460172"/>
            <a:ext cx="150019" cy="6548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08" name="Line 134">
            <a:extLst>
              <a:ext uri="{FF2B5EF4-FFF2-40B4-BE49-F238E27FC236}">
                <a16:creationId xmlns:a16="http://schemas.microsoft.com/office/drawing/2014/main" id="{EB9E29EA-17DD-D94B-963C-B004B41A57F3}"/>
              </a:ext>
            </a:extLst>
          </p:cNvPr>
          <p:cNvSpPr>
            <a:spLocks noChangeShapeType="1"/>
          </p:cNvSpPr>
          <p:nvPr/>
        </p:nvSpPr>
        <p:spPr bwMode="auto">
          <a:xfrm flipH="1" flipV="1">
            <a:off x="1910953" y="2467316"/>
            <a:ext cx="14763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09" name="Line 135">
            <a:extLst>
              <a:ext uri="{FF2B5EF4-FFF2-40B4-BE49-F238E27FC236}">
                <a16:creationId xmlns:a16="http://schemas.microsoft.com/office/drawing/2014/main" id="{421E1606-2243-B246-892E-CCCABAC42074}"/>
              </a:ext>
            </a:extLst>
          </p:cNvPr>
          <p:cNvSpPr>
            <a:spLocks noChangeShapeType="1"/>
          </p:cNvSpPr>
          <p:nvPr/>
        </p:nvSpPr>
        <p:spPr bwMode="auto">
          <a:xfrm flipH="1" flipV="1">
            <a:off x="1893094" y="2478032"/>
            <a:ext cx="145256" cy="6786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0" name="Line 136">
            <a:extLst>
              <a:ext uri="{FF2B5EF4-FFF2-40B4-BE49-F238E27FC236}">
                <a16:creationId xmlns:a16="http://schemas.microsoft.com/office/drawing/2014/main" id="{266E83B3-40F2-5843-A3D9-730BBCBE4344}"/>
              </a:ext>
            </a:extLst>
          </p:cNvPr>
          <p:cNvSpPr>
            <a:spLocks noChangeShapeType="1"/>
          </p:cNvSpPr>
          <p:nvPr/>
        </p:nvSpPr>
        <p:spPr bwMode="auto">
          <a:xfrm flipH="1" flipV="1">
            <a:off x="1881188" y="2483984"/>
            <a:ext cx="144066" cy="714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1" name="Line 137">
            <a:extLst>
              <a:ext uri="{FF2B5EF4-FFF2-40B4-BE49-F238E27FC236}">
                <a16:creationId xmlns:a16="http://schemas.microsoft.com/office/drawing/2014/main" id="{84398FA0-B36E-B246-A630-171A1E0B0655}"/>
              </a:ext>
            </a:extLst>
          </p:cNvPr>
          <p:cNvSpPr>
            <a:spLocks noChangeShapeType="1"/>
          </p:cNvSpPr>
          <p:nvPr/>
        </p:nvSpPr>
        <p:spPr bwMode="auto">
          <a:xfrm flipH="1" flipV="1">
            <a:off x="1879998" y="2494701"/>
            <a:ext cx="12977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2" name="Line 138">
            <a:extLst>
              <a:ext uri="{FF2B5EF4-FFF2-40B4-BE49-F238E27FC236}">
                <a16:creationId xmlns:a16="http://schemas.microsoft.com/office/drawing/2014/main" id="{FEAF5F10-BDE9-4F45-BC55-E972F4009DE7}"/>
              </a:ext>
            </a:extLst>
          </p:cNvPr>
          <p:cNvSpPr>
            <a:spLocks noChangeShapeType="1"/>
          </p:cNvSpPr>
          <p:nvPr/>
        </p:nvSpPr>
        <p:spPr bwMode="auto">
          <a:xfrm flipH="1" flipV="1">
            <a:off x="1871663" y="2500653"/>
            <a:ext cx="126206"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3" name="Line 139">
            <a:extLst>
              <a:ext uri="{FF2B5EF4-FFF2-40B4-BE49-F238E27FC236}">
                <a16:creationId xmlns:a16="http://schemas.microsoft.com/office/drawing/2014/main" id="{AFFB535E-FEEC-5645-92C7-454499B7B9C3}"/>
              </a:ext>
            </a:extLst>
          </p:cNvPr>
          <p:cNvSpPr>
            <a:spLocks noChangeShapeType="1"/>
          </p:cNvSpPr>
          <p:nvPr/>
        </p:nvSpPr>
        <p:spPr bwMode="auto">
          <a:xfrm flipH="1" flipV="1">
            <a:off x="1859756" y="2510179"/>
            <a:ext cx="119063"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4" name="Line 140">
            <a:extLst>
              <a:ext uri="{FF2B5EF4-FFF2-40B4-BE49-F238E27FC236}">
                <a16:creationId xmlns:a16="http://schemas.microsoft.com/office/drawing/2014/main" id="{C2EAD046-5943-FF4E-AF4F-3F4F2CD0BBE3}"/>
              </a:ext>
            </a:extLst>
          </p:cNvPr>
          <p:cNvSpPr>
            <a:spLocks noChangeShapeType="1"/>
          </p:cNvSpPr>
          <p:nvPr/>
        </p:nvSpPr>
        <p:spPr bwMode="auto">
          <a:xfrm flipH="1">
            <a:off x="1958579" y="2531610"/>
            <a:ext cx="75009" cy="5119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5" name="Line 141">
            <a:extLst>
              <a:ext uri="{FF2B5EF4-FFF2-40B4-BE49-F238E27FC236}">
                <a16:creationId xmlns:a16="http://schemas.microsoft.com/office/drawing/2014/main" id="{3D2C4C2D-7D4A-F94A-915D-D03CB235F2C1}"/>
              </a:ext>
            </a:extLst>
          </p:cNvPr>
          <p:cNvSpPr>
            <a:spLocks noChangeShapeType="1"/>
          </p:cNvSpPr>
          <p:nvPr/>
        </p:nvSpPr>
        <p:spPr bwMode="auto">
          <a:xfrm flipH="1">
            <a:off x="1944291" y="2525657"/>
            <a:ext cx="73819" cy="476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6" name="Line 142">
            <a:extLst>
              <a:ext uri="{FF2B5EF4-FFF2-40B4-BE49-F238E27FC236}">
                <a16:creationId xmlns:a16="http://schemas.microsoft.com/office/drawing/2014/main" id="{9A9D0869-EAC3-3C4A-930A-F4E339CBFBEF}"/>
              </a:ext>
            </a:extLst>
          </p:cNvPr>
          <p:cNvSpPr>
            <a:spLocks noChangeShapeType="1"/>
          </p:cNvSpPr>
          <p:nvPr/>
        </p:nvSpPr>
        <p:spPr bwMode="auto">
          <a:xfrm flipH="1">
            <a:off x="1913335" y="2510179"/>
            <a:ext cx="72628"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7" name="Line 143">
            <a:extLst>
              <a:ext uri="{FF2B5EF4-FFF2-40B4-BE49-F238E27FC236}">
                <a16:creationId xmlns:a16="http://schemas.microsoft.com/office/drawing/2014/main" id="{08E4200D-4F98-624C-A1B1-1FB5ECFB8B84}"/>
              </a:ext>
            </a:extLst>
          </p:cNvPr>
          <p:cNvSpPr>
            <a:spLocks noChangeShapeType="1"/>
          </p:cNvSpPr>
          <p:nvPr/>
        </p:nvSpPr>
        <p:spPr bwMode="auto">
          <a:xfrm flipH="1">
            <a:off x="1897856" y="2503034"/>
            <a:ext cx="71438" cy="440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8" name="Line 144">
            <a:extLst>
              <a:ext uri="{FF2B5EF4-FFF2-40B4-BE49-F238E27FC236}">
                <a16:creationId xmlns:a16="http://schemas.microsoft.com/office/drawing/2014/main" id="{3847686B-A78E-F54D-B689-EB7C88600B65}"/>
              </a:ext>
            </a:extLst>
          </p:cNvPr>
          <p:cNvSpPr>
            <a:spLocks noChangeShapeType="1"/>
          </p:cNvSpPr>
          <p:nvPr/>
        </p:nvSpPr>
        <p:spPr bwMode="auto">
          <a:xfrm flipH="1">
            <a:off x="1881188" y="2494701"/>
            <a:ext cx="70247"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9" name="Line 145">
            <a:extLst>
              <a:ext uri="{FF2B5EF4-FFF2-40B4-BE49-F238E27FC236}">
                <a16:creationId xmlns:a16="http://schemas.microsoft.com/office/drawing/2014/main" id="{A7A58798-8A61-214E-85B8-3602A579443C}"/>
              </a:ext>
            </a:extLst>
          </p:cNvPr>
          <p:cNvSpPr>
            <a:spLocks noChangeShapeType="1"/>
          </p:cNvSpPr>
          <p:nvPr/>
        </p:nvSpPr>
        <p:spPr bwMode="auto">
          <a:xfrm flipH="1">
            <a:off x="1868092" y="2488747"/>
            <a:ext cx="67865" cy="428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0" name="Line 146">
            <a:extLst>
              <a:ext uri="{FF2B5EF4-FFF2-40B4-BE49-F238E27FC236}">
                <a16:creationId xmlns:a16="http://schemas.microsoft.com/office/drawing/2014/main" id="{87DDAD46-DD62-4344-AE9F-FA27844E95C0}"/>
              </a:ext>
            </a:extLst>
          </p:cNvPr>
          <p:cNvSpPr>
            <a:spLocks noChangeShapeType="1"/>
          </p:cNvSpPr>
          <p:nvPr/>
        </p:nvSpPr>
        <p:spPr bwMode="auto">
          <a:xfrm flipH="1">
            <a:off x="1853804" y="2481604"/>
            <a:ext cx="67865" cy="4167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1" name="Line 147">
            <a:extLst>
              <a:ext uri="{FF2B5EF4-FFF2-40B4-BE49-F238E27FC236}">
                <a16:creationId xmlns:a16="http://schemas.microsoft.com/office/drawing/2014/main" id="{F441583A-5EA2-014B-9A4B-0574D947BC41}"/>
              </a:ext>
            </a:extLst>
          </p:cNvPr>
          <p:cNvSpPr>
            <a:spLocks noChangeShapeType="1"/>
          </p:cNvSpPr>
          <p:nvPr/>
        </p:nvSpPr>
        <p:spPr bwMode="auto">
          <a:xfrm flipH="1">
            <a:off x="2028825" y="2503035"/>
            <a:ext cx="35719" cy="2262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2" name="Line 148">
            <a:extLst>
              <a:ext uri="{FF2B5EF4-FFF2-40B4-BE49-F238E27FC236}">
                <a16:creationId xmlns:a16="http://schemas.microsoft.com/office/drawing/2014/main" id="{9DFC05F8-6B91-CC44-9882-53F21E102C64}"/>
              </a:ext>
            </a:extLst>
          </p:cNvPr>
          <p:cNvSpPr>
            <a:spLocks noChangeShapeType="1"/>
          </p:cNvSpPr>
          <p:nvPr/>
        </p:nvSpPr>
        <p:spPr bwMode="auto">
          <a:xfrm flipH="1">
            <a:off x="2007394" y="2494701"/>
            <a:ext cx="34529" cy="202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3" name="Line 149">
            <a:extLst>
              <a:ext uri="{FF2B5EF4-FFF2-40B4-BE49-F238E27FC236}">
                <a16:creationId xmlns:a16="http://schemas.microsoft.com/office/drawing/2014/main" id="{940B489E-FA92-EC4B-BD75-BCF88BF00752}"/>
              </a:ext>
            </a:extLst>
          </p:cNvPr>
          <p:cNvSpPr>
            <a:spLocks noChangeShapeType="1"/>
          </p:cNvSpPr>
          <p:nvPr/>
        </p:nvSpPr>
        <p:spPr bwMode="auto">
          <a:xfrm flipH="1">
            <a:off x="1985962" y="2486366"/>
            <a:ext cx="34529"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4" name="Line 150">
            <a:extLst>
              <a:ext uri="{FF2B5EF4-FFF2-40B4-BE49-F238E27FC236}">
                <a16:creationId xmlns:a16="http://schemas.microsoft.com/office/drawing/2014/main" id="{1E0E75E8-0687-4F48-B9BB-C03A7A9D166D}"/>
              </a:ext>
            </a:extLst>
          </p:cNvPr>
          <p:cNvSpPr>
            <a:spLocks noChangeShapeType="1"/>
          </p:cNvSpPr>
          <p:nvPr/>
        </p:nvSpPr>
        <p:spPr bwMode="auto">
          <a:xfrm flipH="1">
            <a:off x="1964531" y="2479222"/>
            <a:ext cx="34529" cy="178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5" name="Line 151">
            <a:extLst>
              <a:ext uri="{FF2B5EF4-FFF2-40B4-BE49-F238E27FC236}">
                <a16:creationId xmlns:a16="http://schemas.microsoft.com/office/drawing/2014/main" id="{F351D790-D249-9A4F-AA41-9FDB6F8BF96F}"/>
              </a:ext>
            </a:extLst>
          </p:cNvPr>
          <p:cNvSpPr>
            <a:spLocks noChangeShapeType="1"/>
          </p:cNvSpPr>
          <p:nvPr/>
        </p:nvSpPr>
        <p:spPr bwMode="auto">
          <a:xfrm flipH="1">
            <a:off x="1945482" y="2469697"/>
            <a:ext cx="32147" cy="2024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6" name="Line 152">
            <a:extLst>
              <a:ext uri="{FF2B5EF4-FFF2-40B4-BE49-F238E27FC236}">
                <a16:creationId xmlns:a16="http://schemas.microsoft.com/office/drawing/2014/main" id="{623105C3-E43E-4445-A8FE-40CB4A6D490E}"/>
              </a:ext>
            </a:extLst>
          </p:cNvPr>
          <p:cNvSpPr>
            <a:spLocks noChangeShapeType="1"/>
          </p:cNvSpPr>
          <p:nvPr/>
        </p:nvSpPr>
        <p:spPr bwMode="auto">
          <a:xfrm flipH="1">
            <a:off x="1924050" y="2460172"/>
            <a:ext cx="29766"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7" name="Freeform 153">
            <a:extLst>
              <a:ext uri="{FF2B5EF4-FFF2-40B4-BE49-F238E27FC236}">
                <a16:creationId xmlns:a16="http://schemas.microsoft.com/office/drawing/2014/main" id="{A77B97CD-8630-B843-8170-DF1003B73979}"/>
              </a:ext>
            </a:extLst>
          </p:cNvPr>
          <p:cNvSpPr>
            <a:spLocks/>
          </p:cNvSpPr>
          <p:nvPr/>
        </p:nvSpPr>
        <p:spPr bwMode="auto">
          <a:xfrm flipH="1">
            <a:off x="1640682" y="2674485"/>
            <a:ext cx="364331" cy="194072"/>
          </a:xfrm>
          <a:custGeom>
            <a:avLst/>
            <a:gdLst>
              <a:gd name="T0" fmla="*/ 2147483646 w 2091"/>
              <a:gd name="T1" fmla="*/ 2147483646 h 931"/>
              <a:gd name="T2" fmla="*/ 2147483646 w 2091"/>
              <a:gd name="T3" fmla="*/ 2147483646 h 931"/>
              <a:gd name="T4" fmla="*/ 0 w 2091"/>
              <a:gd name="T5" fmla="*/ 2147483646 h 931"/>
              <a:gd name="T6" fmla="*/ 2147483646 w 2091"/>
              <a:gd name="T7" fmla="*/ 2147483646 h 931"/>
              <a:gd name="T8" fmla="*/ 2147483646 w 2091"/>
              <a:gd name="T9" fmla="*/ 2147483646 h 931"/>
              <a:gd name="T10" fmla="*/ 2147483646 w 2091"/>
              <a:gd name="T11" fmla="*/ 2147483646 h 931"/>
              <a:gd name="T12" fmla="*/ 2147483646 w 2091"/>
              <a:gd name="T13" fmla="*/ 2147483646 h 931"/>
              <a:gd name="T14" fmla="*/ 2147483646 w 2091"/>
              <a:gd name="T15" fmla="*/ 2147483646 h 931"/>
              <a:gd name="T16" fmla="*/ 2147483646 w 2091"/>
              <a:gd name="T17" fmla="*/ 2147483646 h 931"/>
              <a:gd name="T18" fmla="*/ 2147483646 w 2091"/>
              <a:gd name="T19" fmla="*/ 2147483646 h 931"/>
              <a:gd name="T20" fmla="*/ 2147483646 w 2091"/>
              <a:gd name="T21" fmla="*/ 2147483646 h 931"/>
              <a:gd name="T22" fmla="*/ 2147483646 w 2091"/>
              <a:gd name="T23" fmla="*/ 2147483646 h 931"/>
              <a:gd name="T24" fmla="*/ 2147483646 w 2091"/>
              <a:gd name="T25" fmla="*/ 2147483646 h 931"/>
              <a:gd name="T26" fmla="*/ 2147483646 w 2091"/>
              <a:gd name="T27" fmla="*/ 2147483646 h 931"/>
              <a:gd name="T28" fmla="*/ 2147483646 w 2091"/>
              <a:gd name="T29" fmla="*/ 2147483646 h 931"/>
              <a:gd name="T30" fmla="*/ 2147483646 w 2091"/>
              <a:gd name="T31" fmla="*/ 2147483646 h 931"/>
              <a:gd name="T32" fmla="*/ 2147483646 w 2091"/>
              <a:gd name="T33" fmla="*/ 2147483646 h 931"/>
              <a:gd name="T34" fmla="*/ 2147483646 w 2091"/>
              <a:gd name="T35" fmla="*/ 2147483646 h 931"/>
              <a:gd name="T36" fmla="*/ 2147483646 w 2091"/>
              <a:gd name="T37" fmla="*/ 2147483646 h 931"/>
              <a:gd name="T38" fmla="*/ 2147483646 w 2091"/>
              <a:gd name="T39" fmla="*/ 0 h 931"/>
              <a:gd name="T40" fmla="*/ 2147483646 w 2091"/>
              <a:gd name="T41" fmla="*/ 2147483646 h 931"/>
              <a:gd name="T42" fmla="*/ 2147483646 w 2091"/>
              <a:gd name="T43" fmla="*/ 2147483646 h 931"/>
              <a:gd name="T44" fmla="*/ 2147483646 w 2091"/>
              <a:gd name="T45" fmla="*/ 2147483646 h 931"/>
              <a:gd name="T46" fmla="*/ 2147483646 w 2091"/>
              <a:gd name="T47" fmla="*/ 2147483646 h 931"/>
              <a:gd name="T48" fmla="*/ 2147483646 w 2091"/>
              <a:gd name="T49" fmla="*/ 2147483646 h 931"/>
              <a:gd name="T50" fmla="*/ 2147483646 w 2091"/>
              <a:gd name="T51" fmla="*/ 2147483646 h 931"/>
              <a:gd name="T52" fmla="*/ 2147483646 w 2091"/>
              <a:gd name="T53" fmla="*/ 2147483646 h 931"/>
              <a:gd name="T54" fmla="*/ 2147483646 w 2091"/>
              <a:gd name="T55" fmla="*/ 2147483646 h 931"/>
              <a:gd name="T56" fmla="*/ 2147483646 w 2091"/>
              <a:gd name="T57" fmla="*/ 2147483646 h 931"/>
              <a:gd name="T58" fmla="*/ 2147483646 w 2091"/>
              <a:gd name="T59" fmla="*/ 2147483646 h 931"/>
              <a:gd name="T60" fmla="*/ 2147483646 w 2091"/>
              <a:gd name="T61" fmla="*/ 2147483646 h 931"/>
              <a:gd name="T62" fmla="*/ 2147483646 w 2091"/>
              <a:gd name="T63" fmla="*/ 2147483646 h 931"/>
              <a:gd name="T64" fmla="*/ 2147483646 w 2091"/>
              <a:gd name="T65" fmla="*/ 2147483646 h 931"/>
              <a:gd name="T66" fmla="*/ 2147483646 w 2091"/>
              <a:gd name="T67" fmla="*/ 2147483646 h 931"/>
              <a:gd name="T68" fmla="*/ 2147483646 w 2091"/>
              <a:gd name="T69" fmla="*/ 2147483646 h 931"/>
              <a:gd name="T70" fmla="*/ 2147483646 w 2091"/>
              <a:gd name="T71" fmla="*/ 2147483646 h 931"/>
              <a:gd name="T72" fmla="*/ 2147483646 w 2091"/>
              <a:gd name="T73" fmla="*/ 2147483646 h 931"/>
              <a:gd name="T74" fmla="*/ 2147483646 w 2091"/>
              <a:gd name="T75" fmla="*/ 2147483646 h 931"/>
              <a:gd name="T76" fmla="*/ 2147483646 w 2091"/>
              <a:gd name="T77" fmla="*/ 2147483646 h 931"/>
              <a:gd name="T78" fmla="*/ 2147483646 w 2091"/>
              <a:gd name="T79" fmla="*/ 2147483646 h 931"/>
              <a:gd name="T80" fmla="*/ 2147483646 w 2091"/>
              <a:gd name="T81" fmla="*/ 2147483646 h 931"/>
              <a:gd name="T82" fmla="*/ 2147483646 w 2091"/>
              <a:gd name="T83" fmla="*/ 2147483646 h 931"/>
              <a:gd name="T84" fmla="*/ 2147483646 w 2091"/>
              <a:gd name="T85" fmla="*/ 2147483646 h 931"/>
              <a:gd name="T86" fmla="*/ 2147483646 w 2091"/>
              <a:gd name="T87" fmla="*/ 2147483646 h 931"/>
              <a:gd name="T88" fmla="*/ 2147483646 w 2091"/>
              <a:gd name="T89" fmla="*/ 214748364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28" name="Freeform 154">
            <a:extLst>
              <a:ext uri="{FF2B5EF4-FFF2-40B4-BE49-F238E27FC236}">
                <a16:creationId xmlns:a16="http://schemas.microsoft.com/office/drawing/2014/main" id="{CB069317-8611-7F48-9403-2D3417999D23}"/>
              </a:ext>
            </a:extLst>
          </p:cNvPr>
          <p:cNvSpPr>
            <a:spLocks/>
          </p:cNvSpPr>
          <p:nvPr/>
        </p:nvSpPr>
        <p:spPr bwMode="auto">
          <a:xfrm flipH="1">
            <a:off x="1643063" y="2693535"/>
            <a:ext cx="360760" cy="171450"/>
          </a:xfrm>
          <a:custGeom>
            <a:avLst/>
            <a:gdLst>
              <a:gd name="T0" fmla="*/ 2147483646 w 2049"/>
              <a:gd name="T1" fmla="*/ 2147483646 h 829"/>
              <a:gd name="T2" fmla="*/ 2147483646 w 2049"/>
              <a:gd name="T3" fmla="*/ 2147483646 h 829"/>
              <a:gd name="T4" fmla="*/ 2147483646 w 2049"/>
              <a:gd name="T5" fmla="*/ 2147483646 h 829"/>
              <a:gd name="T6" fmla="*/ 2147483646 w 2049"/>
              <a:gd name="T7" fmla="*/ 2147483646 h 829"/>
              <a:gd name="T8" fmla="*/ 2147483646 w 2049"/>
              <a:gd name="T9" fmla="*/ 2147483646 h 829"/>
              <a:gd name="T10" fmla="*/ 2147483646 w 2049"/>
              <a:gd name="T11" fmla="*/ 2147483646 h 829"/>
              <a:gd name="T12" fmla="*/ 2147483646 w 2049"/>
              <a:gd name="T13" fmla="*/ 2147483646 h 829"/>
              <a:gd name="T14" fmla="*/ 2147483646 w 2049"/>
              <a:gd name="T15" fmla="*/ 2147483646 h 829"/>
              <a:gd name="T16" fmla="*/ 2147483646 w 2049"/>
              <a:gd name="T17" fmla="*/ 2147483646 h 829"/>
              <a:gd name="T18" fmla="*/ 2147483646 w 2049"/>
              <a:gd name="T19" fmla="*/ 2147483646 h 829"/>
              <a:gd name="T20" fmla="*/ 2147483646 w 2049"/>
              <a:gd name="T21" fmla="*/ 2147483646 h 829"/>
              <a:gd name="T22" fmla="*/ 2147483646 w 2049"/>
              <a:gd name="T23" fmla="*/ 2147483646 h 829"/>
              <a:gd name="T24" fmla="*/ 2147483646 w 2049"/>
              <a:gd name="T25" fmla="*/ 2147483646 h 829"/>
              <a:gd name="T26" fmla="*/ 2147483646 w 2049"/>
              <a:gd name="T27" fmla="*/ 2147483646 h 829"/>
              <a:gd name="T28" fmla="*/ 2147483646 w 2049"/>
              <a:gd name="T29" fmla="*/ 2147483646 h 829"/>
              <a:gd name="T30" fmla="*/ 2147483646 w 2049"/>
              <a:gd name="T31" fmla="*/ 2147483646 h 829"/>
              <a:gd name="T32" fmla="*/ 2147483646 w 2049"/>
              <a:gd name="T33" fmla="*/ 2147483646 h 829"/>
              <a:gd name="T34" fmla="*/ 2147483646 w 2049"/>
              <a:gd name="T35" fmla="*/ 2147483646 h 829"/>
              <a:gd name="T36" fmla="*/ 2147483646 w 2049"/>
              <a:gd name="T37" fmla="*/ 2147483646 h 829"/>
              <a:gd name="T38" fmla="*/ 2147483646 w 2049"/>
              <a:gd name="T39" fmla="*/ 2147483646 h 829"/>
              <a:gd name="T40" fmla="*/ 2147483646 w 2049"/>
              <a:gd name="T41" fmla="*/ 2147483646 h 829"/>
              <a:gd name="T42" fmla="*/ 0 w 2049"/>
              <a:gd name="T43" fmla="*/ 2147483646 h 829"/>
              <a:gd name="T44" fmla="*/ 2147483646 w 2049"/>
              <a:gd name="T45" fmla="*/ 2147483646 h 829"/>
              <a:gd name="T46" fmla="*/ 2147483646 w 2049"/>
              <a:gd name="T47" fmla="*/ 2147483646 h 829"/>
              <a:gd name="T48" fmla="*/ 2147483646 w 2049"/>
              <a:gd name="T49" fmla="*/ 2147483646 h 829"/>
              <a:gd name="T50" fmla="*/ 2147483646 w 2049"/>
              <a:gd name="T51" fmla="*/ 2147483646 h 829"/>
              <a:gd name="T52" fmla="*/ 2147483646 w 2049"/>
              <a:gd name="T53" fmla="*/ 2147483646 h 829"/>
              <a:gd name="T54" fmla="*/ 2147483646 w 2049"/>
              <a:gd name="T55" fmla="*/ 2147483646 h 829"/>
              <a:gd name="T56" fmla="*/ 2147483646 w 2049"/>
              <a:gd name="T57" fmla="*/ 2147483646 h 829"/>
              <a:gd name="T58" fmla="*/ 2147483646 w 2049"/>
              <a:gd name="T59" fmla="*/ 2147483646 h 829"/>
              <a:gd name="T60" fmla="*/ 2147483646 w 2049"/>
              <a:gd name="T61" fmla="*/ 2147483646 h 829"/>
              <a:gd name="T62" fmla="*/ 2147483646 w 2049"/>
              <a:gd name="T63" fmla="*/ 2147483646 h 829"/>
              <a:gd name="T64" fmla="*/ 2147483646 w 2049"/>
              <a:gd name="T65" fmla="*/ 2147483646 h 829"/>
              <a:gd name="T66" fmla="*/ 2147483646 w 2049"/>
              <a:gd name="T67" fmla="*/ 2147483646 h 829"/>
              <a:gd name="T68" fmla="*/ 2147483646 w 2049"/>
              <a:gd name="T69" fmla="*/ 0 h 829"/>
              <a:gd name="T70" fmla="*/ 2147483646 w 2049"/>
              <a:gd name="T71" fmla="*/ 2147483646 h 829"/>
              <a:gd name="T72" fmla="*/ 2147483646 w 2049"/>
              <a:gd name="T73" fmla="*/ 2147483646 h 829"/>
              <a:gd name="T74" fmla="*/ 2147483646 w 2049"/>
              <a:gd name="T75" fmla="*/ 2147483646 h 829"/>
              <a:gd name="T76" fmla="*/ 2147483646 w 2049"/>
              <a:gd name="T77" fmla="*/ 2147483646 h 829"/>
              <a:gd name="T78" fmla="*/ 2147483646 w 2049"/>
              <a:gd name="T79" fmla="*/ 2147483646 h 829"/>
              <a:gd name="T80" fmla="*/ 2147483646 w 2049"/>
              <a:gd name="T81" fmla="*/ 2147483646 h 829"/>
              <a:gd name="T82" fmla="*/ 2147483646 w 2049"/>
              <a:gd name="T83" fmla="*/ 2147483646 h 829"/>
              <a:gd name="T84" fmla="*/ 2147483646 w 2049"/>
              <a:gd name="T85" fmla="*/ 2147483646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29" name="Freeform 155">
            <a:extLst>
              <a:ext uri="{FF2B5EF4-FFF2-40B4-BE49-F238E27FC236}">
                <a16:creationId xmlns:a16="http://schemas.microsoft.com/office/drawing/2014/main" id="{DADDE9E5-D82A-9641-83F1-ECC0A06E2C4F}"/>
              </a:ext>
            </a:extLst>
          </p:cNvPr>
          <p:cNvSpPr>
            <a:spLocks/>
          </p:cNvSpPr>
          <p:nvPr/>
        </p:nvSpPr>
        <p:spPr bwMode="auto">
          <a:xfrm flipH="1">
            <a:off x="1694260" y="2754257"/>
            <a:ext cx="50006" cy="10715"/>
          </a:xfrm>
          <a:custGeom>
            <a:avLst/>
            <a:gdLst>
              <a:gd name="T0" fmla="*/ 2147483646 w 280"/>
              <a:gd name="T1" fmla="*/ 0 h 48"/>
              <a:gd name="T2" fmla="*/ 2147483646 w 280"/>
              <a:gd name="T3" fmla="*/ 2147483646 h 48"/>
              <a:gd name="T4" fmla="*/ 0 w 280"/>
              <a:gd name="T5" fmla="*/ 2147483646 h 48"/>
              <a:gd name="T6" fmla="*/ 2147483646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0" name="Freeform 156">
            <a:extLst>
              <a:ext uri="{FF2B5EF4-FFF2-40B4-BE49-F238E27FC236}">
                <a16:creationId xmlns:a16="http://schemas.microsoft.com/office/drawing/2014/main" id="{92636BF6-9DA6-E64B-B806-7A8127FE89F8}"/>
              </a:ext>
            </a:extLst>
          </p:cNvPr>
          <p:cNvSpPr>
            <a:spLocks/>
          </p:cNvSpPr>
          <p:nvPr/>
        </p:nvSpPr>
        <p:spPr bwMode="auto">
          <a:xfrm flipH="1">
            <a:off x="1645444" y="2738779"/>
            <a:ext cx="29766" cy="11906"/>
          </a:xfrm>
          <a:custGeom>
            <a:avLst/>
            <a:gdLst>
              <a:gd name="T0" fmla="*/ 2147483646 w 170"/>
              <a:gd name="T1" fmla="*/ 0 h 57"/>
              <a:gd name="T2" fmla="*/ 2147483646 w 170"/>
              <a:gd name="T3" fmla="*/ 2147483646 h 57"/>
              <a:gd name="T4" fmla="*/ 0 w 170"/>
              <a:gd name="T5" fmla="*/ 2147483646 h 57"/>
              <a:gd name="T6" fmla="*/ 2147483646 w 170"/>
              <a:gd name="T7" fmla="*/ 2147483646 h 57"/>
              <a:gd name="T8" fmla="*/ 2147483646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1" name="Freeform 157">
            <a:extLst>
              <a:ext uri="{FF2B5EF4-FFF2-40B4-BE49-F238E27FC236}">
                <a16:creationId xmlns:a16="http://schemas.microsoft.com/office/drawing/2014/main" id="{D13175F7-696A-8F47-BE81-5CDD2948DF4A}"/>
              </a:ext>
            </a:extLst>
          </p:cNvPr>
          <p:cNvSpPr>
            <a:spLocks/>
          </p:cNvSpPr>
          <p:nvPr/>
        </p:nvSpPr>
        <p:spPr bwMode="auto">
          <a:xfrm flipH="1">
            <a:off x="1770460" y="2728063"/>
            <a:ext cx="46434" cy="32147"/>
          </a:xfrm>
          <a:custGeom>
            <a:avLst/>
            <a:gdLst>
              <a:gd name="T0" fmla="*/ 2147483646 w 263"/>
              <a:gd name="T1" fmla="*/ 0 h 143"/>
              <a:gd name="T2" fmla="*/ 2147483646 w 263"/>
              <a:gd name="T3" fmla="*/ 2147483646 h 143"/>
              <a:gd name="T4" fmla="*/ 2147483646 w 263"/>
              <a:gd name="T5" fmla="*/ 2147483646 h 143"/>
              <a:gd name="T6" fmla="*/ 2147483646 w 263"/>
              <a:gd name="T7" fmla="*/ 2147483646 h 143"/>
              <a:gd name="T8" fmla="*/ 2147483646 w 263"/>
              <a:gd name="T9" fmla="*/ 2147483646 h 143"/>
              <a:gd name="T10" fmla="*/ 0 w 263"/>
              <a:gd name="T11" fmla="*/ 2147483646 h 143"/>
              <a:gd name="T12" fmla="*/ 2147483646 w 263"/>
              <a:gd name="T13" fmla="*/ 2147483646 h 143"/>
              <a:gd name="T14" fmla="*/ 2147483646 w 263"/>
              <a:gd name="T15" fmla="*/ 2147483646 h 143"/>
              <a:gd name="T16" fmla="*/ 2147483646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2" name="Freeform 158">
            <a:extLst>
              <a:ext uri="{FF2B5EF4-FFF2-40B4-BE49-F238E27FC236}">
                <a16:creationId xmlns:a16="http://schemas.microsoft.com/office/drawing/2014/main" id="{2D78FC5C-CCAC-FB46-BC68-72F145E2AF53}"/>
              </a:ext>
            </a:extLst>
          </p:cNvPr>
          <p:cNvSpPr>
            <a:spLocks/>
          </p:cNvSpPr>
          <p:nvPr/>
        </p:nvSpPr>
        <p:spPr bwMode="auto">
          <a:xfrm flipH="1">
            <a:off x="1816894" y="2797120"/>
            <a:ext cx="151210" cy="44053"/>
          </a:xfrm>
          <a:custGeom>
            <a:avLst/>
            <a:gdLst>
              <a:gd name="T0" fmla="*/ 2147483646 w 853"/>
              <a:gd name="T1" fmla="*/ 0 h 212"/>
              <a:gd name="T2" fmla="*/ 2147483646 w 853"/>
              <a:gd name="T3" fmla="*/ 2147483646 h 212"/>
              <a:gd name="T4" fmla="*/ 2147483646 w 853"/>
              <a:gd name="T5" fmla="*/ 2147483646 h 212"/>
              <a:gd name="T6" fmla="*/ 2147483646 w 853"/>
              <a:gd name="T7" fmla="*/ 2147483646 h 212"/>
              <a:gd name="T8" fmla="*/ 2147483646 w 853"/>
              <a:gd name="T9" fmla="*/ 2147483646 h 212"/>
              <a:gd name="T10" fmla="*/ 2147483646 w 853"/>
              <a:gd name="T11" fmla="*/ 2147483646 h 212"/>
              <a:gd name="T12" fmla="*/ 0 w 853"/>
              <a:gd name="T13" fmla="*/ 2147483646 h 212"/>
              <a:gd name="T14" fmla="*/ 2147483646 w 853"/>
              <a:gd name="T15" fmla="*/ 2147483646 h 212"/>
              <a:gd name="T16" fmla="*/ 2147483646 w 853"/>
              <a:gd name="T17" fmla="*/ 2147483646 h 212"/>
              <a:gd name="T18" fmla="*/ 2147483646 w 853"/>
              <a:gd name="T19" fmla="*/ 2147483646 h 212"/>
              <a:gd name="T20" fmla="*/ 2147483646 w 853"/>
              <a:gd name="T21" fmla="*/ 2147483646 h 212"/>
              <a:gd name="T22" fmla="*/ 2147483646 w 853"/>
              <a:gd name="T23" fmla="*/ 2147483646 h 212"/>
              <a:gd name="T24" fmla="*/ 2147483646 w 853"/>
              <a:gd name="T25" fmla="*/ 2147483646 h 212"/>
              <a:gd name="T26" fmla="*/ 2147483646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3" name="Freeform 159">
            <a:extLst>
              <a:ext uri="{FF2B5EF4-FFF2-40B4-BE49-F238E27FC236}">
                <a16:creationId xmlns:a16="http://schemas.microsoft.com/office/drawing/2014/main" id="{E4262763-3510-F343-8FD8-766F5D0EDF72}"/>
              </a:ext>
            </a:extLst>
          </p:cNvPr>
          <p:cNvSpPr>
            <a:spLocks/>
          </p:cNvSpPr>
          <p:nvPr/>
        </p:nvSpPr>
        <p:spPr bwMode="auto">
          <a:xfrm flipH="1">
            <a:off x="1812132" y="2462554"/>
            <a:ext cx="130969" cy="79772"/>
          </a:xfrm>
          <a:custGeom>
            <a:avLst/>
            <a:gdLst>
              <a:gd name="T0" fmla="*/ 2147483646 w 751"/>
              <a:gd name="T1" fmla="*/ 2147483646 h 379"/>
              <a:gd name="T2" fmla="*/ 2147483646 w 751"/>
              <a:gd name="T3" fmla="*/ 2147483646 h 379"/>
              <a:gd name="T4" fmla="*/ 2147483646 w 751"/>
              <a:gd name="T5" fmla="*/ 2147483646 h 379"/>
              <a:gd name="T6" fmla="*/ 2147483646 w 751"/>
              <a:gd name="T7" fmla="*/ 2147483646 h 379"/>
              <a:gd name="T8" fmla="*/ 2147483646 w 751"/>
              <a:gd name="T9" fmla="*/ 2147483646 h 379"/>
              <a:gd name="T10" fmla="*/ 2147483646 w 751"/>
              <a:gd name="T11" fmla="*/ 2147483646 h 379"/>
              <a:gd name="T12" fmla="*/ 2147483646 w 751"/>
              <a:gd name="T13" fmla="*/ 2147483646 h 379"/>
              <a:gd name="T14" fmla="*/ 2147483646 w 751"/>
              <a:gd name="T15" fmla="*/ 2147483646 h 379"/>
              <a:gd name="T16" fmla="*/ 2147483646 w 751"/>
              <a:gd name="T17" fmla="*/ 2147483646 h 379"/>
              <a:gd name="T18" fmla="*/ 2147483646 w 751"/>
              <a:gd name="T19" fmla="*/ 2147483646 h 379"/>
              <a:gd name="T20" fmla="*/ 2147483646 w 751"/>
              <a:gd name="T21" fmla="*/ 2147483646 h 379"/>
              <a:gd name="T22" fmla="*/ 2147483646 w 751"/>
              <a:gd name="T23" fmla="*/ 2147483646 h 379"/>
              <a:gd name="T24" fmla="*/ 2147483646 w 751"/>
              <a:gd name="T25" fmla="*/ 2147483646 h 379"/>
              <a:gd name="T26" fmla="*/ 2147483646 w 751"/>
              <a:gd name="T27" fmla="*/ 2147483646 h 379"/>
              <a:gd name="T28" fmla="*/ 2147483646 w 751"/>
              <a:gd name="T29" fmla="*/ 2147483646 h 379"/>
              <a:gd name="T30" fmla="*/ 2147483646 w 751"/>
              <a:gd name="T31" fmla="*/ 2147483646 h 379"/>
              <a:gd name="T32" fmla="*/ 2147483646 w 751"/>
              <a:gd name="T33" fmla="*/ 2147483646 h 379"/>
              <a:gd name="T34" fmla="*/ 2147483646 w 751"/>
              <a:gd name="T35" fmla="*/ 2147483646 h 379"/>
              <a:gd name="T36" fmla="*/ 2147483646 w 751"/>
              <a:gd name="T37" fmla="*/ 2147483646 h 379"/>
              <a:gd name="T38" fmla="*/ 2147483646 w 751"/>
              <a:gd name="T39" fmla="*/ 2147483646 h 379"/>
              <a:gd name="T40" fmla="*/ 2147483646 w 751"/>
              <a:gd name="T41" fmla="*/ 2147483646 h 379"/>
              <a:gd name="T42" fmla="*/ 2147483646 w 751"/>
              <a:gd name="T43" fmla="*/ 2147483646 h 379"/>
              <a:gd name="T44" fmla="*/ 2147483646 w 751"/>
              <a:gd name="T45" fmla="*/ 2147483646 h 379"/>
              <a:gd name="T46" fmla="*/ 2147483646 w 751"/>
              <a:gd name="T47" fmla="*/ 2147483646 h 379"/>
              <a:gd name="T48" fmla="*/ 2147483646 w 751"/>
              <a:gd name="T49" fmla="*/ 2147483646 h 379"/>
              <a:gd name="T50" fmla="*/ 2147483646 w 751"/>
              <a:gd name="T51" fmla="*/ 2147483646 h 379"/>
              <a:gd name="T52" fmla="*/ 2147483646 w 751"/>
              <a:gd name="T53" fmla="*/ 2147483646 h 379"/>
              <a:gd name="T54" fmla="*/ 2147483646 w 751"/>
              <a:gd name="T55" fmla="*/ 2147483646 h 379"/>
              <a:gd name="T56" fmla="*/ 2147483646 w 751"/>
              <a:gd name="T57" fmla="*/ 2147483646 h 379"/>
              <a:gd name="T58" fmla="*/ 2147483646 w 751"/>
              <a:gd name="T59" fmla="*/ 2147483646 h 379"/>
              <a:gd name="T60" fmla="*/ 2147483646 w 751"/>
              <a:gd name="T61" fmla="*/ 2147483646 h 379"/>
              <a:gd name="T62" fmla="*/ 2147483646 w 751"/>
              <a:gd name="T63" fmla="*/ 2147483646 h 379"/>
              <a:gd name="T64" fmla="*/ 0 w 751"/>
              <a:gd name="T65" fmla="*/ 2147483646 h 379"/>
              <a:gd name="T66" fmla="*/ 2147483646 w 751"/>
              <a:gd name="T67" fmla="*/ 2147483646 h 379"/>
              <a:gd name="T68" fmla="*/ 2147483646 w 751"/>
              <a:gd name="T69" fmla="*/ 2147483646 h 379"/>
              <a:gd name="T70" fmla="*/ 2147483646 w 751"/>
              <a:gd name="T71" fmla="*/ 2147483646 h 379"/>
              <a:gd name="T72" fmla="*/ 2147483646 w 751"/>
              <a:gd name="T73" fmla="*/ 2147483646 h 379"/>
              <a:gd name="T74" fmla="*/ 2147483646 w 751"/>
              <a:gd name="T75" fmla="*/ 2147483646 h 379"/>
              <a:gd name="T76" fmla="*/ 2147483646 w 751"/>
              <a:gd name="T77" fmla="*/ 2147483646 h 379"/>
              <a:gd name="T78" fmla="*/ 2147483646 w 751"/>
              <a:gd name="T79" fmla="*/ 2147483646 h 379"/>
              <a:gd name="T80" fmla="*/ 2147483646 w 751"/>
              <a:gd name="T81" fmla="*/ 2147483646 h 379"/>
              <a:gd name="T82" fmla="*/ 2147483646 w 751"/>
              <a:gd name="T83" fmla="*/ 2147483646 h 379"/>
              <a:gd name="T84" fmla="*/ 2147483646 w 751"/>
              <a:gd name="T85" fmla="*/ 0 h 379"/>
              <a:gd name="T86" fmla="*/ 2147483646 w 751"/>
              <a:gd name="T87" fmla="*/ 2147483646 h 379"/>
              <a:gd name="T88" fmla="*/ 2147483646 w 751"/>
              <a:gd name="T89" fmla="*/ 2147483646 h 379"/>
              <a:gd name="T90" fmla="*/ 2147483646 w 751"/>
              <a:gd name="T91" fmla="*/ 2147483646 h 379"/>
              <a:gd name="T92" fmla="*/ 2147483646 w 751"/>
              <a:gd name="T93" fmla="*/ 2147483646 h 379"/>
              <a:gd name="T94" fmla="*/ 2147483646 w 751"/>
              <a:gd name="T95" fmla="*/ 2147483646 h 379"/>
              <a:gd name="T96" fmla="*/ 2147483646 w 751"/>
              <a:gd name="T97" fmla="*/ 2147483646 h 379"/>
              <a:gd name="T98" fmla="*/ 2147483646 w 751"/>
              <a:gd name="T99" fmla="*/ 2147483646 h 379"/>
              <a:gd name="T100" fmla="*/ 2147483646 w 751"/>
              <a:gd name="T101" fmla="*/ 2147483646 h 379"/>
              <a:gd name="T102" fmla="*/ 2147483646 w 751"/>
              <a:gd name="T103" fmla="*/ 2147483646 h 379"/>
              <a:gd name="T104" fmla="*/ 2147483646 w 751"/>
              <a:gd name="T105" fmla="*/ 2147483646 h 379"/>
              <a:gd name="T106" fmla="*/ 2147483646 w 751"/>
              <a:gd name="T107" fmla="*/ 2147483646 h 379"/>
              <a:gd name="T108" fmla="*/ 2147483646 w 751"/>
              <a:gd name="T109" fmla="*/ 2147483646 h 379"/>
              <a:gd name="T110" fmla="*/ 2147483646 w 751"/>
              <a:gd name="T111" fmla="*/ 2147483646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234" name="Freeform 160">
            <a:extLst>
              <a:ext uri="{FF2B5EF4-FFF2-40B4-BE49-F238E27FC236}">
                <a16:creationId xmlns:a16="http://schemas.microsoft.com/office/drawing/2014/main" id="{2CACA1D0-969C-DE4D-9671-44D5C5D5FA53}"/>
              </a:ext>
            </a:extLst>
          </p:cNvPr>
          <p:cNvSpPr>
            <a:spLocks/>
          </p:cNvSpPr>
          <p:nvPr/>
        </p:nvSpPr>
        <p:spPr bwMode="auto">
          <a:xfrm flipH="1">
            <a:off x="1860947" y="2499463"/>
            <a:ext cx="32147" cy="8334"/>
          </a:xfrm>
          <a:custGeom>
            <a:avLst/>
            <a:gdLst>
              <a:gd name="T0" fmla="*/ 0 w 179"/>
              <a:gd name="T1" fmla="*/ 0 h 43"/>
              <a:gd name="T2" fmla="*/ 2147483646 w 179"/>
              <a:gd name="T3" fmla="*/ 2147483646 h 43"/>
              <a:gd name="T4" fmla="*/ 2147483646 w 179"/>
              <a:gd name="T5" fmla="*/ 2147483646 h 43"/>
              <a:gd name="T6" fmla="*/ 2147483646 w 179"/>
              <a:gd name="T7" fmla="*/ 2147483646 h 43"/>
              <a:gd name="T8" fmla="*/ 2147483646 w 179"/>
              <a:gd name="T9" fmla="*/ 2147483646 h 43"/>
              <a:gd name="T10" fmla="*/ 2147483646 w 179"/>
              <a:gd name="T11" fmla="*/ 2147483646 h 43"/>
              <a:gd name="T12" fmla="*/ 2147483646 w 179"/>
              <a:gd name="T13" fmla="*/ 2147483646 h 43"/>
              <a:gd name="T14" fmla="*/ 2147483646 w 179"/>
              <a:gd name="T15" fmla="*/ 2147483646 h 43"/>
              <a:gd name="T16" fmla="*/ 2147483646 w 179"/>
              <a:gd name="T17" fmla="*/ 2147483646 h 43"/>
              <a:gd name="T18" fmla="*/ 2147483646 w 179"/>
              <a:gd name="T19" fmla="*/ 2147483646 h 43"/>
              <a:gd name="T20" fmla="*/ 2147483646 w 179"/>
              <a:gd name="T21" fmla="*/ 2147483646 h 43"/>
              <a:gd name="T22" fmla="*/ 2147483646 w 179"/>
              <a:gd name="T23" fmla="*/ 2147483646 h 43"/>
              <a:gd name="T24" fmla="*/ 2147483646 w 179"/>
              <a:gd name="T25" fmla="*/ 2147483646 h 43"/>
              <a:gd name="T26" fmla="*/ 2147483646 w 179"/>
              <a:gd name="T27" fmla="*/ 2147483646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5" name="Freeform 161">
            <a:extLst>
              <a:ext uri="{FF2B5EF4-FFF2-40B4-BE49-F238E27FC236}">
                <a16:creationId xmlns:a16="http://schemas.microsoft.com/office/drawing/2014/main" id="{0FC09404-AEB6-8041-A93E-FF745DAECAD6}"/>
              </a:ext>
            </a:extLst>
          </p:cNvPr>
          <p:cNvSpPr>
            <a:spLocks/>
          </p:cNvSpPr>
          <p:nvPr/>
        </p:nvSpPr>
        <p:spPr bwMode="auto">
          <a:xfrm flipH="1">
            <a:off x="1900237" y="2506607"/>
            <a:ext cx="4763" cy="5953"/>
          </a:xfrm>
          <a:custGeom>
            <a:avLst/>
            <a:gdLst>
              <a:gd name="T0" fmla="*/ 2147483646 w 20"/>
              <a:gd name="T1" fmla="*/ 0 h 24"/>
              <a:gd name="T2" fmla="*/ 2147483646 w 20"/>
              <a:gd name="T3" fmla="*/ 2147483646 h 24"/>
              <a:gd name="T4" fmla="*/ 2147483646 w 20"/>
              <a:gd name="T5" fmla="*/ 2147483646 h 24"/>
              <a:gd name="T6" fmla="*/ 0 w 20"/>
              <a:gd name="T7" fmla="*/ 2147483646 h 24"/>
              <a:gd name="T8" fmla="*/ 2147483646 w 20"/>
              <a:gd name="T9" fmla="*/ 2147483646 h 24"/>
              <a:gd name="T10" fmla="*/ 2147483646 w 20"/>
              <a:gd name="T11" fmla="*/ 2147483646 h 24"/>
              <a:gd name="T12" fmla="*/ 2147483646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6" name="Freeform 162">
            <a:extLst>
              <a:ext uri="{FF2B5EF4-FFF2-40B4-BE49-F238E27FC236}">
                <a16:creationId xmlns:a16="http://schemas.microsoft.com/office/drawing/2014/main" id="{9E0CAD78-320B-A840-9F60-98B1867BA121}"/>
              </a:ext>
            </a:extLst>
          </p:cNvPr>
          <p:cNvSpPr>
            <a:spLocks/>
          </p:cNvSpPr>
          <p:nvPr/>
        </p:nvSpPr>
        <p:spPr bwMode="auto">
          <a:xfrm flipH="1">
            <a:off x="1919288" y="2475651"/>
            <a:ext cx="19050" cy="8334"/>
          </a:xfrm>
          <a:custGeom>
            <a:avLst/>
            <a:gdLst>
              <a:gd name="T0" fmla="*/ 0 w 104"/>
              <a:gd name="T1" fmla="*/ 2147483646 h 48"/>
              <a:gd name="T2" fmla="*/ 2147483646 w 104"/>
              <a:gd name="T3" fmla="*/ 2147483646 h 48"/>
              <a:gd name="T4" fmla="*/ 2147483646 w 104"/>
              <a:gd name="T5" fmla="*/ 2147483646 h 48"/>
              <a:gd name="T6" fmla="*/ 2147483646 w 104"/>
              <a:gd name="T7" fmla="*/ 2147483646 h 48"/>
              <a:gd name="T8" fmla="*/ 2147483646 w 104"/>
              <a:gd name="T9" fmla="*/ 2147483646 h 48"/>
              <a:gd name="T10" fmla="*/ 2147483646 w 104"/>
              <a:gd name="T11" fmla="*/ 2147483646 h 48"/>
              <a:gd name="T12" fmla="*/ 2147483646 w 104"/>
              <a:gd name="T13" fmla="*/ 2147483646 h 48"/>
              <a:gd name="T14" fmla="*/ 2147483646 w 104"/>
              <a:gd name="T15" fmla="*/ 2147483646 h 48"/>
              <a:gd name="T16" fmla="*/ 2147483646 w 104"/>
              <a:gd name="T17" fmla="*/ 0 h 48"/>
              <a:gd name="T18" fmla="*/ 2147483646 w 104"/>
              <a:gd name="T19" fmla="*/ 2147483646 h 48"/>
              <a:gd name="T20" fmla="*/ 2147483646 w 104"/>
              <a:gd name="T21" fmla="*/ 2147483646 h 48"/>
              <a:gd name="T22" fmla="*/ 2147483646 w 104"/>
              <a:gd name="T23" fmla="*/ 2147483646 h 48"/>
              <a:gd name="T24" fmla="*/ 0 w 104"/>
              <a:gd name="T25" fmla="*/ 2147483646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7" name="Freeform 163">
            <a:extLst>
              <a:ext uri="{FF2B5EF4-FFF2-40B4-BE49-F238E27FC236}">
                <a16:creationId xmlns:a16="http://schemas.microsoft.com/office/drawing/2014/main" id="{57819136-62AD-B242-9559-82DB9749D55A}"/>
              </a:ext>
            </a:extLst>
          </p:cNvPr>
          <p:cNvSpPr>
            <a:spLocks/>
          </p:cNvSpPr>
          <p:nvPr/>
        </p:nvSpPr>
        <p:spPr bwMode="auto">
          <a:xfrm flipH="1">
            <a:off x="1881188" y="2472079"/>
            <a:ext cx="28575" cy="7144"/>
          </a:xfrm>
          <a:custGeom>
            <a:avLst/>
            <a:gdLst>
              <a:gd name="T0" fmla="*/ 0 w 166"/>
              <a:gd name="T1" fmla="*/ 2147483646 h 42"/>
              <a:gd name="T2" fmla="*/ 2147483646 w 166"/>
              <a:gd name="T3" fmla="*/ 2147483646 h 42"/>
              <a:gd name="T4" fmla="*/ 2147483646 w 166"/>
              <a:gd name="T5" fmla="*/ 0 h 42"/>
              <a:gd name="T6" fmla="*/ 2147483646 w 166"/>
              <a:gd name="T7" fmla="*/ 0 h 42"/>
              <a:gd name="T8" fmla="*/ 2147483646 w 166"/>
              <a:gd name="T9" fmla="*/ 2147483646 h 42"/>
              <a:gd name="T10" fmla="*/ 2147483646 w 166"/>
              <a:gd name="T11" fmla="*/ 2147483646 h 42"/>
              <a:gd name="T12" fmla="*/ 2147483646 w 166"/>
              <a:gd name="T13" fmla="*/ 2147483646 h 42"/>
              <a:gd name="T14" fmla="*/ 2147483646 w 166"/>
              <a:gd name="T15" fmla="*/ 2147483646 h 42"/>
              <a:gd name="T16" fmla="*/ 2147483646 w 166"/>
              <a:gd name="T17" fmla="*/ 2147483646 h 42"/>
              <a:gd name="T18" fmla="*/ 2147483646 w 166"/>
              <a:gd name="T19" fmla="*/ 2147483646 h 42"/>
              <a:gd name="T20" fmla="*/ 2147483646 w 166"/>
              <a:gd name="T21" fmla="*/ 2147483646 h 42"/>
              <a:gd name="T22" fmla="*/ 2147483646 w 166"/>
              <a:gd name="T23" fmla="*/ 2147483646 h 42"/>
              <a:gd name="T24" fmla="*/ 2147483646 w 166"/>
              <a:gd name="T25" fmla="*/ 2147483646 h 42"/>
              <a:gd name="T26" fmla="*/ 2147483646 w 166"/>
              <a:gd name="T27" fmla="*/ 2147483646 h 42"/>
              <a:gd name="T28" fmla="*/ 2147483646 w 166"/>
              <a:gd name="T29" fmla="*/ 2147483646 h 42"/>
              <a:gd name="T30" fmla="*/ 0 w 166"/>
              <a:gd name="T31" fmla="*/ 2147483646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8" name="Freeform 164">
            <a:extLst>
              <a:ext uri="{FF2B5EF4-FFF2-40B4-BE49-F238E27FC236}">
                <a16:creationId xmlns:a16="http://schemas.microsoft.com/office/drawing/2014/main" id="{2CB50154-363F-184F-869D-EC52D52595DA}"/>
              </a:ext>
            </a:extLst>
          </p:cNvPr>
          <p:cNvSpPr>
            <a:spLocks/>
          </p:cNvSpPr>
          <p:nvPr/>
        </p:nvSpPr>
        <p:spPr bwMode="auto">
          <a:xfrm flipH="1">
            <a:off x="1927622" y="2481603"/>
            <a:ext cx="4763" cy="4763"/>
          </a:xfrm>
          <a:custGeom>
            <a:avLst/>
            <a:gdLst>
              <a:gd name="T0" fmla="*/ 2147483646 w 33"/>
              <a:gd name="T1" fmla="*/ 0 h 30"/>
              <a:gd name="T2" fmla="*/ 2147483646 w 33"/>
              <a:gd name="T3" fmla="*/ 2147483646 h 30"/>
              <a:gd name="T4" fmla="*/ 2147483646 w 33"/>
              <a:gd name="T5" fmla="*/ 2147483646 h 30"/>
              <a:gd name="T6" fmla="*/ 0 w 33"/>
              <a:gd name="T7" fmla="*/ 2147483646 h 30"/>
              <a:gd name="T8" fmla="*/ 2147483646 w 33"/>
              <a:gd name="T9" fmla="*/ 2147483646 h 30"/>
              <a:gd name="T10" fmla="*/ 2147483646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9" name="Freeform 165">
            <a:extLst>
              <a:ext uri="{FF2B5EF4-FFF2-40B4-BE49-F238E27FC236}">
                <a16:creationId xmlns:a16="http://schemas.microsoft.com/office/drawing/2014/main" id="{92416786-BE3B-154A-A582-D83450C5F4CD}"/>
              </a:ext>
            </a:extLst>
          </p:cNvPr>
          <p:cNvSpPr>
            <a:spLocks/>
          </p:cNvSpPr>
          <p:nvPr/>
        </p:nvSpPr>
        <p:spPr bwMode="auto">
          <a:xfrm flipH="1">
            <a:off x="1932385" y="2475651"/>
            <a:ext cx="7144" cy="5953"/>
          </a:xfrm>
          <a:custGeom>
            <a:avLst/>
            <a:gdLst>
              <a:gd name="T0" fmla="*/ 2147483646 w 33"/>
              <a:gd name="T1" fmla="*/ 2147483646 h 28"/>
              <a:gd name="T2" fmla="*/ 2147483646 w 33"/>
              <a:gd name="T3" fmla="*/ 0 h 28"/>
              <a:gd name="T4" fmla="*/ 2147483646 w 33"/>
              <a:gd name="T5" fmla="*/ 2147483646 h 28"/>
              <a:gd name="T6" fmla="*/ 0 w 33"/>
              <a:gd name="T7" fmla="*/ 2147483646 h 28"/>
              <a:gd name="T8" fmla="*/ 2147483646 w 33"/>
              <a:gd name="T9" fmla="*/ 2147483646 h 28"/>
              <a:gd name="T10" fmla="*/ 2147483646 w 33"/>
              <a:gd name="T11" fmla="*/ 2147483646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0" name="Freeform 166">
            <a:extLst>
              <a:ext uri="{FF2B5EF4-FFF2-40B4-BE49-F238E27FC236}">
                <a16:creationId xmlns:a16="http://schemas.microsoft.com/office/drawing/2014/main" id="{F183C950-83E9-2A46-86A7-CAF099FF00BA}"/>
              </a:ext>
            </a:extLst>
          </p:cNvPr>
          <p:cNvSpPr>
            <a:spLocks/>
          </p:cNvSpPr>
          <p:nvPr/>
        </p:nvSpPr>
        <p:spPr bwMode="auto">
          <a:xfrm flipH="1">
            <a:off x="1859756" y="2482794"/>
            <a:ext cx="5954" cy="9525"/>
          </a:xfrm>
          <a:custGeom>
            <a:avLst/>
            <a:gdLst>
              <a:gd name="T0" fmla="*/ 0 w 37"/>
              <a:gd name="T1" fmla="*/ 0 h 42"/>
              <a:gd name="T2" fmla="*/ 2147483646 w 37"/>
              <a:gd name="T3" fmla="*/ 2147483646 h 42"/>
              <a:gd name="T4" fmla="*/ 2147483646 w 37"/>
              <a:gd name="T5" fmla="*/ 2147483646 h 42"/>
              <a:gd name="T6" fmla="*/ 2147483646 w 37"/>
              <a:gd name="T7" fmla="*/ 2147483646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1" name="Freeform 167">
            <a:extLst>
              <a:ext uri="{FF2B5EF4-FFF2-40B4-BE49-F238E27FC236}">
                <a16:creationId xmlns:a16="http://schemas.microsoft.com/office/drawing/2014/main" id="{08B47B15-FE55-D04C-A5DF-9441850A8D4B}"/>
              </a:ext>
            </a:extLst>
          </p:cNvPr>
          <p:cNvSpPr>
            <a:spLocks/>
          </p:cNvSpPr>
          <p:nvPr/>
        </p:nvSpPr>
        <p:spPr bwMode="auto">
          <a:xfrm flipH="1">
            <a:off x="1834754" y="2523276"/>
            <a:ext cx="9525" cy="5953"/>
          </a:xfrm>
          <a:custGeom>
            <a:avLst/>
            <a:gdLst>
              <a:gd name="T0" fmla="*/ 2147483646 w 50"/>
              <a:gd name="T1" fmla="*/ 0 h 39"/>
              <a:gd name="T2" fmla="*/ 2147483646 w 50"/>
              <a:gd name="T3" fmla="*/ 2147483646 h 39"/>
              <a:gd name="T4" fmla="*/ 0 w 50"/>
              <a:gd name="T5" fmla="*/ 2147483646 h 39"/>
              <a:gd name="T6" fmla="*/ 2147483646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2" name="Freeform 168">
            <a:extLst>
              <a:ext uri="{FF2B5EF4-FFF2-40B4-BE49-F238E27FC236}">
                <a16:creationId xmlns:a16="http://schemas.microsoft.com/office/drawing/2014/main" id="{C7310F01-A483-7A4B-9693-732864B5066D}"/>
              </a:ext>
            </a:extLst>
          </p:cNvPr>
          <p:cNvSpPr>
            <a:spLocks/>
          </p:cNvSpPr>
          <p:nvPr/>
        </p:nvSpPr>
        <p:spPr bwMode="auto">
          <a:xfrm flipH="1">
            <a:off x="1790701" y="2506607"/>
            <a:ext cx="40481" cy="55959"/>
          </a:xfrm>
          <a:custGeom>
            <a:avLst/>
            <a:gdLst>
              <a:gd name="T0" fmla="*/ 2147483646 w 219"/>
              <a:gd name="T1" fmla="*/ 2147483646 h 267"/>
              <a:gd name="T2" fmla="*/ 2147483646 w 219"/>
              <a:gd name="T3" fmla="*/ 2147483646 h 267"/>
              <a:gd name="T4" fmla="*/ 2147483646 w 219"/>
              <a:gd name="T5" fmla="*/ 2147483646 h 267"/>
              <a:gd name="T6" fmla="*/ 2147483646 w 219"/>
              <a:gd name="T7" fmla="*/ 2147483646 h 267"/>
              <a:gd name="T8" fmla="*/ 2147483646 w 219"/>
              <a:gd name="T9" fmla="*/ 2147483646 h 267"/>
              <a:gd name="T10" fmla="*/ 0 w 219"/>
              <a:gd name="T11" fmla="*/ 2147483646 h 267"/>
              <a:gd name="T12" fmla="*/ 2147483646 w 219"/>
              <a:gd name="T13" fmla="*/ 2147483646 h 267"/>
              <a:gd name="T14" fmla="*/ 2147483646 w 219"/>
              <a:gd name="T15" fmla="*/ 0 h 267"/>
              <a:gd name="T16" fmla="*/ 2147483646 w 219"/>
              <a:gd name="T17" fmla="*/ 2147483646 h 267"/>
              <a:gd name="T18" fmla="*/ 2147483646 w 219"/>
              <a:gd name="T19" fmla="*/ 2147483646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243" name="Freeform 169">
            <a:extLst>
              <a:ext uri="{FF2B5EF4-FFF2-40B4-BE49-F238E27FC236}">
                <a16:creationId xmlns:a16="http://schemas.microsoft.com/office/drawing/2014/main" id="{2F0FAE16-EFCE-0546-9B7B-6E2ADFC867E7}"/>
              </a:ext>
            </a:extLst>
          </p:cNvPr>
          <p:cNvSpPr>
            <a:spLocks/>
          </p:cNvSpPr>
          <p:nvPr/>
        </p:nvSpPr>
        <p:spPr bwMode="auto">
          <a:xfrm flipH="1">
            <a:off x="1796654" y="2512560"/>
            <a:ext cx="29765" cy="45244"/>
          </a:xfrm>
          <a:custGeom>
            <a:avLst/>
            <a:gdLst>
              <a:gd name="T0" fmla="*/ 2147483646 w 175"/>
              <a:gd name="T1" fmla="*/ 2147483646 h 220"/>
              <a:gd name="T2" fmla="*/ 2147483646 w 175"/>
              <a:gd name="T3" fmla="*/ 2147483646 h 220"/>
              <a:gd name="T4" fmla="*/ 2147483646 w 175"/>
              <a:gd name="T5" fmla="*/ 2147483646 h 220"/>
              <a:gd name="T6" fmla="*/ 2147483646 w 175"/>
              <a:gd name="T7" fmla="*/ 2147483646 h 220"/>
              <a:gd name="T8" fmla="*/ 0 w 175"/>
              <a:gd name="T9" fmla="*/ 2147483646 h 220"/>
              <a:gd name="T10" fmla="*/ 2147483646 w 175"/>
              <a:gd name="T11" fmla="*/ 2147483646 h 220"/>
              <a:gd name="T12" fmla="*/ 2147483646 w 175"/>
              <a:gd name="T13" fmla="*/ 0 h 220"/>
              <a:gd name="T14" fmla="*/ 2147483646 w 175"/>
              <a:gd name="T15" fmla="*/ 2147483646 h 220"/>
              <a:gd name="T16" fmla="*/ 2147483646 w 175"/>
              <a:gd name="T17" fmla="*/ 2147483646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4" name="Freeform 170">
            <a:extLst>
              <a:ext uri="{FF2B5EF4-FFF2-40B4-BE49-F238E27FC236}">
                <a16:creationId xmlns:a16="http://schemas.microsoft.com/office/drawing/2014/main" id="{ED66E0B5-BAAD-6745-8970-697D33CB466F}"/>
              </a:ext>
            </a:extLst>
          </p:cNvPr>
          <p:cNvSpPr>
            <a:spLocks/>
          </p:cNvSpPr>
          <p:nvPr/>
        </p:nvSpPr>
        <p:spPr bwMode="auto">
          <a:xfrm flipH="1">
            <a:off x="1665685" y="2201807"/>
            <a:ext cx="130969" cy="169069"/>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245" name="Freeform 171">
            <a:extLst>
              <a:ext uri="{FF2B5EF4-FFF2-40B4-BE49-F238E27FC236}">
                <a16:creationId xmlns:a16="http://schemas.microsoft.com/office/drawing/2014/main" id="{FF3B6CF1-9CF7-D847-92FB-F96BB7347D68}"/>
              </a:ext>
            </a:extLst>
          </p:cNvPr>
          <p:cNvSpPr>
            <a:spLocks/>
          </p:cNvSpPr>
          <p:nvPr/>
        </p:nvSpPr>
        <p:spPr bwMode="auto">
          <a:xfrm flipH="1">
            <a:off x="1782366" y="2304201"/>
            <a:ext cx="714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6" name="Freeform 172">
            <a:extLst>
              <a:ext uri="{FF2B5EF4-FFF2-40B4-BE49-F238E27FC236}">
                <a16:creationId xmlns:a16="http://schemas.microsoft.com/office/drawing/2014/main" id="{AD4630CC-6104-6948-BBBC-710CFD2EE593}"/>
              </a:ext>
            </a:extLst>
          </p:cNvPr>
          <p:cNvSpPr>
            <a:spLocks/>
          </p:cNvSpPr>
          <p:nvPr/>
        </p:nvSpPr>
        <p:spPr bwMode="auto">
          <a:xfrm flipH="1">
            <a:off x="1779985" y="2298247"/>
            <a:ext cx="2381" cy="5954"/>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7" name="Freeform 173">
            <a:extLst>
              <a:ext uri="{FF2B5EF4-FFF2-40B4-BE49-F238E27FC236}">
                <a16:creationId xmlns:a16="http://schemas.microsoft.com/office/drawing/2014/main" id="{F2593650-84B3-B442-ADFC-CA0F679ACE09}"/>
              </a:ext>
            </a:extLst>
          </p:cNvPr>
          <p:cNvSpPr>
            <a:spLocks/>
          </p:cNvSpPr>
          <p:nvPr/>
        </p:nvSpPr>
        <p:spPr bwMode="auto">
          <a:xfrm flipH="1">
            <a:off x="1774032" y="2276816"/>
            <a:ext cx="3572" cy="11906"/>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8" name="Freeform 174">
            <a:extLst>
              <a:ext uri="{FF2B5EF4-FFF2-40B4-BE49-F238E27FC236}">
                <a16:creationId xmlns:a16="http://schemas.microsoft.com/office/drawing/2014/main" id="{BF9F20F7-C706-AC4C-B146-79D9945B0092}"/>
              </a:ext>
            </a:extLst>
          </p:cNvPr>
          <p:cNvSpPr>
            <a:spLocks/>
          </p:cNvSpPr>
          <p:nvPr/>
        </p:nvSpPr>
        <p:spPr bwMode="auto">
          <a:xfrm flipH="1">
            <a:off x="1762126" y="2264910"/>
            <a:ext cx="13097" cy="9525"/>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9" name="Freeform 175">
            <a:extLst>
              <a:ext uri="{FF2B5EF4-FFF2-40B4-BE49-F238E27FC236}">
                <a16:creationId xmlns:a16="http://schemas.microsoft.com/office/drawing/2014/main" id="{FB28150A-CA96-184E-B241-4F796564B421}"/>
              </a:ext>
            </a:extLst>
          </p:cNvPr>
          <p:cNvSpPr>
            <a:spLocks/>
          </p:cNvSpPr>
          <p:nvPr/>
        </p:nvSpPr>
        <p:spPr bwMode="auto">
          <a:xfrm flipH="1">
            <a:off x="1754981" y="2249432"/>
            <a:ext cx="2500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0" name="Freeform 176">
            <a:extLst>
              <a:ext uri="{FF2B5EF4-FFF2-40B4-BE49-F238E27FC236}">
                <a16:creationId xmlns:a16="http://schemas.microsoft.com/office/drawing/2014/main" id="{AC08871E-1C14-2F44-A42F-F4F9932BA1FA}"/>
              </a:ext>
            </a:extLst>
          </p:cNvPr>
          <p:cNvSpPr>
            <a:spLocks/>
          </p:cNvSpPr>
          <p:nvPr/>
        </p:nvSpPr>
        <p:spPr bwMode="auto">
          <a:xfrm flipH="1">
            <a:off x="1710928" y="2262529"/>
            <a:ext cx="14288" cy="32147"/>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1" name="Freeform 177">
            <a:extLst>
              <a:ext uri="{FF2B5EF4-FFF2-40B4-BE49-F238E27FC236}">
                <a16:creationId xmlns:a16="http://schemas.microsoft.com/office/drawing/2014/main" id="{27AF0E10-471D-4A46-A0DB-511E562F85D4}"/>
              </a:ext>
            </a:extLst>
          </p:cNvPr>
          <p:cNvSpPr>
            <a:spLocks/>
          </p:cNvSpPr>
          <p:nvPr/>
        </p:nvSpPr>
        <p:spPr bwMode="auto">
          <a:xfrm flipH="1">
            <a:off x="1706166" y="2256576"/>
            <a:ext cx="22622" cy="45244"/>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2" name="Freeform 178">
            <a:extLst>
              <a:ext uri="{FF2B5EF4-FFF2-40B4-BE49-F238E27FC236}">
                <a16:creationId xmlns:a16="http://schemas.microsoft.com/office/drawing/2014/main" id="{E73BC470-1545-C84D-8431-88A896AC96DA}"/>
              </a:ext>
            </a:extLst>
          </p:cNvPr>
          <p:cNvSpPr>
            <a:spLocks/>
          </p:cNvSpPr>
          <p:nvPr/>
        </p:nvSpPr>
        <p:spPr bwMode="auto">
          <a:xfrm flipH="1">
            <a:off x="1720454" y="2306582"/>
            <a:ext cx="20240" cy="34528"/>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3" name="Freeform 179">
            <a:extLst>
              <a:ext uri="{FF2B5EF4-FFF2-40B4-BE49-F238E27FC236}">
                <a16:creationId xmlns:a16="http://schemas.microsoft.com/office/drawing/2014/main" id="{7680CC4C-A4C8-5545-8F9A-533E2ECE870D}"/>
              </a:ext>
            </a:extLst>
          </p:cNvPr>
          <p:cNvSpPr>
            <a:spLocks/>
          </p:cNvSpPr>
          <p:nvPr/>
        </p:nvSpPr>
        <p:spPr bwMode="auto">
          <a:xfrm flipH="1">
            <a:off x="1657351" y="2179184"/>
            <a:ext cx="117872" cy="139304"/>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4" name="Freeform 180">
            <a:extLst>
              <a:ext uri="{FF2B5EF4-FFF2-40B4-BE49-F238E27FC236}">
                <a16:creationId xmlns:a16="http://schemas.microsoft.com/office/drawing/2014/main" id="{EF6A0816-3C57-4B40-8AFD-609BC6C30DBC}"/>
              </a:ext>
            </a:extLst>
          </p:cNvPr>
          <p:cNvSpPr>
            <a:spLocks/>
          </p:cNvSpPr>
          <p:nvPr/>
        </p:nvSpPr>
        <p:spPr bwMode="auto">
          <a:xfrm flipH="1">
            <a:off x="1659732" y="2180376"/>
            <a:ext cx="111919" cy="133350"/>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5" name="Freeform 181">
            <a:extLst>
              <a:ext uri="{FF2B5EF4-FFF2-40B4-BE49-F238E27FC236}">
                <a16:creationId xmlns:a16="http://schemas.microsoft.com/office/drawing/2014/main" id="{F0E7813F-7A80-9649-A671-DEC863D1B2DC}"/>
              </a:ext>
            </a:extLst>
          </p:cNvPr>
          <p:cNvSpPr>
            <a:spLocks/>
          </p:cNvSpPr>
          <p:nvPr/>
        </p:nvSpPr>
        <p:spPr bwMode="auto">
          <a:xfrm flipH="1">
            <a:off x="1884760" y="2518513"/>
            <a:ext cx="122634" cy="89297"/>
          </a:xfrm>
          <a:custGeom>
            <a:avLst/>
            <a:gdLst>
              <a:gd name="T0" fmla="*/ 2147483646 w 698"/>
              <a:gd name="T1" fmla="*/ 2147483646 h 425"/>
              <a:gd name="T2" fmla="*/ 2147483646 w 698"/>
              <a:gd name="T3" fmla="*/ 2147483646 h 425"/>
              <a:gd name="T4" fmla="*/ 2147483646 w 698"/>
              <a:gd name="T5" fmla="*/ 2147483646 h 425"/>
              <a:gd name="T6" fmla="*/ 2147483646 w 698"/>
              <a:gd name="T7" fmla="*/ 2147483646 h 425"/>
              <a:gd name="T8" fmla="*/ 2147483646 w 698"/>
              <a:gd name="T9" fmla="*/ 2147483646 h 425"/>
              <a:gd name="T10" fmla="*/ 2147483646 w 698"/>
              <a:gd name="T11" fmla="*/ 2147483646 h 425"/>
              <a:gd name="T12" fmla="*/ 2147483646 w 698"/>
              <a:gd name="T13" fmla="*/ 2147483646 h 425"/>
              <a:gd name="T14" fmla="*/ 2147483646 w 698"/>
              <a:gd name="T15" fmla="*/ 2147483646 h 425"/>
              <a:gd name="T16" fmla="*/ 2147483646 w 698"/>
              <a:gd name="T17" fmla="*/ 2147483646 h 425"/>
              <a:gd name="T18" fmla="*/ 2147483646 w 698"/>
              <a:gd name="T19" fmla="*/ 2147483646 h 425"/>
              <a:gd name="T20" fmla="*/ 2147483646 w 698"/>
              <a:gd name="T21" fmla="*/ 2147483646 h 425"/>
              <a:gd name="T22" fmla="*/ 2147483646 w 698"/>
              <a:gd name="T23" fmla="*/ 0 h 425"/>
              <a:gd name="T24" fmla="*/ 2147483646 w 698"/>
              <a:gd name="T25" fmla="*/ 2147483646 h 425"/>
              <a:gd name="T26" fmla="*/ 2147483646 w 698"/>
              <a:gd name="T27" fmla="*/ 2147483646 h 425"/>
              <a:gd name="T28" fmla="*/ 2147483646 w 698"/>
              <a:gd name="T29" fmla="*/ 2147483646 h 425"/>
              <a:gd name="T30" fmla="*/ 2147483646 w 698"/>
              <a:gd name="T31" fmla="*/ 2147483646 h 425"/>
              <a:gd name="T32" fmla="*/ 2147483646 w 698"/>
              <a:gd name="T33" fmla="*/ 2147483646 h 425"/>
              <a:gd name="T34" fmla="*/ 2147483646 w 698"/>
              <a:gd name="T35" fmla="*/ 2147483646 h 425"/>
              <a:gd name="T36" fmla="*/ 2147483646 w 698"/>
              <a:gd name="T37" fmla="*/ 2147483646 h 425"/>
              <a:gd name="T38" fmla="*/ 2147483646 w 698"/>
              <a:gd name="T39" fmla="*/ 2147483646 h 425"/>
              <a:gd name="T40" fmla="*/ 0 w 698"/>
              <a:gd name="T41" fmla="*/ 2147483646 h 425"/>
              <a:gd name="T42" fmla="*/ 0 w 698"/>
              <a:gd name="T43" fmla="*/ 2147483646 h 425"/>
              <a:gd name="T44" fmla="*/ 2147483646 w 698"/>
              <a:gd name="T45" fmla="*/ 2147483646 h 425"/>
              <a:gd name="T46" fmla="*/ 2147483646 w 698"/>
              <a:gd name="T47" fmla="*/ 2147483646 h 425"/>
              <a:gd name="T48" fmla="*/ 2147483646 w 698"/>
              <a:gd name="T49" fmla="*/ 2147483646 h 425"/>
              <a:gd name="T50" fmla="*/ 2147483646 w 698"/>
              <a:gd name="T51" fmla="*/ 2147483646 h 425"/>
              <a:gd name="T52" fmla="*/ 2147483646 w 698"/>
              <a:gd name="T53" fmla="*/ 2147483646 h 425"/>
              <a:gd name="T54" fmla="*/ 2147483646 w 698"/>
              <a:gd name="T55" fmla="*/ 2147483646 h 425"/>
              <a:gd name="T56" fmla="*/ 2147483646 w 698"/>
              <a:gd name="T57" fmla="*/ 2147483646 h 425"/>
              <a:gd name="T58" fmla="*/ 2147483646 w 698"/>
              <a:gd name="T59" fmla="*/ 2147483646 h 425"/>
              <a:gd name="T60" fmla="*/ 2147483646 w 698"/>
              <a:gd name="T61" fmla="*/ 2147483646 h 425"/>
              <a:gd name="T62" fmla="*/ 2147483646 w 698"/>
              <a:gd name="T63" fmla="*/ 2147483646 h 425"/>
              <a:gd name="T64" fmla="*/ 2147483646 w 698"/>
              <a:gd name="T65" fmla="*/ 2147483646 h 425"/>
              <a:gd name="T66" fmla="*/ 2147483646 w 698"/>
              <a:gd name="T67" fmla="*/ 2147483646 h 425"/>
              <a:gd name="T68" fmla="*/ 2147483646 w 698"/>
              <a:gd name="T69" fmla="*/ 2147483646 h 425"/>
              <a:gd name="T70" fmla="*/ 2147483646 w 698"/>
              <a:gd name="T71" fmla="*/ 2147483646 h 425"/>
              <a:gd name="T72" fmla="*/ 2147483646 w 698"/>
              <a:gd name="T73" fmla="*/ 2147483646 h 425"/>
              <a:gd name="T74" fmla="*/ 2147483646 w 698"/>
              <a:gd name="T75" fmla="*/ 2147483646 h 425"/>
              <a:gd name="T76" fmla="*/ 2147483646 w 698"/>
              <a:gd name="T77" fmla="*/ 2147483646 h 425"/>
              <a:gd name="T78" fmla="*/ 2147483646 w 698"/>
              <a:gd name="T79" fmla="*/ 2147483646 h 425"/>
              <a:gd name="T80" fmla="*/ 2147483646 w 698"/>
              <a:gd name="T81" fmla="*/ 2147483646 h 425"/>
              <a:gd name="T82" fmla="*/ 2147483646 w 698"/>
              <a:gd name="T83" fmla="*/ 2147483646 h 425"/>
              <a:gd name="T84" fmla="*/ 2147483646 w 698"/>
              <a:gd name="T85" fmla="*/ 2147483646 h 425"/>
              <a:gd name="T86" fmla="*/ 2147483646 w 698"/>
              <a:gd name="T87" fmla="*/ 2147483646 h 425"/>
              <a:gd name="T88" fmla="*/ 2147483646 w 698"/>
              <a:gd name="T89" fmla="*/ 2147483646 h 425"/>
              <a:gd name="T90" fmla="*/ 2147483646 w 698"/>
              <a:gd name="T91" fmla="*/ 2147483646 h 425"/>
              <a:gd name="T92" fmla="*/ 2147483646 w 698"/>
              <a:gd name="T93" fmla="*/ 2147483646 h 425"/>
              <a:gd name="T94" fmla="*/ 2147483646 w 698"/>
              <a:gd name="T95" fmla="*/ 2147483646 h 425"/>
              <a:gd name="T96" fmla="*/ 2147483646 w 698"/>
              <a:gd name="T97" fmla="*/ 2147483646 h 425"/>
              <a:gd name="T98" fmla="*/ 2147483646 w 698"/>
              <a:gd name="T99" fmla="*/ 2147483646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256" name="Freeform 182">
            <a:extLst>
              <a:ext uri="{FF2B5EF4-FFF2-40B4-BE49-F238E27FC236}">
                <a16:creationId xmlns:a16="http://schemas.microsoft.com/office/drawing/2014/main" id="{71B8EB95-82FC-104C-91B8-E04E495BDD88}"/>
              </a:ext>
            </a:extLst>
          </p:cNvPr>
          <p:cNvSpPr>
            <a:spLocks/>
          </p:cNvSpPr>
          <p:nvPr/>
        </p:nvSpPr>
        <p:spPr bwMode="auto">
          <a:xfrm flipH="1">
            <a:off x="1963342" y="2533991"/>
            <a:ext cx="39290" cy="10716"/>
          </a:xfrm>
          <a:custGeom>
            <a:avLst/>
            <a:gdLst>
              <a:gd name="T0" fmla="*/ 0 w 223"/>
              <a:gd name="T1" fmla="*/ 2147483646 h 52"/>
              <a:gd name="T2" fmla="*/ 2147483646 w 223"/>
              <a:gd name="T3" fmla="*/ 2147483646 h 52"/>
              <a:gd name="T4" fmla="*/ 2147483646 w 223"/>
              <a:gd name="T5" fmla="*/ 2147483646 h 52"/>
              <a:gd name="T6" fmla="*/ 2147483646 w 223"/>
              <a:gd name="T7" fmla="*/ 2147483646 h 52"/>
              <a:gd name="T8" fmla="*/ 2147483646 w 223"/>
              <a:gd name="T9" fmla="*/ 2147483646 h 52"/>
              <a:gd name="T10" fmla="*/ 2147483646 w 223"/>
              <a:gd name="T11" fmla="*/ 2147483646 h 52"/>
              <a:gd name="T12" fmla="*/ 2147483646 w 223"/>
              <a:gd name="T13" fmla="*/ 2147483646 h 52"/>
              <a:gd name="T14" fmla="*/ 2147483646 w 223"/>
              <a:gd name="T15" fmla="*/ 2147483646 h 52"/>
              <a:gd name="T16" fmla="*/ 2147483646 w 223"/>
              <a:gd name="T17" fmla="*/ 0 h 52"/>
              <a:gd name="T18" fmla="*/ 2147483646 w 223"/>
              <a:gd name="T19" fmla="*/ 2147483646 h 52"/>
              <a:gd name="T20" fmla="*/ 2147483646 w 223"/>
              <a:gd name="T21" fmla="*/ 2147483646 h 52"/>
              <a:gd name="T22" fmla="*/ 2147483646 w 223"/>
              <a:gd name="T23" fmla="*/ 2147483646 h 52"/>
              <a:gd name="T24" fmla="*/ 0 w 22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7" name="Freeform 183">
            <a:extLst>
              <a:ext uri="{FF2B5EF4-FFF2-40B4-BE49-F238E27FC236}">
                <a16:creationId xmlns:a16="http://schemas.microsoft.com/office/drawing/2014/main" id="{063D4E6B-85FD-7344-B478-975801F0CC32}"/>
              </a:ext>
            </a:extLst>
          </p:cNvPr>
          <p:cNvSpPr>
            <a:spLocks/>
          </p:cNvSpPr>
          <p:nvPr/>
        </p:nvSpPr>
        <p:spPr bwMode="auto">
          <a:xfrm flipH="1">
            <a:off x="1947863" y="2523276"/>
            <a:ext cx="32147" cy="5953"/>
          </a:xfrm>
          <a:custGeom>
            <a:avLst/>
            <a:gdLst>
              <a:gd name="T0" fmla="*/ 2147483646 w 188"/>
              <a:gd name="T1" fmla="*/ 0 h 36"/>
              <a:gd name="T2" fmla="*/ 2147483646 w 188"/>
              <a:gd name="T3" fmla="*/ 2147483646 h 36"/>
              <a:gd name="T4" fmla="*/ 0 w 188"/>
              <a:gd name="T5" fmla="*/ 2147483646 h 36"/>
              <a:gd name="T6" fmla="*/ 2147483646 w 188"/>
              <a:gd name="T7" fmla="*/ 2147483646 h 36"/>
              <a:gd name="T8" fmla="*/ 2147483646 w 188"/>
              <a:gd name="T9" fmla="*/ 2147483646 h 36"/>
              <a:gd name="T10" fmla="*/ 2147483646 w 188"/>
              <a:gd name="T11" fmla="*/ 2147483646 h 36"/>
              <a:gd name="T12" fmla="*/ 2147483646 w 188"/>
              <a:gd name="T13" fmla="*/ 2147483646 h 36"/>
              <a:gd name="T14" fmla="*/ 2147483646 w 188"/>
              <a:gd name="T15" fmla="*/ 2147483646 h 36"/>
              <a:gd name="T16" fmla="*/ 2147483646 w 188"/>
              <a:gd name="T17" fmla="*/ 2147483646 h 36"/>
              <a:gd name="T18" fmla="*/ 2147483646 w 188"/>
              <a:gd name="T19" fmla="*/ 2147483646 h 36"/>
              <a:gd name="T20" fmla="*/ 2147483646 w 188"/>
              <a:gd name="T21" fmla="*/ 2147483646 h 36"/>
              <a:gd name="T22" fmla="*/ 2147483646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8" name="Freeform 184">
            <a:extLst>
              <a:ext uri="{FF2B5EF4-FFF2-40B4-BE49-F238E27FC236}">
                <a16:creationId xmlns:a16="http://schemas.microsoft.com/office/drawing/2014/main" id="{F2113806-F051-D64E-923E-CB202EA726E7}"/>
              </a:ext>
            </a:extLst>
          </p:cNvPr>
          <p:cNvSpPr>
            <a:spLocks/>
          </p:cNvSpPr>
          <p:nvPr/>
        </p:nvSpPr>
        <p:spPr bwMode="auto">
          <a:xfrm flipH="1">
            <a:off x="1962151" y="2549469"/>
            <a:ext cx="13097" cy="3572"/>
          </a:xfrm>
          <a:custGeom>
            <a:avLst/>
            <a:gdLst>
              <a:gd name="T0" fmla="*/ 0 w 76"/>
              <a:gd name="T1" fmla="*/ 2147483646 h 17"/>
              <a:gd name="T2" fmla="*/ 2147483646 w 76"/>
              <a:gd name="T3" fmla="*/ 2147483646 h 17"/>
              <a:gd name="T4" fmla="*/ 2147483646 w 76"/>
              <a:gd name="T5" fmla="*/ 2147483646 h 17"/>
              <a:gd name="T6" fmla="*/ 2147483646 w 76"/>
              <a:gd name="T7" fmla="*/ 2147483646 h 17"/>
              <a:gd name="T8" fmla="*/ 2147483646 w 76"/>
              <a:gd name="T9" fmla="*/ 0 h 17"/>
              <a:gd name="T10" fmla="*/ 2147483646 w 76"/>
              <a:gd name="T11" fmla="*/ 2147483646 h 17"/>
              <a:gd name="T12" fmla="*/ 0 w 76"/>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9" name="Freeform 185">
            <a:extLst>
              <a:ext uri="{FF2B5EF4-FFF2-40B4-BE49-F238E27FC236}">
                <a16:creationId xmlns:a16="http://schemas.microsoft.com/office/drawing/2014/main" id="{B3C1DD1C-D0FC-9D40-AC8A-DFFC4ADEB6E3}"/>
              </a:ext>
            </a:extLst>
          </p:cNvPr>
          <p:cNvSpPr>
            <a:spLocks/>
          </p:cNvSpPr>
          <p:nvPr/>
        </p:nvSpPr>
        <p:spPr bwMode="auto">
          <a:xfrm flipH="1">
            <a:off x="2000251" y="2545897"/>
            <a:ext cx="3572" cy="7144"/>
          </a:xfrm>
          <a:custGeom>
            <a:avLst/>
            <a:gdLst>
              <a:gd name="T0" fmla="*/ 2147483646 w 19"/>
              <a:gd name="T1" fmla="*/ 0 h 32"/>
              <a:gd name="T2" fmla="*/ 2147483646 w 19"/>
              <a:gd name="T3" fmla="*/ 2147483646 h 32"/>
              <a:gd name="T4" fmla="*/ 2147483646 w 19"/>
              <a:gd name="T5" fmla="*/ 2147483646 h 32"/>
              <a:gd name="T6" fmla="*/ 0 w 19"/>
              <a:gd name="T7" fmla="*/ 2147483646 h 32"/>
              <a:gd name="T8" fmla="*/ 2147483646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0" name="Freeform 186">
            <a:extLst>
              <a:ext uri="{FF2B5EF4-FFF2-40B4-BE49-F238E27FC236}">
                <a16:creationId xmlns:a16="http://schemas.microsoft.com/office/drawing/2014/main" id="{26D5E7C8-091C-FC44-A57A-98C8DA4B2738}"/>
              </a:ext>
            </a:extLst>
          </p:cNvPr>
          <p:cNvSpPr>
            <a:spLocks/>
          </p:cNvSpPr>
          <p:nvPr/>
        </p:nvSpPr>
        <p:spPr bwMode="auto">
          <a:xfrm flipH="1">
            <a:off x="1943100" y="2538754"/>
            <a:ext cx="7144" cy="8335"/>
          </a:xfrm>
          <a:custGeom>
            <a:avLst/>
            <a:gdLst>
              <a:gd name="T0" fmla="*/ 0 w 35"/>
              <a:gd name="T1" fmla="*/ 0 h 43"/>
              <a:gd name="T2" fmla="*/ 2147483646 w 35"/>
              <a:gd name="T3" fmla="*/ 2147483646 h 43"/>
              <a:gd name="T4" fmla="*/ 2147483646 w 35"/>
              <a:gd name="T5" fmla="*/ 2147483646 h 43"/>
              <a:gd name="T6" fmla="*/ 2147483646 w 35"/>
              <a:gd name="T7" fmla="*/ 2147483646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1" name="Freeform 187">
            <a:extLst>
              <a:ext uri="{FF2B5EF4-FFF2-40B4-BE49-F238E27FC236}">
                <a16:creationId xmlns:a16="http://schemas.microsoft.com/office/drawing/2014/main" id="{94584EEC-3D1F-6741-89BB-D35A20D1CEE1}"/>
              </a:ext>
            </a:extLst>
          </p:cNvPr>
          <p:cNvSpPr>
            <a:spLocks/>
          </p:cNvSpPr>
          <p:nvPr/>
        </p:nvSpPr>
        <p:spPr bwMode="auto">
          <a:xfrm flipH="1">
            <a:off x="1919288" y="2538753"/>
            <a:ext cx="19050" cy="25004"/>
          </a:xfrm>
          <a:custGeom>
            <a:avLst/>
            <a:gdLst>
              <a:gd name="T0" fmla="*/ 0 w 114"/>
              <a:gd name="T1" fmla="*/ 0 h 114"/>
              <a:gd name="T2" fmla="*/ 2147483646 w 114"/>
              <a:gd name="T3" fmla="*/ 2147483646 h 114"/>
              <a:gd name="T4" fmla="*/ 2147483646 w 114"/>
              <a:gd name="T5" fmla="*/ 2147483646 h 114"/>
              <a:gd name="T6" fmla="*/ 2147483646 w 114"/>
              <a:gd name="T7" fmla="*/ 2147483646 h 114"/>
              <a:gd name="T8" fmla="*/ 2147483646 w 114"/>
              <a:gd name="T9" fmla="*/ 2147483646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2" name="Freeform 188">
            <a:extLst>
              <a:ext uri="{FF2B5EF4-FFF2-40B4-BE49-F238E27FC236}">
                <a16:creationId xmlns:a16="http://schemas.microsoft.com/office/drawing/2014/main" id="{756280EB-BD13-D24A-8682-77342FF0925A}"/>
              </a:ext>
            </a:extLst>
          </p:cNvPr>
          <p:cNvSpPr>
            <a:spLocks/>
          </p:cNvSpPr>
          <p:nvPr/>
        </p:nvSpPr>
        <p:spPr bwMode="auto">
          <a:xfrm flipH="1">
            <a:off x="1908572" y="2573282"/>
            <a:ext cx="4763" cy="15478"/>
          </a:xfrm>
          <a:custGeom>
            <a:avLst/>
            <a:gdLst>
              <a:gd name="T0" fmla="*/ 2147483646 w 27"/>
              <a:gd name="T1" fmla="*/ 0 h 82"/>
              <a:gd name="T2" fmla="*/ 2147483646 w 27"/>
              <a:gd name="T3" fmla="*/ 2147483646 h 82"/>
              <a:gd name="T4" fmla="*/ 2147483646 w 27"/>
              <a:gd name="T5" fmla="*/ 2147483646 h 82"/>
              <a:gd name="T6" fmla="*/ 2147483646 w 27"/>
              <a:gd name="T7" fmla="*/ 2147483646 h 82"/>
              <a:gd name="T8" fmla="*/ 0 w 27"/>
              <a:gd name="T9" fmla="*/ 2147483646 h 82"/>
              <a:gd name="T10" fmla="*/ 2147483646 w 27"/>
              <a:gd name="T11" fmla="*/ 2147483646 h 82"/>
              <a:gd name="T12" fmla="*/ 2147483646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3" name="Freeform 189">
            <a:extLst>
              <a:ext uri="{FF2B5EF4-FFF2-40B4-BE49-F238E27FC236}">
                <a16:creationId xmlns:a16="http://schemas.microsoft.com/office/drawing/2014/main" id="{AE922EBC-E296-794D-A3C1-D641C94268A3}"/>
              </a:ext>
            </a:extLst>
          </p:cNvPr>
          <p:cNvSpPr>
            <a:spLocks/>
          </p:cNvSpPr>
          <p:nvPr/>
        </p:nvSpPr>
        <p:spPr bwMode="auto">
          <a:xfrm flipH="1">
            <a:off x="1955006" y="2555422"/>
            <a:ext cx="1191" cy="7144"/>
          </a:xfrm>
          <a:custGeom>
            <a:avLst/>
            <a:gdLst>
              <a:gd name="T0" fmla="*/ 2147483646 w 15"/>
              <a:gd name="T1" fmla="*/ 0 h 30"/>
              <a:gd name="T2" fmla="*/ 2147483646 w 15"/>
              <a:gd name="T3" fmla="*/ 2147483646 h 30"/>
              <a:gd name="T4" fmla="*/ 0 w 15"/>
              <a:gd name="T5" fmla="*/ 2147483646 h 30"/>
              <a:gd name="T6" fmla="*/ 2147483646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4" name="Freeform 190">
            <a:extLst>
              <a:ext uri="{FF2B5EF4-FFF2-40B4-BE49-F238E27FC236}">
                <a16:creationId xmlns:a16="http://schemas.microsoft.com/office/drawing/2014/main" id="{2CA303DD-F91D-9145-94DD-6F391416717B}"/>
              </a:ext>
            </a:extLst>
          </p:cNvPr>
          <p:cNvSpPr>
            <a:spLocks/>
          </p:cNvSpPr>
          <p:nvPr/>
        </p:nvSpPr>
        <p:spPr bwMode="auto">
          <a:xfrm flipH="1">
            <a:off x="1775222" y="2324441"/>
            <a:ext cx="9525" cy="7144"/>
          </a:xfrm>
          <a:custGeom>
            <a:avLst/>
            <a:gdLst>
              <a:gd name="T0" fmla="*/ 0 w 51"/>
              <a:gd name="T1" fmla="*/ 0 h 36"/>
              <a:gd name="T2" fmla="*/ 2147483646 w 51"/>
              <a:gd name="T3" fmla="*/ 2147483646 h 36"/>
              <a:gd name="T4" fmla="*/ 2147483646 w 51"/>
              <a:gd name="T5" fmla="*/ 2147483646 h 36"/>
              <a:gd name="T6" fmla="*/ 2147483646 w 51"/>
              <a:gd name="T7" fmla="*/ 2147483646 h 36"/>
              <a:gd name="T8" fmla="*/ 2147483646 w 51"/>
              <a:gd name="T9" fmla="*/ 2147483646 h 36"/>
              <a:gd name="T10" fmla="*/ 2147483646 w 51"/>
              <a:gd name="T11" fmla="*/ 2147483646 h 36"/>
              <a:gd name="T12" fmla="*/ 2147483646 w 51"/>
              <a:gd name="T13" fmla="*/ 2147483646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5" name="Freeform 191">
            <a:extLst>
              <a:ext uri="{FF2B5EF4-FFF2-40B4-BE49-F238E27FC236}">
                <a16:creationId xmlns:a16="http://schemas.microsoft.com/office/drawing/2014/main" id="{71797093-4B00-B941-A9A9-FAE6E724CE4B}"/>
              </a:ext>
            </a:extLst>
          </p:cNvPr>
          <p:cNvSpPr>
            <a:spLocks/>
          </p:cNvSpPr>
          <p:nvPr/>
        </p:nvSpPr>
        <p:spPr bwMode="auto">
          <a:xfrm flipH="1">
            <a:off x="1779985" y="2335157"/>
            <a:ext cx="1190" cy="5953"/>
          </a:xfrm>
          <a:custGeom>
            <a:avLst/>
            <a:gdLst>
              <a:gd name="T0" fmla="*/ 0 w 14"/>
              <a:gd name="T1" fmla="*/ 0 h 24"/>
              <a:gd name="T2" fmla="*/ 2147483646 w 14"/>
              <a:gd name="T3" fmla="*/ 0 h 24"/>
              <a:gd name="T4" fmla="*/ 2147483646 w 14"/>
              <a:gd name="T5" fmla="*/ 2147483646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6" name="Freeform 192">
            <a:extLst>
              <a:ext uri="{FF2B5EF4-FFF2-40B4-BE49-F238E27FC236}">
                <a16:creationId xmlns:a16="http://schemas.microsoft.com/office/drawing/2014/main" id="{E2C9671C-3F23-5043-959A-7892CF3457D7}"/>
              </a:ext>
            </a:extLst>
          </p:cNvPr>
          <p:cNvSpPr>
            <a:spLocks/>
          </p:cNvSpPr>
          <p:nvPr/>
        </p:nvSpPr>
        <p:spPr bwMode="auto">
          <a:xfrm flipH="1">
            <a:off x="1744266" y="2374447"/>
            <a:ext cx="72628" cy="223838"/>
          </a:xfrm>
          <a:custGeom>
            <a:avLst/>
            <a:gdLst>
              <a:gd name="T0" fmla="*/ 2147483646 w 431"/>
              <a:gd name="T1" fmla="*/ 0 h 1076"/>
              <a:gd name="T2" fmla="*/ 2147483646 w 431"/>
              <a:gd name="T3" fmla="*/ 2147483646 h 1076"/>
              <a:gd name="T4" fmla="*/ 2147483646 w 431"/>
              <a:gd name="T5" fmla="*/ 2147483646 h 1076"/>
              <a:gd name="T6" fmla="*/ 2147483646 w 431"/>
              <a:gd name="T7" fmla="*/ 2147483646 h 1076"/>
              <a:gd name="T8" fmla="*/ 2147483646 w 431"/>
              <a:gd name="T9" fmla="*/ 2147483646 h 1076"/>
              <a:gd name="T10" fmla="*/ 2147483646 w 431"/>
              <a:gd name="T11" fmla="*/ 2147483646 h 1076"/>
              <a:gd name="T12" fmla="*/ 0 w 431"/>
              <a:gd name="T13" fmla="*/ 2147483646 h 1076"/>
              <a:gd name="T14" fmla="*/ 2147483646 w 431"/>
              <a:gd name="T15" fmla="*/ 2147483646 h 1076"/>
              <a:gd name="T16" fmla="*/ 2147483646 w 431"/>
              <a:gd name="T17" fmla="*/ 2147483646 h 1076"/>
              <a:gd name="T18" fmla="*/ 2147483646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267" name="Freeform 193">
            <a:extLst>
              <a:ext uri="{FF2B5EF4-FFF2-40B4-BE49-F238E27FC236}">
                <a16:creationId xmlns:a16="http://schemas.microsoft.com/office/drawing/2014/main" id="{B07A3E0A-6359-A147-A83D-29DE601AF42C}"/>
              </a:ext>
            </a:extLst>
          </p:cNvPr>
          <p:cNvSpPr>
            <a:spLocks/>
          </p:cNvSpPr>
          <p:nvPr/>
        </p:nvSpPr>
        <p:spPr bwMode="auto">
          <a:xfrm flipH="1">
            <a:off x="1622823" y="2331585"/>
            <a:ext cx="282178" cy="373856"/>
          </a:xfrm>
          <a:custGeom>
            <a:avLst/>
            <a:gdLst>
              <a:gd name="T0" fmla="*/ 2147483646 w 1606"/>
              <a:gd name="T1" fmla="*/ 2147483646 h 1792"/>
              <a:gd name="T2" fmla="*/ 2147483646 w 1606"/>
              <a:gd name="T3" fmla="*/ 0 h 1792"/>
              <a:gd name="T4" fmla="*/ 2147483646 w 1606"/>
              <a:gd name="T5" fmla="*/ 2147483646 h 1792"/>
              <a:gd name="T6" fmla="*/ 2147483646 w 1606"/>
              <a:gd name="T7" fmla="*/ 2147483646 h 1792"/>
              <a:gd name="T8" fmla="*/ 2147483646 w 1606"/>
              <a:gd name="T9" fmla="*/ 2147483646 h 1792"/>
              <a:gd name="T10" fmla="*/ 2147483646 w 1606"/>
              <a:gd name="T11" fmla="*/ 2147483646 h 1792"/>
              <a:gd name="T12" fmla="*/ 2147483646 w 1606"/>
              <a:gd name="T13" fmla="*/ 2147483646 h 1792"/>
              <a:gd name="T14" fmla="*/ 2147483646 w 1606"/>
              <a:gd name="T15" fmla="*/ 2147483646 h 1792"/>
              <a:gd name="T16" fmla="*/ 2147483646 w 1606"/>
              <a:gd name="T17" fmla="*/ 2147483646 h 1792"/>
              <a:gd name="T18" fmla="*/ 2147483646 w 1606"/>
              <a:gd name="T19" fmla="*/ 2147483646 h 1792"/>
              <a:gd name="T20" fmla="*/ 2147483646 w 1606"/>
              <a:gd name="T21" fmla="*/ 2147483646 h 1792"/>
              <a:gd name="T22" fmla="*/ 2147483646 w 1606"/>
              <a:gd name="T23" fmla="*/ 2147483646 h 1792"/>
              <a:gd name="T24" fmla="*/ 2147483646 w 1606"/>
              <a:gd name="T25" fmla="*/ 2147483646 h 1792"/>
              <a:gd name="T26" fmla="*/ 2147483646 w 1606"/>
              <a:gd name="T27" fmla="*/ 2147483646 h 1792"/>
              <a:gd name="T28" fmla="*/ 0 w 1606"/>
              <a:gd name="T29" fmla="*/ 2147483646 h 1792"/>
              <a:gd name="T30" fmla="*/ 2147483646 w 1606"/>
              <a:gd name="T31" fmla="*/ 2147483646 h 1792"/>
              <a:gd name="T32" fmla="*/ 2147483646 w 1606"/>
              <a:gd name="T33" fmla="*/ 2147483646 h 1792"/>
              <a:gd name="T34" fmla="*/ 2147483646 w 1606"/>
              <a:gd name="T35" fmla="*/ 2147483646 h 1792"/>
              <a:gd name="T36" fmla="*/ 2147483646 w 1606"/>
              <a:gd name="T37" fmla="*/ 2147483646 h 1792"/>
              <a:gd name="T38" fmla="*/ 2147483646 w 1606"/>
              <a:gd name="T39" fmla="*/ 2147483646 h 1792"/>
              <a:gd name="T40" fmla="*/ 2147483646 w 1606"/>
              <a:gd name="T41" fmla="*/ 2147483646 h 1792"/>
              <a:gd name="T42" fmla="*/ 2147483646 w 1606"/>
              <a:gd name="T43" fmla="*/ 2147483646 h 1792"/>
              <a:gd name="T44" fmla="*/ 2147483646 w 1606"/>
              <a:gd name="T45" fmla="*/ 2147483646 h 1792"/>
              <a:gd name="T46" fmla="*/ 2147483646 w 1606"/>
              <a:gd name="T47" fmla="*/ 2147483646 h 1792"/>
              <a:gd name="T48" fmla="*/ 2147483646 w 1606"/>
              <a:gd name="T49" fmla="*/ 2147483646 h 1792"/>
              <a:gd name="T50" fmla="*/ 2147483646 w 1606"/>
              <a:gd name="T51" fmla="*/ 2147483646 h 1792"/>
              <a:gd name="T52" fmla="*/ 2147483646 w 1606"/>
              <a:gd name="T53" fmla="*/ 2147483646 h 1792"/>
              <a:gd name="T54" fmla="*/ 2147483646 w 1606"/>
              <a:gd name="T55" fmla="*/ 2147483646 h 1792"/>
              <a:gd name="T56" fmla="*/ 2147483646 w 1606"/>
              <a:gd name="T57" fmla="*/ 2147483646 h 1792"/>
              <a:gd name="T58" fmla="*/ 2147483646 w 1606"/>
              <a:gd name="T59" fmla="*/ 2147483646 h 1792"/>
              <a:gd name="T60" fmla="*/ 2147483646 w 1606"/>
              <a:gd name="T61" fmla="*/ 2147483646 h 1792"/>
              <a:gd name="T62" fmla="*/ 2147483646 w 1606"/>
              <a:gd name="T63" fmla="*/ 2147483646 h 1792"/>
              <a:gd name="T64" fmla="*/ 2147483646 w 1606"/>
              <a:gd name="T65" fmla="*/ 2147483646 h 1792"/>
              <a:gd name="T66" fmla="*/ 2147483646 w 1606"/>
              <a:gd name="T67" fmla="*/ 2147483646 h 1792"/>
              <a:gd name="T68" fmla="*/ 2147483646 w 1606"/>
              <a:gd name="T69" fmla="*/ 2147483646 h 1792"/>
              <a:gd name="T70" fmla="*/ 2147483646 w 1606"/>
              <a:gd name="T71" fmla="*/ 2147483646 h 1792"/>
              <a:gd name="T72" fmla="*/ 2147483646 w 1606"/>
              <a:gd name="T73" fmla="*/ 2147483646 h 1792"/>
              <a:gd name="T74" fmla="*/ 2147483646 w 1606"/>
              <a:gd name="T75" fmla="*/ 2147483646 h 1792"/>
              <a:gd name="T76" fmla="*/ 2147483646 w 1606"/>
              <a:gd name="T77" fmla="*/ 2147483646 h 1792"/>
              <a:gd name="T78" fmla="*/ 2147483646 w 1606"/>
              <a:gd name="T79" fmla="*/ 2147483646 h 1792"/>
              <a:gd name="T80" fmla="*/ 2147483646 w 1606"/>
              <a:gd name="T81" fmla="*/ 2147483646 h 1792"/>
              <a:gd name="T82" fmla="*/ 2147483646 w 1606"/>
              <a:gd name="T83" fmla="*/ 2147483646 h 1792"/>
              <a:gd name="T84" fmla="*/ 2147483646 w 1606"/>
              <a:gd name="T85" fmla="*/ 2147483646 h 1792"/>
              <a:gd name="T86" fmla="*/ 2147483646 w 1606"/>
              <a:gd name="T87" fmla="*/ 2147483646 h 1792"/>
              <a:gd name="T88" fmla="*/ 2147483646 w 1606"/>
              <a:gd name="T89" fmla="*/ 2147483646 h 1792"/>
              <a:gd name="T90" fmla="*/ 2147483646 w 1606"/>
              <a:gd name="T91" fmla="*/ 2147483646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268" name="Freeform 194">
            <a:extLst>
              <a:ext uri="{FF2B5EF4-FFF2-40B4-BE49-F238E27FC236}">
                <a16:creationId xmlns:a16="http://schemas.microsoft.com/office/drawing/2014/main" id="{28689C52-9071-014A-AFC6-23AC9D9C5EB3}"/>
              </a:ext>
            </a:extLst>
          </p:cNvPr>
          <p:cNvSpPr>
            <a:spLocks/>
          </p:cNvSpPr>
          <p:nvPr/>
        </p:nvSpPr>
        <p:spPr bwMode="auto">
          <a:xfrm flipH="1">
            <a:off x="1627585" y="2354207"/>
            <a:ext cx="177403" cy="346472"/>
          </a:xfrm>
          <a:custGeom>
            <a:avLst/>
            <a:gdLst>
              <a:gd name="T0" fmla="*/ 2147483646 w 1014"/>
              <a:gd name="T1" fmla="*/ 2147483646 h 1671"/>
              <a:gd name="T2" fmla="*/ 2147483646 w 1014"/>
              <a:gd name="T3" fmla="*/ 2147483646 h 1671"/>
              <a:gd name="T4" fmla="*/ 2147483646 w 1014"/>
              <a:gd name="T5" fmla="*/ 2147483646 h 1671"/>
              <a:gd name="T6" fmla="*/ 2147483646 w 1014"/>
              <a:gd name="T7" fmla="*/ 2147483646 h 1671"/>
              <a:gd name="T8" fmla="*/ 2147483646 w 1014"/>
              <a:gd name="T9" fmla="*/ 2147483646 h 1671"/>
              <a:gd name="T10" fmla="*/ 2147483646 w 1014"/>
              <a:gd name="T11" fmla="*/ 2147483646 h 1671"/>
              <a:gd name="T12" fmla="*/ 2147483646 w 1014"/>
              <a:gd name="T13" fmla="*/ 2147483646 h 1671"/>
              <a:gd name="T14" fmla="*/ 2147483646 w 1014"/>
              <a:gd name="T15" fmla="*/ 2147483646 h 1671"/>
              <a:gd name="T16" fmla="*/ 2147483646 w 1014"/>
              <a:gd name="T17" fmla="*/ 2147483646 h 1671"/>
              <a:gd name="T18" fmla="*/ 2147483646 w 1014"/>
              <a:gd name="T19" fmla="*/ 2147483646 h 1671"/>
              <a:gd name="T20" fmla="*/ 2147483646 w 1014"/>
              <a:gd name="T21" fmla="*/ 2147483646 h 1671"/>
              <a:gd name="T22" fmla="*/ 2147483646 w 1014"/>
              <a:gd name="T23" fmla="*/ 2147483646 h 1671"/>
              <a:gd name="T24" fmla="*/ 2147483646 w 1014"/>
              <a:gd name="T25" fmla="*/ 2147483646 h 1671"/>
              <a:gd name="T26" fmla="*/ 2147483646 w 1014"/>
              <a:gd name="T27" fmla="*/ 2147483646 h 1671"/>
              <a:gd name="T28" fmla="*/ 2147483646 w 1014"/>
              <a:gd name="T29" fmla="*/ 2147483646 h 1671"/>
              <a:gd name="T30" fmla="*/ 2147483646 w 1014"/>
              <a:gd name="T31" fmla="*/ 2147483646 h 1671"/>
              <a:gd name="T32" fmla="*/ 2147483646 w 1014"/>
              <a:gd name="T33" fmla="*/ 2147483646 h 1671"/>
              <a:gd name="T34" fmla="*/ 2147483646 w 1014"/>
              <a:gd name="T35" fmla="*/ 2147483646 h 1671"/>
              <a:gd name="T36" fmla="*/ 2147483646 w 1014"/>
              <a:gd name="T37" fmla="*/ 0 h 1671"/>
              <a:gd name="T38" fmla="*/ 2147483646 w 1014"/>
              <a:gd name="T39" fmla="*/ 2147483646 h 1671"/>
              <a:gd name="T40" fmla="*/ 2147483646 w 1014"/>
              <a:gd name="T41" fmla="*/ 2147483646 h 1671"/>
              <a:gd name="T42" fmla="*/ 2147483646 w 1014"/>
              <a:gd name="T43" fmla="*/ 2147483646 h 1671"/>
              <a:gd name="T44" fmla="*/ 2147483646 w 1014"/>
              <a:gd name="T45" fmla="*/ 2147483646 h 1671"/>
              <a:gd name="T46" fmla="*/ 2147483646 w 1014"/>
              <a:gd name="T47" fmla="*/ 2147483646 h 1671"/>
              <a:gd name="T48" fmla="*/ 2147483646 w 1014"/>
              <a:gd name="T49" fmla="*/ 2147483646 h 1671"/>
              <a:gd name="T50" fmla="*/ 2147483646 w 1014"/>
              <a:gd name="T51" fmla="*/ 2147483646 h 1671"/>
              <a:gd name="T52" fmla="*/ 2147483646 w 1014"/>
              <a:gd name="T53" fmla="*/ 2147483646 h 1671"/>
              <a:gd name="T54" fmla="*/ 2147483646 w 1014"/>
              <a:gd name="T55" fmla="*/ 2147483646 h 1671"/>
              <a:gd name="T56" fmla="*/ 2147483646 w 1014"/>
              <a:gd name="T57" fmla="*/ 2147483646 h 1671"/>
              <a:gd name="T58" fmla="*/ 2147483646 w 1014"/>
              <a:gd name="T59" fmla="*/ 2147483646 h 1671"/>
              <a:gd name="T60" fmla="*/ 2147483646 w 1014"/>
              <a:gd name="T61" fmla="*/ 2147483646 h 1671"/>
              <a:gd name="T62" fmla="*/ 2147483646 w 1014"/>
              <a:gd name="T63" fmla="*/ 2147483646 h 1671"/>
              <a:gd name="T64" fmla="*/ 2147483646 w 1014"/>
              <a:gd name="T65" fmla="*/ 2147483646 h 1671"/>
              <a:gd name="T66" fmla="*/ 2147483646 w 1014"/>
              <a:gd name="T67" fmla="*/ 2147483646 h 1671"/>
              <a:gd name="T68" fmla="*/ 2147483646 w 1014"/>
              <a:gd name="T69" fmla="*/ 2147483646 h 1671"/>
              <a:gd name="T70" fmla="*/ 2147483646 w 1014"/>
              <a:gd name="T71" fmla="*/ 2147483646 h 1671"/>
              <a:gd name="T72" fmla="*/ 2147483646 w 1014"/>
              <a:gd name="T73" fmla="*/ 2147483646 h 1671"/>
              <a:gd name="T74" fmla="*/ 2147483646 w 1014"/>
              <a:gd name="T75" fmla="*/ 2147483646 h 1671"/>
              <a:gd name="T76" fmla="*/ 0 w 1014"/>
              <a:gd name="T77" fmla="*/ 2147483646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9" name="Freeform 195">
            <a:extLst>
              <a:ext uri="{FF2B5EF4-FFF2-40B4-BE49-F238E27FC236}">
                <a16:creationId xmlns:a16="http://schemas.microsoft.com/office/drawing/2014/main" id="{2FAFDC1D-673D-3F44-A88E-7500451AC515}"/>
              </a:ext>
            </a:extLst>
          </p:cNvPr>
          <p:cNvSpPr>
            <a:spLocks/>
          </p:cNvSpPr>
          <p:nvPr/>
        </p:nvSpPr>
        <p:spPr bwMode="auto">
          <a:xfrm flipH="1">
            <a:off x="1640681" y="2525657"/>
            <a:ext cx="53579" cy="161925"/>
          </a:xfrm>
          <a:custGeom>
            <a:avLst/>
            <a:gdLst>
              <a:gd name="T0" fmla="*/ 0 w 295"/>
              <a:gd name="T1" fmla="*/ 2147483646 h 774"/>
              <a:gd name="T2" fmla="*/ 2147483646 w 295"/>
              <a:gd name="T3" fmla="*/ 2147483646 h 774"/>
              <a:gd name="T4" fmla="*/ 2147483646 w 295"/>
              <a:gd name="T5" fmla="*/ 2147483646 h 774"/>
              <a:gd name="T6" fmla="*/ 2147483646 w 295"/>
              <a:gd name="T7" fmla="*/ 2147483646 h 774"/>
              <a:gd name="T8" fmla="*/ 2147483646 w 295"/>
              <a:gd name="T9" fmla="*/ 2147483646 h 774"/>
              <a:gd name="T10" fmla="*/ 2147483646 w 295"/>
              <a:gd name="T11" fmla="*/ 2147483646 h 774"/>
              <a:gd name="T12" fmla="*/ 2147483646 w 295"/>
              <a:gd name="T13" fmla="*/ 2147483646 h 774"/>
              <a:gd name="T14" fmla="*/ 2147483646 w 295"/>
              <a:gd name="T15" fmla="*/ 2147483646 h 774"/>
              <a:gd name="T16" fmla="*/ 2147483646 w 295"/>
              <a:gd name="T17" fmla="*/ 0 h 774"/>
              <a:gd name="T18" fmla="*/ 2147483646 w 295"/>
              <a:gd name="T19" fmla="*/ 2147483646 h 774"/>
              <a:gd name="T20" fmla="*/ 2147483646 w 295"/>
              <a:gd name="T21" fmla="*/ 2147483646 h 774"/>
              <a:gd name="T22" fmla="*/ 2147483646 w 295"/>
              <a:gd name="T23" fmla="*/ 2147483646 h 774"/>
              <a:gd name="T24" fmla="*/ 2147483646 w 295"/>
              <a:gd name="T25" fmla="*/ 2147483646 h 774"/>
              <a:gd name="T26" fmla="*/ 0 w 295"/>
              <a:gd name="T27" fmla="*/ 2147483646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0" name="Freeform 196">
            <a:extLst>
              <a:ext uri="{FF2B5EF4-FFF2-40B4-BE49-F238E27FC236}">
                <a16:creationId xmlns:a16="http://schemas.microsoft.com/office/drawing/2014/main" id="{7DEAA372-AE69-7C46-88E2-C50A93523668}"/>
              </a:ext>
            </a:extLst>
          </p:cNvPr>
          <p:cNvSpPr>
            <a:spLocks/>
          </p:cNvSpPr>
          <p:nvPr/>
        </p:nvSpPr>
        <p:spPr bwMode="auto">
          <a:xfrm flipH="1">
            <a:off x="1694260" y="2395879"/>
            <a:ext cx="204788" cy="241697"/>
          </a:xfrm>
          <a:custGeom>
            <a:avLst/>
            <a:gdLst>
              <a:gd name="T0" fmla="*/ 2147483646 w 1172"/>
              <a:gd name="T1" fmla="*/ 2147483646 h 1162"/>
              <a:gd name="T2" fmla="*/ 2147483646 w 1172"/>
              <a:gd name="T3" fmla="*/ 2147483646 h 1162"/>
              <a:gd name="T4" fmla="*/ 2147483646 w 1172"/>
              <a:gd name="T5" fmla="*/ 2147483646 h 1162"/>
              <a:gd name="T6" fmla="*/ 2147483646 w 1172"/>
              <a:gd name="T7" fmla="*/ 2147483646 h 1162"/>
              <a:gd name="T8" fmla="*/ 2147483646 w 1172"/>
              <a:gd name="T9" fmla="*/ 2147483646 h 1162"/>
              <a:gd name="T10" fmla="*/ 2147483646 w 1172"/>
              <a:gd name="T11" fmla="*/ 2147483646 h 1162"/>
              <a:gd name="T12" fmla="*/ 2147483646 w 1172"/>
              <a:gd name="T13" fmla="*/ 2147483646 h 1162"/>
              <a:gd name="T14" fmla="*/ 2147483646 w 1172"/>
              <a:gd name="T15" fmla="*/ 2147483646 h 1162"/>
              <a:gd name="T16" fmla="*/ 2147483646 w 1172"/>
              <a:gd name="T17" fmla="*/ 2147483646 h 1162"/>
              <a:gd name="T18" fmla="*/ 2147483646 w 1172"/>
              <a:gd name="T19" fmla="*/ 2147483646 h 1162"/>
              <a:gd name="T20" fmla="*/ 2147483646 w 1172"/>
              <a:gd name="T21" fmla="*/ 2147483646 h 1162"/>
              <a:gd name="T22" fmla="*/ 0 w 1172"/>
              <a:gd name="T23" fmla="*/ 2147483646 h 1162"/>
              <a:gd name="T24" fmla="*/ 2147483646 w 1172"/>
              <a:gd name="T25" fmla="*/ 2147483646 h 1162"/>
              <a:gd name="T26" fmla="*/ 2147483646 w 1172"/>
              <a:gd name="T27" fmla="*/ 2147483646 h 1162"/>
              <a:gd name="T28" fmla="*/ 2147483646 w 1172"/>
              <a:gd name="T29" fmla="*/ 2147483646 h 1162"/>
              <a:gd name="T30" fmla="*/ 2147483646 w 1172"/>
              <a:gd name="T31" fmla="*/ 2147483646 h 1162"/>
              <a:gd name="T32" fmla="*/ 2147483646 w 1172"/>
              <a:gd name="T33" fmla="*/ 2147483646 h 1162"/>
              <a:gd name="T34" fmla="*/ 2147483646 w 1172"/>
              <a:gd name="T35" fmla="*/ 2147483646 h 1162"/>
              <a:gd name="T36" fmla="*/ 2147483646 w 1172"/>
              <a:gd name="T37" fmla="*/ 2147483646 h 1162"/>
              <a:gd name="T38" fmla="*/ 2147483646 w 1172"/>
              <a:gd name="T39" fmla="*/ 2147483646 h 1162"/>
              <a:gd name="T40" fmla="*/ 2147483646 w 1172"/>
              <a:gd name="T41" fmla="*/ 2147483646 h 1162"/>
              <a:gd name="T42" fmla="*/ 2147483646 w 1172"/>
              <a:gd name="T43" fmla="*/ 2147483646 h 1162"/>
              <a:gd name="T44" fmla="*/ 2147483646 w 1172"/>
              <a:gd name="T45" fmla="*/ 2147483646 h 1162"/>
              <a:gd name="T46" fmla="*/ 2147483646 w 1172"/>
              <a:gd name="T47" fmla="*/ 2147483646 h 1162"/>
              <a:gd name="T48" fmla="*/ 2147483646 w 1172"/>
              <a:gd name="T49" fmla="*/ 2147483646 h 1162"/>
              <a:gd name="T50" fmla="*/ 2147483646 w 1172"/>
              <a:gd name="T51" fmla="*/ 2147483646 h 1162"/>
              <a:gd name="T52" fmla="*/ 2147483646 w 1172"/>
              <a:gd name="T53" fmla="*/ 2147483646 h 1162"/>
              <a:gd name="T54" fmla="*/ 2147483646 w 1172"/>
              <a:gd name="T55" fmla="*/ 2147483646 h 1162"/>
              <a:gd name="T56" fmla="*/ 2147483646 w 1172"/>
              <a:gd name="T57" fmla="*/ 2147483646 h 1162"/>
              <a:gd name="T58" fmla="*/ 2147483646 w 1172"/>
              <a:gd name="T59" fmla="*/ 2147483646 h 1162"/>
              <a:gd name="T60" fmla="*/ 2147483646 w 1172"/>
              <a:gd name="T61" fmla="*/ 2147483646 h 1162"/>
              <a:gd name="T62" fmla="*/ 2147483646 w 1172"/>
              <a:gd name="T63" fmla="*/ 2147483646 h 1162"/>
              <a:gd name="T64" fmla="*/ 2147483646 w 1172"/>
              <a:gd name="T65" fmla="*/ 2147483646 h 1162"/>
              <a:gd name="T66" fmla="*/ 2147483646 w 1172"/>
              <a:gd name="T67" fmla="*/ 2147483646 h 1162"/>
              <a:gd name="T68" fmla="*/ 2147483646 w 1172"/>
              <a:gd name="T69" fmla="*/ 2147483646 h 1162"/>
              <a:gd name="T70" fmla="*/ 2147483646 w 1172"/>
              <a:gd name="T71" fmla="*/ 2147483646 h 1162"/>
              <a:gd name="T72" fmla="*/ 2147483646 w 1172"/>
              <a:gd name="T73" fmla="*/ 2147483646 h 1162"/>
              <a:gd name="T74" fmla="*/ 2147483646 w 1172"/>
              <a:gd name="T75" fmla="*/ 2147483646 h 1162"/>
              <a:gd name="T76" fmla="*/ 2147483646 w 1172"/>
              <a:gd name="T77" fmla="*/ 2147483646 h 1162"/>
              <a:gd name="T78" fmla="*/ 2147483646 w 1172"/>
              <a:gd name="T79" fmla="*/ 2147483646 h 1162"/>
              <a:gd name="T80" fmla="*/ 2147483646 w 1172"/>
              <a:gd name="T81" fmla="*/ 2147483646 h 1162"/>
              <a:gd name="T82" fmla="*/ 2147483646 w 1172"/>
              <a:gd name="T83" fmla="*/ 2147483646 h 1162"/>
              <a:gd name="T84" fmla="*/ 2147483646 w 1172"/>
              <a:gd name="T85" fmla="*/ 2147483646 h 1162"/>
              <a:gd name="T86" fmla="*/ 2147483646 w 1172"/>
              <a:gd name="T87" fmla="*/ 2147483646 h 1162"/>
              <a:gd name="T88" fmla="*/ 2147483646 w 1172"/>
              <a:gd name="T89" fmla="*/ 2147483646 h 1162"/>
              <a:gd name="T90" fmla="*/ 2147483646 w 1172"/>
              <a:gd name="T91" fmla="*/ 2147483646 h 1162"/>
              <a:gd name="T92" fmla="*/ 2147483646 w 1172"/>
              <a:gd name="T93" fmla="*/ 2147483646 h 1162"/>
              <a:gd name="T94" fmla="*/ 2147483646 w 1172"/>
              <a:gd name="T95" fmla="*/ 2147483646 h 1162"/>
              <a:gd name="T96" fmla="*/ 2147483646 w 1172"/>
              <a:gd name="T97" fmla="*/ 2147483646 h 1162"/>
              <a:gd name="T98" fmla="*/ 2147483646 w 1172"/>
              <a:gd name="T99" fmla="*/ 2147483646 h 1162"/>
              <a:gd name="T100" fmla="*/ 2147483646 w 1172"/>
              <a:gd name="T101" fmla="*/ 2147483646 h 1162"/>
              <a:gd name="T102" fmla="*/ 2147483646 w 1172"/>
              <a:gd name="T103" fmla="*/ 2147483646 h 1162"/>
              <a:gd name="T104" fmla="*/ 2147483646 w 1172"/>
              <a:gd name="T105" fmla="*/ 2147483646 h 1162"/>
              <a:gd name="T106" fmla="*/ 2147483646 w 1172"/>
              <a:gd name="T107" fmla="*/ 2147483646 h 1162"/>
              <a:gd name="T108" fmla="*/ 2147483646 w 1172"/>
              <a:gd name="T109" fmla="*/ 2147483646 h 1162"/>
              <a:gd name="T110" fmla="*/ 2147483646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1" name="Freeform 197">
            <a:extLst>
              <a:ext uri="{FF2B5EF4-FFF2-40B4-BE49-F238E27FC236}">
                <a16:creationId xmlns:a16="http://schemas.microsoft.com/office/drawing/2014/main" id="{EA32FFAA-2BE6-BD42-ADB0-041259B7B3CD}"/>
              </a:ext>
            </a:extLst>
          </p:cNvPr>
          <p:cNvSpPr>
            <a:spLocks/>
          </p:cNvSpPr>
          <p:nvPr/>
        </p:nvSpPr>
        <p:spPr bwMode="auto">
          <a:xfrm flipH="1">
            <a:off x="1707356" y="2486366"/>
            <a:ext cx="52388" cy="53579"/>
          </a:xfrm>
          <a:custGeom>
            <a:avLst/>
            <a:gdLst>
              <a:gd name="T0" fmla="*/ 0 w 295"/>
              <a:gd name="T1" fmla="*/ 0 h 263"/>
              <a:gd name="T2" fmla="*/ 0 w 295"/>
              <a:gd name="T3" fmla="*/ 2147483646 h 263"/>
              <a:gd name="T4" fmla="*/ 2147483646 w 295"/>
              <a:gd name="T5" fmla="*/ 2147483646 h 263"/>
              <a:gd name="T6" fmla="*/ 2147483646 w 295"/>
              <a:gd name="T7" fmla="*/ 2147483646 h 263"/>
              <a:gd name="T8" fmla="*/ 2147483646 w 295"/>
              <a:gd name="T9" fmla="*/ 2147483646 h 263"/>
              <a:gd name="T10" fmla="*/ 2147483646 w 295"/>
              <a:gd name="T11" fmla="*/ 2147483646 h 263"/>
              <a:gd name="T12" fmla="*/ 2147483646 w 295"/>
              <a:gd name="T13" fmla="*/ 2147483646 h 263"/>
              <a:gd name="T14" fmla="*/ 2147483646 w 295"/>
              <a:gd name="T15" fmla="*/ 2147483646 h 263"/>
              <a:gd name="T16" fmla="*/ 2147483646 w 295"/>
              <a:gd name="T17" fmla="*/ 2147483646 h 263"/>
              <a:gd name="T18" fmla="*/ 2147483646 w 295"/>
              <a:gd name="T19" fmla="*/ 2147483646 h 263"/>
              <a:gd name="T20" fmla="*/ 2147483646 w 295"/>
              <a:gd name="T21" fmla="*/ 2147483646 h 263"/>
              <a:gd name="T22" fmla="*/ 2147483646 w 295"/>
              <a:gd name="T23" fmla="*/ 2147483646 h 263"/>
              <a:gd name="T24" fmla="*/ 2147483646 w 295"/>
              <a:gd name="T25" fmla="*/ 2147483646 h 263"/>
              <a:gd name="T26" fmla="*/ 2147483646 w 295"/>
              <a:gd name="T27" fmla="*/ 2147483646 h 263"/>
              <a:gd name="T28" fmla="*/ 2147483646 w 295"/>
              <a:gd name="T29" fmla="*/ 2147483646 h 263"/>
              <a:gd name="T30" fmla="*/ 2147483646 w 295"/>
              <a:gd name="T31" fmla="*/ 2147483646 h 263"/>
              <a:gd name="T32" fmla="*/ 2147483646 w 295"/>
              <a:gd name="T33" fmla="*/ 2147483646 h 263"/>
              <a:gd name="T34" fmla="*/ 2147483646 w 295"/>
              <a:gd name="T35" fmla="*/ 2147483646 h 263"/>
              <a:gd name="T36" fmla="*/ 2147483646 w 295"/>
              <a:gd name="T37" fmla="*/ 2147483646 h 263"/>
              <a:gd name="T38" fmla="*/ 2147483646 w 295"/>
              <a:gd name="T39" fmla="*/ 2147483646 h 263"/>
              <a:gd name="T40" fmla="*/ 2147483646 w 295"/>
              <a:gd name="T41" fmla="*/ 2147483646 h 263"/>
              <a:gd name="T42" fmla="*/ 2147483646 w 295"/>
              <a:gd name="T43" fmla="*/ 2147483646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2" name="Freeform 198">
            <a:extLst>
              <a:ext uri="{FF2B5EF4-FFF2-40B4-BE49-F238E27FC236}">
                <a16:creationId xmlns:a16="http://schemas.microsoft.com/office/drawing/2014/main" id="{72B3A8D7-7010-BA47-BBF9-83B34AC8F21E}"/>
              </a:ext>
            </a:extLst>
          </p:cNvPr>
          <p:cNvSpPr>
            <a:spLocks/>
          </p:cNvSpPr>
          <p:nvPr/>
        </p:nvSpPr>
        <p:spPr bwMode="auto">
          <a:xfrm flipH="1">
            <a:off x="1709738" y="2441122"/>
            <a:ext cx="46435" cy="71438"/>
          </a:xfrm>
          <a:custGeom>
            <a:avLst/>
            <a:gdLst>
              <a:gd name="T0" fmla="*/ 2147483646 w 270"/>
              <a:gd name="T1" fmla="*/ 0 h 345"/>
              <a:gd name="T2" fmla="*/ 2147483646 w 270"/>
              <a:gd name="T3" fmla="*/ 2147483646 h 345"/>
              <a:gd name="T4" fmla="*/ 0 w 270"/>
              <a:gd name="T5" fmla="*/ 2147483646 h 345"/>
              <a:gd name="T6" fmla="*/ 2147483646 w 270"/>
              <a:gd name="T7" fmla="*/ 2147483646 h 345"/>
              <a:gd name="T8" fmla="*/ 2147483646 w 270"/>
              <a:gd name="T9" fmla="*/ 2147483646 h 345"/>
              <a:gd name="T10" fmla="*/ 2147483646 w 270"/>
              <a:gd name="T11" fmla="*/ 2147483646 h 345"/>
              <a:gd name="T12" fmla="*/ 2147483646 w 270"/>
              <a:gd name="T13" fmla="*/ 2147483646 h 345"/>
              <a:gd name="T14" fmla="*/ 2147483646 w 270"/>
              <a:gd name="T15" fmla="*/ 2147483646 h 345"/>
              <a:gd name="T16" fmla="*/ 2147483646 w 270"/>
              <a:gd name="T17" fmla="*/ 2147483646 h 345"/>
              <a:gd name="T18" fmla="*/ 2147483646 w 270"/>
              <a:gd name="T19" fmla="*/ 2147483646 h 345"/>
              <a:gd name="T20" fmla="*/ 2147483646 w 270"/>
              <a:gd name="T21" fmla="*/ 2147483646 h 345"/>
              <a:gd name="T22" fmla="*/ 2147483646 w 270"/>
              <a:gd name="T23" fmla="*/ 2147483646 h 345"/>
              <a:gd name="T24" fmla="*/ 2147483646 w 270"/>
              <a:gd name="T25" fmla="*/ 2147483646 h 345"/>
              <a:gd name="T26" fmla="*/ 2147483646 w 270"/>
              <a:gd name="T27" fmla="*/ 2147483646 h 345"/>
              <a:gd name="T28" fmla="*/ 2147483646 w 270"/>
              <a:gd name="T29" fmla="*/ 2147483646 h 345"/>
              <a:gd name="T30" fmla="*/ 2147483646 w 270"/>
              <a:gd name="T31" fmla="*/ 2147483646 h 345"/>
              <a:gd name="T32" fmla="*/ 2147483646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3" name="Freeform 199">
            <a:extLst>
              <a:ext uri="{FF2B5EF4-FFF2-40B4-BE49-F238E27FC236}">
                <a16:creationId xmlns:a16="http://schemas.microsoft.com/office/drawing/2014/main" id="{ABA62C44-FEF9-1F4B-92FF-933B1F20C44F}"/>
              </a:ext>
            </a:extLst>
          </p:cNvPr>
          <p:cNvSpPr>
            <a:spLocks/>
          </p:cNvSpPr>
          <p:nvPr/>
        </p:nvSpPr>
        <p:spPr bwMode="auto">
          <a:xfrm flipH="1">
            <a:off x="1715692" y="2370875"/>
            <a:ext cx="50006" cy="41672"/>
          </a:xfrm>
          <a:custGeom>
            <a:avLst/>
            <a:gdLst>
              <a:gd name="T0" fmla="*/ 0 w 287"/>
              <a:gd name="T1" fmla="*/ 2147483646 h 199"/>
              <a:gd name="T2" fmla="*/ 2147483646 w 287"/>
              <a:gd name="T3" fmla="*/ 2147483646 h 199"/>
              <a:gd name="T4" fmla="*/ 2147483646 w 287"/>
              <a:gd name="T5" fmla="*/ 2147483646 h 199"/>
              <a:gd name="T6" fmla="*/ 2147483646 w 287"/>
              <a:gd name="T7" fmla="*/ 2147483646 h 199"/>
              <a:gd name="T8" fmla="*/ 2147483646 w 287"/>
              <a:gd name="T9" fmla="*/ 0 h 199"/>
              <a:gd name="T10" fmla="*/ 2147483646 w 287"/>
              <a:gd name="T11" fmla="*/ 2147483646 h 199"/>
              <a:gd name="T12" fmla="*/ 2147483646 w 287"/>
              <a:gd name="T13" fmla="*/ 2147483646 h 199"/>
              <a:gd name="T14" fmla="*/ 2147483646 w 287"/>
              <a:gd name="T15" fmla="*/ 2147483646 h 199"/>
              <a:gd name="T16" fmla="*/ 2147483646 w 287"/>
              <a:gd name="T17" fmla="*/ 2147483646 h 199"/>
              <a:gd name="T18" fmla="*/ 0 w 287"/>
              <a:gd name="T19" fmla="*/ 214748364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4" name="Freeform 200">
            <a:extLst>
              <a:ext uri="{FF2B5EF4-FFF2-40B4-BE49-F238E27FC236}">
                <a16:creationId xmlns:a16="http://schemas.microsoft.com/office/drawing/2014/main" id="{01A00E86-53C8-0948-A0F9-B2AC60FB3C92}"/>
              </a:ext>
            </a:extLst>
          </p:cNvPr>
          <p:cNvSpPr>
            <a:spLocks/>
          </p:cNvSpPr>
          <p:nvPr/>
        </p:nvSpPr>
        <p:spPr bwMode="auto">
          <a:xfrm flipH="1">
            <a:off x="1775222" y="2447076"/>
            <a:ext cx="28575" cy="105965"/>
          </a:xfrm>
          <a:custGeom>
            <a:avLst/>
            <a:gdLst>
              <a:gd name="T0" fmla="*/ 0 w 162"/>
              <a:gd name="T1" fmla="*/ 2147483646 h 514"/>
              <a:gd name="T2" fmla="*/ 2147483646 w 162"/>
              <a:gd name="T3" fmla="*/ 2147483646 h 514"/>
              <a:gd name="T4" fmla="*/ 2147483646 w 162"/>
              <a:gd name="T5" fmla="*/ 2147483646 h 514"/>
              <a:gd name="T6" fmla="*/ 2147483646 w 162"/>
              <a:gd name="T7" fmla="*/ 2147483646 h 514"/>
              <a:gd name="T8" fmla="*/ 2147483646 w 162"/>
              <a:gd name="T9" fmla="*/ 2147483646 h 514"/>
              <a:gd name="T10" fmla="*/ 2147483646 w 162"/>
              <a:gd name="T11" fmla="*/ 2147483646 h 514"/>
              <a:gd name="T12" fmla="*/ 2147483646 w 162"/>
              <a:gd name="T13" fmla="*/ 2147483646 h 514"/>
              <a:gd name="T14" fmla="*/ 2147483646 w 162"/>
              <a:gd name="T15" fmla="*/ 2147483646 h 514"/>
              <a:gd name="T16" fmla="*/ 2147483646 w 162"/>
              <a:gd name="T17" fmla="*/ 2147483646 h 514"/>
              <a:gd name="T18" fmla="*/ 2147483646 w 162"/>
              <a:gd name="T19" fmla="*/ 2147483646 h 514"/>
              <a:gd name="T20" fmla="*/ 2147483646 w 162"/>
              <a:gd name="T21" fmla="*/ 2147483646 h 514"/>
              <a:gd name="T22" fmla="*/ 2147483646 w 162"/>
              <a:gd name="T23" fmla="*/ 2147483646 h 514"/>
              <a:gd name="T24" fmla="*/ 2147483646 w 162"/>
              <a:gd name="T25" fmla="*/ 2147483646 h 514"/>
              <a:gd name="T26" fmla="*/ 2147483646 w 162"/>
              <a:gd name="T27" fmla="*/ 2147483646 h 514"/>
              <a:gd name="T28" fmla="*/ 2147483646 w 162"/>
              <a:gd name="T29" fmla="*/ 0 h 514"/>
              <a:gd name="T30" fmla="*/ 2147483646 w 162"/>
              <a:gd name="T31" fmla="*/ 2147483646 h 514"/>
              <a:gd name="T32" fmla="*/ 2147483646 w 162"/>
              <a:gd name="T33" fmla="*/ 2147483646 h 514"/>
              <a:gd name="T34" fmla="*/ 2147483646 w 162"/>
              <a:gd name="T35" fmla="*/ 2147483646 h 514"/>
              <a:gd name="T36" fmla="*/ 0 w 162"/>
              <a:gd name="T37" fmla="*/ 2147483646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5" name="Freeform 201">
            <a:extLst>
              <a:ext uri="{FF2B5EF4-FFF2-40B4-BE49-F238E27FC236}">
                <a16:creationId xmlns:a16="http://schemas.microsoft.com/office/drawing/2014/main" id="{32A151FE-09F1-FD4F-955A-FAC054AF8760}"/>
              </a:ext>
            </a:extLst>
          </p:cNvPr>
          <p:cNvSpPr>
            <a:spLocks/>
          </p:cNvSpPr>
          <p:nvPr/>
        </p:nvSpPr>
        <p:spPr bwMode="auto">
          <a:xfrm flipH="1">
            <a:off x="1710928" y="2562566"/>
            <a:ext cx="51197" cy="20241"/>
          </a:xfrm>
          <a:custGeom>
            <a:avLst/>
            <a:gdLst>
              <a:gd name="T0" fmla="*/ 2147483646 w 289"/>
              <a:gd name="T1" fmla="*/ 2147483646 h 97"/>
              <a:gd name="T2" fmla="*/ 2147483646 w 289"/>
              <a:gd name="T3" fmla="*/ 2147483646 h 97"/>
              <a:gd name="T4" fmla="*/ 2147483646 w 289"/>
              <a:gd name="T5" fmla="*/ 2147483646 h 97"/>
              <a:gd name="T6" fmla="*/ 2147483646 w 289"/>
              <a:gd name="T7" fmla="*/ 0 h 97"/>
              <a:gd name="T8" fmla="*/ 0 w 289"/>
              <a:gd name="T9" fmla="*/ 2147483646 h 97"/>
              <a:gd name="T10" fmla="*/ 2147483646 w 289"/>
              <a:gd name="T11" fmla="*/ 2147483646 h 97"/>
              <a:gd name="T12" fmla="*/ 2147483646 w 289"/>
              <a:gd name="T13" fmla="*/ 2147483646 h 97"/>
              <a:gd name="T14" fmla="*/ 2147483646 w 289"/>
              <a:gd name="T15" fmla="*/ 2147483646 h 97"/>
              <a:gd name="T16" fmla="*/ 2147483646 w 289"/>
              <a:gd name="T17" fmla="*/ 2147483646 h 97"/>
              <a:gd name="T18" fmla="*/ 2147483646 w 289"/>
              <a:gd name="T19" fmla="*/ 2147483646 h 97"/>
              <a:gd name="T20" fmla="*/ 2147483646 w 289"/>
              <a:gd name="T21" fmla="*/ 2147483646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6" name="Freeform 202">
            <a:extLst>
              <a:ext uri="{FF2B5EF4-FFF2-40B4-BE49-F238E27FC236}">
                <a16:creationId xmlns:a16="http://schemas.microsoft.com/office/drawing/2014/main" id="{A7BF9ACA-A8D9-6243-8E73-4995E2611033}"/>
              </a:ext>
            </a:extLst>
          </p:cNvPr>
          <p:cNvSpPr>
            <a:spLocks/>
          </p:cNvSpPr>
          <p:nvPr/>
        </p:nvSpPr>
        <p:spPr bwMode="auto">
          <a:xfrm flipH="1">
            <a:off x="1771651" y="2570901"/>
            <a:ext cx="32147" cy="45244"/>
          </a:xfrm>
          <a:custGeom>
            <a:avLst/>
            <a:gdLst>
              <a:gd name="T0" fmla="*/ 2147483646 w 176"/>
              <a:gd name="T1" fmla="*/ 2147483646 h 216"/>
              <a:gd name="T2" fmla="*/ 2147483646 w 176"/>
              <a:gd name="T3" fmla="*/ 2147483646 h 216"/>
              <a:gd name="T4" fmla="*/ 2147483646 w 176"/>
              <a:gd name="T5" fmla="*/ 0 h 216"/>
              <a:gd name="T6" fmla="*/ 2147483646 w 176"/>
              <a:gd name="T7" fmla="*/ 2147483646 h 216"/>
              <a:gd name="T8" fmla="*/ 0 w 176"/>
              <a:gd name="T9" fmla="*/ 2147483646 h 216"/>
              <a:gd name="T10" fmla="*/ 2147483646 w 176"/>
              <a:gd name="T11" fmla="*/ 2147483646 h 216"/>
              <a:gd name="T12" fmla="*/ 2147483646 w 176"/>
              <a:gd name="T13" fmla="*/ 2147483646 h 216"/>
              <a:gd name="T14" fmla="*/ 2147483646 w 176"/>
              <a:gd name="T15" fmla="*/ 2147483646 h 216"/>
              <a:gd name="T16" fmla="*/ 2147483646 w 176"/>
              <a:gd name="T17" fmla="*/ 2147483646 h 216"/>
              <a:gd name="T18" fmla="*/ 2147483646 w 176"/>
              <a:gd name="T19" fmla="*/ 2147483646 h 216"/>
              <a:gd name="T20" fmla="*/ 2147483646 w 176"/>
              <a:gd name="T21" fmla="*/ 2147483646 h 216"/>
              <a:gd name="T22" fmla="*/ 2147483646 w 176"/>
              <a:gd name="T23" fmla="*/ 2147483646 h 216"/>
              <a:gd name="T24" fmla="*/ 2147483646 w 176"/>
              <a:gd name="T25" fmla="*/ 2147483646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7" name="Freeform 203">
            <a:extLst>
              <a:ext uri="{FF2B5EF4-FFF2-40B4-BE49-F238E27FC236}">
                <a16:creationId xmlns:a16="http://schemas.microsoft.com/office/drawing/2014/main" id="{068F6ABF-E261-7746-8DE4-02816212CCAD}"/>
              </a:ext>
            </a:extLst>
          </p:cNvPr>
          <p:cNvSpPr>
            <a:spLocks/>
          </p:cNvSpPr>
          <p:nvPr/>
        </p:nvSpPr>
        <p:spPr bwMode="auto">
          <a:xfrm flipH="1">
            <a:off x="1679973" y="2333966"/>
            <a:ext cx="73819" cy="57150"/>
          </a:xfrm>
          <a:custGeom>
            <a:avLst/>
            <a:gdLst>
              <a:gd name="T0" fmla="*/ 0 w 418"/>
              <a:gd name="T1" fmla="*/ 2147483646 h 260"/>
              <a:gd name="T2" fmla="*/ 2147483646 w 418"/>
              <a:gd name="T3" fmla="*/ 2147483646 h 260"/>
              <a:gd name="T4" fmla="*/ 2147483646 w 418"/>
              <a:gd name="T5" fmla="*/ 2147483646 h 260"/>
              <a:gd name="T6" fmla="*/ 2147483646 w 418"/>
              <a:gd name="T7" fmla="*/ 2147483646 h 260"/>
              <a:gd name="T8" fmla="*/ 2147483646 w 418"/>
              <a:gd name="T9" fmla="*/ 2147483646 h 260"/>
              <a:gd name="T10" fmla="*/ 2147483646 w 418"/>
              <a:gd name="T11" fmla="*/ 0 h 260"/>
              <a:gd name="T12" fmla="*/ 2147483646 w 418"/>
              <a:gd name="T13" fmla="*/ 2147483646 h 260"/>
              <a:gd name="T14" fmla="*/ 2147483646 w 418"/>
              <a:gd name="T15" fmla="*/ 2147483646 h 260"/>
              <a:gd name="T16" fmla="*/ 2147483646 w 418"/>
              <a:gd name="T17" fmla="*/ 2147483646 h 260"/>
              <a:gd name="T18" fmla="*/ 2147483646 w 418"/>
              <a:gd name="T19" fmla="*/ 2147483646 h 260"/>
              <a:gd name="T20" fmla="*/ 2147483646 w 418"/>
              <a:gd name="T21" fmla="*/ 2147483646 h 260"/>
              <a:gd name="T22" fmla="*/ 0 w 418"/>
              <a:gd name="T23" fmla="*/ 2147483646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8" name="Freeform 204">
            <a:extLst>
              <a:ext uri="{FF2B5EF4-FFF2-40B4-BE49-F238E27FC236}">
                <a16:creationId xmlns:a16="http://schemas.microsoft.com/office/drawing/2014/main" id="{44FE808F-14F8-564A-AF97-EAA998A4408E}"/>
              </a:ext>
            </a:extLst>
          </p:cNvPr>
          <p:cNvSpPr>
            <a:spLocks/>
          </p:cNvSpPr>
          <p:nvPr/>
        </p:nvSpPr>
        <p:spPr bwMode="auto">
          <a:xfrm flipH="1">
            <a:off x="1596629" y="2587569"/>
            <a:ext cx="151209" cy="242888"/>
          </a:xfrm>
          <a:custGeom>
            <a:avLst/>
            <a:gdLst>
              <a:gd name="T0" fmla="*/ 2147483646 w 863"/>
              <a:gd name="T1" fmla="*/ 2147483646 h 1164"/>
              <a:gd name="T2" fmla="*/ 2147483646 w 863"/>
              <a:gd name="T3" fmla="*/ 2147483646 h 1164"/>
              <a:gd name="T4" fmla="*/ 2147483646 w 863"/>
              <a:gd name="T5" fmla="*/ 2147483646 h 1164"/>
              <a:gd name="T6" fmla="*/ 2147483646 w 863"/>
              <a:gd name="T7" fmla="*/ 2147483646 h 1164"/>
              <a:gd name="T8" fmla="*/ 2147483646 w 863"/>
              <a:gd name="T9" fmla="*/ 2147483646 h 1164"/>
              <a:gd name="T10" fmla="*/ 2147483646 w 863"/>
              <a:gd name="T11" fmla="*/ 2147483646 h 1164"/>
              <a:gd name="T12" fmla="*/ 2147483646 w 863"/>
              <a:gd name="T13" fmla="*/ 0 h 1164"/>
              <a:gd name="T14" fmla="*/ 2147483646 w 863"/>
              <a:gd name="T15" fmla="*/ 2147483646 h 1164"/>
              <a:gd name="T16" fmla="*/ 2147483646 w 863"/>
              <a:gd name="T17" fmla="*/ 2147483646 h 1164"/>
              <a:gd name="T18" fmla="*/ 2147483646 w 863"/>
              <a:gd name="T19" fmla="*/ 2147483646 h 1164"/>
              <a:gd name="T20" fmla="*/ 2147483646 w 863"/>
              <a:gd name="T21" fmla="*/ 2147483646 h 1164"/>
              <a:gd name="T22" fmla="*/ 2147483646 w 863"/>
              <a:gd name="T23" fmla="*/ 2147483646 h 1164"/>
              <a:gd name="T24" fmla="*/ 2147483646 w 863"/>
              <a:gd name="T25" fmla="*/ 2147483646 h 1164"/>
              <a:gd name="T26" fmla="*/ 2147483646 w 863"/>
              <a:gd name="T27" fmla="*/ 2147483646 h 1164"/>
              <a:gd name="T28" fmla="*/ 2147483646 w 863"/>
              <a:gd name="T29" fmla="*/ 2147483646 h 1164"/>
              <a:gd name="T30" fmla="*/ 0 w 863"/>
              <a:gd name="T31" fmla="*/ 2147483646 h 1164"/>
              <a:gd name="T32" fmla="*/ 2147483646 w 863"/>
              <a:gd name="T33" fmla="*/ 2147483646 h 1164"/>
              <a:gd name="T34" fmla="*/ 2147483646 w 863"/>
              <a:gd name="T35" fmla="*/ 2147483646 h 1164"/>
              <a:gd name="T36" fmla="*/ 2147483646 w 863"/>
              <a:gd name="T37" fmla="*/ 2147483646 h 1164"/>
              <a:gd name="T38" fmla="*/ 2147483646 w 863"/>
              <a:gd name="T39" fmla="*/ 2147483646 h 1164"/>
              <a:gd name="T40" fmla="*/ 2147483646 w 863"/>
              <a:gd name="T41" fmla="*/ 2147483646 h 1164"/>
              <a:gd name="T42" fmla="*/ 2147483646 w 863"/>
              <a:gd name="T43" fmla="*/ 2147483646 h 1164"/>
              <a:gd name="T44" fmla="*/ 2147483646 w 863"/>
              <a:gd name="T45" fmla="*/ 2147483646 h 1164"/>
              <a:gd name="T46" fmla="*/ 2147483646 w 863"/>
              <a:gd name="T47" fmla="*/ 2147483646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79" name="Freeform 205">
            <a:extLst>
              <a:ext uri="{FF2B5EF4-FFF2-40B4-BE49-F238E27FC236}">
                <a16:creationId xmlns:a16="http://schemas.microsoft.com/office/drawing/2014/main" id="{085261B5-F969-5345-BF7A-99F17939DD4B}"/>
              </a:ext>
            </a:extLst>
          </p:cNvPr>
          <p:cNvSpPr>
            <a:spLocks/>
          </p:cNvSpPr>
          <p:nvPr/>
        </p:nvSpPr>
        <p:spPr bwMode="auto">
          <a:xfrm flipH="1">
            <a:off x="1600200" y="2600666"/>
            <a:ext cx="130969" cy="220266"/>
          </a:xfrm>
          <a:custGeom>
            <a:avLst/>
            <a:gdLst>
              <a:gd name="T0" fmla="*/ 2147483646 w 743"/>
              <a:gd name="T1" fmla="*/ 2147483646 h 1068"/>
              <a:gd name="T2" fmla="*/ 2147483646 w 743"/>
              <a:gd name="T3" fmla="*/ 2147483646 h 1068"/>
              <a:gd name="T4" fmla="*/ 2147483646 w 743"/>
              <a:gd name="T5" fmla="*/ 2147483646 h 1068"/>
              <a:gd name="T6" fmla="*/ 2147483646 w 743"/>
              <a:gd name="T7" fmla="*/ 2147483646 h 1068"/>
              <a:gd name="T8" fmla="*/ 2147483646 w 743"/>
              <a:gd name="T9" fmla="*/ 2147483646 h 1068"/>
              <a:gd name="T10" fmla="*/ 2147483646 w 743"/>
              <a:gd name="T11" fmla="*/ 0 h 1068"/>
              <a:gd name="T12" fmla="*/ 2147483646 w 743"/>
              <a:gd name="T13" fmla="*/ 2147483646 h 1068"/>
              <a:gd name="T14" fmla="*/ 2147483646 w 743"/>
              <a:gd name="T15" fmla="*/ 2147483646 h 1068"/>
              <a:gd name="T16" fmla="*/ 2147483646 w 743"/>
              <a:gd name="T17" fmla="*/ 2147483646 h 1068"/>
              <a:gd name="T18" fmla="*/ 2147483646 w 743"/>
              <a:gd name="T19" fmla="*/ 2147483646 h 1068"/>
              <a:gd name="T20" fmla="*/ 2147483646 w 743"/>
              <a:gd name="T21" fmla="*/ 2147483646 h 1068"/>
              <a:gd name="T22" fmla="*/ 2147483646 w 743"/>
              <a:gd name="T23" fmla="*/ 2147483646 h 1068"/>
              <a:gd name="T24" fmla="*/ 2147483646 w 743"/>
              <a:gd name="T25" fmla="*/ 2147483646 h 1068"/>
              <a:gd name="T26" fmla="*/ 2147483646 w 743"/>
              <a:gd name="T27" fmla="*/ 2147483646 h 1068"/>
              <a:gd name="T28" fmla="*/ 2147483646 w 743"/>
              <a:gd name="T29" fmla="*/ 2147483646 h 1068"/>
              <a:gd name="T30" fmla="*/ 0 w 743"/>
              <a:gd name="T31" fmla="*/ 2147483646 h 1068"/>
              <a:gd name="T32" fmla="*/ 2147483646 w 743"/>
              <a:gd name="T33" fmla="*/ 2147483646 h 1068"/>
              <a:gd name="T34" fmla="*/ 2147483646 w 743"/>
              <a:gd name="T35" fmla="*/ 2147483646 h 1068"/>
              <a:gd name="T36" fmla="*/ 2147483646 w 743"/>
              <a:gd name="T37" fmla="*/ 2147483646 h 1068"/>
              <a:gd name="T38" fmla="*/ 2147483646 w 743"/>
              <a:gd name="T39" fmla="*/ 2147483646 h 1068"/>
              <a:gd name="T40" fmla="*/ 2147483646 w 743"/>
              <a:gd name="T41" fmla="*/ 214748364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80" name="Freeform 207">
            <a:extLst>
              <a:ext uri="{FF2B5EF4-FFF2-40B4-BE49-F238E27FC236}">
                <a16:creationId xmlns:a16="http://schemas.microsoft.com/office/drawing/2014/main" id="{164601AE-0E0F-044D-8E35-BBD921500F42}"/>
              </a:ext>
            </a:extLst>
          </p:cNvPr>
          <p:cNvSpPr>
            <a:spLocks/>
          </p:cNvSpPr>
          <p:nvPr/>
        </p:nvSpPr>
        <p:spPr bwMode="auto">
          <a:xfrm flipH="1">
            <a:off x="2166938" y="3250747"/>
            <a:ext cx="208360" cy="153591"/>
          </a:xfrm>
          <a:custGeom>
            <a:avLst/>
            <a:gdLst>
              <a:gd name="T0" fmla="*/ 0 w 1188"/>
              <a:gd name="T1" fmla="*/ 2147483646 h 738"/>
              <a:gd name="T2" fmla="*/ 0 w 1188"/>
              <a:gd name="T3" fmla="*/ 2147483646 h 738"/>
              <a:gd name="T4" fmla="*/ 2147483646 w 1188"/>
              <a:gd name="T5" fmla="*/ 2147483646 h 738"/>
              <a:gd name="T6" fmla="*/ 2147483646 w 1188"/>
              <a:gd name="T7" fmla="*/ 0 h 738"/>
              <a:gd name="T8" fmla="*/ 0 w 1188"/>
              <a:gd name="T9" fmla="*/ 214748364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281" name="Freeform 208">
            <a:extLst>
              <a:ext uri="{FF2B5EF4-FFF2-40B4-BE49-F238E27FC236}">
                <a16:creationId xmlns:a16="http://schemas.microsoft.com/office/drawing/2014/main" id="{FCC5127D-3808-894E-90E3-AB3328CEE25A}"/>
              </a:ext>
            </a:extLst>
          </p:cNvPr>
          <p:cNvSpPr>
            <a:spLocks/>
          </p:cNvSpPr>
          <p:nvPr/>
        </p:nvSpPr>
        <p:spPr bwMode="auto">
          <a:xfrm flipH="1">
            <a:off x="2375298" y="3287657"/>
            <a:ext cx="153590" cy="116681"/>
          </a:xfrm>
          <a:custGeom>
            <a:avLst/>
            <a:gdLst>
              <a:gd name="T0" fmla="*/ 2147483646 w 882"/>
              <a:gd name="T1" fmla="*/ 2147483646 h 563"/>
              <a:gd name="T2" fmla="*/ 2147483646 w 882"/>
              <a:gd name="T3" fmla="*/ 2147483646 h 563"/>
              <a:gd name="T4" fmla="*/ 0 w 882"/>
              <a:gd name="T5" fmla="*/ 2147483646 h 563"/>
              <a:gd name="T6" fmla="*/ 0 w 882"/>
              <a:gd name="T7" fmla="*/ 0 h 563"/>
              <a:gd name="T8" fmla="*/ 2147483646 w 882"/>
              <a:gd name="T9" fmla="*/ 2147483646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82" name="Freeform 209">
            <a:extLst>
              <a:ext uri="{FF2B5EF4-FFF2-40B4-BE49-F238E27FC236}">
                <a16:creationId xmlns:a16="http://schemas.microsoft.com/office/drawing/2014/main" id="{75367B2E-6448-1749-88B8-66DA3D28D511}"/>
              </a:ext>
            </a:extLst>
          </p:cNvPr>
          <p:cNvSpPr>
            <a:spLocks/>
          </p:cNvSpPr>
          <p:nvPr/>
        </p:nvSpPr>
        <p:spPr bwMode="auto">
          <a:xfrm flipH="1">
            <a:off x="2166938" y="3250747"/>
            <a:ext cx="361950" cy="47625"/>
          </a:xfrm>
          <a:custGeom>
            <a:avLst/>
            <a:gdLst>
              <a:gd name="T0" fmla="*/ 0 w 2070"/>
              <a:gd name="T1" fmla="*/ 2147483646 h 225"/>
              <a:gd name="T2" fmla="*/ 2147483646 w 2070"/>
              <a:gd name="T3" fmla="*/ 2147483646 h 225"/>
              <a:gd name="T4" fmla="*/ 2147483646 w 2070"/>
              <a:gd name="T5" fmla="*/ 0 h 225"/>
              <a:gd name="T6" fmla="*/ 2147483646 w 2070"/>
              <a:gd name="T7" fmla="*/ 0 h 225"/>
              <a:gd name="T8" fmla="*/ 0 w 2070"/>
              <a:gd name="T9" fmla="*/ 2147483646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283" name="Freeform 210">
            <a:extLst>
              <a:ext uri="{FF2B5EF4-FFF2-40B4-BE49-F238E27FC236}">
                <a16:creationId xmlns:a16="http://schemas.microsoft.com/office/drawing/2014/main" id="{70125DF0-C2C1-B04D-B9BF-CFB07E93E883}"/>
              </a:ext>
            </a:extLst>
          </p:cNvPr>
          <p:cNvSpPr>
            <a:spLocks/>
          </p:cNvSpPr>
          <p:nvPr/>
        </p:nvSpPr>
        <p:spPr bwMode="auto">
          <a:xfrm flipH="1">
            <a:off x="2277666" y="3238841"/>
            <a:ext cx="133350" cy="42863"/>
          </a:xfrm>
          <a:custGeom>
            <a:avLst/>
            <a:gdLst>
              <a:gd name="T0" fmla="*/ 0 w 751"/>
              <a:gd name="T1" fmla="*/ 2147483646 h 210"/>
              <a:gd name="T2" fmla="*/ 0 w 751"/>
              <a:gd name="T3" fmla="*/ 2147483646 h 210"/>
              <a:gd name="T4" fmla="*/ 2147483646 w 751"/>
              <a:gd name="T5" fmla="*/ 2147483646 h 210"/>
              <a:gd name="T6" fmla="*/ 2147483646 w 751"/>
              <a:gd name="T7" fmla="*/ 2147483646 h 210"/>
              <a:gd name="T8" fmla="*/ 2147483646 w 751"/>
              <a:gd name="T9" fmla="*/ 0 h 210"/>
              <a:gd name="T10" fmla="*/ 0 w 751"/>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84" name="Freeform 211">
            <a:extLst>
              <a:ext uri="{FF2B5EF4-FFF2-40B4-BE49-F238E27FC236}">
                <a16:creationId xmlns:a16="http://schemas.microsoft.com/office/drawing/2014/main" id="{307AEF5C-AB2D-3F46-BA9A-03F22E38B237}"/>
              </a:ext>
            </a:extLst>
          </p:cNvPr>
          <p:cNvSpPr>
            <a:spLocks/>
          </p:cNvSpPr>
          <p:nvPr/>
        </p:nvSpPr>
        <p:spPr bwMode="auto">
          <a:xfrm flipH="1">
            <a:off x="2207419" y="3053104"/>
            <a:ext cx="169069" cy="211931"/>
          </a:xfrm>
          <a:custGeom>
            <a:avLst/>
            <a:gdLst>
              <a:gd name="T0" fmla="*/ 2147483646 w 960"/>
              <a:gd name="T1" fmla="*/ 2147483646 h 1031"/>
              <a:gd name="T2" fmla="*/ 0 w 960"/>
              <a:gd name="T3" fmla="*/ 2147483646 h 1031"/>
              <a:gd name="T4" fmla="*/ 2147483646 w 960"/>
              <a:gd name="T5" fmla="*/ 0 h 1031"/>
              <a:gd name="T6" fmla="*/ 2147483646 w 960"/>
              <a:gd name="T7" fmla="*/ 2147483646 h 1031"/>
              <a:gd name="T8" fmla="*/ 2147483646 w 960"/>
              <a:gd name="T9" fmla="*/ 2147483646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285" name="Freeform 212">
            <a:extLst>
              <a:ext uri="{FF2B5EF4-FFF2-40B4-BE49-F238E27FC236}">
                <a16:creationId xmlns:a16="http://schemas.microsoft.com/office/drawing/2014/main" id="{0FDE8A40-6E87-C24D-8A3D-638CC54C7D43}"/>
              </a:ext>
            </a:extLst>
          </p:cNvPr>
          <p:cNvSpPr>
            <a:spLocks/>
          </p:cNvSpPr>
          <p:nvPr/>
        </p:nvSpPr>
        <p:spPr bwMode="auto">
          <a:xfrm flipH="1">
            <a:off x="2352675" y="3059057"/>
            <a:ext cx="148829" cy="211931"/>
          </a:xfrm>
          <a:custGeom>
            <a:avLst/>
            <a:gdLst>
              <a:gd name="T0" fmla="*/ 2147483646 w 850"/>
              <a:gd name="T1" fmla="*/ 0 h 1026"/>
              <a:gd name="T2" fmla="*/ 0 w 850"/>
              <a:gd name="T3" fmla="*/ 2147483646 h 1026"/>
              <a:gd name="T4" fmla="*/ 2147483646 w 850"/>
              <a:gd name="T5" fmla="*/ 2147483646 h 1026"/>
              <a:gd name="T6" fmla="*/ 2147483646 w 850"/>
              <a:gd name="T7" fmla="*/ 2147483646 h 1026"/>
              <a:gd name="T8" fmla="*/ 2147483646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86" name="Freeform 213">
            <a:extLst>
              <a:ext uri="{FF2B5EF4-FFF2-40B4-BE49-F238E27FC236}">
                <a16:creationId xmlns:a16="http://schemas.microsoft.com/office/drawing/2014/main" id="{85BAF260-5E4C-FC45-A0F0-59EAF6DC23B0}"/>
              </a:ext>
            </a:extLst>
          </p:cNvPr>
          <p:cNvSpPr>
            <a:spLocks/>
          </p:cNvSpPr>
          <p:nvPr/>
        </p:nvSpPr>
        <p:spPr bwMode="auto">
          <a:xfrm flipH="1">
            <a:off x="2226469" y="3074535"/>
            <a:ext cx="121444" cy="159544"/>
          </a:xfrm>
          <a:custGeom>
            <a:avLst/>
            <a:gdLst>
              <a:gd name="T0" fmla="*/ 0 w 689"/>
              <a:gd name="T1" fmla="*/ 2147483646 h 778"/>
              <a:gd name="T2" fmla="*/ 2147483646 w 689"/>
              <a:gd name="T3" fmla="*/ 2147483646 h 778"/>
              <a:gd name="T4" fmla="*/ 2147483646 w 689"/>
              <a:gd name="T5" fmla="*/ 2147483646 h 778"/>
              <a:gd name="T6" fmla="*/ 2147483646 w 689"/>
              <a:gd name="T7" fmla="*/ 0 h 778"/>
              <a:gd name="T8" fmla="*/ 0 w 689"/>
              <a:gd name="T9" fmla="*/ 2147483646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46287" name="Freeform 214">
            <a:extLst>
              <a:ext uri="{FF2B5EF4-FFF2-40B4-BE49-F238E27FC236}">
                <a16:creationId xmlns:a16="http://schemas.microsoft.com/office/drawing/2014/main" id="{15046F6C-E10E-C740-86A6-AE94A622CF84}"/>
              </a:ext>
            </a:extLst>
          </p:cNvPr>
          <p:cNvSpPr>
            <a:spLocks/>
          </p:cNvSpPr>
          <p:nvPr/>
        </p:nvSpPr>
        <p:spPr bwMode="auto">
          <a:xfrm flipH="1">
            <a:off x="2181226" y="3267416"/>
            <a:ext cx="117872" cy="98822"/>
          </a:xfrm>
          <a:custGeom>
            <a:avLst/>
            <a:gdLst>
              <a:gd name="T0" fmla="*/ 2147483646 w 674"/>
              <a:gd name="T1" fmla="*/ 0 h 482"/>
              <a:gd name="T2" fmla="*/ 0 w 674"/>
              <a:gd name="T3" fmla="*/ 2147483646 h 482"/>
              <a:gd name="T4" fmla="*/ 0 w 674"/>
              <a:gd name="T5" fmla="*/ 2147483646 h 482"/>
              <a:gd name="T6" fmla="*/ 2147483646 w 674"/>
              <a:gd name="T7" fmla="*/ 2147483646 h 482"/>
              <a:gd name="T8" fmla="*/ 2147483646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88" name="Line 215">
            <a:extLst>
              <a:ext uri="{FF2B5EF4-FFF2-40B4-BE49-F238E27FC236}">
                <a16:creationId xmlns:a16="http://schemas.microsoft.com/office/drawing/2014/main" id="{C3E78496-7DA4-2B43-9D89-B8F37BE3B07D}"/>
              </a:ext>
            </a:extLst>
          </p:cNvPr>
          <p:cNvSpPr>
            <a:spLocks noChangeShapeType="1"/>
          </p:cNvSpPr>
          <p:nvPr/>
        </p:nvSpPr>
        <p:spPr bwMode="auto">
          <a:xfrm flipH="1" flipV="1">
            <a:off x="2189560" y="3292420"/>
            <a:ext cx="32147" cy="7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89" name="Line 216">
            <a:extLst>
              <a:ext uri="{FF2B5EF4-FFF2-40B4-BE49-F238E27FC236}">
                <a16:creationId xmlns:a16="http://schemas.microsoft.com/office/drawing/2014/main" id="{C328898C-D2A0-4045-86BC-53195B62C44C}"/>
              </a:ext>
            </a:extLst>
          </p:cNvPr>
          <p:cNvSpPr>
            <a:spLocks noChangeShapeType="1"/>
          </p:cNvSpPr>
          <p:nvPr/>
        </p:nvSpPr>
        <p:spPr bwMode="auto">
          <a:xfrm>
            <a:off x="2238375" y="3303135"/>
            <a:ext cx="39291" cy="130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0" name="Line 217">
            <a:extLst>
              <a:ext uri="{FF2B5EF4-FFF2-40B4-BE49-F238E27FC236}">
                <a16:creationId xmlns:a16="http://schemas.microsoft.com/office/drawing/2014/main" id="{BF5D15CA-EF79-4D48-ADA6-D8D8B8889D7B}"/>
              </a:ext>
            </a:extLst>
          </p:cNvPr>
          <p:cNvSpPr>
            <a:spLocks noChangeShapeType="1"/>
          </p:cNvSpPr>
          <p:nvPr/>
        </p:nvSpPr>
        <p:spPr bwMode="auto">
          <a:xfrm flipH="1">
            <a:off x="2228850" y="3279322"/>
            <a:ext cx="0" cy="6548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1" name="Line 218">
            <a:extLst>
              <a:ext uri="{FF2B5EF4-FFF2-40B4-BE49-F238E27FC236}">
                <a16:creationId xmlns:a16="http://schemas.microsoft.com/office/drawing/2014/main" id="{C346C830-C9D1-BC42-B3AF-AE0ABAA03122}"/>
              </a:ext>
            </a:extLst>
          </p:cNvPr>
          <p:cNvSpPr>
            <a:spLocks noChangeShapeType="1"/>
          </p:cNvSpPr>
          <p:nvPr/>
        </p:nvSpPr>
        <p:spPr bwMode="auto">
          <a:xfrm flipH="1">
            <a:off x="2286000" y="3294801"/>
            <a:ext cx="1191" cy="6905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2" name="Line 219">
            <a:extLst>
              <a:ext uri="{FF2B5EF4-FFF2-40B4-BE49-F238E27FC236}">
                <a16:creationId xmlns:a16="http://schemas.microsoft.com/office/drawing/2014/main" id="{FDBEDCF7-3B97-4540-B6EC-262B7B836629}"/>
              </a:ext>
            </a:extLst>
          </p:cNvPr>
          <p:cNvSpPr>
            <a:spLocks noChangeShapeType="1"/>
          </p:cNvSpPr>
          <p:nvPr/>
        </p:nvSpPr>
        <p:spPr bwMode="auto">
          <a:xfrm>
            <a:off x="2178844" y="3292419"/>
            <a:ext cx="108347" cy="3214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3" name="Line 220">
            <a:extLst>
              <a:ext uri="{FF2B5EF4-FFF2-40B4-BE49-F238E27FC236}">
                <a16:creationId xmlns:a16="http://schemas.microsoft.com/office/drawing/2014/main" id="{A1A0A7DC-CD96-A640-AA16-11176E987BC0}"/>
              </a:ext>
            </a:extLst>
          </p:cNvPr>
          <p:cNvSpPr>
            <a:spLocks noChangeShapeType="1"/>
          </p:cNvSpPr>
          <p:nvPr/>
        </p:nvSpPr>
        <p:spPr bwMode="auto">
          <a:xfrm flipH="1" flipV="1">
            <a:off x="2178844" y="3284085"/>
            <a:ext cx="108347" cy="2857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4" name="Freeform 221">
            <a:extLst>
              <a:ext uri="{FF2B5EF4-FFF2-40B4-BE49-F238E27FC236}">
                <a16:creationId xmlns:a16="http://schemas.microsoft.com/office/drawing/2014/main" id="{DE742361-DAFC-9D41-820C-A3536E0E0E6C}"/>
              </a:ext>
            </a:extLst>
          </p:cNvPr>
          <p:cNvSpPr>
            <a:spLocks/>
          </p:cNvSpPr>
          <p:nvPr/>
        </p:nvSpPr>
        <p:spPr bwMode="auto">
          <a:xfrm flipH="1">
            <a:off x="2312194" y="3363857"/>
            <a:ext cx="10716" cy="39290"/>
          </a:xfrm>
          <a:custGeom>
            <a:avLst/>
            <a:gdLst>
              <a:gd name="T0" fmla="*/ 2147483646 w 75"/>
              <a:gd name="T1" fmla="*/ 0 h 194"/>
              <a:gd name="T2" fmla="*/ 0 w 75"/>
              <a:gd name="T3" fmla="*/ 2147483646 h 194"/>
              <a:gd name="T4" fmla="*/ 2147483646 w 75"/>
              <a:gd name="T5" fmla="*/ 2147483646 h 194"/>
              <a:gd name="T6" fmla="*/ 2147483646 w 75"/>
              <a:gd name="T7" fmla="*/ 2147483646 h 194"/>
              <a:gd name="T8" fmla="*/ 2147483646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95" name="Freeform 222">
            <a:extLst>
              <a:ext uri="{FF2B5EF4-FFF2-40B4-BE49-F238E27FC236}">
                <a16:creationId xmlns:a16="http://schemas.microsoft.com/office/drawing/2014/main" id="{F8E99BEE-0AAC-944C-AFC1-71C6021472C9}"/>
              </a:ext>
            </a:extLst>
          </p:cNvPr>
          <p:cNvSpPr>
            <a:spLocks/>
          </p:cNvSpPr>
          <p:nvPr/>
        </p:nvSpPr>
        <p:spPr bwMode="auto">
          <a:xfrm flipH="1">
            <a:off x="2277666" y="3368620"/>
            <a:ext cx="38100" cy="34528"/>
          </a:xfrm>
          <a:custGeom>
            <a:avLst/>
            <a:gdLst>
              <a:gd name="T0" fmla="*/ 2147483646 w 206"/>
              <a:gd name="T1" fmla="*/ 2147483646 h 168"/>
              <a:gd name="T2" fmla="*/ 0 w 206"/>
              <a:gd name="T3" fmla="*/ 2147483646 h 168"/>
              <a:gd name="T4" fmla="*/ 2147483646 w 206"/>
              <a:gd name="T5" fmla="*/ 2147483646 h 168"/>
              <a:gd name="T6" fmla="*/ 2147483646 w 206"/>
              <a:gd name="T7" fmla="*/ 2147483646 h 168"/>
              <a:gd name="T8" fmla="*/ 2147483646 w 206"/>
              <a:gd name="T9" fmla="*/ 2147483646 h 168"/>
              <a:gd name="T10" fmla="*/ 2147483646 w 206"/>
              <a:gd name="T11" fmla="*/ 0 h 168"/>
              <a:gd name="T12" fmla="*/ 2147483646 w 206"/>
              <a:gd name="T13" fmla="*/ 2147483646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96" name="Freeform 223">
            <a:extLst>
              <a:ext uri="{FF2B5EF4-FFF2-40B4-BE49-F238E27FC236}">
                <a16:creationId xmlns:a16="http://schemas.microsoft.com/office/drawing/2014/main" id="{C6DD9E66-1664-FE49-9D04-DBACD380DE56}"/>
              </a:ext>
            </a:extLst>
          </p:cNvPr>
          <p:cNvSpPr>
            <a:spLocks/>
          </p:cNvSpPr>
          <p:nvPr/>
        </p:nvSpPr>
        <p:spPr bwMode="auto">
          <a:xfrm flipH="1">
            <a:off x="2060972" y="3268607"/>
            <a:ext cx="276225" cy="152400"/>
          </a:xfrm>
          <a:custGeom>
            <a:avLst/>
            <a:gdLst>
              <a:gd name="T0" fmla="*/ 0 w 1583"/>
              <a:gd name="T1" fmla="*/ 2147483646 h 729"/>
              <a:gd name="T2" fmla="*/ 2147483646 w 1583"/>
              <a:gd name="T3" fmla="*/ 2147483646 h 729"/>
              <a:gd name="T4" fmla="*/ 2147483646 w 1583"/>
              <a:gd name="T5" fmla="*/ 2147483646 h 729"/>
              <a:gd name="T6" fmla="*/ 2147483646 w 1583"/>
              <a:gd name="T7" fmla="*/ 0 h 729"/>
              <a:gd name="T8" fmla="*/ 0 w 1583"/>
              <a:gd name="T9" fmla="*/ 2147483646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97" name="Freeform 224">
            <a:extLst>
              <a:ext uri="{FF2B5EF4-FFF2-40B4-BE49-F238E27FC236}">
                <a16:creationId xmlns:a16="http://schemas.microsoft.com/office/drawing/2014/main" id="{C598C8F7-4681-2E4C-9C2F-BAFABA45F91F}"/>
              </a:ext>
            </a:extLst>
          </p:cNvPr>
          <p:cNvSpPr>
            <a:spLocks/>
          </p:cNvSpPr>
          <p:nvPr/>
        </p:nvSpPr>
        <p:spPr bwMode="auto">
          <a:xfrm flipH="1">
            <a:off x="2203848" y="3332900"/>
            <a:ext cx="139303" cy="108347"/>
          </a:xfrm>
          <a:custGeom>
            <a:avLst/>
            <a:gdLst>
              <a:gd name="T0" fmla="*/ 2147483646 w 792"/>
              <a:gd name="T1" fmla="*/ 0 h 516"/>
              <a:gd name="T2" fmla="*/ 2147483646 w 792"/>
              <a:gd name="T3" fmla="*/ 2147483646 h 516"/>
              <a:gd name="T4" fmla="*/ 2147483646 w 792"/>
              <a:gd name="T5" fmla="*/ 2147483646 h 516"/>
              <a:gd name="T6" fmla="*/ 0 w 792"/>
              <a:gd name="T7" fmla="*/ 2147483646 h 516"/>
              <a:gd name="T8" fmla="*/ 2147483646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98" name="Freeform 225">
            <a:extLst>
              <a:ext uri="{FF2B5EF4-FFF2-40B4-BE49-F238E27FC236}">
                <a16:creationId xmlns:a16="http://schemas.microsoft.com/office/drawing/2014/main" id="{DFF2F1B5-FA0C-804D-871D-B156BBAAB87E}"/>
              </a:ext>
            </a:extLst>
          </p:cNvPr>
          <p:cNvSpPr>
            <a:spLocks/>
          </p:cNvSpPr>
          <p:nvPr/>
        </p:nvSpPr>
        <p:spPr bwMode="auto">
          <a:xfrm flipH="1">
            <a:off x="2058591" y="3335282"/>
            <a:ext cx="148828" cy="105965"/>
          </a:xfrm>
          <a:custGeom>
            <a:avLst/>
            <a:gdLst>
              <a:gd name="T0" fmla="*/ 0 w 846"/>
              <a:gd name="T1" fmla="*/ 2147483646 h 507"/>
              <a:gd name="T2" fmla="*/ 2147483646 w 846"/>
              <a:gd name="T3" fmla="*/ 2147483646 h 507"/>
              <a:gd name="T4" fmla="*/ 2147483646 w 846"/>
              <a:gd name="T5" fmla="*/ 0 h 507"/>
              <a:gd name="T6" fmla="*/ 2147483646 w 846"/>
              <a:gd name="T7" fmla="*/ 2147483646 h 507"/>
              <a:gd name="T8" fmla="*/ 0 w 846"/>
              <a:gd name="T9" fmla="*/ 2147483646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99" name="Freeform 226">
            <a:extLst>
              <a:ext uri="{FF2B5EF4-FFF2-40B4-BE49-F238E27FC236}">
                <a16:creationId xmlns:a16="http://schemas.microsoft.com/office/drawing/2014/main" id="{47EB75D8-20A0-6244-A191-B8971D389F79}"/>
              </a:ext>
            </a:extLst>
          </p:cNvPr>
          <p:cNvSpPr>
            <a:spLocks/>
          </p:cNvSpPr>
          <p:nvPr/>
        </p:nvSpPr>
        <p:spPr bwMode="auto">
          <a:xfrm flipH="1">
            <a:off x="2172891" y="3340045"/>
            <a:ext cx="110728" cy="67865"/>
          </a:xfrm>
          <a:custGeom>
            <a:avLst/>
            <a:gdLst>
              <a:gd name="T0" fmla="*/ 0 w 637"/>
              <a:gd name="T1" fmla="*/ 2147483646 h 321"/>
              <a:gd name="T2" fmla="*/ 2147483646 w 637"/>
              <a:gd name="T3" fmla="*/ 0 h 321"/>
              <a:gd name="T4" fmla="*/ 2147483646 w 637"/>
              <a:gd name="T5" fmla="*/ 2147483646 h 321"/>
              <a:gd name="T6" fmla="*/ 2147483646 w 637"/>
              <a:gd name="T7" fmla="*/ 2147483646 h 321"/>
              <a:gd name="T8" fmla="*/ 0 w 637"/>
              <a:gd name="T9" fmla="*/ 2147483646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00" name="Freeform 227">
            <a:extLst>
              <a:ext uri="{FF2B5EF4-FFF2-40B4-BE49-F238E27FC236}">
                <a16:creationId xmlns:a16="http://schemas.microsoft.com/office/drawing/2014/main" id="{0382A39D-2674-1F41-A1BD-19FCAD1C4BA3}"/>
              </a:ext>
            </a:extLst>
          </p:cNvPr>
          <p:cNvSpPr>
            <a:spLocks/>
          </p:cNvSpPr>
          <p:nvPr/>
        </p:nvSpPr>
        <p:spPr bwMode="auto">
          <a:xfrm flipH="1">
            <a:off x="2072878" y="3294800"/>
            <a:ext cx="165497" cy="90488"/>
          </a:xfrm>
          <a:custGeom>
            <a:avLst/>
            <a:gdLst>
              <a:gd name="T0" fmla="*/ 0 w 938"/>
              <a:gd name="T1" fmla="*/ 2147483646 h 434"/>
              <a:gd name="T2" fmla="*/ 2147483646 w 938"/>
              <a:gd name="T3" fmla="*/ 2147483646 h 434"/>
              <a:gd name="T4" fmla="*/ 2147483646 w 938"/>
              <a:gd name="T5" fmla="*/ 2147483646 h 434"/>
              <a:gd name="T6" fmla="*/ 2147483646 w 938"/>
              <a:gd name="T7" fmla="*/ 0 h 434"/>
              <a:gd name="T8" fmla="*/ 0 w 938"/>
              <a:gd name="T9" fmla="*/ 214748364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01" name="Freeform 228">
            <a:extLst>
              <a:ext uri="{FF2B5EF4-FFF2-40B4-BE49-F238E27FC236}">
                <a16:creationId xmlns:a16="http://schemas.microsoft.com/office/drawing/2014/main" id="{DD6E0186-9E2F-3640-9A7D-DC2102471117}"/>
              </a:ext>
            </a:extLst>
          </p:cNvPr>
          <p:cNvSpPr>
            <a:spLocks/>
          </p:cNvSpPr>
          <p:nvPr/>
        </p:nvSpPr>
        <p:spPr bwMode="auto">
          <a:xfrm flipH="1">
            <a:off x="2143125" y="3274559"/>
            <a:ext cx="179785" cy="80963"/>
          </a:xfrm>
          <a:custGeom>
            <a:avLst/>
            <a:gdLst>
              <a:gd name="T0" fmla="*/ 2147483646 w 1034"/>
              <a:gd name="T1" fmla="*/ 2147483646 h 395"/>
              <a:gd name="T2" fmla="*/ 0 w 1034"/>
              <a:gd name="T3" fmla="*/ 2147483646 h 395"/>
              <a:gd name="T4" fmla="*/ 2147483646 w 1034"/>
              <a:gd name="T5" fmla="*/ 0 h 395"/>
              <a:gd name="T6" fmla="*/ 2147483646 w 1034"/>
              <a:gd name="T7" fmla="*/ 2147483646 h 395"/>
              <a:gd name="T8" fmla="*/ 2147483646 w 1034"/>
              <a:gd name="T9" fmla="*/ 2147483646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02" name="Line 229">
            <a:extLst>
              <a:ext uri="{FF2B5EF4-FFF2-40B4-BE49-F238E27FC236}">
                <a16:creationId xmlns:a16="http://schemas.microsoft.com/office/drawing/2014/main" id="{1360ED48-1D23-994B-ACD2-75EA5298CA29}"/>
              </a:ext>
            </a:extLst>
          </p:cNvPr>
          <p:cNvSpPr>
            <a:spLocks noChangeShapeType="1"/>
          </p:cNvSpPr>
          <p:nvPr/>
        </p:nvSpPr>
        <p:spPr bwMode="auto">
          <a:xfrm flipH="1" flipV="1">
            <a:off x="2163367" y="3278132"/>
            <a:ext cx="154781" cy="6310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3" name="Line 230">
            <a:extLst>
              <a:ext uri="{FF2B5EF4-FFF2-40B4-BE49-F238E27FC236}">
                <a16:creationId xmlns:a16="http://schemas.microsoft.com/office/drawing/2014/main" id="{CD8D532C-8CDD-2943-8457-AC040B9559E2}"/>
              </a:ext>
            </a:extLst>
          </p:cNvPr>
          <p:cNvSpPr>
            <a:spLocks noChangeShapeType="1"/>
          </p:cNvSpPr>
          <p:nvPr/>
        </p:nvSpPr>
        <p:spPr bwMode="auto">
          <a:xfrm flipH="1" flipV="1">
            <a:off x="2155032" y="3281704"/>
            <a:ext cx="151210" cy="6548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4" name="Line 231">
            <a:extLst>
              <a:ext uri="{FF2B5EF4-FFF2-40B4-BE49-F238E27FC236}">
                <a16:creationId xmlns:a16="http://schemas.microsoft.com/office/drawing/2014/main" id="{B933A9A8-F587-F64D-9717-13A1B8A3AE69}"/>
              </a:ext>
            </a:extLst>
          </p:cNvPr>
          <p:cNvSpPr>
            <a:spLocks noChangeShapeType="1"/>
          </p:cNvSpPr>
          <p:nvPr/>
        </p:nvSpPr>
        <p:spPr bwMode="auto">
          <a:xfrm flipH="1" flipV="1">
            <a:off x="2147887" y="3287657"/>
            <a:ext cx="148829"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5" name="Line 232">
            <a:extLst>
              <a:ext uri="{FF2B5EF4-FFF2-40B4-BE49-F238E27FC236}">
                <a16:creationId xmlns:a16="http://schemas.microsoft.com/office/drawing/2014/main" id="{60309C7B-EF4E-FA4C-B3AC-200FCE28CCBD}"/>
              </a:ext>
            </a:extLst>
          </p:cNvPr>
          <p:cNvSpPr>
            <a:spLocks noChangeShapeType="1"/>
          </p:cNvSpPr>
          <p:nvPr/>
        </p:nvSpPr>
        <p:spPr bwMode="auto">
          <a:xfrm flipH="1" flipV="1">
            <a:off x="2128838" y="3298372"/>
            <a:ext cx="146447" cy="6786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6" name="Line 233">
            <a:extLst>
              <a:ext uri="{FF2B5EF4-FFF2-40B4-BE49-F238E27FC236}">
                <a16:creationId xmlns:a16="http://schemas.microsoft.com/office/drawing/2014/main" id="{75B80811-2252-9742-8857-61895BA2A3A9}"/>
              </a:ext>
            </a:extLst>
          </p:cNvPr>
          <p:cNvSpPr>
            <a:spLocks noChangeShapeType="1"/>
          </p:cNvSpPr>
          <p:nvPr/>
        </p:nvSpPr>
        <p:spPr bwMode="auto">
          <a:xfrm flipH="1" flipV="1">
            <a:off x="2118123" y="3305516"/>
            <a:ext cx="144065" cy="7024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7" name="Line 234">
            <a:extLst>
              <a:ext uri="{FF2B5EF4-FFF2-40B4-BE49-F238E27FC236}">
                <a16:creationId xmlns:a16="http://schemas.microsoft.com/office/drawing/2014/main" id="{49ABC2AE-4A02-814B-A108-DF184912FA9F}"/>
              </a:ext>
            </a:extLst>
          </p:cNvPr>
          <p:cNvSpPr>
            <a:spLocks noChangeShapeType="1"/>
          </p:cNvSpPr>
          <p:nvPr/>
        </p:nvSpPr>
        <p:spPr bwMode="auto">
          <a:xfrm flipH="1" flipV="1">
            <a:off x="2115741" y="3316232"/>
            <a:ext cx="130969"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8" name="Line 235">
            <a:extLst>
              <a:ext uri="{FF2B5EF4-FFF2-40B4-BE49-F238E27FC236}">
                <a16:creationId xmlns:a16="http://schemas.microsoft.com/office/drawing/2014/main" id="{0C62C8E9-19C0-FF4F-B6FD-00AC1FD1DDDF}"/>
              </a:ext>
            </a:extLst>
          </p:cNvPr>
          <p:cNvSpPr>
            <a:spLocks noChangeShapeType="1"/>
          </p:cNvSpPr>
          <p:nvPr/>
        </p:nvSpPr>
        <p:spPr bwMode="auto">
          <a:xfrm flipH="1" flipV="1">
            <a:off x="2108598" y="3320994"/>
            <a:ext cx="125015"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9" name="Line 236">
            <a:extLst>
              <a:ext uri="{FF2B5EF4-FFF2-40B4-BE49-F238E27FC236}">
                <a16:creationId xmlns:a16="http://schemas.microsoft.com/office/drawing/2014/main" id="{DD2E7784-91CC-0744-BA06-DC0BEE262033}"/>
              </a:ext>
            </a:extLst>
          </p:cNvPr>
          <p:cNvSpPr>
            <a:spLocks noChangeShapeType="1"/>
          </p:cNvSpPr>
          <p:nvPr/>
        </p:nvSpPr>
        <p:spPr bwMode="auto">
          <a:xfrm flipH="1" flipV="1">
            <a:off x="2095500" y="3330519"/>
            <a:ext cx="121444" cy="6548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0" name="Line 237">
            <a:extLst>
              <a:ext uri="{FF2B5EF4-FFF2-40B4-BE49-F238E27FC236}">
                <a16:creationId xmlns:a16="http://schemas.microsoft.com/office/drawing/2014/main" id="{4E0D7A45-A676-3541-9893-E557C32A4B75}"/>
              </a:ext>
            </a:extLst>
          </p:cNvPr>
          <p:cNvSpPr>
            <a:spLocks noChangeShapeType="1"/>
          </p:cNvSpPr>
          <p:nvPr/>
        </p:nvSpPr>
        <p:spPr bwMode="auto">
          <a:xfrm flipH="1">
            <a:off x="2194322" y="3353141"/>
            <a:ext cx="75009" cy="5000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1" name="Line 238">
            <a:extLst>
              <a:ext uri="{FF2B5EF4-FFF2-40B4-BE49-F238E27FC236}">
                <a16:creationId xmlns:a16="http://schemas.microsoft.com/office/drawing/2014/main" id="{A8CE6750-91EE-3241-8F80-34809114488D}"/>
              </a:ext>
            </a:extLst>
          </p:cNvPr>
          <p:cNvSpPr>
            <a:spLocks noChangeShapeType="1"/>
          </p:cNvSpPr>
          <p:nvPr/>
        </p:nvSpPr>
        <p:spPr bwMode="auto">
          <a:xfrm flipH="1">
            <a:off x="2181225" y="3347188"/>
            <a:ext cx="72629" cy="464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2" name="Line 239">
            <a:extLst>
              <a:ext uri="{FF2B5EF4-FFF2-40B4-BE49-F238E27FC236}">
                <a16:creationId xmlns:a16="http://schemas.microsoft.com/office/drawing/2014/main" id="{A42AB640-C05C-5C45-9020-66520594A09B}"/>
              </a:ext>
            </a:extLst>
          </p:cNvPr>
          <p:cNvSpPr>
            <a:spLocks noChangeShapeType="1"/>
          </p:cNvSpPr>
          <p:nvPr/>
        </p:nvSpPr>
        <p:spPr bwMode="auto">
          <a:xfrm flipH="1">
            <a:off x="2149079" y="3330520"/>
            <a:ext cx="73819"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3" name="Line 240">
            <a:extLst>
              <a:ext uri="{FF2B5EF4-FFF2-40B4-BE49-F238E27FC236}">
                <a16:creationId xmlns:a16="http://schemas.microsoft.com/office/drawing/2014/main" id="{5C0F1A0A-4F8E-6240-BC06-45EF6E1C2DB2}"/>
              </a:ext>
            </a:extLst>
          </p:cNvPr>
          <p:cNvSpPr>
            <a:spLocks noChangeShapeType="1"/>
          </p:cNvSpPr>
          <p:nvPr/>
        </p:nvSpPr>
        <p:spPr bwMode="auto">
          <a:xfrm flipH="1">
            <a:off x="2133600" y="3323376"/>
            <a:ext cx="71438"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4" name="Line 241">
            <a:extLst>
              <a:ext uri="{FF2B5EF4-FFF2-40B4-BE49-F238E27FC236}">
                <a16:creationId xmlns:a16="http://schemas.microsoft.com/office/drawing/2014/main" id="{3D61865C-96B1-C946-B723-664707F8BB3A}"/>
              </a:ext>
            </a:extLst>
          </p:cNvPr>
          <p:cNvSpPr>
            <a:spLocks noChangeShapeType="1"/>
          </p:cNvSpPr>
          <p:nvPr/>
        </p:nvSpPr>
        <p:spPr bwMode="auto">
          <a:xfrm flipH="1">
            <a:off x="2118122" y="3316232"/>
            <a:ext cx="70247"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5" name="Line 242">
            <a:extLst>
              <a:ext uri="{FF2B5EF4-FFF2-40B4-BE49-F238E27FC236}">
                <a16:creationId xmlns:a16="http://schemas.microsoft.com/office/drawing/2014/main" id="{E1C78D26-BF74-404A-AAD6-47DCFCD009D9}"/>
              </a:ext>
            </a:extLst>
          </p:cNvPr>
          <p:cNvSpPr>
            <a:spLocks noChangeShapeType="1"/>
          </p:cNvSpPr>
          <p:nvPr/>
        </p:nvSpPr>
        <p:spPr bwMode="auto">
          <a:xfrm flipH="1">
            <a:off x="2103835" y="3309088"/>
            <a:ext cx="69056" cy="440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6" name="Line 243">
            <a:extLst>
              <a:ext uri="{FF2B5EF4-FFF2-40B4-BE49-F238E27FC236}">
                <a16:creationId xmlns:a16="http://schemas.microsoft.com/office/drawing/2014/main" id="{3244D0C8-365F-BE41-A39B-A9FE4EE82A40}"/>
              </a:ext>
            </a:extLst>
          </p:cNvPr>
          <p:cNvSpPr>
            <a:spLocks noChangeShapeType="1"/>
          </p:cNvSpPr>
          <p:nvPr/>
        </p:nvSpPr>
        <p:spPr bwMode="auto">
          <a:xfrm flipH="1">
            <a:off x="2089548" y="3301945"/>
            <a:ext cx="69056" cy="4048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7" name="Line 244">
            <a:extLst>
              <a:ext uri="{FF2B5EF4-FFF2-40B4-BE49-F238E27FC236}">
                <a16:creationId xmlns:a16="http://schemas.microsoft.com/office/drawing/2014/main" id="{3D1EA720-E06C-FB4F-9452-0C93658B0459}"/>
              </a:ext>
            </a:extLst>
          </p:cNvPr>
          <p:cNvSpPr>
            <a:spLocks noChangeShapeType="1"/>
          </p:cNvSpPr>
          <p:nvPr/>
        </p:nvSpPr>
        <p:spPr bwMode="auto">
          <a:xfrm flipH="1">
            <a:off x="2264569" y="3323375"/>
            <a:ext cx="36910" cy="238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8" name="Line 245">
            <a:extLst>
              <a:ext uri="{FF2B5EF4-FFF2-40B4-BE49-F238E27FC236}">
                <a16:creationId xmlns:a16="http://schemas.microsoft.com/office/drawing/2014/main" id="{8E380897-9644-374A-9AA6-5CABD30C5679}"/>
              </a:ext>
            </a:extLst>
          </p:cNvPr>
          <p:cNvSpPr>
            <a:spLocks noChangeShapeType="1"/>
          </p:cNvSpPr>
          <p:nvPr/>
        </p:nvSpPr>
        <p:spPr bwMode="auto">
          <a:xfrm flipH="1">
            <a:off x="2243137" y="3316232"/>
            <a:ext cx="34529"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9" name="Line 246">
            <a:extLst>
              <a:ext uri="{FF2B5EF4-FFF2-40B4-BE49-F238E27FC236}">
                <a16:creationId xmlns:a16="http://schemas.microsoft.com/office/drawing/2014/main" id="{7401B4F2-8790-2A49-9B1E-61C66662943C}"/>
              </a:ext>
            </a:extLst>
          </p:cNvPr>
          <p:cNvSpPr>
            <a:spLocks noChangeShapeType="1"/>
          </p:cNvSpPr>
          <p:nvPr/>
        </p:nvSpPr>
        <p:spPr bwMode="auto">
          <a:xfrm flipH="1">
            <a:off x="2222898" y="3307898"/>
            <a:ext cx="34528"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0" name="Line 247">
            <a:extLst>
              <a:ext uri="{FF2B5EF4-FFF2-40B4-BE49-F238E27FC236}">
                <a16:creationId xmlns:a16="http://schemas.microsoft.com/office/drawing/2014/main" id="{D904AACD-5997-3F44-9D44-AE81DCEE4435}"/>
              </a:ext>
            </a:extLst>
          </p:cNvPr>
          <p:cNvSpPr>
            <a:spLocks noChangeShapeType="1"/>
          </p:cNvSpPr>
          <p:nvPr/>
        </p:nvSpPr>
        <p:spPr bwMode="auto">
          <a:xfrm flipH="1">
            <a:off x="2202657" y="3299563"/>
            <a:ext cx="32147"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1" name="Line 248">
            <a:extLst>
              <a:ext uri="{FF2B5EF4-FFF2-40B4-BE49-F238E27FC236}">
                <a16:creationId xmlns:a16="http://schemas.microsoft.com/office/drawing/2014/main" id="{B06D7C2F-B58B-954B-B92A-FC24C9D29503}"/>
              </a:ext>
            </a:extLst>
          </p:cNvPr>
          <p:cNvSpPr>
            <a:spLocks noChangeShapeType="1"/>
          </p:cNvSpPr>
          <p:nvPr/>
        </p:nvSpPr>
        <p:spPr bwMode="auto">
          <a:xfrm flipH="1">
            <a:off x="2182417" y="3290039"/>
            <a:ext cx="30956" cy="202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2" name="Line 249">
            <a:extLst>
              <a:ext uri="{FF2B5EF4-FFF2-40B4-BE49-F238E27FC236}">
                <a16:creationId xmlns:a16="http://schemas.microsoft.com/office/drawing/2014/main" id="{5032DB8A-FD80-D144-A112-22B1B4ECF553}"/>
              </a:ext>
            </a:extLst>
          </p:cNvPr>
          <p:cNvSpPr>
            <a:spLocks noChangeShapeType="1"/>
          </p:cNvSpPr>
          <p:nvPr/>
        </p:nvSpPr>
        <p:spPr bwMode="auto">
          <a:xfrm flipH="1">
            <a:off x="2159794" y="3281704"/>
            <a:ext cx="29766" cy="178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3" name="Freeform 250">
            <a:extLst>
              <a:ext uri="{FF2B5EF4-FFF2-40B4-BE49-F238E27FC236}">
                <a16:creationId xmlns:a16="http://schemas.microsoft.com/office/drawing/2014/main" id="{FEC2B3A8-6F5C-314A-AAE4-BD85B6B13AC2}"/>
              </a:ext>
            </a:extLst>
          </p:cNvPr>
          <p:cNvSpPr>
            <a:spLocks/>
          </p:cNvSpPr>
          <p:nvPr/>
        </p:nvSpPr>
        <p:spPr bwMode="auto">
          <a:xfrm flipH="1">
            <a:off x="1876426" y="3493635"/>
            <a:ext cx="365522" cy="194072"/>
          </a:xfrm>
          <a:custGeom>
            <a:avLst/>
            <a:gdLst>
              <a:gd name="T0" fmla="*/ 2147483646 w 2091"/>
              <a:gd name="T1" fmla="*/ 2147483646 h 931"/>
              <a:gd name="T2" fmla="*/ 2147483646 w 2091"/>
              <a:gd name="T3" fmla="*/ 2147483646 h 931"/>
              <a:gd name="T4" fmla="*/ 0 w 2091"/>
              <a:gd name="T5" fmla="*/ 2147483646 h 931"/>
              <a:gd name="T6" fmla="*/ 2147483646 w 2091"/>
              <a:gd name="T7" fmla="*/ 2147483646 h 931"/>
              <a:gd name="T8" fmla="*/ 2147483646 w 2091"/>
              <a:gd name="T9" fmla="*/ 2147483646 h 931"/>
              <a:gd name="T10" fmla="*/ 2147483646 w 2091"/>
              <a:gd name="T11" fmla="*/ 2147483646 h 931"/>
              <a:gd name="T12" fmla="*/ 2147483646 w 2091"/>
              <a:gd name="T13" fmla="*/ 2147483646 h 931"/>
              <a:gd name="T14" fmla="*/ 2147483646 w 2091"/>
              <a:gd name="T15" fmla="*/ 2147483646 h 931"/>
              <a:gd name="T16" fmla="*/ 2147483646 w 2091"/>
              <a:gd name="T17" fmla="*/ 2147483646 h 931"/>
              <a:gd name="T18" fmla="*/ 2147483646 w 2091"/>
              <a:gd name="T19" fmla="*/ 2147483646 h 931"/>
              <a:gd name="T20" fmla="*/ 2147483646 w 2091"/>
              <a:gd name="T21" fmla="*/ 2147483646 h 931"/>
              <a:gd name="T22" fmla="*/ 2147483646 w 2091"/>
              <a:gd name="T23" fmla="*/ 2147483646 h 931"/>
              <a:gd name="T24" fmla="*/ 2147483646 w 2091"/>
              <a:gd name="T25" fmla="*/ 2147483646 h 931"/>
              <a:gd name="T26" fmla="*/ 2147483646 w 2091"/>
              <a:gd name="T27" fmla="*/ 2147483646 h 931"/>
              <a:gd name="T28" fmla="*/ 2147483646 w 2091"/>
              <a:gd name="T29" fmla="*/ 2147483646 h 931"/>
              <a:gd name="T30" fmla="*/ 2147483646 w 2091"/>
              <a:gd name="T31" fmla="*/ 2147483646 h 931"/>
              <a:gd name="T32" fmla="*/ 2147483646 w 2091"/>
              <a:gd name="T33" fmla="*/ 2147483646 h 931"/>
              <a:gd name="T34" fmla="*/ 2147483646 w 2091"/>
              <a:gd name="T35" fmla="*/ 2147483646 h 931"/>
              <a:gd name="T36" fmla="*/ 2147483646 w 2091"/>
              <a:gd name="T37" fmla="*/ 2147483646 h 931"/>
              <a:gd name="T38" fmla="*/ 2147483646 w 2091"/>
              <a:gd name="T39" fmla="*/ 0 h 931"/>
              <a:gd name="T40" fmla="*/ 2147483646 w 2091"/>
              <a:gd name="T41" fmla="*/ 2147483646 h 931"/>
              <a:gd name="T42" fmla="*/ 2147483646 w 2091"/>
              <a:gd name="T43" fmla="*/ 2147483646 h 931"/>
              <a:gd name="T44" fmla="*/ 2147483646 w 2091"/>
              <a:gd name="T45" fmla="*/ 2147483646 h 931"/>
              <a:gd name="T46" fmla="*/ 2147483646 w 2091"/>
              <a:gd name="T47" fmla="*/ 2147483646 h 931"/>
              <a:gd name="T48" fmla="*/ 2147483646 w 2091"/>
              <a:gd name="T49" fmla="*/ 2147483646 h 931"/>
              <a:gd name="T50" fmla="*/ 2147483646 w 2091"/>
              <a:gd name="T51" fmla="*/ 2147483646 h 931"/>
              <a:gd name="T52" fmla="*/ 2147483646 w 2091"/>
              <a:gd name="T53" fmla="*/ 2147483646 h 931"/>
              <a:gd name="T54" fmla="*/ 2147483646 w 2091"/>
              <a:gd name="T55" fmla="*/ 2147483646 h 931"/>
              <a:gd name="T56" fmla="*/ 2147483646 w 2091"/>
              <a:gd name="T57" fmla="*/ 2147483646 h 931"/>
              <a:gd name="T58" fmla="*/ 2147483646 w 2091"/>
              <a:gd name="T59" fmla="*/ 2147483646 h 931"/>
              <a:gd name="T60" fmla="*/ 2147483646 w 2091"/>
              <a:gd name="T61" fmla="*/ 2147483646 h 931"/>
              <a:gd name="T62" fmla="*/ 2147483646 w 2091"/>
              <a:gd name="T63" fmla="*/ 2147483646 h 931"/>
              <a:gd name="T64" fmla="*/ 2147483646 w 2091"/>
              <a:gd name="T65" fmla="*/ 2147483646 h 931"/>
              <a:gd name="T66" fmla="*/ 2147483646 w 2091"/>
              <a:gd name="T67" fmla="*/ 2147483646 h 931"/>
              <a:gd name="T68" fmla="*/ 2147483646 w 2091"/>
              <a:gd name="T69" fmla="*/ 2147483646 h 931"/>
              <a:gd name="T70" fmla="*/ 2147483646 w 2091"/>
              <a:gd name="T71" fmla="*/ 2147483646 h 931"/>
              <a:gd name="T72" fmla="*/ 2147483646 w 2091"/>
              <a:gd name="T73" fmla="*/ 2147483646 h 931"/>
              <a:gd name="T74" fmla="*/ 2147483646 w 2091"/>
              <a:gd name="T75" fmla="*/ 2147483646 h 931"/>
              <a:gd name="T76" fmla="*/ 2147483646 w 2091"/>
              <a:gd name="T77" fmla="*/ 2147483646 h 931"/>
              <a:gd name="T78" fmla="*/ 2147483646 w 2091"/>
              <a:gd name="T79" fmla="*/ 2147483646 h 931"/>
              <a:gd name="T80" fmla="*/ 2147483646 w 2091"/>
              <a:gd name="T81" fmla="*/ 2147483646 h 931"/>
              <a:gd name="T82" fmla="*/ 2147483646 w 2091"/>
              <a:gd name="T83" fmla="*/ 2147483646 h 931"/>
              <a:gd name="T84" fmla="*/ 2147483646 w 2091"/>
              <a:gd name="T85" fmla="*/ 2147483646 h 931"/>
              <a:gd name="T86" fmla="*/ 2147483646 w 2091"/>
              <a:gd name="T87" fmla="*/ 2147483646 h 931"/>
              <a:gd name="T88" fmla="*/ 2147483646 w 2091"/>
              <a:gd name="T89" fmla="*/ 214748364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324" name="Freeform 251">
            <a:extLst>
              <a:ext uri="{FF2B5EF4-FFF2-40B4-BE49-F238E27FC236}">
                <a16:creationId xmlns:a16="http://schemas.microsoft.com/office/drawing/2014/main" id="{C069873D-5D66-B24F-93C1-0B9A47BD6DE3}"/>
              </a:ext>
            </a:extLst>
          </p:cNvPr>
          <p:cNvSpPr>
            <a:spLocks/>
          </p:cNvSpPr>
          <p:nvPr/>
        </p:nvSpPr>
        <p:spPr bwMode="auto">
          <a:xfrm flipH="1">
            <a:off x="1879998" y="3513876"/>
            <a:ext cx="359569" cy="171450"/>
          </a:xfrm>
          <a:custGeom>
            <a:avLst/>
            <a:gdLst>
              <a:gd name="T0" fmla="*/ 2147483646 w 2049"/>
              <a:gd name="T1" fmla="*/ 2147483646 h 829"/>
              <a:gd name="T2" fmla="*/ 2147483646 w 2049"/>
              <a:gd name="T3" fmla="*/ 2147483646 h 829"/>
              <a:gd name="T4" fmla="*/ 2147483646 w 2049"/>
              <a:gd name="T5" fmla="*/ 2147483646 h 829"/>
              <a:gd name="T6" fmla="*/ 2147483646 w 2049"/>
              <a:gd name="T7" fmla="*/ 2147483646 h 829"/>
              <a:gd name="T8" fmla="*/ 2147483646 w 2049"/>
              <a:gd name="T9" fmla="*/ 2147483646 h 829"/>
              <a:gd name="T10" fmla="*/ 2147483646 w 2049"/>
              <a:gd name="T11" fmla="*/ 2147483646 h 829"/>
              <a:gd name="T12" fmla="*/ 2147483646 w 2049"/>
              <a:gd name="T13" fmla="*/ 2147483646 h 829"/>
              <a:gd name="T14" fmla="*/ 2147483646 w 2049"/>
              <a:gd name="T15" fmla="*/ 2147483646 h 829"/>
              <a:gd name="T16" fmla="*/ 2147483646 w 2049"/>
              <a:gd name="T17" fmla="*/ 2147483646 h 829"/>
              <a:gd name="T18" fmla="*/ 2147483646 w 2049"/>
              <a:gd name="T19" fmla="*/ 2147483646 h 829"/>
              <a:gd name="T20" fmla="*/ 2147483646 w 2049"/>
              <a:gd name="T21" fmla="*/ 2147483646 h 829"/>
              <a:gd name="T22" fmla="*/ 2147483646 w 2049"/>
              <a:gd name="T23" fmla="*/ 2147483646 h 829"/>
              <a:gd name="T24" fmla="*/ 2147483646 w 2049"/>
              <a:gd name="T25" fmla="*/ 2147483646 h 829"/>
              <a:gd name="T26" fmla="*/ 2147483646 w 2049"/>
              <a:gd name="T27" fmla="*/ 2147483646 h 829"/>
              <a:gd name="T28" fmla="*/ 2147483646 w 2049"/>
              <a:gd name="T29" fmla="*/ 2147483646 h 829"/>
              <a:gd name="T30" fmla="*/ 2147483646 w 2049"/>
              <a:gd name="T31" fmla="*/ 2147483646 h 829"/>
              <a:gd name="T32" fmla="*/ 2147483646 w 2049"/>
              <a:gd name="T33" fmla="*/ 2147483646 h 829"/>
              <a:gd name="T34" fmla="*/ 2147483646 w 2049"/>
              <a:gd name="T35" fmla="*/ 2147483646 h 829"/>
              <a:gd name="T36" fmla="*/ 2147483646 w 2049"/>
              <a:gd name="T37" fmla="*/ 2147483646 h 829"/>
              <a:gd name="T38" fmla="*/ 2147483646 w 2049"/>
              <a:gd name="T39" fmla="*/ 2147483646 h 829"/>
              <a:gd name="T40" fmla="*/ 2147483646 w 2049"/>
              <a:gd name="T41" fmla="*/ 2147483646 h 829"/>
              <a:gd name="T42" fmla="*/ 0 w 2049"/>
              <a:gd name="T43" fmla="*/ 2147483646 h 829"/>
              <a:gd name="T44" fmla="*/ 2147483646 w 2049"/>
              <a:gd name="T45" fmla="*/ 2147483646 h 829"/>
              <a:gd name="T46" fmla="*/ 2147483646 w 2049"/>
              <a:gd name="T47" fmla="*/ 2147483646 h 829"/>
              <a:gd name="T48" fmla="*/ 2147483646 w 2049"/>
              <a:gd name="T49" fmla="*/ 2147483646 h 829"/>
              <a:gd name="T50" fmla="*/ 2147483646 w 2049"/>
              <a:gd name="T51" fmla="*/ 2147483646 h 829"/>
              <a:gd name="T52" fmla="*/ 2147483646 w 2049"/>
              <a:gd name="T53" fmla="*/ 2147483646 h 829"/>
              <a:gd name="T54" fmla="*/ 2147483646 w 2049"/>
              <a:gd name="T55" fmla="*/ 2147483646 h 829"/>
              <a:gd name="T56" fmla="*/ 2147483646 w 2049"/>
              <a:gd name="T57" fmla="*/ 2147483646 h 829"/>
              <a:gd name="T58" fmla="*/ 2147483646 w 2049"/>
              <a:gd name="T59" fmla="*/ 2147483646 h 829"/>
              <a:gd name="T60" fmla="*/ 2147483646 w 2049"/>
              <a:gd name="T61" fmla="*/ 2147483646 h 829"/>
              <a:gd name="T62" fmla="*/ 2147483646 w 2049"/>
              <a:gd name="T63" fmla="*/ 2147483646 h 829"/>
              <a:gd name="T64" fmla="*/ 2147483646 w 2049"/>
              <a:gd name="T65" fmla="*/ 2147483646 h 829"/>
              <a:gd name="T66" fmla="*/ 2147483646 w 2049"/>
              <a:gd name="T67" fmla="*/ 2147483646 h 829"/>
              <a:gd name="T68" fmla="*/ 2147483646 w 2049"/>
              <a:gd name="T69" fmla="*/ 0 h 829"/>
              <a:gd name="T70" fmla="*/ 2147483646 w 2049"/>
              <a:gd name="T71" fmla="*/ 2147483646 h 829"/>
              <a:gd name="T72" fmla="*/ 2147483646 w 2049"/>
              <a:gd name="T73" fmla="*/ 2147483646 h 829"/>
              <a:gd name="T74" fmla="*/ 2147483646 w 2049"/>
              <a:gd name="T75" fmla="*/ 2147483646 h 829"/>
              <a:gd name="T76" fmla="*/ 2147483646 w 2049"/>
              <a:gd name="T77" fmla="*/ 2147483646 h 829"/>
              <a:gd name="T78" fmla="*/ 2147483646 w 2049"/>
              <a:gd name="T79" fmla="*/ 2147483646 h 829"/>
              <a:gd name="T80" fmla="*/ 2147483646 w 2049"/>
              <a:gd name="T81" fmla="*/ 2147483646 h 829"/>
              <a:gd name="T82" fmla="*/ 2147483646 w 2049"/>
              <a:gd name="T83" fmla="*/ 2147483646 h 829"/>
              <a:gd name="T84" fmla="*/ 2147483646 w 2049"/>
              <a:gd name="T85" fmla="*/ 2147483646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5" name="Freeform 252">
            <a:extLst>
              <a:ext uri="{FF2B5EF4-FFF2-40B4-BE49-F238E27FC236}">
                <a16:creationId xmlns:a16="http://schemas.microsoft.com/office/drawing/2014/main" id="{F81EC43D-E91B-FB48-9CF9-DF29AA8E03F3}"/>
              </a:ext>
            </a:extLst>
          </p:cNvPr>
          <p:cNvSpPr>
            <a:spLocks/>
          </p:cNvSpPr>
          <p:nvPr/>
        </p:nvSpPr>
        <p:spPr bwMode="auto">
          <a:xfrm flipH="1">
            <a:off x="1930004" y="3574597"/>
            <a:ext cx="50006" cy="9525"/>
          </a:xfrm>
          <a:custGeom>
            <a:avLst/>
            <a:gdLst>
              <a:gd name="T0" fmla="*/ 2147483646 w 280"/>
              <a:gd name="T1" fmla="*/ 0 h 48"/>
              <a:gd name="T2" fmla="*/ 2147483646 w 280"/>
              <a:gd name="T3" fmla="*/ 2147483646 h 48"/>
              <a:gd name="T4" fmla="*/ 0 w 280"/>
              <a:gd name="T5" fmla="*/ 2147483646 h 48"/>
              <a:gd name="T6" fmla="*/ 2147483646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6" name="Freeform 253">
            <a:extLst>
              <a:ext uri="{FF2B5EF4-FFF2-40B4-BE49-F238E27FC236}">
                <a16:creationId xmlns:a16="http://schemas.microsoft.com/office/drawing/2014/main" id="{9CF9A651-A203-C241-A702-8474C880B6DB}"/>
              </a:ext>
            </a:extLst>
          </p:cNvPr>
          <p:cNvSpPr>
            <a:spLocks/>
          </p:cNvSpPr>
          <p:nvPr/>
        </p:nvSpPr>
        <p:spPr bwMode="auto">
          <a:xfrm flipH="1">
            <a:off x="1881188" y="3557929"/>
            <a:ext cx="29766" cy="13097"/>
          </a:xfrm>
          <a:custGeom>
            <a:avLst/>
            <a:gdLst>
              <a:gd name="T0" fmla="*/ 2147483646 w 170"/>
              <a:gd name="T1" fmla="*/ 0 h 57"/>
              <a:gd name="T2" fmla="*/ 2147483646 w 170"/>
              <a:gd name="T3" fmla="*/ 2147483646 h 57"/>
              <a:gd name="T4" fmla="*/ 0 w 170"/>
              <a:gd name="T5" fmla="*/ 2147483646 h 57"/>
              <a:gd name="T6" fmla="*/ 2147483646 w 170"/>
              <a:gd name="T7" fmla="*/ 2147483646 h 57"/>
              <a:gd name="T8" fmla="*/ 2147483646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7" name="Freeform 254">
            <a:extLst>
              <a:ext uri="{FF2B5EF4-FFF2-40B4-BE49-F238E27FC236}">
                <a16:creationId xmlns:a16="http://schemas.microsoft.com/office/drawing/2014/main" id="{1546AFA8-2DEA-5B4C-A6AB-12058D54BC03}"/>
              </a:ext>
            </a:extLst>
          </p:cNvPr>
          <p:cNvSpPr>
            <a:spLocks/>
          </p:cNvSpPr>
          <p:nvPr/>
        </p:nvSpPr>
        <p:spPr bwMode="auto">
          <a:xfrm flipH="1">
            <a:off x="2006204" y="3549595"/>
            <a:ext cx="47625" cy="29765"/>
          </a:xfrm>
          <a:custGeom>
            <a:avLst/>
            <a:gdLst>
              <a:gd name="T0" fmla="*/ 2147483646 w 263"/>
              <a:gd name="T1" fmla="*/ 0 h 143"/>
              <a:gd name="T2" fmla="*/ 2147483646 w 263"/>
              <a:gd name="T3" fmla="*/ 2147483646 h 143"/>
              <a:gd name="T4" fmla="*/ 2147483646 w 263"/>
              <a:gd name="T5" fmla="*/ 2147483646 h 143"/>
              <a:gd name="T6" fmla="*/ 2147483646 w 263"/>
              <a:gd name="T7" fmla="*/ 2147483646 h 143"/>
              <a:gd name="T8" fmla="*/ 2147483646 w 263"/>
              <a:gd name="T9" fmla="*/ 2147483646 h 143"/>
              <a:gd name="T10" fmla="*/ 0 w 263"/>
              <a:gd name="T11" fmla="*/ 2147483646 h 143"/>
              <a:gd name="T12" fmla="*/ 2147483646 w 263"/>
              <a:gd name="T13" fmla="*/ 2147483646 h 143"/>
              <a:gd name="T14" fmla="*/ 2147483646 w 263"/>
              <a:gd name="T15" fmla="*/ 2147483646 h 143"/>
              <a:gd name="T16" fmla="*/ 2147483646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8" name="Freeform 255">
            <a:extLst>
              <a:ext uri="{FF2B5EF4-FFF2-40B4-BE49-F238E27FC236}">
                <a16:creationId xmlns:a16="http://schemas.microsoft.com/office/drawing/2014/main" id="{A841C294-4599-3942-B148-3D1D82E30ACE}"/>
              </a:ext>
            </a:extLst>
          </p:cNvPr>
          <p:cNvSpPr>
            <a:spLocks/>
          </p:cNvSpPr>
          <p:nvPr/>
        </p:nvSpPr>
        <p:spPr bwMode="auto">
          <a:xfrm flipH="1">
            <a:off x="2053829" y="3617459"/>
            <a:ext cx="150019" cy="44054"/>
          </a:xfrm>
          <a:custGeom>
            <a:avLst/>
            <a:gdLst>
              <a:gd name="T0" fmla="*/ 2147483646 w 853"/>
              <a:gd name="T1" fmla="*/ 0 h 212"/>
              <a:gd name="T2" fmla="*/ 2147483646 w 853"/>
              <a:gd name="T3" fmla="*/ 2147483646 h 212"/>
              <a:gd name="T4" fmla="*/ 2147483646 w 853"/>
              <a:gd name="T5" fmla="*/ 2147483646 h 212"/>
              <a:gd name="T6" fmla="*/ 2147483646 w 853"/>
              <a:gd name="T7" fmla="*/ 2147483646 h 212"/>
              <a:gd name="T8" fmla="*/ 2147483646 w 853"/>
              <a:gd name="T9" fmla="*/ 2147483646 h 212"/>
              <a:gd name="T10" fmla="*/ 2147483646 w 853"/>
              <a:gd name="T11" fmla="*/ 2147483646 h 212"/>
              <a:gd name="T12" fmla="*/ 0 w 853"/>
              <a:gd name="T13" fmla="*/ 2147483646 h 212"/>
              <a:gd name="T14" fmla="*/ 2147483646 w 853"/>
              <a:gd name="T15" fmla="*/ 2147483646 h 212"/>
              <a:gd name="T16" fmla="*/ 2147483646 w 853"/>
              <a:gd name="T17" fmla="*/ 2147483646 h 212"/>
              <a:gd name="T18" fmla="*/ 2147483646 w 853"/>
              <a:gd name="T19" fmla="*/ 2147483646 h 212"/>
              <a:gd name="T20" fmla="*/ 2147483646 w 853"/>
              <a:gd name="T21" fmla="*/ 2147483646 h 212"/>
              <a:gd name="T22" fmla="*/ 2147483646 w 853"/>
              <a:gd name="T23" fmla="*/ 2147483646 h 212"/>
              <a:gd name="T24" fmla="*/ 2147483646 w 853"/>
              <a:gd name="T25" fmla="*/ 2147483646 h 212"/>
              <a:gd name="T26" fmla="*/ 2147483646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9" name="Freeform 256">
            <a:extLst>
              <a:ext uri="{FF2B5EF4-FFF2-40B4-BE49-F238E27FC236}">
                <a16:creationId xmlns:a16="http://schemas.microsoft.com/office/drawing/2014/main" id="{913BA61D-2F53-7244-B23E-FC2256E2D206}"/>
              </a:ext>
            </a:extLst>
          </p:cNvPr>
          <p:cNvSpPr>
            <a:spLocks/>
          </p:cNvSpPr>
          <p:nvPr/>
        </p:nvSpPr>
        <p:spPr bwMode="auto">
          <a:xfrm flipH="1">
            <a:off x="2049066" y="3284085"/>
            <a:ext cx="129778" cy="79772"/>
          </a:xfrm>
          <a:custGeom>
            <a:avLst/>
            <a:gdLst>
              <a:gd name="T0" fmla="*/ 2147483646 w 751"/>
              <a:gd name="T1" fmla="*/ 2147483646 h 379"/>
              <a:gd name="T2" fmla="*/ 2147483646 w 751"/>
              <a:gd name="T3" fmla="*/ 2147483646 h 379"/>
              <a:gd name="T4" fmla="*/ 2147483646 w 751"/>
              <a:gd name="T5" fmla="*/ 2147483646 h 379"/>
              <a:gd name="T6" fmla="*/ 2147483646 w 751"/>
              <a:gd name="T7" fmla="*/ 2147483646 h 379"/>
              <a:gd name="T8" fmla="*/ 2147483646 w 751"/>
              <a:gd name="T9" fmla="*/ 2147483646 h 379"/>
              <a:gd name="T10" fmla="*/ 2147483646 w 751"/>
              <a:gd name="T11" fmla="*/ 2147483646 h 379"/>
              <a:gd name="T12" fmla="*/ 2147483646 w 751"/>
              <a:gd name="T13" fmla="*/ 2147483646 h 379"/>
              <a:gd name="T14" fmla="*/ 2147483646 w 751"/>
              <a:gd name="T15" fmla="*/ 2147483646 h 379"/>
              <a:gd name="T16" fmla="*/ 2147483646 w 751"/>
              <a:gd name="T17" fmla="*/ 2147483646 h 379"/>
              <a:gd name="T18" fmla="*/ 2147483646 w 751"/>
              <a:gd name="T19" fmla="*/ 2147483646 h 379"/>
              <a:gd name="T20" fmla="*/ 2147483646 w 751"/>
              <a:gd name="T21" fmla="*/ 2147483646 h 379"/>
              <a:gd name="T22" fmla="*/ 2147483646 w 751"/>
              <a:gd name="T23" fmla="*/ 2147483646 h 379"/>
              <a:gd name="T24" fmla="*/ 2147483646 w 751"/>
              <a:gd name="T25" fmla="*/ 2147483646 h 379"/>
              <a:gd name="T26" fmla="*/ 2147483646 w 751"/>
              <a:gd name="T27" fmla="*/ 2147483646 h 379"/>
              <a:gd name="T28" fmla="*/ 2147483646 w 751"/>
              <a:gd name="T29" fmla="*/ 2147483646 h 379"/>
              <a:gd name="T30" fmla="*/ 2147483646 w 751"/>
              <a:gd name="T31" fmla="*/ 2147483646 h 379"/>
              <a:gd name="T32" fmla="*/ 2147483646 w 751"/>
              <a:gd name="T33" fmla="*/ 2147483646 h 379"/>
              <a:gd name="T34" fmla="*/ 2147483646 w 751"/>
              <a:gd name="T35" fmla="*/ 2147483646 h 379"/>
              <a:gd name="T36" fmla="*/ 2147483646 w 751"/>
              <a:gd name="T37" fmla="*/ 2147483646 h 379"/>
              <a:gd name="T38" fmla="*/ 2147483646 w 751"/>
              <a:gd name="T39" fmla="*/ 2147483646 h 379"/>
              <a:gd name="T40" fmla="*/ 2147483646 w 751"/>
              <a:gd name="T41" fmla="*/ 2147483646 h 379"/>
              <a:gd name="T42" fmla="*/ 2147483646 w 751"/>
              <a:gd name="T43" fmla="*/ 2147483646 h 379"/>
              <a:gd name="T44" fmla="*/ 2147483646 w 751"/>
              <a:gd name="T45" fmla="*/ 2147483646 h 379"/>
              <a:gd name="T46" fmla="*/ 2147483646 w 751"/>
              <a:gd name="T47" fmla="*/ 2147483646 h 379"/>
              <a:gd name="T48" fmla="*/ 2147483646 w 751"/>
              <a:gd name="T49" fmla="*/ 2147483646 h 379"/>
              <a:gd name="T50" fmla="*/ 2147483646 w 751"/>
              <a:gd name="T51" fmla="*/ 2147483646 h 379"/>
              <a:gd name="T52" fmla="*/ 2147483646 w 751"/>
              <a:gd name="T53" fmla="*/ 2147483646 h 379"/>
              <a:gd name="T54" fmla="*/ 2147483646 w 751"/>
              <a:gd name="T55" fmla="*/ 2147483646 h 379"/>
              <a:gd name="T56" fmla="*/ 2147483646 w 751"/>
              <a:gd name="T57" fmla="*/ 2147483646 h 379"/>
              <a:gd name="T58" fmla="*/ 2147483646 w 751"/>
              <a:gd name="T59" fmla="*/ 2147483646 h 379"/>
              <a:gd name="T60" fmla="*/ 2147483646 w 751"/>
              <a:gd name="T61" fmla="*/ 2147483646 h 379"/>
              <a:gd name="T62" fmla="*/ 2147483646 w 751"/>
              <a:gd name="T63" fmla="*/ 2147483646 h 379"/>
              <a:gd name="T64" fmla="*/ 0 w 751"/>
              <a:gd name="T65" fmla="*/ 2147483646 h 379"/>
              <a:gd name="T66" fmla="*/ 2147483646 w 751"/>
              <a:gd name="T67" fmla="*/ 2147483646 h 379"/>
              <a:gd name="T68" fmla="*/ 2147483646 w 751"/>
              <a:gd name="T69" fmla="*/ 2147483646 h 379"/>
              <a:gd name="T70" fmla="*/ 2147483646 w 751"/>
              <a:gd name="T71" fmla="*/ 2147483646 h 379"/>
              <a:gd name="T72" fmla="*/ 2147483646 w 751"/>
              <a:gd name="T73" fmla="*/ 2147483646 h 379"/>
              <a:gd name="T74" fmla="*/ 2147483646 w 751"/>
              <a:gd name="T75" fmla="*/ 2147483646 h 379"/>
              <a:gd name="T76" fmla="*/ 2147483646 w 751"/>
              <a:gd name="T77" fmla="*/ 2147483646 h 379"/>
              <a:gd name="T78" fmla="*/ 2147483646 w 751"/>
              <a:gd name="T79" fmla="*/ 2147483646 h 379"/>
              <a:gd name="T80" fmla="*/ 2147483646 w 751"/>
              <a:gd name="T81" fmla="*/ 2147483646 h 379"/>
              <a:gd name="T82" fmla="*/ 2147483646 w 751"/>
              <a:gd name="T83" fmla="*/ 2147483646 h 379"/>
              <a:gd name="T84" fmla="*/ 2147483646 w 751"/>
              <a:gd name="T85" fmla="*/ 0 h 379"/>
              <a:gd name="T86" fmla="*/ 2147483646 w 751"/>
              <a:gd name="T87" fmla="*/ 2147483646 h 379"/>
              <a:gd name="T88" fmla="*/ 2147483646 w 751"/>
              <a:gd name="T89" fmla="*/ 2147483646 h 379"/>
              <a:gd name="T90" fmla="*/ 2147483646 w 751"/>
              <a:gd name="T91" fmla="*/ 2147483646 h 379"/>
              <a:gd name="T92" fmla="*/ 2147483646 w 751"/>
              <a:gd name="T93" fmla="*/ 2147483646 h 379"/>
              <a:gd name="T94" fmla="*/ 2147483646 w 751"/>
              <a:gd name="T95" fmla="*/ 2147483646 h 379"/>
              <a:gd name="T96" fmla="*/ 2147483646 w 751"/>
              <a:gd name="T97" fmla="*/ 2147483646 h 379"/>
              <a:gd name="T98" fmla="*/ 2147483646 w 751"/>
              <a:gd name="T99" fmla="*/ 2147483646 h 379"/>
              <a:gd name="T100" fmla="*/ 2147483646 w 751"/>
              <a:gd name="T101" fmla="*/ 2147483646 h 379"/>
              <a:gd name="T102" fmla="*/ 2147483646 w 751"/>
              <a:gd name="T103" fmla="*/ 2147483646 h 379"/>
              <a:gd name="T104" fmla="*/ 2147483646 w 751"/>
              <a:gd name="T105" fmla="*/ 2147483646 h 379"/>
              <a:gd name="T106" fmla="*/ 2147483646 w 751"/>
              <a:gd name="T107" fmla="*/ 2147483646 h 379"/>
              <a:gd name="T108" fmla="*/ 2147483646 w 751"/>
              <a:gd name="T109" fmla="*/ 2147483646 h 379"/>
              <a:gd name="T110" fmla="*/ 2147483646 w 751"/>
              <a:gd name="T111" fmla="*/ 2147483646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330" name="Freeform 257">
            <a:extLst>
              <a:ext uri="{FF2B5EF4-FFF2-40B4-BE49-F238E27FC236}">
                <a16:creationId xmlns:a16="http://schemas.microsoft.com/office/drawing/2014/main" id="{D771B0AA-1326-D54B-A4CB-F6D48A8C8187}"/>
              </a:ext>
            </a:extLst>
          </p:cNvPr>
          <p:cNvSpPr>
            <a:spLocks/>
          </p:cNvSpPr>
          <p:nvPr/>
        </p:nvSpPr>
        <p:spPr bwMode="auto">
          <a:xfrm flipH="1">
            <a:off x="2097882" y="3319803"/>
            <a:ext cx="30956" cy="9525"/>
          </a:xfrm>
          <a:custGeom>
            <a:avLst/>
            <a:gdLst>
              <a:gd name="T0" fmla="*/ 0 w 179"/>
              <a:gd name="T1" fmla="*/ 0 h 43"/>
              <a:gd name="T2" fmla="*/ 2147483646 w 179"/>
              <a:gd name="T3" fmla="*/ 2147483646 h 43"/>
              <a:gd name="T4" fmla="*/ 2147483646 w 179"/>
              <a:gd name="T5" fmla="*/ 2147483646 h 43"/>
              <a:gd name="T6" fmla="*/ 2147483646 w 179"/>
              <a:gd name="T7" fmla="*/ 2147483646 h 43"/>
              <a:gd name="T8" fmla="*/ 2147483646 w 179"/>
              <a:gd name="T9" fmla="*/ 2147483646 h 43"/>
              <a:gd name="T10" fmla="*/ 2147483646 w 179"/>
              <a:gd name="T11" fmla="*/ 2147483646 h 43"/>
              <a:gd name="T12" fmla="*/ 2147483646 w 179"/>
              <a:gd name="T13" fmla="*/ 2147483646 h 43"/>
              <a:gd name="T14" fmla="*/ 2147483646 w 179"/>
              <a:gd name="T15" fmla="*/ 2147483646 h 43"/>
              <a:gd name="T16" fmla="*/ 2147483646 w 179"/>
              <a:gd name="T17" fmla="*/ 2147483646 h 43"/>
              <a:gd name="T18" fmla="*/ 2147483646 w 179"/>
              <a:gd name="T19" fmla="*/ 2147483646 h 43"/>
              <a:gd name="T20" fmla="*/ 2147483646 w 179"/>
              <a:gd name="T21" fmla="*/ 2147483646 h 43"/>
              <a:gd name="T22" fmla="*/ 2147483646 w 179"/>
              <a:gd name="T23" fmla="*/ 2147483646 h 43"/>
              <a:gd name="T24" fmla="*/ 2147483646 w 179"/>
              <a:gd name="T25" fmla="*/ 2147483646 h 43"/>
              <a:gd name="T26" fmla="*/ 2147483646 w 179"/>
              <a:gd name="T27" fmla="*/ 2147483646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1" name="Freeform 258">
            <a:extLst>
              <a:ext uri="{FF2B5EF4-FFF2-40B4-BE49-F238E27FC236}">
                <a16:creationId xmlns:a16="http://schemas.microsoft.com/office/drawing/2014/main" id="{1426E643-FEB9-8141-AB91-F79A16F83849}"/>
              </a:ext>
            </a:extLst>
          </p:cNvPr>
          <p:cNvSpPr>
            <a:spLocks/>
          </p:cNvSpPr>
          <p:nvPr/>
        </p:nvSpPr>
        <p:spPr bwMode="auto">
          <a:xfrm flipH="1">
            <a:off x="2137172" y="3326947"/>
            <a:ext cx="3572" cy="5954"/>
          </a:xfrm>
          <a:custGeom>
            <a:avLst/>
            <a:gdLst>
              <a:gd name="T0" fmla="*/ 2147483646 w 20"/>
              <a:gd name="T1" fmla="*/ 0 h 24"/>
              <a:gd name="T2" fmla="*/ 2147483646 w 20"/>
              <a:gd name="T3" fmla="*/ 2147483646 h 24"/>
              <a:gd name="T4" fmla="*/ 2147483646 w 20"/>
              <a:gd name="T5" fmla="*/ 2147483646 h 24"/>
              <a:gd name="T6" fmla="*/ 0 w 20"/>
              <a:gd name="T7" fmla="*/ 2147483646 h 24"/>
              <a:gd name="T8" fmla="*/ 2147483646 w 20"/>
              <a:gd name="T9" fmla="*/ 2147483646 h 24"/>
              <a:gd name="T10" fmla="*/ 2147483646 w 20"/>
              <a:gd name="T11" fmla="*/ 2147483646 h 24"/>
              <a:gd name="T12" fmla="*/ 2147483646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2" name="Freeform 259">
            <a:extLst>
              <a:ext uri="{FF2B5EF4-FFF2-40B4-BE49-F238E27FC236}">
                <a16:creationId xmlns:a16="http://schemas.microsoft.com/office/drawing/2014/main" id="{8D159BC6-1208-454A-ABC2-91EB077CA2AD}"/>
              </a:ext>
            </a:extLst>
          </p:cNvPr>
          <p:cNvSpPr>
            <a:spLocks/>
          </p:cNvSpPr>
          <p:nvPr/>
        </p:nvSpPr>
        <p:spPr bwMode="auto">
          <a:xfrm flipH="1">
            <a:off x="2155031" y="3295991"/>
            <a:ext cx="19050" cy="9525"/>
          </a:xfrm>
          <a:custGeom>
            <a:avLst/>
            <a:gdLst>
              <a:gd name="T0" fmla="*/ 0 w 104"/>
              <a:gd name="T1" fmla="*/ 2147483646 h 48"/>
              <a:gd name="T2" fmla="*/ 2147483646 w 104"/>
              <a:gd name="T3" fmla="*/ 2147483646 h 48"/>
              <a:gd name="T4" fmla="*/ 2147483646 w 104"/>
              <a:gd name="T5" fmla="*/ 2147483646 h 48"/>
              <a:gd name="T6" fmla="*/ 2147483646 w 104"/>
              <a:gd name="T7" fmla="*/ 2147483646 h 48"/>
              <a:gd name="T8" fmla="*/ 2147483646 w 104"/>
              <a:gd name="T9" fmla="*/ 2147483646 h 48"/>
              <a:gd name="T10" fmla="*/ 2147483646 w 104"/>
              <a:gd name="T11" fmla="*/ 2147483646 h 48"/>
              <a:gd name="T12" fmla="*/ 2147483646 w 104"/>
              <a:gd name="T13" fmla="*/ 2147483646 h 48"/>
              <a:gd name="T14" fmla="*/ 2147483646 w 104"/>
              <a:gd name="T15" fmla="*/ 2147483646 h 48"/>
              <a:gd name="T16" fmla="*/ 2147483646 w 104"/>
              <a:gd name="T17" fmla="*/ 0 h 48"/>
              <a:gd name="T18" fmla="*/ 2147483646 w 104"/>
              <a:gd name="T19" fmla="*/ 2147483646 h 48"/>
              <a:gd name="T20" fmla="*/ 2147483646 w 104"/>
              <a:gd name="T21" fmla="*/ 2147483646 h 48"/>
              <a:gd name="T22" fmla="*/ 2147483646 w 104"/>
              <a:gd name="T23" fmla="*/ 2147483646 h 48"/>
              <a:gd name="T24" fmla="*/ 0 w 104"/>
              <a:gd name="T25" fmla="*/ 2147483646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3" name="Freeform 260">
            <a:extLst>
              <a:ext uri="{FF2B5EF4-FFF2-40B4-BE49-F238E27FC236}">
                <a16:creationId xmlns:a16="http://schemas.microsoft.com/office/drawing/2014/main" id="{5785F69C-67FE-7840-A3FE-02C79550BC90}"/>
              </a:ext>
            </a:extLst>
          </p:cNvPr>
          <p:cNvSpPr>
            <a:spLocks/>
          </p:cNvSpPr>
          <p:nvPr/>
        </p:nvSpPr>
        <p:spPr bwMode="auto">
          <a:xfrm flipH="1">
            <a:off x="2118122" y="3292420"/>
            <a:ext cx="27384" cy="7144"/>
          </a:xfrm>
          <a:custGeom>
            <a:avLst/>
            <a:gdLst>
              <a:gd name="T0" fmla="*/ 0 w 166"/>
              <a:gd name="T1" fmla="*/ 2147483646 h 42"/>
              <a:gd name="T2" fmla="*/ 2147483646 w 166"/>
              <a:gd name="T3" fmla="*/ 2147483646 h 42"/>
              <a:gd name="T4" fmla="*/ 2147483646 w 166"/>
              <a:gd name="T5" fmla="*/ 0 h 42"/>
              <a:gd name="T6" fmla="*/ 2147483646 w 166"/>
              <a:gd name="T7" fmla="*/ 0 h 42"/>
              <a:gd name="T8" fmla="*/ 2147483646 w 166"/>
              <a:gd name="T9" fmla="*/ 2147483646 h 42"/>
              <a:gd name="T10" fmla="*/ 2147483646 w 166"/>
              <a:gd name="T11" fmla="*/ 2147483646 h 42"/>
              <a:gd name="T12" fmla="*/ 2147483646 w 166"/>
              <a:gd name="T13" fmla="*/ 2147483646 h 42"/>
              <a:gd name="T14" fmla="*/ 2147483646 w 166"/>
              <a:gd name="T15" fmla="*/ 2147483646 h 42"/>
              <a:gd name="T16" fmla="*/ 2147483646 w 166"/>
              <a:gd name="T17" fmla="*/ 2147483646 h 42"/>
              <a:gd name="T18" fmla="*/ 2147483646 w 166"/>
              <a:gd name="T19" fmla="*/ 2147483646 h 42"/>
              <a:gd name="T20" fmla="*/ 2147483646 w 166"/>
              <a:gd name="T21" fmla="*/ 2147483646 h 42"/>
              <a:gd name="T22" fmla="*/ 2147483646 w 166"/>
              <a:gd name="T23" fmla="*/ 2147483646 h 42"/>
              <a:gd name="T24" fmla="*/ 2147483646 w 166"/>
              <a:gd name="T25" fmla="*/ 2147483646 h 42"/>
              <a:gd name="T26" fmla="*/ 2147483646 w 166"/>
              <a:gd name="T27" fmla="*/ 2147483646 h 42"/>
              <a:gd name="T28" fmla="*/ 2147483646 w 166"/>
              <a:gd name="T29" fmla="*/ 2147483646 h 42"/>
              <a:gd name="T30" fmla="*/ 0 w 166"/>
              <a:gd name="T31" fmla="*/ 2147483646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4" name="Freeform 261">
            <a:extLst>
              <a:ext uri="{FF2B5EF4-FFF2-40B4-BE49-F238E27FC236}">
                <a16:creationId xmlns:a16="http://schemas.microsoft.com/office/drawing/2014/main" id="{FF7965A5-0776-0A43-AAB0-462AE2190636}"/>
              </a:ext>
            </a:extLst>
          </p:cNvPr>
          <p:cNvSpPr>
            <a:spLocks/>
          </p:cNvSpPr>
          <p:nvPr/>
        </p:nvSpPr>
        <p:spPr bwMode="auto">
          <a:xfrm flipH="1">
            <a:off x="2163366" y="3301945"/>
            <a:ext cx="4763" cy="5953"/>
          </a:xfrm>
          <a:custGeom>
            <a:avLst/>
            <a:gdLst>
              <a:gd name="T0" fmla="*/ 2147483646 w 33"/>
              <a:gd name="T1" fmla="*/ 0 h 30"/>
              <a:gd name="T2" fmla="*/ 2147483646 w 33"/>
              <a:gd name="T3" fmla="*/ 2147483646 h 30"/>
              <a:gd name="T4" fmla="*/ 2147483646 w 33"/>
              <a:gd name="T5" fmla="*/ 2147483646 h 30"/>
              <a:gd name="T6" fmla="*/ 0 w 33"/>
              <a:gd name="T7" fmla="*/ 2147483646 h 30"/>
              <a:gd name="T8" fmla="*/ 2147483646 w 33"/>
              <a:gd name="T9" fmla="*/ 2147483646 h 30"/>
              <a:gd name="T10" fmla="*/ 2147483646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5" name="Freeform 262">
            <a:extLst>
              <a:ext uri="{FF2B5EF4-FFF2-40B4-BE49-F238E27FC236}">
                <a16:creationId xmlns:a16="http://schemas.microsoft.com/office/drawing/2014/main" id="{DCD413F0-E49A-054F-9C52-183D91B1BA73}"/>
              </a:ext>
            </a:extLst>
          </p:cNvPr>
          <p:cNvSpPr>
            <a:spLocks/>
          </p:cNvSpPr>
          <p:nvPr/>
        </p:nvSpPr>
        <p:spPr bwMode="auto">
          <a:xfrm flipH="1">
            <a:off x="2168129" y="3295991"/>
            <a:ext cx="7144" cy="5954"/>
          </a:xfrm>
          <a:custGeom>
            <a:avLst/>
            <a:gdLst>
              <a:gd name="T0" fmla="*/ 2147483646 w 33"/>
              <a:gd name="T1" fmla="*/ 2147483646 h 28"/>
              <a:gd name="T2" fmla="*/ 2147483646 w 33"/>
              <a:gd name="T3" fmla="*/ 0 h 28"/>
              <a:gd name="T4" fmla="*/ 2147483646 w 33"/>
              <a:gd name="T5" fmla="*/ 2147483646 h 28"/>
              <a:gd name="T6" fmla="*/ 0 w 33"/>
              <a:gd name="T7" fmla="*/ 2147483646 h 28"/>
              <a:gd name="T8" fmla="*/ 2147483646 w 33"/>
              <a:gd name="T9" fmla="*/ 2147483646 h 28"/>
              <a:gd name="T10" fmla="*/ 2147483646 w 33"/>
              <a:gd name="T11" fmla="*/ 2147483646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6" name="Freeform 263">
            <a:extLst>
              <a:ext uri="{FF2B5EF4-FFF2-40B4-BE49-F238E27FC236}">
                <a16:creationId xmlns:a16="http://schemas.microsoft.com/office/drawing/2014/main" id="{50AC4E6B-D09B-CD4D-99B3-7C994C06E95E}"/>
              </a:ext>
            </a:extLst>
          </p:cNvPr>
          <p:cNvSpPr>
            <a:spLocks/>
          </p:cNvSpPr>
          <p:nvPr/>
        </p:nvSpPr>
        <p:spPr bwMode="auto">
          <a:xfrm flipH="1">
            <a:off x="2095500" y="3303135"/>
            <a:ext cx="7144" cy="9525"/>
          </a:xfrm>
          <a:custGeom>
            <a:avLst/>
            <a:gdLst>
              <a:gd name="T0" fmla="*/ 0 w 37"/>
              <a:gd name="T1" fmla="*/ 0 h 42"/>
              <a:gd name="T2" fmla="*/ 2147483646 w 37"/>
              <a:gd name="T3" fmla="*/ 2147483646 h 42"/>
              <a:gd name="T4" fmla="*/ 2147483646 w 37"/>
              <a:gd name="T5" fmla="*/ 2147483646 h 42"/>
              <a:gd name="T6" fmla="*/ 2147483646 w 37"/>
              <a:gd name="T7" fmla="*/ 2147483646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7" name="Freeform 264">
            <a:extLst>
              <a:ext uri="{FF2B5EF4-FFF2-40B4-BE49-F238E27FC236}">
                <a16:creationId xmlns:a16="http://schemas.microsoft.com/office/drawing/2014/main" id="{2382585B-9A98-3C47-A7E0-619C1474C091}"/>
              </a:ext>
            </a:extLst>
          </p:cNvPr>
          <p:cNvSpPr>
            <a:spLocks/>
          </p:cNvSpPr>
          <p:nvPr/>
        </p:nvSpPr>
        <p:spPr bwMode="auto">
          <a:xfrm flipH="1">
            <a:off x="2070497" y="3342426"/>
            <a:ext cx="9525" cy="8334"/>
          </a:xfrm>
          <a:custGeom>
            <a:avLst/>
            <a:gdLst>
              <a:gd name="T0" fmla="*/ 2147483646 w 50"/>
              <a:gd name="T1" fmla="*/ 0 h 39"/>
              <a:gd name="T2" fmla="*/ 2147483646 w 50"/>
              <a:gd name="T3" fmla="*/ 2147483646 h 39"/>
              <a:gd name="T4" fmla="*/ 0 w 50"/>
              <a:gd name="T5" fmla="*/ 2147483646 h 39"/>
              <a:gd name="T6" fmla="*/ 2147483646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8" name="Freeform 265">
            <a:extLst>
              <a:ext uri="{FF2B5EF4-FFF2-40B4-BE49-F238E27FC236}">
                <a16:creationId xmlns:a16="http://schemas.microsoft.com/office/drawing/2014/main" id="{F5AB6399-F41A-3647-BF5E-71E7BE0F64E1}"/>
              </a:ext>
            </a:extLst>
          </p:cNvPr>
          <p:cNvSpPr>
            <a:spLocks/>
          </p:cNvSpPr>
          <p:nvPr/>
        </p:nvSpPr>
        <p:spPr bwMode="auto">
          <a:xfrm flipH="1">
            <a:off x="2026444" y="3326947"/>
            <a:ext cx="41672" cy="55960"/>
          </a:xfrm>
          <a:custGeom>
            <a:avLst/>
            <a:gdLst>
              <a:gd name="T0" fmla="*/ 2147483646 w 219"/>
              <a:gd name="T1" fmla="*/ 2147483646 h 267"/>
              <a:gd name="T2" fmla="*/ 2147483646 w 219"/>
              <a:gd name="T3" fmla="*/ 2147483646 h 267"/>
              <a:gd name="T4" fmla="*/ 2147483646 w 219"/>
              <a:gd name="T5" fmla="*/ 2147483646 h 267"/>
              <a:gd name="T6" fmla="*/ 2147483646 w 219"/>
              <a:gd name="T7" fmla="*/ 2147483646 h 267"/>
              <a:gd name="T8" fmla="*/ 2147483646 w 219"/>
              <a:gd name="T9" fmla="*/ 2147483646 h 267"/>
              <a:gd name="T10" fmla="*/ 0 w 219"/>
              <a:gd name="T11" fmla="*/ 2147483646 h 267"/>
              <a:gd name="T12" fmla="*/ 2147483646 w 219"/>
              <a:gd name="T13" fmla="*/ 2147483646 h 267"/>
              <a:gd name="T14" fmla="*/ 2147483646 w 219"/>
              <a:gd name="T15" fmla="*/ 0 h 267"/>
              <a:gd name="T16" fmla="*/ 2147483646 w 219"/>
              <a:gd name="T17" fmla="*/ 2147483646 h 267"/>
              <a:gd name="T18" fmla="*/ 2147483646 w 219"/>
              <a:gd name="T19" fmla="*/ 2147483646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339" name="Freeform 266">
            <a:extLst>
              <a:ext uri="{FF2B5EF4-FFF2-40B4-BE49-F238E27FC236}">
                <a16:creationId xmlns:a16="http://schemas.microsoft.com/office/drawing/2014/main" id="{FC860394-EBDE-4A4F-9924-66B9F5354902}"/>
              </a:ext>
            </a:extLst>
          </p:cNvPr>
          <p:cNvSpPr>
            <a:spLocks/>
          </p:cNvSpPr>
          <p:nvPr/>
        </p:nvSpPr>
        <p:spPr bwMode="auto">
          <a:xfrm flipH="1">
            <a:off x="2033588" y="3332901"/>
            <a:ext cx="29766" cy="45244"/>
          </a:xfrm>
          <a:custGeom>
            <a:avLst/>
            <a:gdLst>
              <a:gd name="T0" fmla="*/ 2147483646 w 175"/>
              <a:gd name="T1" fmla="*/ 2147483646 h 220"/>
              <a:gd name="T2" fmla="*/ 2147483646 w 175"/>
              <a:gd name="T3" fmla="*/ 2147483646 h 220"/>
              <a:gd name="T4" fmla="*/ 2147483646 w 175"/>
              <a:gd name="T5" fmla="*/ 2147483646 h 220"/>
              <a:gd name="T6" fmla="*/ 2147483646 w 175"/>
              <a:gd name="T7" fmla="*/ 2147483646 h 220"/>
              <a:gd name="T8" fmla="*/ 0 w 175"/>
              <a:gd name="T9" fmla="*/ 2147483646 h 220"/>
              <a:gd name="T10" fmla="*/ 2147483646 w 175"/>
              <a:gd name="T11" fmla="*/ 2147483646 h 220"/>
              <a:gd name="T12" fmla="*/ 2147483646 w 175"/>
              <a:gd name="T13" fmla="*/ 0 h 220"/>
              <a:gd name="T14" fmla="*/ 2147483646 w 175"/>
              <a:gd name="T15" fmla="*/ 2147483646 h 220"/>
              <a:gd name="T16" fmla="*/ 2147483646 w 175"/>
              <a:gd name="T17" fmla="*/ 2147483646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0" name="Freeform 267">
            <a:extLst>
              <a:ext uri="{FF2B5EF4-FFF2-40B4-BE49-F238E27FC236}">
                <a16:creationId xmlns:a16="http://schemas.microsoft.com/office/drawing/2014/main" id="{D07754B1-23CC-9845-876C-ED22E3E9BBC7}"/>
              </a:ext>
            </a:extLst>
          </p:cNvPr>
          <p:cNvSpPr>
            <a:spLocks/>
          </p:cNvSpPr>
          <p:nvPr/>
        </p:nvSpPr>
        <p:spPr bwMode="auto">
          <a:xfrm flipH="1">
            <a:off x="1901429" y="3023338"/>
            <a:ext cx="132159" cy="169069"/>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341" name="Freeform 268">
            <a:extLst>
              <a:ext uri="{FF2B5EF4-FFF2-40B4-BE49-F238E27FC236}">
                <a16:creationId xmlns:a16="http://schemas.microsoft.com/office/drawing/2014/main" id="{DCFD1D1E-0FF3-554F-8821-4D267B44823F}"/>
              </a:ext>
            </a:extLst>
          </p:cNvPr>
          <p:cNvSpPr>
            <a:spLocks/>
          </p:cNvSpPr>
          <p:nvPr/>
        </p:nvSpPr>
        <p:spPr bwMode="auto">
          <a:xfrm flipH="1">
            <a:off x="2019300" y="3125732"/>
            <a:ext cx="595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2" name="Freeform 269">
            <a:extLst>
              <a:ext uri="{FF2B5EF4-FFF2-40B4-BE49-F238E27FC236}">
                <a16:creationId xmlns:a16="http://schemas.microsoft.com/office/drawing/2014/main" id="{B2C31ED8-F8E3-374C-8DEF-B3E355222120}"/>
              </a:ext>
            </a:extLst>
          </p:cNvPr>
          <p:cNvSpPr>
            <a:spLocks/>
          </p:cNvSpPr>
          <p:nvPr/>
        </p:nvSpPr>
        <p:spPr bwMode="auto">
          <a:xfrm flipH="1">
            <a:off x="2015728" y="3119778"/>
            <a:ext cx="3572" cy="5954"/>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3" name="Freeform 270">
            <a:extLst>
              <a:ext uri="{FF2B5EF4-FFF2-40B4-BE49-F238E27FC236}">
                <a16:creationId xmlns:a16="http://schemas.microsoft.com/office/drawing/2014/main" id="{9B37CFD5-8334-304B-86B3-D932A1D21CB0}"/>
              </a:ext>
            </a:extLst>
          </p:cNvPr>
          <p:cNvSpPr>
            <a:spLocks/>
          </p:cNvSpPr>
          <p:nvPr/>
        </p:nvSpPr>
        <p:spPr bwMode="auto">
          <a:xfrm flipH="1">
            <a:off x="2009775" y="3098347"/>
            <a:ext cx="4763" cy="10716"/>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4" name="Freeform 271">
            <a:extLst>
              <a:ext uri="{FF2B5EF4-FFF2-40B4-BE49-F238E27FC236}">
                <a16:creationId xmlns:a16="http://schemas.microsoft.com/office/drawing/2014/main" id="{C6CDD285-B469-4C4C-BD9B-1825634D8384}"/>
              </a:ext>
            </a:extLst>
          </p:cNvPr>
          <p:cNvSpPr>
            <a:spLocks/>
          </p:cNvSpPr>
          <p:nvPr/>
        </p:nvSpPr>
        <p:spPr bwMode="auto">
          <a:xfrm flipH="1">
            <a:off x="1997869" y="3084060"/>
            <a:ext cx="13097" cy="11906"/>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5" name="Freeform 272">
            <a:extLst>
              <a:ext uri="{FF2B5EF4-FFF2-40B4-BE49-F238E27FC236}">
                <a16:creationId xmlns:a16="http://schemas.microsoft.com/office/drawing/2014/main" id="{D9759CEA-2081-C040-9CB9-20C30ACF07A4}"/>
              </a:ext>
            </a:extLst>
          </p:cNvPr>
          <p:cNvSpPr>
            <a:spLocks/>
          </p:cNvSpPr>
          <p:nvPr/>
        </p:nvSpPr>
        <p:spPr bwMode="auto">
          <a:xfrm flipH="1">
            <a:off x="1990725" y="3070963"/>
            <a:ext cx="2500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6" name="Freeform 273">
            <a:extLst>
              <a:ext uri="{FF2B5EF4-FFF2-40B4-BE49-F238E27FC236}">
                <a16:creationId xmlns:a16="http://schemas.microsoft.com/office/drawing/2014/main" id="{07B1D8B3-F094-6941-937E-58ED07C9190C}"/>
              </a:ext>
            </a:extLst>
          </p:cNvPr>
          <p:cNvSpPr>
            <a:spLocks/>
          </p:cNvSpPr>
          <p:nvPr/>
        </p:nvSpPr>
        <p:spPr bwMode="auto">
          <a:xfrm flipH="1">
            <a:off x="1946672" y="3082869"/>
            <a:ext cx="14288" cy="33338"/>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7" name="Freeform 274">
            <a:extLst>
              <a:ext uri="{FF2B5EF4-FFF2-40B4-BE49-F238E27FC236}">
                <a16:creationId xmlns:a16="http://schemas.microsoft.com/office/drawing/2014/main" id="{06F42062-D7BD-D84F-91CD-30644957B15E}"/>
              </a:ext>
            </a:extLst>
          </p:cNvPr>
          <p:cNvSpPr>
            <a:spLocks/>
          </p:cNvSpPr>
          <p:nvPr/>
        </p:nvSpPr>
        <p:spPr bwMode="auto">
          <a:xfrm flipH="1">
            <a:off x="1941910" y="3078107"/>
            <a:ext cx="22622" cy="45244"/>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8" name="Freeform 275">
            <a:extLst>
              <a:ext uri="{FF2B5EF4-FFF2-40B4-BE49-F238E27FC236}">
                <a16:creationId xmlns:a16="http://schemas.microsoft.com/office/drawing/2014/main" id="{B80D1CBC-D133-CC4D-BFAF-DB48CF4A8872}"/>
              </a:ext>
            </a:extLst>
          </p:cNvPr>
          <p:cNvSpPr>
            <a:spLocks/>
          </p:cNvSpPr>
          <p:nvPr/>
        </p:nvSpPr>
        <p:spPr bwMode="auto">
          <a:xfrm flipH="1">
            <a:off x="1956198" y="3128113"/>
            <a:ext cx="20240" cy="34528"/>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9" name="Freeform 276">
            <a:extLst>
              <a:ext uri="{FF2B5EF4-FFF2-40B4-BE49-F238E27FC236}">
                <a16:creationId xmlns:a16="http://schemas.microsoft.com/office/drawing/2014/main" id="{F6E91935-420D-6946-9EA0-5E6E68D19C4C}"/>
              </a:ext>
            </a:extLst>
          </p:cNvPr>
          <p:cNvSpPr>
            <a:spLocks/>
          </p:cNvSpPr>
          <p:nvPr/>
        </p:nvSpPr>
        <p:spPr bwMode="auto">
          <a:xfrm flipH="1">
            <a:off x="1893094" y="2999526"/>
            <a:ext cx="117872" cy="139303"/>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0" name="Freeform 277">
            <a:extLst>
              <a:ext uri="{FF2B5EF4-FFF2-40B4-BE49-F238E27FC236}">
                <a16:creationId xmlns:a16="http://schemas.microsoft.com/office/drawing/2014/main" id="{3F6FBAE3-D968-334C-B7CF-E5FA8B397A42}"/>
              </a:ext>
            </a:extLst>
          </p:cNvPr>
          <p:cNvSpPr>
            <a:spLocks/>
          </p:cNvSpPr>
          <p:nvPr/>
        </p:nvSpPr>
        <p:spPr bwMode="auto">
          <a:xfrm flipH="1">
            <a:off x="1895475" y="3001907"/>
            <a:ext cx="113110" cy="133350"/>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1" name="Freeform 278">
            <a:extLst>
              <a:ext uri="{FF2B5EF4-FFF2-40B4-BE49-F238E27FC236}">
                <a16:creationId xmlns:a16="http://schemas.microsoft.com/office/drawing/2014/main" id="{58AA8B60-1DD5-B54E-8515-0A2E46CB2878}"/>
              </a:ext>
            </a:extLst>
          </p:cNvPr>
          <p:cNvSpPr>
            <a:spLocks/>
          </p:cNvSpPr>
          <p:nvPr/>
        </p:nvSpPr>
        <p:spPr bwMode="auto">
          <a:xfrm flipH="1">
            <a:off x="2122885" y="3340045"/>
            <a:ext cx="120253" cy="88106"/>
          </a:xfrm>
          <a:custGeom>
            <a:avLst/>
            <a:gdLst>
              <a:gd name="T0" fmla="*/ 2147483646 w 698"/>
              <a:gd name="T1" fmla="*/ 2147483646 h 425"/>
              <a:gd name="T2" fmla="*/ 2147483646 w 698"/>
              <a:gd name="T3" fmla="*/ 2147483646 h 425"/>
              <a:gd name="T4" fmla="*/ 2147483646 w 698"/>
              <a:gd name="T5" fmla="*/ 2147483646 h 425"/>
              <a:gd name="T6" fmla="*/ 2147483646 w 698"/>
              <a:gd name="T7" fmla="*/ 2147483646 h 425"/>
              <a:gd name="T8" fmla="*/ 2147483646 w 698"/>
              <a:gd name="T9" fmla="*/ 2147483646 h 425"/>
              <a:gd name="T10" fmla="*/ 2147483646 w 698"/>
              <a:gd name="T11" fmla="*/ 2147483646 h 425"/>
              <a:gd name="T12" fmla="*/ 2147483646 w 698"/>
              <a:gd name="T13" fmla="*/ 2147483646 h 425"/>
              <a:gd name="T14" fmla="*/ 2147483646 w 698"/>
              <a:gd name="T15" fmla="*/ 2147483646 h 425"/>
              <a:gd name="T16" fmla="*/ 2147483646 w 698"/>
              <a:gd name="T17" fmla="*/ 2147483646 h 425"/>
              <a:gd name="T18" fmla="*/ 2147483646 w 698"/>
              <a:gd name="T19" fmla="*/ 2147483646 h 425"/>
              <a:gd name="T20" fmla="*/ 2147483646 w 698"/>
              <a:gd name="T21" fmla="*/ 2147483646 h 425"/>
              <a:gd name="T22" fmla="*/ 2147483646 w 698"/>
              <a:gd name="T23" fmla="*/ 0 h 425"/>
              <a:gd name="T24" fmla="*/ 2147483646 w 698"/>
              <a:gd name="T25" fmla="*/ 2147483646 h 425"/>
              <a:gd name="T26" fmla="*/ 2147483646 w 698"/>
              <a:gd name="T27" fmla="*/ 2147483646 h 425"/>
              <a:gd name="T28" fmla="*/ 2147483646 w 698"/>
              <a:gd name="T29" fmla="*/ 2147483646 h 425"/>
              <a:gd name="T30" fmla="*/ 2147483646 w 698"/>
              <a:gd name="T31" fmla="*/ 2147483646 h 425"/>
              <a:gd name="T32" fmla="*/ 2147483646 w 698"/>
              <a:gd name="T33" fmla="*/ 2147483646 h 425"/>
              <a:gd name="T34" fmla="*/ 2147483646 w 698"/>
              <a:gd name="T35" fmla="*/ 2147483646 h 425"/>
              <a:gd name="T36" fmla="*/ 2147483646 w 698"/>
              <a:gd name="T37" fmla="*/ 2147483646 h 425"/>
              <a:gd name="T38" fmla="*/ 2147483646 w 698"/>
              <a:gd name="T39" fmla="*/ 2147483646 h 425"/>
              <a:gd name="T40" fmla="*/ 0 w 698"/>
              <a:gd name="T41" fmla="*/ 2147483646 h 425"/>
              <a:gd name="T42" fmla="*/ 0 w 698"/>
              <a:gd name="T43" fmla="*/ 2147483646 h 425"/>
              <a:gd name="T44" fmla="*/ 2147483646 w 698"/>
              <a:gd name="T45" fmla="*/ 2147483646 h 425"/>
              <a:gd name="T46" fmla="*/ 2147483646 w 698"/>
              <a:gd name="T47" fmla="*/ 2147483646 h 425"/>
              <a:gd name="T48" fmla="*/ 2147483646 w 698"/>
              <a:gd name="T49" fmla="*/ 2147483646 h 425"/>
              <a:gd name="T50" fmla="*/ 2147483646 w 698"/>
              <a:gd name="T51" fmla="*/ 2147483646 h 425"/>
              <a:gd name="T52" fmla="*/ 2147483646 w 698"/>
              <a:gd name="T53" fmla="*/ 2147483646 h 425"/>
              <a:gd name="T54" fmla="*/ 2147483646 w 698"/>
              <a:gd name="T55" fmla="*/ 2147483646 h 425"/>
              <a:gd name="T56" fmla="*/ 2147483646 w 698"/>
              <a:gd name="T57" fmla="*/ 2147483646 h 425"/>
              <a:gd name="T58" fmla="*/ 2147483646 w 698"/>
              <a:gd name="T59" fmla="*/ 2147483646 h 425"/>
              <a:gd name="T60" fmla="*/ 2147483646 w 698"/>
              <a:gd name="T61" fmla="*/ 2147483646 h 425"/>
              <a:gd name="T62" fmla="*/ 2147483646 w 698"/>
              <a:gd name="T63" fmla="*/ 2147483646 h 425"/>
              <a:gd name="T64" fmla="*/ 2147483646 w 698"/>
              <a:gd name="T65" fmla="*/ 2147483646 h 425"/>
              <a:gd name="T66" fmla="*/ 2147483646 w 698"/>
              <a:gd name="T67" fmla="*/ 2147483646 h 425"/>
              <a:gd name="T68" fmla="*/ 2147483646 w 698"/>
              <a:gd name="T69" fmla="*/ 2147483646 h 425"/>
              <a:gd name="T70" fmla="*/ 2147483646 w 698"/>
              <a:gd name="T71" fmla="*/ 2147483646 h 425"/>
              <a:gd name="T72" fmla="*/ 2147483646 w 698"/>
              <a:gd name="T73" fmla="*/ 2147483646 h 425"/>
              <a:gd name="T74" fmla="*/ 2147483646 w 698"/>
              <a:gd name="T75" fmla="*/ 2147483646 h 425"/>
              <a:gd name="T76" fmla="*/ 2147483646 w 698"/>
              <a:gd name="T77" fmla="*/ 2147483646 h 425"/>
              <a:gd name="T78" fmla="*/ 2147483646 w 698"/>
              <a:gd name="T79" fmla="*/ 2147483646 h 425"/>
              <a:gd name="T80" fmla="*/ 2147483646 w 698"/>
              <a:gd name="T81" fmla="*/ 2147483646 h 425"/>
              <a:gd name="T82" fmla="*/ 2147483646 w 698"/>
              <a:gd name="T83" fmla="*/ 2147483646 h 425"/>
              <a:gd name="T84" fmla="*/ 2147483646 w 698"/>
              <a:gd name="T85" fmla="*/ 2147483646 h 425"/>
              <a:gd name="T86" fmla="*/ 2147483646 w 698"/>
              <a:gd name="T87" fmla="*/ 2147483646 h 425"/>
              <a:gd name="T88" fmla="*/ 2147483646 w 698"/>
              <a:gd name="T89" fmla="*/ 2147483646 h 425"/>
              <a:gd name="T90" fmla="*/ 2147483646 w 698"/>
              <a:gd name="T91" fmla="*/ 2147483646 h 425"/>
              <a:gd name="T92" fmla="*/ 2147483646 w 698"/>
              <a:gd name="T93" fmla="*/ 2147483646 h 425"/>
              <a:gd name="T94" fmla="*/ 2147483646 w 698"/>
              <a:gd name="T95" fmla="*/ 2147483646 h 425"/>
              <a:gd name="T96" fmla="*/ 2147483646 w 698"/>
              <a:gd name="T97" fmla="*/ 2147483646 h 425"/>
              <a:gd name="T98" fmla="*/ 2147483646 w 698"/>
              <a:gd name="T99" fmla="*/ 2147483646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352" name="Freeform 279">
            <a:extLst>
              <a:ext uri="{FF2B5EF4-FFF2-40B4-BE49-F238E27FC236}">
                <a16:creationId xmlns:a16="http://schemas.microsoft.com/office/drawing/2014/main" id="{54194B7E-54AC-054F-8F8E-78B3526D0099}"/>
              </a:ext>
            </a:extLst>
          </p:cNvPr>
          <p:cNvSpPr>
            <a:spLocks/>
          </p:cNvSpPr>
          <p:nvPr/>
        </p:nvSpPr>
        <p:spPr bwMode="auto">
          <a:xfrm flipH="1">
            <a:off x="2199085" y="3354332"/>
            <a:ext cx="39290" cy="9525"/>
          </a:xfrm>
          <a:custGeom>
            <a:avLst/>
            <a:gdLst>
              <a:gd name="T0" fmla="*/ 0 w 223"/>
              <a:gd name="T1" fmla="*/ 2147483646 h 52"/>
              <a:gd name="T2" fmla="*/ 2147483646 w 223"/>
              <a:gd name="T3" fmla="*/ 2147483646 h 52"/>
              <a:gd name="T4" fmla="*/ 2147483646 w 223"/>
              <a:gd name="T5" fmla="*/ 2147483646 h 52"/>
              <a:gd name="T6" fmla="*/ 2147483646 w 223"/>
              <a:gd name="T7" fmla="*/ 2147483646 h 52"/>
              <a:gd name="T8" fmla="*/ 2147483646 w 223"/>
              <a:gd name="T9" fmla="*/ 2147483646 h 52"/>
              <a:gd name="T10" fmla="*/ 2147483646 w 223"/>
              <a:gd name="T11" fmla="*/ 2147483646 h 52"/>
              <a:gd name="T12" fmla="*/ 2147483646 w 223"/>
              <a:gd name="T13" fmla="*/ 2147483646 h 52"/>
              <a:gd name="T14" fmla="*/ 2147483646 w 223"/>
              <a:gd name="T15" fmla="*/ 2147483646 h 52"/>
              <a:gd name="T16" fmla="*/ 2147483646 w 223"/>
              <a:gd name="T17" fmla="*/ 0 h 52"/>
              <a:gd name="T18" fmla="*/ 2147483646 w 223"/>
              <a:gd name="T19" fmla="*/ 2147483646 h 52"/>
              <a:gd name="T20" fmla="*/ 2147483646 w 223"/>
              <a:gd name="T21" fmla="*/ 2147483646 h 52"/>
              <a:gd name="T22" fmla="*/ 2147483646 w 223"/>
              <a:gd name="T23" fmla="*/ 2147483646 h 52"/>
              <a:gd name="T24" fmla="*/ 0 w 22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3" name="Freeform 280">
            <a:extLst>
              <a:ext uri="{FF2B5EF4-FFF2-40B4-BE49-F238E27FC236}">
                <a16:creationId xmlns:a16="http://schemas.microsoft.com/office/drawing/2014/main" id="{620F49A1-CFE1-0542-B633-B006FF4DB664}"/>
              </a:ext>
            </a:extLst>
          </p:cNvPr>
          <p:cNvSpPr>
            <a:spLocks/>
          </p:cNvSpPr>
          <p:nvPr/>
        </p:nvSpPr>
        <p:spPr bwMode="auto">
          <a:xfrm flipH="1">
            <a:off x="2183606" y="3342426"/>
            <a:ext cx="34529" cy="8334"/>
          </a:xfrm>
          <a:custGeom>
            <a:avLst/>
            <a:gdLst>
              <a:gd name="T0" fmla="*/ 2147483646 w 188"/>
              <a:gd name="T1" fmla="*/ 0 h 36"/>
              <a:gd name="T2" fmla="*/ 2147483646 w 188"/>
              <a:gd name="T3" fmla="*/ 2147483646 h 36"/>
              <a:gd name="T4" fmla="*/ 0 w 188"/>
              <a:gd name="T5" fmla="*/ 2147483646 h 36"/>
              <a:gd name="T6" fmla="*/ 2147483646 w 188"/>
              <a:gd name="T7" fmla="*/ 2147483646 h 36"/>
              <a:gd name="T8" fmla="*/ 2147483646 w 188"/>
              <a:gd name="T9" fmla="*/ 2147483646 h 36"/>
              <a:gd name="T10" fmla="*/ 2147483646 w 188"/>
              <a:gd name="T11" fmla="*/ 2147483646 h 36"/>
              <a:gd name="T12" fmla="*/ 2147483646 w 188"/>
              <a:gd name="T13" fmla="*/ 2147483646 h 36"/>
              <a:gd name="T14" fmla="*/ 2147483646 w 188"/>
              <a:gd name="T15" fmla="*/ 2147483646 h 36"/>
              <a:gd name="T16" fmla="*/ 2147483646 w 188"/>
              <a:gd name="T17" fmla="*/ 2147483646 h 36"/>
              <a:gd name="T18" fmla="*/ 2147483646 w 188"/>
              <a:gd name="T19" fmla="*/ 2147483646 h 36"/>
              <a:gd name="T20" fmla="*/ 2147483646 w 188"/>
              <a:gd name="T21" fmla="*/ 2147483646 h 36"/>
              <a:gd name="T22" fmla="*/ 2147483646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4" name="Freeform 281">
            <a:extLst>
              <a:ext uri="{FF2B5EF4-FFF2-40B4-BE49-F238E27FC236}">
                <a16:creationId xmlns:a16="http://schemas.microsoft.com/office/drawing/2014/main" id="{567B20AD-D611-8441-ADF3-E10309E853CD}"/>
              </a:ext>
            </a:extLst>
          </p:cNvPr>
          <p:cNvSpPr>
            <a:spLocks/>
          </p:cNvSpPr>
          <p:nvPr/>
        </p:nvSpPr>
        <p:spPr bwMode="auto">
          <a:xfrm flipH="1">
            <a:off x="2197894" y="3369809"/>
            <a:ext cx="14288" cy="4763"/>
          </a:xfrm>
          <a:custGeom>
            <a:avLst/>
            <a:gdLst>
              <a:gd name="T0" fmla="*/ 0 w 76"/>
              <a:gd name="T1" fmla="*/ 2147483646 h 17"/>
              <a:gd name="T2" fmla="*/ 2147483646 w 76"/>
              <a:gd name="T3" fmla="*/ 2147483646 h 17"/>
              <a:gd name="T4" fmla="*/ 2147483646 w 76"/>
              <a:gd name="T5" fmla="*/ 2147483646 h 17"/>
              <a:gd name="T6" fmla="*/ 2147483646 w 76"/>
              <a:gd name="T7" fmla="*/ 2147483646 h 17"/>
              <a:gd name="T8" fmla="*/ 2147483646 w 76"/>
              <a:gd name="T9" fmla="*/ 0 h 17"/>
              <a:gd name="T10" fmla="*/ 2147483646 w 76"/>
              <a:gd name="T11" fmla="*/ 2147483646 h 17"/>
              <a:gd name="T12" fmla="*/ 0 w 76"/>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5" name="Freeform 282">
            <a:extLst>
              <a:ext uri="{FF2B5EF4-FFF2-40B4-BE49-F238E27FC236}">
                <a16:creationId xmlns:a16="http://schemas.microsoft.com/office/drawing/2014/main" id="{64253CFC-F777-C64D-ABCC-BF9475E40049}"/>
              </a:ext>
            </a:extLst>
          </p:cNvPr>
          <p:cNvSpPr>
            <a:spLocks/>
          </p:cNvSpPr>
          <p:nvPr/>
        </p:nvSpPr>
        <p:spPr bwMode="auto">
          <a:xfrm flipH="1">
            <a:off x="2237185" y="3366238"/>
            <a:ext cx="2381" cy="8334"/>
          </a:xfrm>
          <a:custGeom>
            <a:avLst/>
            <a:gdLst>
              <a:gd name="T0" fmla="*/ 2147483646 w 19"/>
              <a:gd name="T1" fmla="*/ 0 h 32"/>
              <a:gd name="T2" fmla="*/ 2147483646 w 19"/>
              <a:gd name="T3" fmla="*/ 2147483646 h 32"/>
              <a:gd name="T4" fmla="*/ 2147483646 w 19"/>
              <a:gd name="T5" fmla="*/ 2147483646 h 32"/>
              <a:gd name="T6" fmla="*/ 0 w 19"/>
              <a:gd name="T7" fmla="*/ 2147483646 h 32"/>
              <a:gd name="T8" fmla="*/ 2147483646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6" name="Freeform 283">
            <a:extLst>
              <a:ext uri="{FF2B5EF4-FFF2-40B4-BE49-F238E27FC236}">
                <a16:creationId xmlns:a16="http://schemas.microsoft.com/office/drawing/2014/main" id="{25B83770-666A-D641-84C4-218753245ED5}"/>
              </a:ext>
            </a:extLst>
          </p:cNvPr>
          <p:cNvSpPr>
            <a:spLocks/>
          </p:cNvSpPr>
          <p:nvPr/>
        </p:nvSpPr>
        <p:spPr bwMode="auto">
          <a:xfrm flipH="1">
            <a:off x="2178844" y="3359094"/>
            <a:ext cx="8335" cy="9525"/>
          </a:xfrm>
          <a:custGeom>
            <a:avLst/>
            <a:gdLst>
              <a:gd name="T0" fmla="*/ 0 w 35"/>
              <a:gd name="T1" fmla="*/ 0 h 43"/>
              <a:gd name="T2" fmla="*/ 2147483646 w 35"/>
              <a:gd name="T3" fmla="*/ 2147483646 h 43"/>
              <a:gd name="T4" fmla="*/ 2147483646 w 35"/>
              <a:gd name="T5" fmla="*/ 2147483646 h 43"/>
              <a:gd name="T6" fmla="*/ 2147483646 w 35"/>
              <a:gd name="T7" fmla="*/ 2147483646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7" name="Freeform 284">
            <a:extLst>
              <a:ext uri="{FF2B5EF4-FFF2-40B4-BE49-F238E27FC236}">
                <a16:creationId xmlns:a16="http://schemas.microsoft.com/office/drawing/2014/main" id="{5D445C76-1B65-1E42-B500-E4CA260081FA}"/>
              </a:ext>
            </a:extLst>
          </p:cNvPr>
          <p:cNvSpPr>
            <a:spLocks/>
          </p:cNvSpPr>
          <p:nvPr/>
        </p:nvSpPr>
        <p:spPr bwMode="auto">
          <a:xfrm flipH="1">
            <a:off x="2155031" y="3359095"/>
            <a:ext cx="19050" cy="26194"/>
          </a:xfrm>
          <a:custGeom>
            <a:avLst/>
            <a:gdLst>
              <a:gd name="T0" fmla="*/ 0 w 114"/>
              <a:gd name="T1" fmla="*/ 0 h 114"/>
              <a:gd name="T2" fmla="*/ 2147483646 w 114"/>
              <a:gd name="T3" fmla="*/ 2147483646 h 114"/>
              <a:gd name="T4" fmla="*/ 2147483646 w 114"/>
              <a:gd name="T5" fmla="*/ 2147483646 h 114"/>
              <a:gd name="T6" fmla="*/ 2147483646 w 114"/>
              <a:gd name="T7" fmla="*/ 2147483646 h 114"/>
              <a:gd name="T8" fmla="*/ 2147483646 w 114"/>
              <a:gd name="T9" fmla="*/ 2147483646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8" name="Freeform 285">
            <a:extLst>
              <a:ext uri="{FF2B5EF4-FFF2-40B4-BE49-F238E27FC236}">
                <a16:creationId xmlns:a16="http://schemas.microsoft.com/office/drawing/2014/main" id="{8D325505-988C-2840-9CB2-CBD785596C1D}"/>
              </a:ext>
            </a:extLst>
          </p:cNvPr>
          <p:cNvSpPr>
            <a:spLocks/>
          </p:cNvSpPr>
          <p:nvPr/>
        </p:nvSpPr>
        <p:spPr bwMode="auto">
          <a:xfrm flipH="1">
            <a:off x="2144316" y="3393622"/>
            <a:ext cx="4763" cy="15479"/>
          </a:xfrm>
          <a:custGeom>
            <a:avLst/>
            <a:gdLst>
              <a:gd name="T0" fmla="*/ 2147483646 w 27"/>
              <a:gd name="T1" fmla="*/ 0 h 82"/>
              <a:gd name="T2" fmla="*/ 2147483646 w 27"/>
              <a:gd name="T3" fmla="*/ 2147483646 h 82"/>
              <a:gd name="T4" fmla="*/ 2147483646 w 27"/>
              <a:gd name="T5" fmla="*/ 2147483646 h 82"/>
              <a:gd name="T6" fmla="*/ 2147483646 w 27"/>
              <a:gd name="T7" fmla="*/ 2147483646 h 82"/>
              <a:gd name="T8" fmla="*/ 0 w 27"/>
              <a:gd name="T9" fmla="*/ 2147483646 h 82"/>
              <a:gd name="T10" fmla="*/ 2147483646 w 27"/>
              <a:gd name="T11" fmla="*/ 2147483646 h 82"/>
              <a:gd name="T12" fmla="*/ 2147483646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9" name="Freeform 286">
            <a:extLst>
              <a:ext uri="{FF2B5EF4-FFF2-40B4-BE49-F238E27FC236}">
                <a16:creationId xmlns:a16="http://schemas.microsoft.com/office/drawing/2014/main" id="{0187DD1C-B892-2146-A3F7-3E0833779B32}"/>
              </a:ext>
            </a:extLst>
          </p:cNvPr>
          <p:cNvSpPr>
            <a:spLocks/>
          </p:cNvSpPr>
          <p:nvPr/>
        </p:nvSpPr>
        <p:spPr bwMode="auto">
          <a:xfrm flipH="1">
            <a:off x="2191942" y="3375763"/>
            <a:ext cx="1190" cy="7144"/>
          </a:xfrm>
          <a:custGeom>
            <a:avLst/>
            <a:gdLst>
              <a:gd name="T0" fmla="*/ 2147483646 w 15"/>
              <a:gd name="T1" fmla="*/ 0 h 30"/>
              <a:gd name="T2" fmla="*/ 2147483646 w 15"/>
              <a:gd name="T3" fmla="*/ 2147483646 h 30"/>
              <a:gd name="T4" fmla="*/ 0 w 15"/>
              <a:gd name="T5" fmla="*/ 2147483646 h 30"/>
              <a:gd name="T6" fmla="*/ 2147483646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0" name="Freeform 287">
            <a:extLst>
              <a:ext uri="{FF2B5EF4-FFF2-40B4-BE49-F238E27FC236}">
                <a16:creationId xmlns:a16="http://schemas.microsoft.com/office/drawing/2014/main" id="{8CF31A0C-C5FB-594D-9A7C-C22D8F73569F}"/>
              </a:ext>
            </a:extLst>
          </p:cNvPr>
          <p:cNvSpPr>
            <a:spLocks/>
          </p:cNvSpPr>
          <p:nvPr/>
        </p:nvSpPr>
        <p:spPr bwMode="auto">
          <a:xfrm flipH="1">
            <a:off x="2010966" y="3144782"/>
            <a:ext cx="9525" cy="5953"/>
          </a:xfrm>
          <a:custGeom>
            <a:avLst/>
            <a:gdLst>
              <a:gd name="T0" fmla="*/ 0 w 51"/>
              <a:gd name="T1" fmla="*/ 0 h 36"/>
              <a:gd name="T2" fmla="*/ 2147483646 w 51"/>
              <a:gd name="T3" fmla="*/ 2147483646 h 36"/>
              <a:gd name="T4" fmla="*/ 2147483646 w 51"/>
              <a:gd name="T5" fmla="*/ 2147483646 h 36"/>
              <a:gd name="T6" fmla="*/ 2147483646 w 51"/>
              <a:gd name="T7" fmla="*/ 2147483646 h 36"/>
              <a:gd name="T8" fmla="*/ 2147483646 w 51"/>
              <a:gd name="T9" fmla="*/ 2147483646 h 36"/>
              <a:gd name="T10" fmla="*/ 2147483646 w 51"/>
              <a:gd name="T11" fmla="*/ 2147483646 h 36"/>
              <a:gd name="T12" fmla="*/ 2147483646 w 51"/>
              <a:gd name="T13" fmla="*/ 2147483646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1" name="Freeform 288">
            <a:extLst>
              <a:ext uri="{FF2B5EF4-FFF2-40B4-BE49-F238E27FC236}">
                <a16:creationId xmlns:a16="http://schemas.microsoft.com/office/drawing/2014/main" id="{A760C1CC-44CF-9E4D-95AC-26DD2C90F7D1}"/>
              </a:ext>
            </a:extLst>
          </p:cNvPr>
          <p:cNvSpPr>
            <a:spLocks/>
          </p:cNvSpPr>
          <p:nvPr/>
        </p:nvSpPr>
        <p:spPr bwMode="auto">
          <a:xfrm flipH="1">
            <a:off x="2015729" y="3156688"/>
            <a:ext cx="1190" cy="5953"/>
          </a:xfrm>
          <a:custGeom>
            <a:avLst/>
            <a:gdLst>
              <a:gd name="T0" fmla="*/ 0 w 14"/>
              <a:gd name="T1" fmla="*/ 0 h 24"/>
              <a:gd name="T2" fmla="*/ 2147483646 w 14"/>
              <a:gd name="T3" fmla="*/ 0 h 24"/>
              <a:gd name="T4" fmla="*/ 2147483646 w 14"/>
              <a:gd name="T5" fmla="*/ 2147483646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2" name="Freeform 289">
            <a:extLst>
              <a:ext uri="{FF2B5EF4-FFF2-40B4-BE49-F238E27FC236}">
                <a16:creationId xmlns:a16="http://schemas.microsoft.com/office/drawing/2014/main" id="{9C0AC288-5F85-314A-B483-4CA3F8F6240F}"/>
              </a:ext>
            </a:extLst>
          </p:cNvPr>
          <p:cNvSpPr>
            <a:spLocks/>
          </p:cNvSpPr>
          <p:nvPr/>
        </p:nvSpPr>
        <p:spPr bwMode="auto">
          <a:xfrm flipH="1">
            <a:off x="1980010" y="3194788"/>
            <a:ext cx="73819" cy="225028"/>
          </a:xfrm>
          <a:custGeom>
            <a:avLst/>
            <a:gdLst>
              <a:gd name="T0" fmla="*/ 2147483646 w 431"/>
              <a:gd name="T1" fmla="*/ 0 h 1076"/>
              <a:gd name="T2" fmla="*/ 2147483646 w 431"/>
              <a:gd name="T3" fmla="*/ 2147483646 h 1076"/>
              <a:gd name="T4" fmla="*/ 2147483646 w 431"/>
              <a:gd name="T5" fmla="*/ 2147483646 h 1076"/>
              <a:gd name="T6" fmla="*/ 2147483646 w 431"/>
              <a:gd name="T7" fmla="*/ 2147483646 h 1076"/>
              <a:gd name="T8" fmla="*/ 2147483646 w 431"/>
              <a:gd name="T9" fmla="*/ 2147483646 h 1076"/>
              <a:gd name="T10" fmla="*/ 2147483646 w 431"/>
              <a:gd name="T11" fmla="*/ 2147483646 h 1076"/>
              <a:gd name="T12" fmla="*/ 0 w 431"/>
              <a:gd name="T13" fmla="*/ 2147483646 h 1076"/>
              <a:gd name="T14" fmla="*/ 2147483646 w 431"/>
              <a:gd name="T15" fmla="*/ 2147483646 h 1076"/>
              <a:gd name="T16" fmla="*/ 2147483646 w 431"/>
              <a:gd name="T17" fmla="*/ 2147483646 h 1076"/>
              <a:gd name="T18" fmla="*/ 2147483646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363" name="Freeform 290">
            <a:extLst>
              <a:ext uri="{FF2B5EF4-FFF2-40B4-BE49-F238E27FC236}">
                <a16:creationId xmlns:a16="http://schemas.microsoft.com/office/drawing/2014/main" id="{737109E2-598C-7545-B51D-607E61D5A697}"/>
              </a:ext>
            </a:extLst>
          </p:cNvPr>
          <p:cNvSpPr>
            <a:spLocks/>
          </p:cNvSpPr>
          <p:nvPr/>
        </p:nvSpPr>
        <p:spPr bwMode="auto">
          <a:xfrm flipH="1">
            <a:off x="1858566" y="3150735"/>
            <a:ext cx="282178" cy="375047"/>
          </a:xfrm>
          <a:custGeom>
            <a:avLst/>
            <a:gdLst>
              <a:gd name="T0" fmla="*/ 2147483646 w 1606"/>
              <a:gd name="T1" fmla="*/ 2147483646 h 1792"/>
              <a:gd name="T2" fmla="*/ 2147483646 w 1606"/>
              <a:gd name="T3" fmla="*/ 0 h 1792"/>
              <a:gd name="T4" fmla="*/ 2147483646 w 1606"/>
              <a:gd name="T5" fmla="*/ 2147483646 h 1792"/>
              <a:gd name="T6" fmla="*/ 2147483646 w 1606"/>
              <a:gd name="T7" fmla="*/ 2147483646 h 1792"/>
              <a:gd name="T8" fmla="*/ 2147483646 w 1606"/>
              <a:gd name="T9" fmla="*/ 2147483646 h 1792"/>
              <a:gd name="T10" fmla="*/ 2147483646 w 1606"/>
              <a:gd name="T11" fmla="*/ 2147483646 h 1792"/>
              <a:gd name="T12" fmla="*/ 2147483646 w 1606"/>
              <a:gd name="T13" fmla="*/ 2147483646 h 1792"/>
              <a:gd name="T14" fmla="*/ 2147483646 w 1606"/>
              <a:gd name="T15" fmla="*/ 2147483646 h 1792"/>
              <a:gd name="T16" fmla="*/ 2147483646 w 1606"/>
              <a:gd name="T17" fmla="*/ 2147483646 h 1792"/>
              <a:gd name="T18" fmla="*/ 2147483646 w 1606"/>
              <a:gd name="T19" fmla="*/ 2147483646 h 1792"/>
              <a:gd name="T20" fmla="*/ 2147483646 w 1606"/>
              <a:gd name="T21" fmla="*/ 2147483646 h 1792"/>
              <a:gd name="T22" fmla="*/ 2147483646 w 1606"/>
              <a:gd name="T23" fmla="*/ 2147483646 h 1792"/>
              <a:gd name="T24" fmla="*/ 2147483646 w 1606"/>
              <a:gd name="T25" fmla="*/ 2147483646 h 1792"/>
              <a:gd name="T26" fmla="*/ 2147483646 w 1606"/>
              <a:gd name="T27" fmla="*/ 2147483646 h 1792"/>
              <a:gd name="T28" fmla="*/ 0 w 1606"/>
              <a:gd name="T29" fmla="*/ 2147483646 h 1792"/>
              <a:gd name="T30" fmla="*/ 2147483646 w 1606"/>
              <a:gd name="T31" fmla="*/ 2147483646 h 1792"/>
              <a:gd name="T32" fmla="*/ 2147483646 w 1606"/>
              <a:gd name="T33" fmla="*/ 2147483646 h 1792"/>
              <a:gd name="T34" fmla="*/ 2147483646 w 1606"/>
              <a:gd name="T35" fmla="*/ 2147483646 h 1792"/>
              <a:gd name="T36" fmla="*/ 2147483646 w 1606"/>
              <a:gd name="T37" fmla="*/ 2147483646 h 1792"/>
              <a:gd name="T38" fmla="*/ 2147483646 w 1606"/>
              <a:gd name="T39" fmla="*/ 2147483646 h 1792"/>
              <a:gd name="T40" fmla="*/ 2147483646 w 1606"/>
              <a:gd name="T41" fmla="*/ 2147483646 h 1792"/>
              <a:gd name="T42" fmla="*/ 2147483646 w 1606"/>
              <a:gd name="T43" fmla="*/ 2147483646 h 1792"/>
              <a:gd name="T44" fmla="*/ 2147483646 w 1606"/>
              <a:gd name="T45" fmla="*/ 2147483646 h 1792"/>
              <a:gd name="T46" fmla="*/ 2147483646 w 1606"/>
              <a:gd name="T47" fmla="*/ 2147483646 h 1792"/>
              <a:gd name="T48" fmla="*/ 2147483646 w 1606"/>
              <a:gd name="T49" fmla="*/ 2147483646 h 1792"/>
              <a:gd name="T50" fmla="*/ 2147483646 w 1606"/>
              <a:gd name="T51" fmla="*/ 2147483646 h 1792"/>
              <a:gd name="T52" fmla="*/ 2147483646 w 1606"/>
              <a:gd name="T53" fmla="*/ 2147483646 h 1792"/>
              <a:gd name="T54" fmla="*/ 2147483646 w 1606"/>
              <a:gd name="T55" fmla="*/ 2147483646 h 1792"/>
              <a:gd name="T56" fmla="*/ 2147483646 w 1606"/>
              <a:gd name="T57" fmla="*/ 2147483646 h 1792"/>
              <a:gd name="T58" fmla="*/ 2147483646 w 1606"/>
              <a:gd name="T59" fmla="*/ 2147483646 h 1792"/>
              <a:gd name="T60" fmla="*/ 2147483646 w 1606"/>
              <a:gd name="T61" fmla="*/ 2147483646 h 1792"/>
              <a:gd name="T62" fmla="*/ 2147483646 w 1606"/>
              <a:gd name="T63" fmla="*/ 2147483646 h 1792"/>
              <a:gd name="T64" fmla="*/ 2147483646 w 1606"/>
              <a:gd name="T65" fmla="*/ 2147483646 h 1792"/>
              <a:gd name="T66" fmla="*/ 2147483646 w 1606"/>
              <a:gd name="T67" fmla="*/ 2147483646 h 1792"/>
              <a:gd name="T68" fmla="*/ 2147483646 w 1606"/>
              <a:gd name="T69" fmla="*/ 2147483646 h 1792"/>
              <a:gd name="T70" fmla="*/ 2147483646 w 1606"/>
              <a:gd name="T71" fmla="*/ 2147483646 h 1792"/>
              <a:gd name="T72" fmla="*/ 2147483646 w 1606"/>
              <a:gd name="T73" fmla="*/ 2147483646 h 1792"/>
              <a:gd name="T74" fmla="*/ 2147483646 w 1606"/>
              <a:gd name="T75" fmla="*/ 2147483646 h 1792"/>
              <a:gd name="T76" fmla="*/ 2147483646 w 1606"/>
              <a:gd name="T77" fmla="*/ 2147483646 h 1792"/>
              <a:gd name="T78" fmla="*/ 2147483646 w 1606"/>
              <a:gd name="T79" fmla="*/ 2147483646 h 1792"/>
              <a:gd name="T80" fmla="*/ 2147483646 w 1606"/>
              <a:gd name="T81" fmla="*/ 2147483646 h 1792"/>
              <a:gd name="T82" fmla="*/ 2147483646 w 1606"/>
              <a:gd name="T83" fmla="*/ 2147483646 h 1792"/>
              <a:gd name="T84" fmla="*/ 2147483646 w 1606"/>
              <a:gd name="T85" fmla="*/ 2147483646 h 1792"/>
              <a:gd name="T86" fmla="*/ 2147483646 w 1606"/>
              <a:gd name="T87" fmla="*/ 2147483646 h 1792"/>
              <a:gd name="T88" fmla="*/ 2147483646 w 1606"/>
              <a:gd name="T89" fmla="*/ 2147483646 h 1792"/>
              <a:gd name="T90" fmla="*/ 2147483646 w 1606"/>
              <a:gd name="T91" fmla="*/ 2147483646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364" name="Freeform 291">
            <a:extLst>
              <a:ext uri="{FF2B5EF4-FFF2-40B4-BE49-F238E27FC236}">
                <a16:creationId xmlns:a16="http://schemas.microsoft.com/office/drawing/2014/main" id="{BC16BA62-06A9-3F4D-A682-583105559EF5}"/>
              </a:ext>
            </a:extLst>
          </p:cNvPr>
          <p:cNvSpPr>
            <a:spLocks/>
          </p:cNvSpPr>
          <p:nvPr/>
        </p:nvSpPr>
        <p:spPr bwMode="auto">
          <a:xfrm flipH="1">
            <a:off x="1863329" y="3174548"/>
            <a:ext cx="177403" cy="346472"/>
          </a:xfrm>
          <a:custGeom>
            <a:avLst/>
            <a:gdLst>
              <a:gd name="T0" fmla="*/ 2147483646 w 1014"/>
              <a:gd name="T1" fmla="*/ 2147483646 h 1671"/>
              <a:gd name="T2" fmla="*/ 2147483646 w 1014"/>
              <a:gd name="T3" fmla="*/ 2147483646 h 1671"/>
              <a:gd name="T4" fmla="*/ 2147483646 w 1014"/>
              <a:gd name="T5" fmla="*/ 2147483646 h 1671"/>
              <a:gd name="T6" fmla="*/ 2147483646 w 1014"/>
              <a:gd name="T7" fmla="*/ 2147483646 h 1671"/>
              <a:gd name="T8" fmla="*/ 2147483646 w 1014"/>
              <a:gd name="T9" fmla="*/ 2147483646 h 1671"/>
              <a:gd name="T10" fmla="*/ 2147483646 w 1014"/>
              <a:gd name="T11" fmla="*/ 2147483646 h 1671"/>
              <a:gd name="T12" fmla="*/ 2147483646 w 1014"/>
              <a:gd name="T13" fmla="*/ 2147483646 h 1671"/>
              <a:gd name="T14" fmla="*/ 2147483646 w 1014"/>
              <a:gd name="T15" fmla="*/ 2147483646 h 1671"/>
              <a:gd name="T16" fmla="*/ 2147483646 w 1014"/>
              <a:gd name="T17" fmla="*/ 2147483646 h 1671"/>
              <a:gd name="T18" fmla="*/ 2147483646 w 1014"/>
              <a:gd name="T19" fmla="*/ 2147483646 h 1671"/>
              <a:gd name="T20" fmla="*/ 2147483646 w 1014"/>
              <a:gd name="T21" fmla="*/ 2147483646 h 1671"/>
              <a:gd name="T22" fmla="*/ 2147483646 w 1014"/>
              <a:gd name="T23" fmla="*/ 2147483646 h 1671"/>
              <a:gd name="T24" fmla="*/ 2147483646 w 1014"/>
              <a:gd name="T25" fmla="*/ 2147483646 h 1671"/>
              <a:gd name="T26" fmla="*/ 2147483646 w 1014"/>
              <a:gd name="T27" fmla="*/ 2147483646 h 1671"/>
              <a:gd name="T28" fmla="*/ 2147483646 w 1014"/>
              <a:gd name="T29" fmla="*/ 2147483646 h 1671"/>
              <a:gd name="T30" fmla="*/ 2147483646 w 1014"/>
              <a:gd name="T31" fmla="*/ 2147483646 h 1671"/>
              <a:gd name="T32" fmla="*/ 2147483646 w 1014"/>
              <a:gd name="T33" fmla="*/ 2147483646 h 1671"/>
              <a:gd name="T34" fmla="*/ 2147483646 w 1014"/>
              <a:gd name="T35" fmla="*/ 2147483646 h 1671"/>
              <a:gd name="T36" fmla="*/ 2147483646 w 1014"/>
              <a:gd name="T37" fmla="*/ 0 h 1671"/>
              <a:gd name="T38" fmla="*/ 2147483646 w 1014"/>
              <a:gd name="T39" fmla="*/ 2147483646 h 1671"/>
              <a:gd name="T40" fmla="*/ 2147483646 w 1014"/>
              <a:gd name="T41" fmla="*/ 2147483646 h 1671"/>
              <a:gd name="T42" fmla="*/ 2147483646 w 1014"/>
              <a:gd name="T43" fmla="*/ 2147483646 h 1671"/>
              <a:gd name="T44" fmla="*/ 2147483646 w 1014"/>
              <a:gd name="T45" fmla="*/ 2147483646 h 1671"/>
              <a:gd name="T46" fmla="*/ 2147483646 w 1014"/>
              <a:gd name="T47" fmla="*/ 2147483646 h 1671"/>
              <a:gd name="T48" fmla="*/ 2147483646 w 1014"/>
              <a:gd name="T49" fmla="*/ 2147483646 h 1671"/>
              <a:gd name="T50" fmla="*/ 2147483646 w 1014"/>
              <a:gd name="T51" fmla="*/ 2147483646 h 1671"/>
              <a:gd name="T52" fmla="*/ 2147483646 w 1014"/>
              <a:gd name="T53" fmla="*/ 2147483646 h 1671"/>
              <a:gd name="T54" fmla="*/ 2147483646 w 1014"/>
              <a:gd name="T55" fmla="*/ 2147483646 h 1671"/>
              <a:gd name="T56" fmla="*/ 2147483646 w 1014"/>
              <a:gd name="T57" fmla="*/ 2147483646 h 1671"/>
              <a:gd name="T58" fmla="*/ 2147483646 w 1014"/>
              <a:gd name="T59" fmla="*/ 2147483646 h 1671"/>
              <a:gd name="T60" fmla="*/ 2147483646 w 1014"/>
              <a:gd name="T61" fmla="*/ 2147483646 h 1671"/>
              <a:gd name="T62" fmla="*/ 2147483646 w 1014"/>
              <a:gd name="T63" fmla="*/ 2147483646 h 1671"/>
              <a:gd name="T64" fmla="*/ 2147483646 w 1014"/>
              <a:gd name="T65" fmla="*/ 2147483646 h 1671"/>
              <a:gd name="T66" fmla="*/ 2147483646 w 1014"/>
              <a:gd name="T67" fmla="*/ 2147483646 h 1671"/>
              <a:gd name="T68" fmla="*/ 2147483646 w 1014"/>
              <a:gd name="T69" fmla="*/ 2147483646 h 1671"/>
              <a:gd name="T70" fmla="*/ 2147483646 w 1014"/>
              <a:gd name="T71" fmla="*/ 2147483646 h 1671"/>
              <a:gd name="T72" fmla="*/ 2147483646 w 1014"/>
              <a:gd name="T73" fmla="*/ 2147483646 h 1671"/>
              <a:gd name="T74" fmla="*/ 2147483646 w 1014"/>
              <a:gd name="T75" fmla="*/ 2147483646 h 1671"/>
              <a:gd name="T76" fmla="*/ 0 w 1014"/>
              <a:gd name="T77" fmla="*/ 2147483646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5" name="Freeform 292">
            <a:extLst>
              <a:ext uri="{FF2B5EF4-FFF2-40B4-BE49-F238E27FC236}">
                <a16:creationId xmlns:a16="http://schemas.microsoft.com/office/drawing/2014/main" id="{DCD22DD9-D43F-AE43-97CD-E5C33E93927F}"/>
              </a:ext>
            </a:extLst>
          </p:cNvPr>
          <p:cNvSpPr>
            <a:spLocks/>
          </p:cNvSpPr>
          <p:nvPr/>
        </p:nvSpPr>
        <p:spPr bwMode="auto">
          <a:xfrm flipH="1">
            <a:off x="1876425" y="3347188"/>
            <a:ext cx="53579" cy="160734"/>
          </a:xfrm>
          <a:custGeom>
            <a:avLst/>
            <a:gdLst>
              <a:gd name="T0" fmla="*/ 0 w 295"/>
              <a:gd name="T1" fmla="*/ 2147483646 h 774"/>
              <a:gd name="T2" fmla="*/ 2147483646 w 295"/>
              <a:gd name="T3" fmla="*/ 2147483646 h 774"/>
              <a:gd name="T4" fmla="*/ 2147483646 w 295"/>
              <a:gd name="T5" fmla="*/ 2147483646 h 774"/>
              <a:gd name="T6" fmla="*/ 2147483646 w 295"/>
              <a:gd name="T7" fmla="*/ 2147483646 h 774"/>
              <a:gd name="T8" fmla="*/ 2147483646 w 295"/>
              <a:gd name="T9" fmla="*/ 2147483646 h 774"/>
              <a:gd name="T10" fmla="*/ 2147483646 w 295"/>
              <a:gd name="T11" fmla="*/ 2147483646 h 774"/>
              <a:gd name="T12" fmla="*/ 2147483646 w 295"/>
              <a:gd name="T13" fmla="*/ 2147483646 h 774"/>
              <a:gd name="T14" fmla="*/ 2147483646 w 295"/>
              <a:gd name="T15" fmla="*/ 2147483646 h 774"/>
              <a:gd name="T16" fmla="*/ 2147483646 w 295"/>
              <a:gd name="T17" fmla="*/ 0 h 774"/>
              <a:gd name="T18" fmla="*/ 2147483646 w 295"/>
              <a:gd name="T19" fmla="*/ 2147483646 h 774"/>
              <a:gd name="T20" fmla="*/ 2147483646 w 295"/>
              <a:gd name="T21" fmla="*/ 2147483646 h 774"/>
              <a:gd name="T22" fmla="*/ 2147483646 w 295"/>
              <a:gd name="T23" fmla="*/ 2147483646 h 774"/>
              <a:gd name="T24" fmla="*/ 2147483646 w 295"/>
              <a:gd name="T25" fmla="*/ 2147483646 h 774"/>
              <a:gd name="T26" fmla="*/ 0 w 295"/>
              <a:gd name="T27" fmla="*/ 2147483646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6" name="Freeform 293">
            <a:extLst>
              <a:ext uri="{FF2B5EF4-FFF2-40B4-BE49-F238E27FC236}">
                <a16:creationId xmlns:a16="http://schemas.microsoft.com/office/drawing/2014/main" id="{37D25753-5418-0C4B-8FFD-3C403B0E348D}"/>
              </a:ext>
            </a:extLst>
          </p:cNvPr>
          <p:cNvSpPr>
            <a:spLocks/>
          </p:cNvSpPr>
          <p:nvPr/>
        </p:nvSpPr>
        <p:spPr bwMode="auto">
          <a:xfrm flipH="1">
            <a:off x="1930003" y="3217410"/>
            <a:ext cx="204788" cy="241697"/>
          </a:xfrm>
          <a:custGeom>
            <a:avLst/>
            <a:gdLst>
              <a:gd name="T0" fmla="*/ 2147483646 w 1172"/>
              <a:gd name="T1" fmla="*/ 2147483646 h 1162"/>
              <a:gd name="T2" fmla="*/ 2147483646 w 1172"/>
              <a:gd name="T3" fmla="*/ 2147483646 h 1162"/>
              <a:gd name="T4" fmla="*/ 2147483646 w 1172"/>
              <a:gd name="T5" fmla="*/ 2147483646 h 1162"/>
              <a:gd name="T6" fmla="*/ 2147483646 w 1172"/>
              <a:gd name="T7" fmla="*/ 2147483646 h 1162"/>
              <a:gd name="T8" fmla="*/ 2147483646 w 1172"/>
              <a:gd name="T9" fmla="*/ 2147483646 h 1162"/>
              <a:gd name="T10" fmla="*/ 2147483646 w 1172"/>
              <a:gd name="T11" fmla="*/ 2147483646 h 1162"/>
              <a:gd name="T12" fmla="*/ 2147483646 w 1172"/>
              <a:gd name="T13" fmla="*/ 2147483646 h 1162"/>
              <a:gd name="T14" fmla="*/ 2147483646 w 1172"/>
              <a:gd name="T15" fmla="*/ 2147483646 h 1162"/>
              <a:gd name="T16" fmla="*/ 2147483646 w 1172"/>
              <a:gd name="T17" fmla="*/ 2147483646 h 1162"/>
              <a:gd name="T18" fmla="*/ 2147483646 w 1172"/>
              <a:gd name="T19" fmla="*/ 2147483646 h 1162"/>
              <a:gd name="T20" fmla="*/ 2147483646 w 1172"/>
              <a:gd name="T21" fmla="*/ 2147483646 h 1162"/>
              <a:gd name="T22" fmla="*/ 0 w 1172"/>
              <a:gd name="T23" fmla="*/ 2147483646 h 1162"/>
              <a:gd name="T24" fmla="*/ 2147483646 w 1172"/>
              <a:gd name="T25" fmla="*/ 2147483646 h 1162"/>
              <a:gd name="T26" fmla="*/ 2147483646 w 1172"/>
              <a:gd name="T27" fmla="*/ 2147483646 h 1162"/>
              <a:gd name="T28" fmla="*/ 2147483646 w 1172"/>
              <a:gd name="T29" fmla="*/ 2147483646 h 1162"/>
              <a:gd name="T30" fmla="*/ 2147483646 w 1172"/>
              <a:gd name="T31" fmla="*/ 2147483646 h 1162"/>
              <a:gd name="T32" fmla="*/ 2147483646 w 1172"/>
              <a:gd name="T33" fmla="*/ 2147483646 h 1162"/>
              <a:gd name="T34" fmla="*/ 2147483646 w 1172"/>
              <a:gd name="T35" fmla="*/ 2147483646 h 1162"/>
              <a:gd name="T36" fmla="*/ 2147483646 w 1172"/>
              <a:gd name="T37" fmla="*/ 2147483646 h 1162"/>
              <a:gd name="T38" fmla="*/ 2147483646 w 1172"/>
              <a:gd name="T39" fmla="*/ 2147483646 h 1162"/>
              <a:gd name="T40" fmla="*/ 2147483646 w 1172"/>
              <a:gd name="T41" fmla="*/ 2147483646 h 1162"/>
              <a:gd name="T42" fmla="*/ 2147483646 w 1172"/>
              <a:gd name="T43" fmla="*/ 2147483646 h 1162"/>
              <a:gd name="T44" fmla="*/ 2147483646 w 1172"/>
              <a:gd name="T45" fmla="*/ 2147483646 h 1162"/>
              <a:gd name="T46" fmla="*/ 2147483646 w 1172"/>
              <a:gd name="T47" fmla="*/ 2147483646 h 1162"/>
              <a:gd name="T48" fmla="*/ 2147483646 w 1172"/>
              <a:gd name="T49" fmla="*/ 2147483646 h 1162"/>
              <a:gd name="T50" fmla="*/ 2147483646 w 1172"/>
              <a:gd name="T51" fmla="*/ 2147483646 h 1162"/>
              <a:gd name="T52" fmla="*/ 2147483646 w 1172"/>
              <a:gd name="T53" fmla="*/ 2147483646 h 1162"/>
              <a:gd name="T54" fmla="*/ 2147483646 w 1172"/>
              <a:gd name="T55" fmla="*/ 2147483646 h 1162"/>
              <a:gd name="T56" fmla="*/ 2147483646 w 1172"/>
              <a:gd name="T57" fmla="*/ 2147483646 h 1162"/>
              <a:gd name="T58" fmla="*/ 2147483646 w 1172"/>
              <a:gd name="T59" fmla="*/ 2147483646 h 1162"/>
              <a:gd name="T60" fmla="*/ 2147483646 w 1172"/>
              <a:gd name="T61" fmla="*/ 2147483646 h 1162"/>
              <a:gd name="T62" fmla="*/ 2147483646 w 1172"/>
              <a:gd name="T63" fmla="*/ 2147483646 h 1162"/>
              <a:gd name="T64" fmla="*/ 2147483646 w 1172"/>
              <a:gd name="T65" fmla="*/ 2147483646 h 1162"/>
              <a:gd name="T66" fmla="*/ 2147483646 w 1172"/>
              <a:gd name="T67" fmla="*/ 2147483646 h 1162"/>
              <a:gd name="T68" fmla="*/ 2147483646 w 1172"/>
              <a:gd name="T69" fmla="*/ 2147483646 h 1162"/>
              <a:gd name="T70" fmla="*/ 2147483646 w 1172"/>
              <a:gd name="T71" fmla="*/ 2147483646 h 1162"/>
              <a:gd name="T72" fmla="*/ 2147483646 w 1172"/>
              <a:gd name="T73" fmla="*/ 2147483646 h 1162"/>
              <a:gd name="T74" fmla="*/ 2147483646 w 1172"/>
              <a:gd name="T75" fmla="*/ 2147483646 h 1162"/>
              <a:gd name="T76" fmla="*/ 2147483646 w 1172"/>
              <a:gd name="T77" fmla="*/ 2147483646 h 1162"/>
              <a:gd name="T78" fmla="*/ 2147483646 w 1172"/>
              <a:gd name="T79" fmla="*/ 2147483646 h 1162"/>
              <a:gd name="T80" fmla="*/ 2147483646 w 1172"/>
              <a:gd name="T81" fmla="*/ 2147483646 h 1162"/>
              <a:gd name="T82" fmla="*/ 2147483646 w 1172"/>
              <a:gd name="T83" fmla="*/ 2147483646 h 1162"/>
              <a:gd name="T84" fmla="*/ 2147483646 w 1172"/>
              <a:gd name="T85" fmla="*/ 2147483646 h 1162"/>
              <a:gd name="T86" fmla="*/ 2147483646 w 1172"/>
              <a:gd name="T87" fmla="*/ 2147483646 h 1162"/>
              <a:gd name="T88" fmla="*/ 2147483646 w 1172"/>
              <a:gd name="T89" fmla="*/ 2147483646 h 1162"/>
              <a:gd name="T90" fmla="*/ 2147483646 w 1172"/>
              <a:gd name="T91" fmla="*/ 2147483646 h 1162"/>
              <a:gd name="T92" fmla="*/ 2147483646 w 1172"/>
              <a:gd name="T93" fmla="*/ 2147483646 h 1162"/>
              <a:gd name="T94" fmla="*/ 2147483646 w 1172"/>
              <a:gd name="T95" fmla="*/ 2147483646 h 1162"/>
              <a:gd name="T96" fmla="*/ 2147483646 w 1172"/>
              <a:gd name="T97" fmla="*/ 2147483646 h 1162"/>
              <a:gd name="T98" fmla="*/ 2147483646 w 1172"/>
              <a:gd name="T99" fmla="*/ 2147483646 h 1162"/>
              <a:gd name="T100" fmla="*/ 2147483646 w 1172"/>
              <a:gd name="T101" fmla="*/ 2147483646 h 1162"/>
              <a:gd name="T102" fmla="*/ 2147483646 w 1172"/>
              <a:gd name="T103" fmla="*/ 2147483646 h 1162"/>
              <a:gd name="T104" fmla="*/ 2147483646 w 1172"/>
              <a:gd name="T105" fmla="*/ 2147483646 h 1162"/>
              <a:gd name="T106" fmla="*/ 2147483646 w 1172"/>
              <a:gd name="T107" fmla="*/ 2147483646 h 1162"/>
              <a:gd name="T108" fmla="*/ 2147483646 w 1172"/>
              <a:gd name="T109" fmla="*/ 2147483646 h 1162"/>
              <a:gd name="T110" fmla="*/ 2147483646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7" name="Freeform 294">
            <a:extLst>
              <a:ext uri="{FF2B5EF4-FFF2-40B4-BE49-F238E27FC236}">
                <a16:creationId xmlns:a16="http://schemas.microsoft.com/office/drawing/2014/main" id="{5067F936-64D9-AA44-886D-A9C5C7792FB1}"/>
              </a:ext>
            </a:extLst>
          </p:cNvPr>
          <p:cNvSpPr>
            <a:spLocks/>
          </p:cNvSpPr>
          <p:nvPr/>
        </p:nvSpPr>
        <p:spPr bwMode="auto">
          <a:xfrm flipH="1">
            <a:off x="1944291" y="3307897"/>
            <a:ext cx="51197" cy="53579"/>
          </a:xfrm>
          <a:custGeom>
            <a:avLst/>
            <a:gdLst>
              <a:gd name="T0" fmla="*/ 0 w 295"/>
              <a:gd name="T1" fmla="*/ 0 h 263"/>
              <a:gd name="T2" fmla="*/ 0 w 295"/>
              <a:gd name="T3" fmla="*/ 2147483646 h 263"/>
              <a:gd name="T4" fmla="*/ 2147483646 w 295"/>
              <a:gd name="T5" fmla="*/ 2147483646 h 263"/>
              <a:gd name="T6" fmla="*/ 2147483646 w 295"/>
              <a:gd name="T7" fmla="*/ 2147483646 h 263"/>
              <a:gd name="T8" fmla="*/ 2147483646 w 295"/>
              <a:gd name="T9" fmla="*/ 2147483646 h 263"/>
              <a:gd name="T10" fmla="*/ 2147483646 w 295"/>
              <a:gd name="T11" fmla="*/ 2147483646 h 263"/>
              <a:gd name="T12" fmla="*/ 2147483646 w 295"/>
              <a:gd name="T13" fmla="*/ 2147483646 h 263"/>
              <a:gd name="T14" fmla="*/ 2147483646 w 295"/>
              <a:gd name="T15" fmla="*/ 2147483646 h 263"/>
              <a:gd name="T16" fmla="*/ 2147483646 w 295"/>
              <a:gd name="T17" fmla="*/ 2147483646 h 263"/>
              <a:gd name="T18" fmla="*/ 2147483646 w 295"/>
              <a:gd name="T19" fmla="*/ 2147483646 h 263"/>
              <a:gd name="T20" fmla="*/ 2147483646 w 295"/>
              <a:gd name="T21" fmla="*/ 2147483646 h 263"/>
              <a:gd name="T22" fmla="*/ 2147483646 w 295"/>
              <a:gd name="T23" fmla="*/ 2147483646 h 263"/>
              <a:gd name="T24" fmla="*/ 2147483646 w 295"/>
              <a:gd name="T25" fmla="*/ 2147483646 h 263"/>
              <a:gd name="T26" fmla="*/ 2147483646 w 295"/>
              <a:gd name="T27" fmla="*/ 2147483646 h 263"/>
              <a:gd name="T28" fmla="*/ 2147483646 w 295"/>
              <a:gd name="T29" fmla="*/ 2147483646 h 263"/>
              <a:gd name="T30" fmla="*/ 2147483646 w 295"/>
              <a:gd name="T31" fmla="*/ 2147483646 h 263"/>
              <a:gd name="T32" fmla="*/ 2147483646 w 295"/>
              <a:gd name="T33" fmla="*/ 2147483646 h 263"/>
              <a:gd name="T34" fmla="*/ 2147483646 w 295"/>
              <a:gd name="T35" fmla="*/ 2147483646 h 263"/>
              <a:gd name="T36" fmla="*/ 2147483646 w 295"/>
              <a:gd name="T37" fmla="*/ 2147483646 h 263"/>
              <a:gd name="T38" fmla="*/ 2147483646 w 295"/>
              <a:gd name="T39" fmla="*/ 2147483646 h 263"/>
              <a:gd name="T40" fmla="*/ 2147483646 w 295"/>
              <a:gd name="T41" fmla="*/ 2147483646 h 263"/>
              <a:gd name="T42" fmla="*/ 2147483646 w 295"/>
              <a:gd name="T43" fmla="*/ 2147483646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8" name="Freeform 295">
            <a:extLst>
              <a:ext uri="{FF2B5EF4-FFF2-40B4-BE49-F238E27FC236}">
                <a16:creationId xmlns:a16="http://schemas.microsoft.com/office/drawing/2014/main" id="{37876103-1F7D-9E42-B8F0-95E138372336}"/>
              </a:ext>
            </a:extLst>
          </p:cNvPr>
          <p:cNvSpPr>
            <a:spLocks/>
          </p:cNvSpPr>
          <p:nvPr/>
        </p:nvSpPr>
        <p:spPr bwMode="auto">
          <a:xfrm flipH="1">
            <a:off x="1945482" y="3262654"/>
            <a:ext cx="46435" cy="70247"/>
          </a:xfrm>
          <a:custGeom>
            <a:avLst/>
            <a:gdLst>
              <a:gd name="T0" fmla="*/ 2147483646 w 270"/>
              <a:gd name="T1" fmla="*/ 0 h 345"/>
              <a:gd name="T2" fmla="*/ 2147483646 w 270"/>
              <a:gd name="T3" fmla="*/ 2147483646 h 345"/>
              <a:gd name="T4" fmla="*/ 0 w 270"/>
              <a:gd name="T5" fmla="*/ 2147483646 h 345"/>
              <a:gd name="T6" fmla="*/ 2147483646 w 270"/>
              <a:gd name="T7" fmla="*/ 2147483646 h 345"/>
              <a:gd name="T8" fmla="*/ 2147483646 w 270"/>
              <a:gd name="T9" fmla="*/ 2147483646 h 345"/>
              <a:gd name="T10" fmla="*/ 2147483646 w 270"/>
              <a:gd name="T11" fmla="*/ 2147483646 h 345"/>
              <a:gd name="T12" fmla="*/ 2147483646 w 270"/>
              <a:gd name="T13" fmla="*/ 2147483646 h 345"/>
              <a:gd name="T14" fmla="*/ 2147483646 w 270"/>
              <a:gd name="T15" fmla="*/ 2147483646 h 345"/>
              <a:gd name="T16" fmla="*/ 2147483646 w 270"/>
              <a:gd name="T17" fmla="*/ 2147483646 h 345"/>
              <a:gd name="T18" fmla="*/ 2147483646 w 270"/>
              <a:gd name="T19" fmla="*/ 2147483646 h 345"/>
              <a:gd name="T20" fmla="*/ 2147483646 w 270"/>
              <a:gd name="T21" fmla="*/ 2147483646 h 345"/>
              <a:gd name="T22" fmla="*/ 2147483646 w 270"/>
              <a:gd name="T23" fmla="*/ 2147483646 h 345"/>
              <a:gd name="T24" fmla="*/ 2147483646 w 270"/>
              <a:gd name="T25" fmla="*/ 2147483646 h 345"/>
              <a:gd name="T26" fmla="*/ 2147483646 w 270"/>
              <a:gd name="T27" fmla="*/ 2147483646 h 345"/>
              <a:gd name="T28" fmla="*/ 2147483646 w 270"/>
              <a:gd name="T29" fmla="*/ 2147483646 h 345"/>
              <a:gd name="T30" fmla="*/ 2147483646 w 270"/>
              <a:gd name="T31" fmla="*/ 2147483646 h 345"/>
              <a:gd name="T32" fmla="*/ 2147483646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9" name="Freeform 296">
            <a:extLst>
              <a:ext uri="{FF2B5EF4-FFF2-40B4-BE49-F238E27FC236}">
                <a16:creationId xmlns:a16="http://schemas.microsoft.com/office/drawing/2014/main" id="{D6B0BC62-C596-6842-BFD1-744D5C8DD8FA}"/>
              </a:ext>
            </a:extLst>
          </p:cNvPr>
          <p:cNvSpPr>
            <a:spLocks/>
          </p:cNvSpPr>
          <p:nvPr/>
        </p:nvSpPr>
        <p:spPr bwMode="auto">
          <a:xfrm flipH="1">
            <a:off x="1951435" y="3192407"/>
            <a:ext cx="50006" cy="41672"/>
          </a:xfrm>
          <a:custGeom>
            <a:avLst/>
            <a:gdLst>
              <a:gd name="T0" fmla="*/ 0 w 287"/>
              <a:gd name="T1" fmla="*/ 2147483646 h 199"/>
              <a:gd name="T2" fmla="*/ 2147483646 w 287"/>
              <a:gd name="T3" fmla="*/ 2147483646 h 199"/>
              <a:gd name="T4" fmla="*/ 2147483646 w 287"/>
              <a:gd name="T5" fmla="*/ 2147483646 h 199"/>
              <a:gd name="T6" fmla="*/ 2147483646 w 287"/>
              <a:gd name="T7" fmla="*/ 2147483646 h 199"/>
              <a:gd name="T8" fmla="*/ 2147483646 w 287"/>
              <a:gd name="T9" fmla="*/ 0 h 199"/>
              <a:gd name="T10" fmla="*/ 2147483646 w 287"/>
              <a:gd name="T11" fmla="*/ 2147483646 h 199"/>
              <a:gd name="T12" fmla="*/ 2147483646 w 287"/>
              <a:gd name="T13" fmla="*/ 2147483646 h 199"/>
              <a:gd name="T14" fmla="*/ 2147483646 w 287"/>
              <a:gd name="T15" fmla="*/ 2147483646 h 199"/>
              <a:gd name="T16" fmla="*/ 2147483646 w 287"/>
              <a:gd name="T17" fmla="*/ 2147483646 h 199"/>
              <a:gd name="T18" fmla="*/ 0 w 287"/>
              <a:gd name="T19" fmla="*/ 214748364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0" name="Freeform 297">
            <a:extLst>
              <a:ext uri="{FF2B5EF4-FFF2-40B4-BE49-F238E27FC236}">
                <a16:creationId xmlns:a16="http://schemas.microsoft.com/office/drawing/2014/main" id="{C5D6BE00-2BBF-9D43-AD94-8F18E9F485D3}"/>
              </a:ext>
            </a:extLst>
          </p:cNvPr>
          <p:cNvSpPr>
            <a:spLocks/>
          </p:cNvSpPr>
          <p:nvPr/>
        </p:nvSpPr>
        <p:spPr bwMode="auto">
          <a:xfrm flipH="1">
            <a:off x="2010966" y="3267416"/>
            <a:ext cx="28575" cy="107156"/>
          </a:xfrm>
          <a:custGeom>
            <a:avLst/>
            <a:gdLst>
              <a:gd name="T0" fmla="*/ 0 w 162"/>
              <a:gd name="T1" fmla="*/ 2147483646 h 514"/>
              <a:gd name="T2" fmla="*/ 2147483646 w 162"/>
              <a:gd name="T3" fmla="*/ 2147483646 h 514"/>
              <a:gd name="T4" fmla="*/ 2147483646 w 162"/>
              <a:gd name="T5" fmla="*/ 2147483646 h 514"/>
              <a:gd name="T6" fmla="*/ 2147483646 w 162"/>
              <a:gd name="T7" fmla="*/ 2147483646 h 514"/>
              <a:gd name="T8" fmla="*/ 2147483646 w 162"/>
              <a:gd name="T9" fmla="*/ 2147483646 h 514"/>
              <a:gd name="T10" fmla="*/ 2147483646 w 162"/>
              <a:gd name="T11" fmla="*/ 2147483646 h 514"/>
              <a:gd name="T12" fmla="*/ 2147483646 w 162"/>
              <a:gd name="T13" fmla="*/ 2147483646 h 514"/>
              <a:gd name="T14" fmla="*/ 2147483646 w 162"/>
              <a:gd name="T15" fmla="*/ 2147483646 h 514"/>
              <a:gd name="T16" fmla="*/ 2147483646 w 162"/>
              <a:gd name="T17" fmla="*/ 2147483646 h 514"/>
              <a:gd name="T18" fmla="*/ 2147483646 w 162"/>
              <a:gd name="T19" fmla="*/ 2147483646 h 514"/>
              <a:gd name="T20" fmla="*/ 2147483646 w 162"/>
              <a:gd name="T21" fmla="*/ 2147483646 h 514"/>
              <a:gd name="T22" fmla="*/ 2147483646 w 162"/>
              <a:gd name="T23" fmla="*/ 2147483646 h 514"/>
              <a:gd name="T24" fmla="*/ 2147483646 w 162"/>
              <a:gd name="T25" fmla="*/ 2147483646 h 514"/>
              <a:gd name="T26" fmla="*/ 2147483646 w 162"/>
              <a:gd name="T27" fmla="*/ 2147483646 h 514"/>
              <a:gd name="T28" fmla="*/ 2147483646 w 162"/>
              <a:gd name="T29" fmla="*/ 0 h 514"/>
              <a:gd name="T30" fmla="*/ 2147483646 w 162"/>
              <a:gd name="T31" fmla="*/ 2147483646 h 514"/>
              <a:gd name="T32" fmla="*/ 2147483646 w 162"/>
              <a:gd name="T33" fmla="*/ 2147483646 h 514"/>
              <a:gd name="T34" fmla="*/ 2147483646 w 162"/>
              <a:gd name="T35" fmla="*/ 2147483646 h 514"/>
              <a:gd name="T36" fmla="*/ 0 w 162"/>
              <a:gd name="T37" fmla="*/ 2147483646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1" name="Freeform 298">
            <a:extLst>
              <a:ext uri="{FF2B5EF4-FFF2-40B4-BE49-F238E27FC236}">
                <a16:creationId xmlns:a16="http://schemas.microsoft.com/office/drawing/2014/main" id="{4CED6366-4C80-904C-882C-9BF226609990}"/>
              </a:ext>
            </a:extLst>
          </p:cNvPr>
          <p:cNvSpPr>
            <a:spLocks/>
          </p:cNvSpPr>
          <p:nvPr/>
        </p:nvSpPr>
        <p:spPr bwMode="auto">
          <a:xfrm flipH="1">
            <a:off x="1946672" y="3382907"/>
            <a:ext cx="51197" cy="20240"/>
          </a:xfrm>
          <a:custGeom>
            <a:avLst/>
            <a:gdLst>
              <a:gd name="T0" fmla="*/ 2147483646 w 289"/>
              <a:gd name="T1" fmla="*/ 2147483646 h 97"/>
              <a:gd name="T2" fmla="*/ 2147483646 w 289"/>
              <a:gd name="T3" fmla="*/ 2147483646 h 97"/>
              <a:gd name="T4" fmla="*/ 2147483646 w 289"/>
              <a:gd name="T5" fmla="*/ 2147483646 h 97"/>
              <a:gd name="T6" fmla="*/ 2147483646 w 289"/>
              <a:gd name="T7" fmla="*/ 0 h 97"/>
              <a:gd name="T8" fmla="*/ 0 w 289"/>
              <a:gd name="T9" fmla="*/ 2147483646 h 97"/>
              <a:gd name="T10" fmla="*/ 2147483646 w 289"/>
              <a:gd name="T11" fmla="*/ 2147483646 h 97"/>
              <a:gd name="T12" fmla="*/ 2147483646 w 289"/>
              <a:gd name="T13" fmla="*/ 2147483646 h 97"/>
              <a:gd name="T14" fmla="*/ 2147483646 w 289"/>
              <a:gd name="T15" fmla="*/ 2147483646 h 97"/>
              <a:gd name="T16" fmla="*/ 2147483646 w 289"/>
              <a:gd name="T17" fmla="*/ 2147483646 h 97"/>
              <a:gd name="T18" fmla="*/ 2147483646 w 289"/>
              <a:gd name="T19" fmla="*/ 2147483646 h 97"/>
              <a:gd name="T20" fmla="*/ 2147483646 w 289"/>
              <a:gd name="T21" fmla="*/ 2147483646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2" name="Freeform 299">
            <a:extLst>
              <a:ext uri="{FF2B5EF4-FFF2-40B4-BE49-F238E27FC236}">
                <a16:creationId xmlns:a16="http://schemas.microsoft.com/office/drawing/2014/main" id="{8A834D00-262F-1C46-A40D-A866E336BF5E}"/>
              </a:ext>
            </a:extLst>
          </p:cNvPr>
          <p:cNvSpPr>
            <a:spLocks/>
          </p:cNvSpPr>
          <p:nvPr/>
        </p:nvSpPr>
        <p:spPr bwMode="auto">
          <a:xfrm flipH="1">
            <a:off x="2008585" y="3392432"/>
            <a:ext cx="30956" cy="45244"/>
          </a:xfrm>
          <a:custGeom>
            <a:avLst/>
            <a:gdLst>
              <a:gd name="T0" fmla="*/ 2147483646 w 176"/>
              <a:gd name="T1" fmla="*/ 2147483646 h 216"/>
              <a:gd name="T2" fmla="*/ 2147483646 w 176"/>
              <a:gd name="T3" fmla="*/ 2147483646 h 216"/>
              <a:gd name="T4" fmla="*/ 2147483646 w 176"/>
              <a:gd name="T5" fmla="*/ 0 h 216"/>
              <a:gd name="T6" fmla="*/ 2147483646 w 176"/>
              <a:gd name="T7" fmla="*/ 2147483646 h 216"/>
              <a:gd name="T8" fmla="*/ 0 w 176"/>
              <a:gd name="T9" fmla="*/ 2147483646 h 216"/>
              <a:gd name="T10" fmla="*/ 2147483646 w 176"/>
              <a:gd name="T11" fmla="*/ 2147483646 h 216"/>
              <a:gd name="T12" fmla="*/ 2147483646 w 176"/>
              <a:gd name="T13" fmla="*/ 2147483646 h 216"/>
              <a:gd name="T14" fmla="*/ 2147483646 w 176"/>
              <a:gd name="T15" fmla="*/ 2147483646 h 216"/>
              <a:gd name="T16" fmla="*/ 2147483646 w 176"/>
              <a:gd name="T17" fmla="*/ 2147483646 h 216"/>
              <a:gd name="T18" fmla="*/ 2147483646 w 176"/>
              <a:gd name="T19" fmla="*/ 2147483646 h 216"/>
              <a:gd name="T20" fmla="*/ 2147483646 w 176"/>
              <a:gd name="T21" fmla="*/ 2147483646 h 216"/>
              <a:gd name="T22" fmla="*/ 2147483646 w 176"/>
              <a:gd name="T23" fmla="*/ 2147483646 h 216"/>
              <a:gd name="T24" fmla="*/ 2147483646 w 176"/>
              <a:gd name="T25" fmla="*/ 2147483646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3" name="Freeform 300">
            <a:extLst>
              <a:ext uri="{FF2B5EF4-FFF2-40B4-BE49-F238E27FC236}">
                <a16:creationId xmlns:a16="http://schemas.microsoft.com/office/drawing/2014/main" id="{2A5C605D-B123-B147-AE27-DC19B17921CA}"/>
              </a:ext>
            </a:extLst>
          </p:cNvPr>
          <p:cNvSpPr>
            <a:spLocks/>
          </p:cNvSpPr>
          <p:nvPr/>
        </p:nvSpPr>
        <p:spPr bwMode="auto">
          <a:xfrm flipH="1">
            <a:off x="1915716" y="3154307"/>
            <a:ext cx="73819" cy="58340"/>
          </a:xfrm>
          <a:custGeom>
            <a:avLst/>
            <a:gdLst>
              <a:gd name="T0" fmla="*/ 0 w 418"/>
              <a:gd name="T1" fmla="*/ 2147483646 h 260"/>
              <a:gd name="T2" fmla="*/ 2147483646 w 418"/>
              <a:gd name="T3" fmla="*/ 2147483646 h 260"/>
              <a:gd name="T4" fmla="*/ 2147483646 w 418"/>
              <a:gd name="T5" fmla="*/ 2147483646 h 260"/>
              <a:gd name="T6" fmla="*/ 2147483646 w 418"/>
              <a:gd name="T7" fmla="*/ 2147483646 h 260"/>
              <a:gd name="T8" fmla="*/ 2147483646 w 418"/>
              <a:gd name="T9" fmla="*/ 2147483646 h 260"/>
              <a:gd name="T10" fmla="*/ 2147483646 w 418"/>
              <a:gd name="T11" fmla="*/ 0 h 260"/>
              <a:gd name="T12" fmla="*/ 2147483646 w 418"/>
              <a:gd name="T13" fmla="*/ 2147483646 h 260"/>
              <a:gd name="T14" fmla="*/ 2147483646 w 418"/>
              <a:gd name="T15" fmla="*/ 2147483646 h 260"/>
              <a:gd name="T16" fmla="*/ 2147483646 w 418"/>
              <a:gd name="T17" fmla="*/ 2147483646 h 260"/>
              <a:gd name="T18" fmla="*/ 2147483646 w 418"/>
              <a:gd name="T19" fmla="*/ 2147483646 h 260"/>
              <a:gd name="T20" fmla="*/ 2147483646 w 418"/>
              <a:gd name="T21" fmla="*/ 2147483646 h 260"/>
              <a:gd name="T22" fmla="*/ 0 w 418"/>
              <a:gd name="T23" fmla="*/ 2147483646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4" name="Freeform 301">
            <a:extLst>
              <a:ext uri="{FF2B5EF4-FFF2-40B4-BE49-F238E27FC236}">
                <a16:creationId xmlns:a16="http://schemas.microsoft.com/office/drawing/2014/main" id="{5F5B27D1-0453-B042-B645-B2F7B80B9C4E}"/>
              </a:ext>
            </a:extLst>
          </p:cNvPr>
          <p:cNvSpPr>
            <a:spLocks/>
          </p:cNvSpPr>
          <p:nvPr/>
        </p:nvSpPr>
        <p:spPr bwMode="auto">
          <a:xfrm flipH="1">
            <a:off x="1832372" y="3407909"/>
            <a:ext cx="152400" cy="242888"/>
          </a:xfrm>
          <a:custGeom>
            <a:avLst/>
            <a:gdLst>
              <a:gd name="T0" fmla="*/ 2147483646 w 863"/>
              <a:gd name="T1" fmla="*/ 2147483646 h 1164"/>
              <a:gd name="T2" fmla="*/ 2147483646 w 863"/>
              <a:gd name="T3" fmla="*/ 2147483646 h 1164"/>
              <a:gd name="T4" fmla="*/ 2147483646 w 863"/>
              <a:gd name="T5" fmla="*/ 2147483646 h 1164"/>
              <a:gd name="T6" fmla="*/ 2147483646 w 863"/>
              <a:gd name="T7" fmla="*/ 2147483646 h 1164"/>
              <a:gd name="T8" fmla="*/ 2147483646 w 863"/>
              <a:gd name="T9" fmla="*/ 2147483646 h 1164"/>
              <a:gd name="T10" fmla="*/ 2147483646 w 863"/>
              <a:gd name="T11" fmla="*/ 2147483646 h 1164"/>
              <a:gd name="T12" fmla="*/ 2147483646 w 863"/>
              <a:gd name="T13" fmla="*/ 0 h 1164"/>
              <a:gd name="T14" fmla="*/ 2147483646 w 863"/>
              <a:gd name="T15" fmla="*/ 2147483646 h 1164"/>
              <a:gd name="T16" fmla="*/ 2147483646 w 863"/>
              <a:gd name="T17" fmla="*/ 2147483646 h 1164"/>
              <a:gd name="T18" fmla="*/ 2147483646 w 863"/>
              <a:gd name="T19" fmla="*/ 2147483646 h 1164"/>
              <a:gd name="T20" fmla="*/ 2147483646 w 863"/>
              <a:gd name="T21" fmla="*/ 2147483646 h 1164"/>
              <a:gd name="T22" fmla="*/ 2147483646 w 863"/>
              <a:gd name="T23" fmla="*/ 2147483646 h 1164"/>
              <a:gd name="T24" fmla="*/ 2147483646 w 863"/>
              <a:gd name="T25" fmla="*/ 2147483646 h 1164"/>
              <a:gd name="T26" fmla="*/ 2147483646 w 863"/>
              <a:gd name="T27" fmla="*/ 2147483646 h 1164"/>
              <a:gd name="T28" fmla="*/ 2147483646 w 863"/>
              <a:gd name="T29" fmla="*/ 2147483646 h 1164"/>
              <a:gd name="T30" fmla="*/ 0 w 863"/>
              <a:gd name="T31" fmla="*/ 2147483646 h 1164"/>
              <a:gd name="T32" fmla="*/ 2147483646 w 863"/>
              <a:gd name="T33" fmla="*/ 2147483646 h 1164"/>
              <a:gd name="T34" fmla="*/ 2147483646 w 863"/>
              <a:gd name="T35" fmla="*/ 2147483646 h 1164"/>
              <a:gd name="T36" fmla="*/ 2147483646 w 863"/>
              <a:gd name="T37" fmla="*/ 2147483646 h 1164"/>
              <a:gd name="T38" fmla="*/ 2147483646 w 863"/>
              <a:gd name="T39" fmla="*/ 2147483646 h 1164"/>
              <a:gd name="T40" fmla="*/ 2147483646 w 863"/>
              <a:gd name="T41" fmla="*/ 2147483646 h 1164"/>
              <a:gd name="T42" fmla="*/ 2147483646 w 863"/>
              <a:gd name="T43" fmla="*/ 2147483646 h 1164"/>
              <a:gd name="T44" fmla="*/ 2147483646 w 863"/>
              <a:gd name="T45" fmla="*/ 2147483646 h 1164"/>
              <a:gd name="T46" fmla="*/ 2147483646 w 863"/>
              <a:gd name="T47" fmla="*/ 2147483646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375" name="Freeform 302">
            <a:extLst>
              <a:ext uri="{FF2B5EF4-FFF2-40B4-BE49-F238E27FC236}">
                <a16:creationId xmlns:a16="http://schemas.microsoft.com/office/drawing/2014/main" id="{64217579-16F1-1542-AB36-941063D22CF9}"/>
              </a:ext>
            </a:extLst>
          </p:cNvPr>
          <p:cNvSpPr>
            <a:spLocks/>
          </p:cNvSpPr>
          <p:nvPr/>
        </p:nvSpPr>
        <p:spPr bwMode="auto">
          <a:xfrm flipH="1">
            <a:off x="1835944" y="3421007"/>
            <a:ext cx="130969" cy="220265"/>
          </a:xfrm>
          <a:custGeom>
            <a:avLst/>
            <a:gdLst>
              <a:gd name="T0" fmla="*/ 2147483646 w 743"/>
              <a:gd name="T1" fmla="*/ 2147483646 h 1068"/>
              <a:gd name="T2" fmla="*/ 2147483646 w 743"/>
              <a:gd name="T3" fmla="*/ 2147483646 h 1068"/>
              <a:gd name="T4" fmla="*/ 2147483646 w 743"/>
              <a:gd name="T5" fmla="*/ 2147483646 h 1068"/>
              <a:gd name="T6" fmla="*/ 2147483646 w 743"/>
              <a:gd name="T7" fmla="*/ 2147483646 h 1068"/>
              <a:gd name="T8" fmla="*/ 2147483646 w 743"/>
              <a:gd name="T9" fmla="*/ 2147483646 h 1068"/>
              <a:gd name="T10" fmla="*/ 2147483646 w 743"/>
              <a:gd name="T11" fmla="*/ 0 h 1068"/>
              <a:gd name="T12" fmla="*/ 2147483646 w 743"/>
              <a:gd name="T13" fmla="*/ 2147483646 h 1068"/>
              <a:gd name="T14" fmla="*/ 2147483646 w 743"/>
              <a:gd name="T15" fmla="*/ 2147483646 h 1068"/>
              <a:gd name="T16" fmla="*/ 2147483646 w 743"/>
              <a:gd name="T17" fmla="*/ 2147483646 h 1068"/>
              <a:gd name="T18" fmla="*/ 2147483646 w 743"/>
              <a:gd name="T19" fmla="*/ 2147483646 h 1068"/>
              <a:gd name="T20" fmla="*/ 2147483646 w 743"/>
              <a:gd name="T21" fmla="*/ 2147483646 h 1068"/>
              <a:gd name="T22" fmla="*/ 2147483646 w 743"/>
              <a:gd name="T23" fmla="*/ 2147483646 h 1068"/>
              <a:gd name="T24" fmla="*/ 2147483646 w 743"/>
              <a:gd name="T25" fmla="*/ 2147483646 h 1068"/>
              <a:gd name="T26" fmla="*/ 2147483646 w 743"/>
              <a:gd name="T27" fmla="*/ 2147483646 h 1068"/>
              <a:gd name="T28" fmla="*/ 2147483646 w 743"/>
              <a:gd name="T29" fmla="*/ 2147483646 h 1068"/>
              <a:gd name="T30" fmla="*/ 0 w 743"/>
              <a:gd name="T31" fmla="*/ 2147483646 h 1068"/>
              <a:gd name="T32" fmla="*/ 2147483646 w 743"/>
              <a:gd name="T33" fmla="*/ 2147483646 h 1068"/>
              <a:gd name="T34" fmla="*/ 2147483646 w 743"/>
              <a:gd name="T35" fmla="*/ 2147483646 h 1068"/>
              <a:gd name="T36" fmla="*/ 2147483646 w 743"/>
              <a:gd name="T37" fmla="*/ 2147483646 h 1068"/>
              <a:gd name="T38" fmla="*/ 2147483646 w 743"/>
              <a:gd name="T39" fmla="*/ 2147483646 h 1068"/>
              <a:gd name="T40" fmla="*/ 2147483646 w 743"/>
              <a:gd name="T41" fmla="*/ 214748364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6" name="Text Box 303">
            <a:extLst>
              <a:ext uri="{FF2B5EF4-FFF2-40B4-BE49-F238E27FC236}">
                <a16:creationId xmlns:a16="http://schemas.microsoft.com/office/drawing/2014/main" id="{D5F4F30C-5305-E74E-886E-6C95E39200E2}"/>
              </a:ext>
            </a:extLst>
          </p:cNvPr>
          <p:cNvSpPr txBox="1">
            <a:spLocks noChangeArrowheads="1"/>
          </p:cNvSpPr>
          <p:nvPr/>
        </p:nvSpPr>
        <p:spPr bwMode="auto">
          <a:xfrm>
            <a:off x="5881688" y="1949395"/>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因特网</a:t>
            </a:r>
          </a:p>
        </p:txBody>
      </p:sp>
      <p:sp>
        <p:nvSpPr>
          <p:cNvPr id="46377" name="Line 304">
            <a:extLst>
              <a:ext uri="{FF2B5EF4-FFF2-40B4-BE49-F238E27FC236}">
                <a16:creationId xmlns:a16="http://schemas.microsoft.com/office/drawing/2014/main" id="{9DAB436C-FD76-0445-97C2-2E8D06F07FF6}"/>
              </a:ext>
            </a:extLst>
          </p:cNvPr>
          <p:cNvSpPr>
            <a:spLocks noChangeShapeType="1"/>
          </p:cNvSpPr>
          <p:nvPr/>
        </p:nvSpPr>
        <p:spPr bwMode="auto">
          <a:xfrm flipV="1">
            <a:off x="3032522" y="2179185"/>
            <a:ext cx="0" cy="1643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78" name="Line 305">
            <a:extLst>
              <a:ext uri="{FF2B5EF4-FFF2-40B4-BE49-F238E27FC236}">
                <a16:creationId xmlns:a16="http://schemas.microsoft.com/office/drawing/2014/main" id="{2DA7B9F3-BEC7-484D-A0E0-8ED11462CAF4}"/>
              </a:ext>
            </a:extLst>
          </p:cNvPr>
          <p:cNvSpPr>
            <a:spLocks noChangeShapeType="1"/>
          </p:cNvSpPr>
          <p:nvPr/>
        </p:nvSpPr>
        <p:spPr bwMode="auto">
          <a:xfrm flipH="1">
            <a:off x="3112294" y="2424453"/>
            <a:ext cx="785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79" name="Oval 307">
            <a:extLst>
              <a:ext uri="{FF2B5EF4-FFF2-40B4-BE49-F238E27FC236}">
                <a16:creationId xmlns:a16="http://schemas.microsoft.com/office/drawing/2014/main" id="{2A7D9D2D-4C65-254F-8A13-FEAE449849AE}"/>
              </a:ext>
            </a:extLst>
          </p:cNvPr>
          <p:cNvSpPr>
            <a:spLocks noChangeArrowheads="1"/>
          </p:cNvSpPr>
          <p:nvPr/>
        </p:nvSpPr>
        <p:spPr bwMode="auto">
          <a:xfrm>
            <a:off x="3033713" y="1852954"/>
            <a:ext cx="1420416" cy="73580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380" name="Text Box 308">
            <a:extLst>
              <a:ext uri="{FF2B5EF4-FFF2-40B4-BE49-F238E27FC236}">
                <a16:creationId xmlns:a16="http://schemas.microsoft.com/office/drawing/2014/main" id="{587508B6-4BFD-6D46-8B97-FF292C7E8B90}"/>
              </a:ext>
            </a:extLst>
          </p:cNvPr>
          <p:cNvSpPr txBox="1">
            <a:spLocks noChangeArrowheads="1"/>
          </p:cNvSpPr>
          <p:nvPr/>
        </p:nvSpPr>
        <p:spPr bwMode="auto">
          <a:xfrm>
            <a:off x="3432573" y="2043454"/>
            <a:ext cx="7938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tx2"/>
                </a:solidFill>
                <a:latin typeface="Arial" panose="020B0604020202020204" pitchFamily="34" charset="0"/>
                <a:ea typeface="宋体" panose="02010600030101010101" pitchFamily="2" charset="-122"/>
              </a:rPr>
              <a:t>ISP</a:t>
            </a:r>
            <a:r>
              <a:rPr lang="en-US" altLang="zh-CN" sz="2400" baseline="-25000">
                <a:solidFill>
                  <a:schemeClr val="tx2"/>
                </a:solidFill>
                <a:latin typeface="Arial" panose="020B0604020202020204" pitchFamily="34" charset="0"/>
                <a:ea typeface="宋体" panose="02010600030101010101" pitchFamily="2" charset="-122"/>
              </a:rPr>
              <a:t>1</a:t>
            </a:r>
          </a:p>
        </p:txBody>
      </p:sp>
      <p:sp>
        <p:nvSpPr>
          <p:cNvPr id="46381" name="Oval 310">
            <a:extLst>
              <a:ext uri="{FF2B5EF4-FFF2-40B4-BE49-F238E27FC236}">
                <a16:creationId xmlns:a16="http://schemas.microsoft.com/office/drawing/2014/main" id="{060645F5-D624-9245-887F-BE26D2BFAAF5}"/>
              </a:ext>
            </a:extLst>
          </p:cNvPr>
          <p:cNvSpPr>
            <a:spLocks noChangeArrowheads="1"/>
          </p:cNvSpPr>
          <p:nvPr/>
        </p:nvSpPr>
        <p:spPr bwMode="auto">
          <a:xfrm>
            <a:off x="3896917" y="2992382"/>
            <a:ext cx="1420415" cy="736997"/>
          </a:xfrm>
          <a:prstGeom prst="ellipse">
            <a:avLst/>
          </a:prstGeom>
          <a:solidFill>
            <a:schemeClr val="bg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382" name="Text Box 311">
            <a:extLst>
              <a:ext uri="{FF2B5EF4-FFF2-40B4-BE49-F238E27FC236}">
                <a16:creationId xmlns:a16="http://schemas.microsoft.com/office/drawing/2014/main" id="{67AB666D-06B6-E342-8F07-5392437FF8B6}"/>
              </a:ext>
            </a:extLst>
          </p:cNvPr>
          <p:cNvSpPr txBox="1">
            <a:spLocks noChangeArrowheads="1"/>
          </p:cNvSpPr>
          <p:nvPr/>
        </p:nvSpPr>
        <p:spPr bwMode="auto">
          <a:xfrm>
            <a:off x="4296967" y="3184072"/>
            <a:ext cx="7938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tx2"/>
                </a:solidFill>
                <a:latin typeface="Arial" panose="020B0604020202020204" pitchFamily="34" charset="0"/>
                <a:ea typeface="宋体" panose="02010600030101010101" pitchFamily="2" charset="-122"/>
              </a:rPr>
              <a:t>ISP</a:t>
            </a:r>
            <a:r>
              <a:rPr lang="en-US" altLang="zh-CN" sz="2400" baseline="-25000">
                <a:solidFill>
                  <a:schemeClr val="tx2"/>
                </a:solidFill>
                <a:latin typeface="Arial" panose="020B0604020202020204" pitchFamily="34" charset="0"/>
                <a:ea typeface="宋体" panose="02010600030101010101" pitchFamily="2" charset="-122"/>
              </a:rPr>
              <a:t>2</a:t>
            </a:r>
          </a:p>
        </p:txBody>
      </p:sp>
      <p:sp>
        <p:nvSpPr>
          <p:cNvPr id="46383" name="Text Box 409">
            <a:extLst>
              <a:ext uri="{FF2B5EF4-FFF2-40B4-BE49-F238E27FC236}">
                <a16:creationId xmlns:a16="http://schemas.microsoft.com/office/drawing/2014/main" id="{34E4E61A-8049-324A-B5D2-73E5F3EAB030}"/>
              </a:ext>
            </a:extLst>
          </p:cNvPr>
          <p:cNvSpPr txBox="1">
            <a:spLocks noChangeArrowheads="1"/>
          </p:cNvSpPr>
          <p:nvPr/>
        </p:nvSpPr>
        <p:spPr bwMode="auto">
          <a:xfrm>
            <a:off x="2947036" y="1045710"/>
            <a:ext cx="172354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因特网</a:t>
            </a:r>
          </a:p>
          <a:p>
            <a:pPr algn="ct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服务提供者</a:t>
            </a:r>
          </a:p>
        </p:txBody>
      </p:sp>
      <p:sp>
        <p:nvSpPr>
          <p:cNvPr id="5" name="内容占位符 4">
            <a:extLst>
              <a:ext uri="{FF2B5EF4-FFF2-40B4-BE49-F238E27FC236}">
                <a16:creationId xmlns:a16="http://schemas.microsoft.com/office/drawing/2014/main" id="{ED5E9428-C1AC-CB49-9EDC-943745495EEC}"/>
              </a:ext>
            </a:extLst>
          </p:cNvPr>
          <p:cNvSpPr>
            <a:spLocks noGrp="1"/>
          </p:cNvSpPr>
          <p:nvPr>
            <p:ph idx="1"/>
          </p:nvPr>
        </p:nvSpPr>
        <p:spPr>
          <a:xfrm>
            <a:off x="281350" y="4195744"/>
            <a:ext cx="7371307" cy="810342"/>
          </a:xfrm>
        </p:spPr>
        <p:txBody>
          <a:bodyPr/>
          <a:lstStyle/>
          <a:p>
            <a:pPr eaLnBrk="1" hangingPunct="1">
              <a:spcBef>
                <a:spcPct val="0"/>
              </a:spcBef>
              <a:buClrTx/>
              <a:buSzTx/>
              <a:buFontTx/>
              <a:buNone/>
            </a:pPr>
            <a:r>
              <a:rPr lang="zh-CN" altLang="en-US" dirty="0">
                <a:solidFill>
                  <a:schemeClr val="tx2"/>
                </a:solidFill>
                <a:latin typeface="Arial" panose="020B0604020202020204" pitchFamily="34" charset="0"/>
                <a:ea typeface="宋体" panose="02010600030101010101" pitchFamily="2" charset="-122"/>
              </a:rPr>
              <a:t>根据提供服务的覆盖面积大小以及所拥有的</a:t>
            </a:r>
          </a:p>
          <a:p>
            <a:pPr eaLnBrk="1" hangingPunct="1">
              <a:spcBef>
                <a:spcPct val="0"/>
              </a:spcBef>
              <a:buClrTx/>
              <a:buSzTx/>
              <a:buFontTx/>
              <a:buNone/>
            </a:pPr>
            <a:r>
              <a:rPr lang="en-US" altLang="zh-CN" dirty="0">
                <a:solidFill>
                  <a:schemeClr val="tx2"/>
                </a:solidFill>
                <a:latin typeface="Arial" panose="020B0604020202020204" pitchFamily="34" charset="0"/>
                <a:ea typeface="宋体" panose="02010600030101010101" pitchFamily="2" charset="-122"/>
              </a:rPr>
              <a:t>IP </a:t>
            </a:r>
            <a:r>
              <a:rPr lang="zh-CN" altLang="en-US" dirty="0">
                <a:solidFill>
                  <a:schemeClr val="tx2"/>
                </a:solidFill>
                <a:latin typeface="Arial" panose="020B0604020202020204" pitchFamily="34" charset="0"/>
                <a:ea typeface="宋体" panose="02010600030101010101" pitchFamily="2" charset="-122"/>
              </a:rPr>
              <a:t>地址数目的不同，</a:t>
            </a:r>
            <a:r>
              <a:rPr lang="en-US" altLang="zh-CN" dirty="0">
                <a:solidFill>
                  <a:schemeClr val="tx2"/>
                </a:solidFill>
                <a:latin typeface="Arial" panose="020B0604020202020204" pitchFamily="34" charset="0"/>
                <a:ea typeface="宋体" panose="02010600030101010101" pitchFamily="2" charset="-122"/>
              </a:rPr>
              <a:t>ISP </a:t>
            </a:r>
            <a:r>
              <a:rPr lang="zh-CN" altLang="en-US" dirty="0">
                <a:solidFill>
                  <a:schemeClr val="tx2"/>
                </a:solidFill>
                <a:latin typeface="Arial" panose="020B0604020202020204" pitchFamily="34" charset="0"/>
                <a:ea typeface="宋体" panose="02010600030101010101" pitchFamily="2" charset="-122"/>
              </a:rPr>
              <a:t>也分成为不同的层次。 </a:t>
            </a:r>
            <a:endParaRPr kumimoji="1" lang="zh-CN" altLang="en-US" dirty="0"/>
          </a:p>
        </p:txBody>
      </p:sp>
      <p:sp>
        <p:nvSpPr>
          <p:cNvPr id="46387" name="幻灯片编号占位符 2">
            <a:extLst>
              <a:ext uri="{FF2B5EF4-FFF2-40B4-BE49-F238E27FC236}">
                <a16:creationId xmlns:a16="http://schemas.microsoft.com/office/drawing/2014/main" id="{0AEB0E91-C283-BA43-BA11-286AB1245D2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D2F4BD4-D73B-E241-92DA-1099EAEEA6E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tx1"/>
              </a:solidFill>
              <a:latin typeface="Tahoma" panose="020B0604030504040204" pitchFamily="34" charset="0"/>
              <a:ea typeface="宋体" panose="02010600030101010101" pitchFamily="2" charset="-122"/>
            </a:endParaRPr>
          </a:p>
        </p:txBody>
      </p:sp>
      <p:sp>
        <p:nvSpPr>
          <p:cNvPr id="46384" name="Rectangle 414">
            <a:extLst>
              <a:ext uri="{FF2B5EF4-FFF2-40B4-BE49-F238E27FC236}">
                <a16:creationId xmlns:a16="http://schemas.microsoft.com/office/drawing/2014/main" id="{C3659F2C-80BD-2845-8923-67E816A2018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用户通过 </a:t>
            </a:r>
            <a:r>
              <a:rPr lang="en-US" altLang="zh-CN" dirty="0">
                <a:latin typeface="Times New Roman" panose="02020603050405020304" pitchFamily="18" charset="0"/>
                <a:ea typeface="宋体" panose="02010600030101010101" pitchFamily="2" charset="-122"/>
              </a:rPr>
              <a:t>ISP </a:t>
            </a:r>
            <a:r>
              <a:rPr lang="zh-CN" altLang="en-US" dirty="0">
                <a:latin typeface="Times New Roman" panose="02020603050405020304" pitchFamily="18" charset="0"/>
                <a:ea typeface="宋体" panose="02010600030101010101" pitchFamily="2" charset="-122"/>
              </a:rPr>
              <a:t>上网</a:t>
            </a:r>
          </a:p>
        </p:txBody>
      </p:sp>
      <p:grpSp>
        <p:nvGrpSpPr>
          <p:cNvPr id="46386" name="Group 936">
            <a:extLst>
              <a:ext uri="{FF2B5EF4-FFF2-40B4-BE49-F238E27FC236}">
                <a16:creationId xmlns:a16="http://schemas.microsoft.com/office/drawing/2014/main" id="{0AAD1221-E1F1-CC4A-82DF-DED96C5C8AA4}"/>
              </a:ext>
            </a:extLst>
          </p:cNvPr>
          <p:cNvGrpSpPr>
            <a:grpSpLocks/>
          </p:cNvGrpSpPr>
          <p:nvPr/>
        </p:nvGrpSpPr>
        <p:grpSpPr bwMode="auto">
          <a:xfrm>
            <a:off x="2627710" y="3178120"/>
            <a:ext cx="1339453" cy="788194"/>
            <a:chOff x="1165" y="2587"/>
            <a:chExt cx="944" cy="526"/>
          </a:xfrm>
        </p:grpSpPr>
        <p:grpSp>
          <p:nvGrpSpPr>
            <p:cNvPr id="46388" name="Group 416">
              <a:extLst>
                <a:ext uri="{FF2B5EF4-FFF2-40B4-BE49-F238E27FC236}">
                  <a16:creationId xmlns:a16="http://schemas.microsoft.com/office/drawing/2014/main" id="{DFABF1A8-3F42-3B42-A8AC-B19B2DA3622A}"/>
                </a:ext>
              </a:extLst>
            </p:cNvPr>
            <p:cNvGrpSpPr>
              <a:grpSpLocks/>
            </p:cNvGrpSpPr>
            <p:nvPr/>
          </p:nvGrpSpPr>
          <p:grpSpPr bwMode="auto">
            <a:xfrm>
              <a:off x="1259" y="2699"/>
              <a:ext cx="363" cy="288"/>
              <a:chOff x="624" y="2968"/>
              <a:chExt cx="1331" cy="920"/>
            </a:xfrm>
          </p:grpSpPr>
          <p:sp>
            <p:nvSpPr>
              <p:cNvPr id="46456" name="Freeform 417">
                <a:extLst>
                  <a:ext uri="{FF2B5EF4-FFF2-40B4-BE49-F238E27FC236}">
                    <a16:creationId xmlns:a16="http://schemas.microsoft.com/office/drawing/2014/main" id="{4EC9A8DC-EF65-F44A-A6A8-C4AC4223E768}"/>
                  </a:ext>
                </a:extLst>
              </p:cNvPr>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2 w 1426"/>
                  <a:gd name="T15" fmla="*/ 0 h 2309"/>
                  <a:gd name="T16" fmla="*/ 2 w 1426"/>
                  <a:gd name="T17" fmla="*/ 0 h 2309"/>
                  <a:gd name="T18" fmla="*/ 2 w 1426"/>
                  <a:gd name="T19" fmla="*/ 0 h 2309"/>
                  <a:gd name="T20" fmla="*/ 2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7" name="Freeform 418">
                <a:extLst>
                  <a:ext uri="{FF2B5EF4-FFF2-40B4-BE49-F238E27FC236}">
                    <a16:creationId xmlns:a16="http://schemas.microsoft.com/office/drawing/2014/main" id="{57F31A92-7D31-EB40-8ED6-9E46B89B01BF}"/>
                  </a:ext>
                </a:extLst>
              </p:cNvPr>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46458" name="Freeform 419">
                <a:extLst>
                  <a:ext uri="{FF2B5EF4-FFF2-40B4-BE49-F238E27FC236}">
                    <a16:creationId xmlns:a16="http://schemas.microsoft.com/office/drawing/2014/main" id="{14282752-0F4E-8B4B-B1EB-6CE2C6B1AEE7}"/>
                  </a:ext>
                </a:extLst>
              </p:cNvPr>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2 w 1045"/>
                  <a:gd name="T9" fmla="*/ 0 h 441"/>
                  <a:gd name="T10" fmla="*/ 2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46459" name="Freeform 420">
                <a:extLst>
                  <a:ext uri="{FF2B5EF4-FFF2-40B4-BE49-F238E27FC236}">
                    <a16:creationId xmlns:a16="http://schemas.microsoft.com/office/drawing/2014/main" id="{4A07DC1C-8780-3149-BDC0-B1F4D1F7C0E8}"/>
                  </a:ext>
                </a:extLst>
              </p:cNvPr>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46460" name="Freeform 421">
                <a:extLst>
                  <a:ext uri="{FF2B5EF4-FFF2-40B4-BE49-F238E27FC236}">
                    <a16:creationId xmlns:a16="http://schemas.microsoft.com/office/drawing/2014/main" id="{4723A015-A68D-8F4C-B20F-5B34C5E681EE}"/>
                  </a:ext>
                </a:extLst>
              </p:cNvPr>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46461" name="Freeform 422">
                <a:extLst>
                  <a:ext uri="{FF2B5EF4-FFF2-40B4-BE49-F238E27FC236}">
                    <a16:creationId xmlns:a16="http://schemas.microsoft.com/office/drawing/2014/main" id="{12E6985C-4D06-A249-AC6E-9A1BD327522C}"/>
                  </a:ext>
                </a:extLst>
              </p:cNvPr>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2" name="Freeform 423">
                <a:extLst>
                  <a:ext uri="{FF2B5EF4-FFF2-40B4-BE49-F238E27FC236}">
                    <a16:creationId xmlns:a16="http://schemas.microsoft.com/office/drawing/2014/main" id="{F93B2728-2563-DD4F-A881-4F2DAA3565AD}"/>
                  </a:ext>
                </a:extLst>
              </p:cNvPr>
              <p:cNvSpPr>
                <a:spLocks/>
              </p:cNvSpPr>
              <p:nvPr/>
            </p:nvSpPr>
            <p:spPr bwMode="auto">
              <a:xfrm>
                <a:off x="1204" y="3479"/>
                <a:ext cx="532" cy="321"/>
              </a:xfrm>
              <a:custGeom>
                <a:avLst/>
                <a:gdLst>
                  <a:gd name="T0" fmla="*/ 1 w 1065"/>
                  <a:gd name="T1" fmla="*/ 0 h 963"/>
                  <a:gd name="T2" fmla="*/ 1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1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3" name="Freeform 424">
                <a:extLst>
                  <a:ext uri="{FF2B5EF4-FFF2-40B4-BE49-F238E27FC236}">
                    <a16:creationId xmlns:a16="http://schemas.microsoft.com/office/drawing/2014/main" id="{E2184121-AC94-D849-9429-5895564AC95C}"/>
                  </a:ext>
                </a:extLst>
              </p:cNvPr>
              <p:cNvSpPr>
                <a:spLocks/>
              </p:cNvSpPr>
              <p:nvPr/>
            </p:nvSpPr>
            <p:spPr bwMode="auto">
              <a:xfrm>
                <a:off x="642" y="3519"/>
                <a:ext cx="985" cy="288"/>
              </a:xfrm>
              <a:custGeom>
                <a:avLst/>
                <a:gdLst>
                  <a:gd name="T0" fmla="*/ 0 w 1969"/>
                  <a:gd name="T1" fmla="*/ 0 h 862"/>
                  <a:gd name="T2" fmla="*/ 2 w 1969"/>
                  <a:gd name="T3" fmla="*/ 0 h 862"/>
                  <a:gd name="T4" fmla="*/ 2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4" name="Freeform 425">
                <a:extLst>
                  <a:ext uri="{FF2B5EF4-FFF2-40B4-BE49-F238E27FC236}">
                    <a16:creationId xmlns:a16="http://schemas.microsoft.com/office/drawing/2014/main" id="{31F5DE2F-820F-FD47-BB83-CC63BC2AF9B9}"/>
                  </a:ext>
                </a:extLst>
              </p:cNvPr>
              <p:cNvSpPr>
                <a:spLocks/>
              </p:cNvSpPr>
              <p:nvPr/>
            </p:nvSpPr>
            <p:spPr bwMode="auto">
              <a:xfrm>
                <a:off x="852" y="3789"/>
                <a:ext cx="889" cy="99"/>
              </a:xfrm>
              <a:custGeom>
                <a:avLst/>
                <a:gdLst>
                  <a:gd name="T0" fmla="*/ 1 w 1777"/>
                  <a:gd name="T1" fmla="*/ 0 h 297"/>
                  <a:gd name="T2" fmla="*/ 0 w 1777"/>
                  <a:gd name="T3" fmla="*/ 0 h 297"/>
                  <a:gd name="T4" fmla="*/ 2 w 1777"/>
                  <a:gd name="T5" fmla="*/ 0 h 297"/>
                  <a:gd name="T6" fmla="*/ 2 w 1777"/>
                  <a:gd name="T7" fmla="*/ 0 h 297"/>
                  <a:gd name="T8" fmla="*/ 2 w 1777"/>
                  <a:gd name="T9" fmla="*/ 0 h 297"/>
                  <a:gd name="T10" fmla="*/ 2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5" name="Freeform 426">
                <a:extLst>
                  <a:ext uri="{FF2B5EF4-FFF2-40B4-BE49-F238E27FC236}">
                    <a16:creationId xmlns:a16="http://schemas.microsoft.com/office/drawing/2014/main" id="{9296999A-54C2-924A-B1B8-D52908FF88C8}"/>
                  </a:ext>
                </a:extLst>
              </p:cNvPr>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6" name="Freeform 427">
                <a:extLst>
                  <a:ext uri="{FF2B5EF4-FFF2-40B4-BE49-F238E27FC236}">
                    <a16:creationId xmlns:a16="http://schemas.microsoft.com/office/drawing/2014/main" id="{FA1C33D3-4C54-F846-BA07-21E2AB5B2121}"/>
                  </a:ext>
                </a:extLst>
              </p:cNvPr>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7" name="Freeform 428">
                <a:extLst>
                  <a:ext uri="{FF2B5EF4-FFF2-40B4-BE49-F238E27FC236}">
                    <a16:creationId xmlns:a16="http://schemas.microsoft.com/office/drawing/2014/main" id="{D59BB792-8B92-3E44-B9DD-7E59289F744A}"/>
                  </a:ext>
                </a:extLst>
              </p:cNvPr>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468" name="Group 429">
                <a:extLst>
                  <a:ext uri="{FF2B5EF4-FFF2-40B4-BE49-F238E27FC236}">
                    <a16:creationId xmlns:a16="http://schemas.microsoft.com/office/drawing/2014/main" id="{FCF844EC-17C0-D149-B5C6-72DF5841B12C}"/>
                  </a:ext>
                </a:extLst>
              </p:cNvPr>
              <p:cNvGrpSpPr>
                <a:grpSpLocks/>
              </p:cNvGrpSpPr>
              <p:nvPr/>
            </p:nvGrpSpPr>
            <p:grpSpPr bwMode="auto">
              <a:xfrm>
                <a:off x="700" y="3526"/>
                <a:ext cx="515" cy="270"/>
                <a:chOff x="700" y="3526"/>
                <a:chExt cx="515" cy="270"/>
              </a:xfrm>
            </p:grpSpPr>
            <p:grpSp>
              <p:nvGrpSpPr>
                <p:cNvPr id="46494" name="Group 430">
                  <a:extLst>
                    <a:ext uri="{FF2B5EF4-FFF2-40B4-BE49-F238E27FC236}">
                      <a16:creationId xmlns:a16="http://schemas.microsoft.com/office/drawing/2014/main" id="{5007BFCE-FBB5-154B-A71B-326F2D49FF62}"/>
                    </a:ext>
                  </a:extLst>
                </p:cNvPr>
                <p:cNvGrpSpPr>
                  <a:grpSpLocks/>
                </p:cNvGrpSpPr>
                <p:nvPr/>
              </p:nvGrpSpPr>
              <p:grpSpPr bwMode="auto">
                <a:xfrm>
                  <a:off x="737" y="3534"/>
                  <a:ext cx="49" cy="23"/>
                  <a:chOff x="737" y="3534"/>
                  <a:chExt cx="49" cy="23"/>
                </a:xfrm>
              </p:grpSpPr>
              <p:sp>
                <p:nvSpPr>
                  <p:cNvPr id="46905" name="Freeform 431">
                    <a:extLst>
                      <a:ext uri="{FF2B5EF4-FFF2-40B4-BE49-F238E27FC236}">
                        <a16:creationId xmlns:a16="http://schemas.microsoft.com/office/drawing/2014/main" id="{39500ED4-A766-064C-BDD1-92B830AF5344}"/>
                      </a:ext>
                    </a:extLst>
                  </p:cNvPr>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6" name="Freeform 432">
                    <a:extLst>
                      <a:ext uri="{FF2B5EF4-FFF2-40B4-BE49-F238E27FC236}">
                        <a16:creationId xmlns:a16="http://schemas.microsoft.com/office/drawing/2014/main" id="{E02D3568-262C-F14D-B5AC-685543624DE2}"/>
                      </a:ext>
                    </a:extLst>
                  </p:cNvPr>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7" name="Freeform 433">
                    <a:extLst>
                      <a:ext uri="{FF2B5EF4-FFF2-40B4-BE49-F238E27FC236}">
                        <a16:creationId xmlns:a16="http://schemas.microsoft.com/office/drawing/2014/main" id="{E0A04FB7-C70A-4A43-A3B4-23475D743012}"/>
                      </a:ext>
                    </a:extLst>
                  </p:cNvPr>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495" name="Group 434">
                  <a:extLst>
                    <a:ext uri="{FF2B5EF4-FFF2-40B4-BE49-F238E27FC236}">
                      <a16:creationId xmlns:a16="http://schemas.microsoft.com/office/drawing/2014/main" id="{482AE72B-25FB-604D-972D-17E26D75576F}"/>
                    </a:ext>
                  </a:extLst>
                </p:cNvPr>
                <p:cNvGrpSpPr>
                  <a:grpSpLocks/>
                </p:cNvGrpSpPr>
                <p:nvPr/>
              </p:nvGrpSpPr>
              <p:grpSpPr bwMode="auto">
                <a:xfrm>
                  <a:off x="748" y="3547"/>
                  <a:ext cx="50" cy="23"/>
                  <a:chOff x="748" y="3547"/>
                  <a:chExt cx="50" cy="23"/>
                </a:xfrm>
              </p:grpSpPr>
              <p:sp>
                <p:nvSpPr>
                  <p:cNvPr id="46902" name="Freeform 435">
                    <a:extLst>
                      <a:ext uri="{FF2B5EF4-FFF2-40B4-BE49-F238E27FC236}">
                        <a16:creationId xmlns:a16="http://schemas.microsoft.com/office/drawing/2014/main" id="{B7B7FD88-426C-7B4D-B16D-E8182D741389}"/>
                      </a:ext>
                    </a:extLst>
                  </p:cNvPr>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3" name="Freeform 436">
                    <a:extLst>
                      <a:ext uri="{FF2B5EF4-FFF2-40B4-BE49-F238E27FC236}">
                        <a16:creationId xmlns:a16="http://schemas.microsoft.com/office/drawing/2014/main" id="{7005232C-D5EE-2343-8629-E8B7392D0D6A}"/>
                      </a:ext>
                    </a:extLst>
                  </p:cNvPr>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4" name="Freeform 437">
                    <a:extLst>
                      <a:ext uri="{FF2B5EF4-FFF2-40B4-BE49-F238E27FC236}">
                        <a16:creationId xmlns:a16="http://schemas.microsoft.com/office/drawing/2014/main" id="{5A69EAEC-955C-A248-AA11-A669F801D7E0}"/>
                      </a:ext>
                    </a:extLst>
                  </p:cNvPr>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496" name="Freeform 438">
                  <a:extLst>
                    <a:ext uri="{FF2B5EF4-FFF2-40B4-BE49-F238E27FC236}">
                      <a16:creationId xmlns:a16="http://schemas.microsoft.com/office/drawing/2014/main" id="{9291EF47-FE70-F94C-89FB-0D3E6BE3B4D4}"/>
                    </a:ext>
                  </a:extLst>
                </p:cNvPr>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7" name="Freeform 439">
                  <a:extLst>
                    <a:ext uri="{FF2B5EF4-FFF2-40B4-BE49-F238E27FC236}">
                      <a16:creationId xmlns:a16="http://schemas.microsoft.com/office/drawing/2014/main" id="{1207A147-3670-004C-BCF0-52D6855C6B0D}"/>
                    </a:ext>
                  </a:extLst>
                </p:cNvPr>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8" name="Freeform 440">
                  <a:extLst>
                    <a:ext uri="{FF2B5EF4-FFF2-40B4-BE49-F238E27FC236}">
                      <a16:creationId xmlns:a16="http://schemas.microsoft.com/office/drawing/2014/main" id="{FB68F8A5-CC43-F14C-93E1-EE9CFE7AA877}"/>
                    </a:ext>
                  </a:extLst>
                </p:cNvPr>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9" name="Freeform 441">
                  <a:extLst>
                    <a:ext uri="{FF2B5EF4-FFF2-40B4-BE49-F238E27FC236}">
                      <a16:creationId xmlns:a16="http://schemas.microsoft.com/office/drawing/2014/main" id="{ADA28E18-6B06-4C4B-88AA-28E22742EED9}"/>
                    </a:ext>
                  </a:extLst>
                </p:cNvPr>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00" name="Group 442">
                  <a:extLst>
                    <a:ext uri="{FF2B5EF4-FFF2-40B4-BE49-F238E27FC236}">
                      <a16:creationId xmlns:a16="http://schemas.microsoft.com/office/drawing/2014/main" id="{E7E28894-C8C2-604B-806B-2EC9867E8231}"/>
                    </a:ext>
                  </a:extLst>
                </p:cNvPr>
                <p:cNvGrpSpPr>
                  <a:grpSpLocks/>
                </p:cNvGrpSpPr>
                <p:nvPr/>
              </p:nvGrpSpPr>
              <p:grpSpPr bwMode="auto">
                <a:xfrm>
                  <a:off x="872" y="3547"/>
                  <a:ext cx="50" cy="23"/>
                  <a:chOff x="872" y="3547"/>
                  <a:chExt cx="50" cy="23"/>
                </a:xfrm>
              </p:grpSpPr>
              <p:sp>
                <p:nvSpPr>
                  <p:cNvPr id="46899" name="Freeform 443">
                    <a:extLst>
                      <a:ext uri="{FF2B5EF4-FFF2-40B4-BE49-F238E27FC236}">
                        <a16:creationId xmlns:a16="http://schemas.microsoft.com/office/drawing/2014/main" id="{279B188F-0B56-CB47-AF6E-7661ECABDCA1}"/>
                      </a:ext>
                    </a:extLst>
                  </p:cNvPr>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0" name="Freeform 444">
                    <a:extLst>
                      <a:ext uri="{FF2B5EF4-FFF2-40B4-BE49-F238E27FC236}">
                        <a16:creationId xmlns:a16="http://schemas.microsoft.com/office/drawing/2014/main" id="{31E9374F-D486-3443-8E5C-144655784B8B}"/>
                      </a:ext>
                    </a:extLst>
                  </p:cNvPr>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1" name="Freeform 445">
                    <a:extLst>
                      <a:ext uri="{FF2B5EF4-FFF2-40B4-BE49-F238E27FC236}">
                        <a16:creationId xmlns:a16="http://schemas.microsoft.com/office/drawing/2014/main" id="{1358994E-C215-FF47-A8C1-87CCED85C56D}"/>
                      </a:ext>
                    </a:extLst>
                  </p:cNvPr>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1" name="Group 446">
                  <a:extLst>
                    <a:ext uri="{FF2B5EF4-FFF2-40B4-BE49-F238E27FC236}">
                      <a16:creationId xmlns:a16="http://schemas.microsoft.com/office/drawing/2014/main" id="{21BCFB3E-4792-4F4F-AFDA-7DC8609CDDA7}"/>
                    </a:ext>
                  </a:extLst>
                </p:cNvPr>
                <p:cNvGrpSpPr>
                  <a:grpSpLocks/>
                </p:cNvGrpSpPr>
                <p:nvPr/>
              </p:nvGrpSpPr>
              <p:grpSpPr bwMode="auto">
                <a:xfrm>
                  <a:off x="885" y="3559"/>
                  <a:ext cx="50" cy="23"/>
                  <a:chOff x="885" y="3559"/>
                  <a:chExt cx="50" cy="23"/>
                </a:xfrm>
              </p:grpSpPr>
              <p:sp>
                <p:nvSpPr>
                  <p:cNvPr id="46896" name="Freeform 447">
                    <a:extLst>
                      <a:ext uri="{FF2B5EF4-FFF2-40B4-BE49-F238E27FC236}">
                        <a16:creationId xmlns:a16="http://schemas.microsoft.com/office/drawing/2014/main" id="{4EF1C9C0-F4CD-DE41-B2C6-904E2AA1ED42}"/>
                      </a:ext>
                    </a:extLst>
                  </p:cNvPr>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7" name="Freeform 448">
                    <a:extLst>
                      <a:ext uri="{FF2B5EF4-FFF2-40B4-BE49-F238E27FC236}">
                        <a16:creationId xmlns:a16="http://schemas.microsoft.com/office/drawing/2014/main" id="{A028232B-BAD1-6A45-A8C6-13EC8AFC1170}"/>
                      </a:ext>
                    </a:extLst>
                  </p:cNvPr>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8" name="Freeform 449">
                    <a:extLst>
                      <a:ext uri="{FF2B5EF4-FFF2-40B4-BE49-F238E27FC236}">
                        <a16:creationId xmlns:a16="http://schemas.microsoft.com/office/drawing/2014/main" id="{0ED9E0B0-8874-514B-BEE0-FD2E2D0F483C}"/>
                      </a:ext>
                    </a:extLst>
                  </p:cNvPr>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2" name="Group 450">
                  <a:extLst>
                    <a:ext uri="{FF2B5EF4-FFF2-40B4-BE49-F238E27FC236}">
                      <a16:creationId xmlns:a16="http://schemas.microsoft.com/office/drawing/2014/main" id="{D1E29491-757D-854D-8790-F4837FC5338D}"/>
                    </a:ext>
                  </a:extLst>
                </p:cNvPr>
                <p:cNvGrpSpPr>
                  <a:grpSpLocks/>
                </p:cNvGrpSpPr>
                <p:nvPr/>
              </p:nvGrpSpPr>
              <p:grpSpPr bwMode="auto">
                <a:xfrm>
                  <a:off x="898" y="3571"/>
                  <a:ext cx="49" cy="23"/>
                  <a:chOff x="898" y="3571"/>
                  <a:chExt cx="49" cy="23"/>
                </a:xfrm>
              </p:grpSpPr>
              <p:sp>
                <p:nvSpPr>
                  <p:cNvPr id="46893" name="Freeform 451">
                    <a:extLst>
                      <a:ext uri="{FF2B5EF4-FFF2-40B4-BE49-F238E27FC236}">
                        <a16:creationId xmlns:a16="http://schemas.microsoft.com/office/drawing/2014/main" id="{56894962-2043-764D-AAB5-F94F8D646372}"/>
                      </a:ext>
                    </a:extLst>
                  </p:cNvPr>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4" name="Freeform 452">
                    <a:extLst>
                      <a:ext uri="{FF2B5EF4-FFF2-40B4-BE49-F238E27FC236}">
                        <a16:creationId xmlns:a16="http://schemas.microsoft.com/office/drawing/2014/main" id="{EA6F8656-9DD6-CE48-9493-5C22697B3FCD}"/>
                      </a:ext>
                    </a:extLst>
                  </p:cNvPr>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5" name="Freeform 453">
                    <a:extLst>
                      <a:ext uri="{FF2B5EF4-FFF2-40B4-BE49-F238E27FC236}">
                        <a16:creationId xmlns:a16="http://schemas.microsoft.com/office/drawing/2014/main" id="{EFAD93DA-D5E3-D64B-8096-4D9BB8E9D73D}"/>
                      </a:ext>
                    </a:extLst>
                  </p:cNvPr>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3" name="Group 454">
                  <a:extLst>
                    <a:ext uri="{FF2B5EF4-FFF2-40B4-BE49-F238E27FC236}">
                      <a16:creationId xmlns:a16="http://schemas.microsoft.com/office/drawing/2014/main" id="{ABC8C730-431D-1F4D-AE61-C3DD7290CE72}"/>
                    </a:ext>
                  </a:extLst>
                </p:cNvPr>
                <p:cNvGrpSpPr>
                  <a:grpSpLocks/>
                </p:cNvGrpSpPr>
                <p:nvPr/>
              </p:nvGrpSpPr>
              <p:grpSpPr bwMode="auto">
                <a:xfrm>
                  <a:off x="911" y="3585"/>
                  <a:ext cx="49" cy="23"/>
                  <a:chOff x="911" y="3585"/>
                  <a:chExt cx="49" cy="23"/>
                </a:xfrm>
              </p:grpSpPr>
              <p:sp>
                <p:nvSpPr>
                  <p:cNvPr id="46890" name="Freeform 455">
                    <a:extLst>
                      <a:ext uri="{FF2B5EF4-FFF2-40B4-BE49-F238E27FC236}">
                        <a16:creationId xmlns:a16="http://schemas.microsoft.com/office/drawing/2014/main" id="{29EC3130-8768-534E-B63B-B323A91F7409}"/>
                      </a:ext>
                    </a:extLst>
                  </p:cNvPr>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1" name="Freeform 456">
                    <a:extLst>
                      <a:ext uri="{FF2B5EF4-FFF2-40B4-BE49-F238E27FC236}">
                        <a16:creationId xmlns:a16="http://schemas.microsoft.com/office/drawing/2014/main" id="{4806B117-087E-F748-85A0-A22FEFDDB750}"/>
                      </a:ext>
                    </a:extLst>
                  </p:cNvPr>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2" name="Freeform 457">
                    <a:extLst>
                      <a:ext uri="{FF2B5EF4-FFF2-40B4-BE49-F238E27FC236}">
                        <a16:creationId xmlns:a16="http://schemas.microsoft.com/office/drawing/2014/main" id="{B2676DB3-360F-CF48-B212-B892F79AE31F}"/>
                      </a:ext>
                    </a:extLst>
                  </p:cNvPr>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4" name="Group 458">
                  <a:extLst>
                    <a:ext uri="{FF2B5EF4-FFF2-40B4-BE49-F238E27FC236}">
                      <a16:creationId xmlns:a16="http://schemas.microsoft.com/office/drawing/2014/main" id="{006549D5-975B-AA4D-87B3-A356C0DA4866}"/>
                    </a:ext>
                  </a:extLst>
                </p:cNvPr>
                <p:cNvGrpSpPr>
                  <a:grpSpLocks/>
                </p:cNvGrpSpPr>
                <p:nvPr/>
              </p:nvGrpSpPr>
              <p:grpSpPr bwMode="auto">
                <a:xfrm>
                  <a:off x="923" y="3600"/>
                  <a:ext cx="99" cy="73"/>
                  <a:chOff x="923" y="3600"/>
                  <a:chExt cx="99" cy="73"/>
                </a:xfrm>
              </p:grpSpPr>
              <p:grpSp>
                <p:nvGrpSpPr>
                  <p:cNvPr id="46870" name="Group 459">
                    <a:extLst>
                      <a:ext uri="{FF2B5EF4-FFF2-40B4-BE49-F238E27FC236}">
                        <a16:creationId xmlns:a16="http://schemas.microsoft.com/office/drawing/2014/main" id="{D20CED89-DDD4-BB4D-9CB2-31CD0F3ACEB8}"/>
                      </a:ext>
                    </a:extLst>
                  </p:cNvPr>
                  <p:cNvGrpSpPr>
                    <a:grpSpLocks/>
                  </p:cNvGrpSpPr>
                  <p:nvPr/>
                </p:nvGrpSpPr>
                <p:grpSpPr bwMode="auto">
                  <a:xfrm>
                    <a:off x="923" y="3600"/>
                    <a:ext cx="49" cy="23"/>
                    <a:chOff x="923" y="3600"/>
                    <a:chExt cx="49" cy="23"/>
                  </a:xfrm>
                </p:grpSpPr>
                <p:sp>
                  <p:nvSpPr>
                    <p:cNvPr id="46887" name="Freeform 460">
                      <a:extLst>
                        <a:ext uri="{FF2B5EF4-FFF2-40B4-BE49-F238E27FC236}">
                          <a16:creationId xmlns:a16="http://schemas.microsoft.com/office/drawing/2014/main" id="{3277F50D-5FE1-F94D-B707-AA83994C1F90}"/>
                        </a:ext>
                      </a:extLst>
                    </p:cNvPr>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8" name="Freeform 461">
                      <a:extLst>
                        <a:ext uri="{FF2B5EF4-FFF2-40B4-BE49-F238E27FC236}">
                          <a16:creationId xmlns:a16="http://schemas.microsoft.com/office/drawing/2014/main" id="{75BAA494-984F-7748-A21A-388D0708952A}"/>
                        </a:ext>
                      </a:extLst>
                    </p:cNvPr>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9" name="Freeform 462">
                      <a:extLst>
                        <a:ext uri="{FF2B5EF4-FFF2-40B4-BE49-F238E27FC236}">
                          <a16:creationId xmlns:a16="http://schemas.microsoft.com/office/drawing/2014/main" id="{23D39EED-899A-D846-AF2E-DDB884A68B4F}"/>
                        </a:ext>
                      </a:extLst>
                    </p:cNvPr>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1" name="Group 463">
                    <a:extLst>
                      <a:ext uri="{FF2B5EF4-FFF2-40B4-BE49-F238E27FC236}">
                        <a16:creationId xmlns:a16="http://schemas.microsoft.com/office/drawing/2014/main" id="{A273657B-A27E-0D43-AE45-1C0717F13425}"/>
                      </a:ext>
                    </a:extLst>
                  </p:cNvPr>
                  <p:cNvGrpSpPr>
                    <a:grpSpLocks/>
                  </p:cNvGrpSpPr>
                  <p:nvPr/>
                </p:nvGrpSpPr>
                <p:grpSpPr bwMode="auto">
                  <a:xfrm>
                    <a:off x="935" y="3612"/>
                    <a:ext cx="48" cy="23"/>
                    <a:chOff x="935" y="3612"/>
                    <a:chExt cx="48" cy="23"/>
                  </a:xfrm>
                </p:grpSpPr>
                <p:sp>
                  <p:nvSpPr>
                    <p:cNvPr id="46884" name="Freeform 464">
                      <a:extLst>
                        <a:ext uri="{FF2B5EF4-FFF2-40B4-BE49-F238E27FC236}">
                          <a16:creationId xmlns:a16="http://schemas.microsoft.com/office/drawing/2014/main" id="{DFF4DB37-6BBE-0742-81C0-92A0CC9555F9}"/>
                        </a:ext>
                      </a:extLst>
                    </p:cNvPr>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5" name="Freeform 465">
                      <a:extLst>
                        <a:ext uri="{FF2B5EF4-FFF2-40B4-BE49-F238E27FC236}">
                          <a16:creationId xmlns:a16="http://schemas.microsoft.com/office/drawing/2014/main" id="{19601E4A-7918-B840-BC39-27C9D25B60EA}"/>
                        </a:ext>
                      </a:extLst>
                    </p:cNvPr>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6" name="Freeform 466">
                      <a:extLst>
                        <a:ext uri="{FF2B5EF4-FFF2-40B4-BE49-F238E27FC236}">
                          <a16:creationId xmlns:a16="http://schemas.microsoft.com/office/drawing/2014/main" id="{1E8FAEBC-7DCC-8E4F-A714-BD75A1C2C1B1}"/>
                        </a:ext>
                      </a:extLst>
                    </p:cNvPr>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2" name="Group 467">
                    <a:extLst>
                      <a:ext uri="{FF2B5EF4-FFF2-40B4-BE49-F238E27FC236}">
                        <a16:creationId xmlns:a16="http://schemas.microsoft.com/office/drawing/2014/main" id="{E53F2743-5F08-4241-9780-B78CA2998C40}"/>
                      </a:ext>
                    </a:extLst>
                  </p:cNvPr>
                  <p:cNvGrpSpPr>
                    <a:grpSpLocks/>
                  </p:cNvGrpSpPr>
                  <p:nvPr/>
                </p:nvGrpSpPr>
                <p:grpSpPr bwMode="auto">
                  <a:xfrm>
                    <a:off x="947" y="3625"/>
                    <a:ext cx="50" cy="22"/>
                    <a:chOff x="947" y="3625"/>
                    <a:chExt cx="50" cy="22"/>
                  </a:xfrm>
                </p:grpSpPr>
                <p:sp>
                  <p:nvSpPr>
                    <p:cNvPr id="46881" name="Freeform 468">
                      <a:extLst>
                        <a:ext uri="{FF2B5EF4-FFF2-40B4-BE49-F238E27FC236}">
                          <a16:creationId xmlns:a16="http://schemas.microsoft.com/office/drawing/2014/main" id="{5D8C6291-FA23-2045-88FD-260369E1DC07}"/>
                        </a:ext>
                      </a:extLst>
                    </p:cNvPr>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2" name="Freeform 469">
                      <a:extLst>
                        <a:ext uri="{FF2B5EF4-FFF2-40B4-BE49-F238E27FC236}">
                          <a16:creationId xmlns:a16="http://schemas.microsoft.com/office/drawing/2014/main" id="{77D16682-F54F-1D4B-9FB2-043B0F314CA2}"/>
                        </a:ext>
                      </a:extLst>
                    </p:cNvPr>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3" name="Freeform 470">
                      <a:extLst>
                        <a:ext uri="{FF2B5EF4-FFF2-40B4-BE49-F238E27FC236}">
                          <a16:creationId xmlns:a16="http://schemas.microsoft.com/office/drawing/2014/main" id="{BF673243-0295-384B-9EEB-1360C22B45B0}"/>
                        </a:ext>
                      </a:extLst>
                    </p:cNvPr>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3" name="Group 471">
                    <a:extLst>
                      <a:ext uri="{FF2B5EF4-FFF2-40B4-BE49-F238E27FC236}">
                        <a16:creationId xmlns:a16="http://schemas.microsoft.com/office/drawing/2014/main" id="{9B41B21B-97DB-554A-8FD4-E48FF223B963}"/>
                      </a:ext>
                    </a:extLst>
                  </p:cNvPr>
                  <p:cNvGrpSpPr>
                    <a:grpSpLocks/>
                  </p:cNvGrpSpPr>
                  <p:nvPr/>
                </p:nvGrpSpPr>
                <p:grpSpPr bwMode="auto">
                  <a:xfrm>
                    <a:off x="960" y="3637"/>
                    <a:ext cx="50" cy="23"/>
                    <a:chOff x="960" y="3637"/>
                    <a:chExt cx="50" cy="23"/>
                  </a:xfrm>
                </p:grpSpPr>
                <p:sp>
                  <p:nvSpPr>
                    <p:cNvPr id="46878" name="Freeform 472">
                      <a:extLst>
                        <a:ext uri="{FF2B5EF4-FFF2-40B4-BE49-F238E27FC236}">
                          <a16:creationId xmlns:a16="http://schemas.microsoft.com/office/drawing/2014/main" id="{5F530763-22B3-4942-90A9-0C8170B67BC2}"/>
                        </a:ext>
                      </a:extLst>
                    </p:cNvPr>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79" name="Freeform 473">
                      <a:extLst>
                        <a:ext uri="{FF2B5EF4-FFF2-40B4-BE49-F238E27FC236}">
                          <a16:creationId xmlns:a16="http://schemas.microsoft.com/office/drawing/2014/main" id="{20D1BAC5-62C0-E04C-BA97-B638BB0AC1D4}"/>
                        </a:ext>
                      </a:extLst>
                    </p:cNvPr>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0" name="Freeform 474">
                      <a:extLst>
                        <a:ext uri="{FF2B5EF4-FFF2-40B4-BE49-F238E27FC236}">
                          <a16:creationId xmlns:a16="http://schemas.microsoft.com/office/drawing/2014/main" id="{C6733915-3B66-E845-8CBD-8BEC9353BF9E}"/>
                        </a:ext>
                      </a:extLst>
                    </p:cNvPr>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4" name="Group 475">
                    <a:extLst>
                      <a:ext uri="{FF2B5EF4-FFF2-40B4-BE49-F238E27FC236}">
                        <a16:creationId xmlns:a16="http://schemas.microsoft.com/office/drawing/2014/main" id="{972649F5-3C28-1846-BBF1-815532441C41}"/>
                      </a:ext>
                    </a:extLst>
                  </p:cNvPr>
                  <p:cNvGrpSpPr>
                    <a:grpSpLocks/>
                  </p:cNvGrpSpPr>
                  <p:nvPr/>
                </p:nvGrpSpPr>
                <p:grpSpPr bwMode="auto">
                  <a:xfrm>
                    <a:off x="973" y="3650"/>
                    <a:ext cx="49" cy="23"/>
                    <a:chOff x="973" y="3650"/>
                    <a:chExt cx="49" cy="23"/>
                  </a:xfrm>
                </p:grpSpPr>
                <p:sp>
                  <p:nvSpPr>
                    <p:cNvPr id="46875" name="Freeform 476">
                      <a:extLst>
                        <a:ext uri="{FF2B5EF4-FFF2-40B4-BE49-F238E27FC236}">
                          <a16:creationId xmlns:a16="http://schemas.microsoft.com/office/drawing/2014/main" id="{A6013720-95C9-284D-8FC9-4DEA34A839B8}"/>
                        </a:ext>
                      </a:extLst>
                    </p:cNvPr>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76" name="Freeform 477">
                      <a:extLst>
                        <a:ext uri="{FF2B5EF4-FFF2-40B4-BE49-F238E27FC236}">
                          <a16:creationId xmlns:a16="http://schemas.microsoft.com/office/drawing/2014/main" id="{94657148-111E-CF4C-AA85-90B02EBC0891}"/>
                        </a:ext>
                      </a:extLst>
                    </p:cNvPr>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77" name="Freeform 478">
                      <a:extLst>
                        <a:ext uri="{FF2B5EF4-FFF2-40B4-BE49-F238E27FC236}">
                          <a16:creationId xmlns:a16="http://schemas.microsoft.com/office/drawing/2014/main" id="{FF89C24A-0F91-9848-BC96-C56DC2923940}"/>
                        </a:ext>
                      </a:extLst>
                    </p:cNvPr>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05" name="Group 479">
                  <a:extLst>
                    <a:ext uri="{FF2B5EF4-FFF2-40B4-BE49-F238E27FC236}">
                      <a16:creationId xmlns:a16="http://schemas.microsoft.com/office/drawing/2014/main" id="{1B9CBDE4-500F-FD4A-93D9-D5BFD823B2F8}"/>
                    </a:ext>
                  </a:extLst>
                </p:cNvPr>
                <p:cNvGrpSpPr>
                  <a:grpSpLocks/>
                </p:cNvGrpSpPr>
                <p:nvPr/>
              </p:nvGrpSpPr>
              <p:grpSpPr bwMode="auto">
                <a:xfrm>
                  <a:off x="985" y="3665"/>
                  <a:ext cx="100" cy="73"/>
                  <a:chOff x="985" y="3665"/>
                  <a:chExt cx="100" cy="73"/>
                </a:xfrm>
              </p:grpSpPr>
              <p:grpSp>
                <p:nvGrpSpPr>
                  <p:cNvPr id="46850" name="Group 480">
                    <a:extLst>
                      <a:ext uri="{FF2B5EF4-FFF2-40B4-BE49-F238E27FC236}">
                        <a16:creationId xmlns:a16="http://schemas.microsoft.com/office/drawing/2014/main" id="{5BAC72F9-0705-7D42-807E-17632E175923}"/>
                      </a:ext>
                    </a:extLst>
                  </p:cNvPr>
                  <p:cNvGrpSpPr>
                    <a:grpSpLocks/>
                  </p:cNvGrpSpPr>
                  <p:nvPr/>
                </p:nvGrpSpPr>
                <p:grpSpPr bwMode="auto">
                  <a:xfrm>
                    <a:off x="985" y="3665"/>
                    <a:ext cx="50" cy="23"/>
                    <a:chOff x="985" y="3665"/>
                    <a:chExt cx="50" cy="23"/>
                  </a:xfrm>
                </p:grpSpPr>
                <p:sp>
                  <p:nvSpPr>
                    <p:cNvPr id="46867" name="Freeform 481">
                      <a:extLst>
                        <a:ext uri="{FF2B5EF4-FFF2-40B4-BE49-F238E27FC236}">
                          <a16:creationId xmlns:a16="http://schemas.microsoft.com/office/drawing/2014/main" id="{D3A52221-B1DC-934D-91D9-38D9BC9D2D55}"/>
                        </a:ext>
                      </a:extLst>
                    </p:cNvPr>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8" name="Freeform 482">
                      <a:extLst>
                        <a:ext uri="{FF2B5EF4-FFF2-40B4-BE49-F238E27FC236}">
                          <a16:creationId xmlns:a16="http://schemas.microsoft.com/office/drawing/2014/main" id="{436FE08F-46BC-DF43-A3E2-2E9A6B000D19}"/>
                        </a:ext>
                      </a:extLst>
                    </p:cNvPr>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9" name="Freeform 483">
                      <a:extLst>
                        <a:ext uri="{FF2B5EF4-FFF2-40B4-BE49-F238E27FC236}">
                          <a16:creationId xmlns:a16="http://schemas.microsoft.com/office/drawing/2014/main" id="{6E6BFBF3-6D31-DE4C-984A-F97F8DDA9E8C}"/>
                        </a:ext>
                      </a:extLst>
                    </p:cNvPr>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1" name="Group 484">
                    <a:extLst>
                      <a:ext uri="{FF2B5EF4-FFF2-40B4-BE49-F238E27FC236}">
                        <a16:creationId xmlns:a16="http://schemas.microsoft.com/office/drawing/2014/main" id="{C9F3FA28-56FD-A24F-9449-B5D08AE893AC}"/>
                      </a:ext>
                    </a:extLst>
                  </p:cNvPr>
                  <p:cNvGrpSpPr>
                    <a:grpSpLocks/>
                  </p:cNvGrpSpPr>
                  <p:nvPr/>
                </p:nvGrpSpPr>
                <p:grpSpPr bwMode="auto">
                  <a:xfrm>
                    <a:off x="997" y="3677"/>
                    <a:ext cx="49" cy="23"/>
                    <a:chOff x="997" y="3677"/>
                    <a:chExt cx="49" cy="23"/>
                  </a:xfrm>
                </p:grpSpPr>
                <p:sp>
                  <p:nvSpPr>
                    <p:cNvPr id="46864" name="Freeform 485">
                      <a:extLst>
                        <a:ext uri="{FF2B5EF4-FFF2-40B4-BE49-F238E27FC236}">
                          <a16:creationId xmlns:a16="http://schemas.microsoft.com/office/drawing/2014/main" id="{3959FE22-69EB-AF42-B713-C0609E51FB7E}"/>
                        </a:ext>
                      </a:extLst>
                    </p:cNvPr>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5" name="Freeform 486">
                      <a:extLst>
                        <a:ext uri="{FF2B5EF4-FFF2-40B4-BE49-F238E27FC236}">
                          <a16:creationId xmlns:a16="http://schemas.microsoft.com/office/drawing/2014/main" id="{6BE72843-E7FE-414C-8C9B-57FC33AC8BBA}"/>
                        </a:ext>
                      </a:extLst>
                    </p:cNvPr>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6" name="Freeform 487">
                      <a:extLst>
                        <a:ext uri="{FF2B5EF4-FFF2-40B4-BE49-F238E27FC236}">
                          <a16:creationId xmlns:a16="http://schemas.microsoft.com/office/drawing/2014/main" id="{ABB5B977-BADA-6149-91FC-736D76A19E65}"/>
                        </a:ext>
                      </a:extLst>
                    </p:cNvPr>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2" name="Group 488">
                    <a:extLst>
                      <a:ext uri="{FF2B5EF4-FFF2-40B4-BE49-F238E27FC236}">
                        <a16:creationId xmlns:a16="http://schemas.microsoft.com/office/drawing/2014/main" id="{4F2609E3-197C-BC4F-8345-191F25612D22}"/>
                      </a:ext>
                    </a:extLst>
                  </p:cNvPr>
                  <p:cNvGrpSpPr>
                    <a:grpSpLocks/>
                  </p:cNvGrpSpPr>
                  <p:nvPr/>
                </p:nvGrpSpPr>
                <p:grpSpPr bwMode="auto">
                  <a:xfrm>
                    <a:off x="1010" y="3690"/>
                    <a:ext cx="48" cy="23"/>
                    <a:chOff x="1010" y="3690"/>
                    <a:chExt cx="48" cy="23"/>
                  </a:xfrm>
                </p:grpSpPr>
                <p:sp>
                  <p:nvSpPr>
                    <p:cNvPr id="46861" name="Freeform 489">
                      <a:extLst>
                        <a:ext uri="{FF2B5EF4-FFF2-40B4-BE49-F238E27FC236}">
                          <a16:creationId xmlns:a16="http://schemas.microsoft.com/office/drawing/2014/main" id="{D274D3F1-3E55-E44F-839E-68F73B82A627}"/>
                        </a:ext>
                      </a:extLst>
                    </p:cNvPr>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2" name="Freeform 490">
                      <a:extLst>
                        <a:ext uri="{FF2B5EF4-FFF2-40B4-BE49-F238E27FC236}">
                          <a16:creationId xmlns:a16="http://schemas.microsoft.com/office/drawing/2014/main" id="{DBF1EFD8-7429-A948-8CE4-59CAE39BBF77}"/>
                        </a:ext>
                      </a:extLst>
                    </p:cNvPr>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3" name="Freeform 491">
                      <a:extLst>
                        <a:ext uri="{FF2B5EF4-FFF2-40B4-BE49-F238E27FC236}">
                          <a16:creationId xmlns:a16="http://schemas.microsoft.com/office/drawing/2014/main" id="{B1DEA52D-4D36-C842-B836-06E7E9A13517}"/>
                        </a:ext>
                      </a:extLst>
                    </p:cNvPr>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3" name="Group 492">
                    <a:extLst>
                      <a:ext uri="{FF2B5EF4-FFF2-40B4-BE49-F238E27FC236}">
                        <a16:creationId xmlns:a16="http://schemas.microsoft.com/office/drawing/2014/main" id="{2B661357-D0BD-F747-9D68-80E88A37B935}"/>
                      </a:ext>
                    </a:extLst>
                  </p:cNvPr>
                  <p:cNvGrpSpPr>
                    <a:grpSpLocks/>
                  </p:cNvGrpSpPr>
                  <p:nvPr/>
                </p:nvGrpSpPr>
                <p:grpSpPr bwMode="auto">
                  <a:xfrm>
                    <a:off x="1023" y="3703"/>
                    <a:ext cx="49" cy="22"/>
                    <a:chOff x="1023" y="3703"/>
                    <a:chExt cx="49" cy="22"/>
                  </a:xfrm>
                </p:grpSpPr>
                <p:sp>
                  <p:nvSpPr>
                    <p:cNvPr id="46858" name="Freeform 493">
                      <a:extLst>
                        <a:ext uri="{FF2B5EF4-FFF2-40B4-BE49-F238E27FC236}">
                          <a16:creationId xmlns:a16="http://schemas.microsoft.com/office/drawing/2014/main" id="{2CDBFA66-8BEC-4646-89FA-0E95EBDF8D0A}"/>
                        </a:ext>
                      </a:extLst>
                    </p:cNvPr>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59" name="Freeform 494">
                      <a:extLst>
                        <a:ext uri="{FF2B5EF4-FFF2-40B4-BE49-F238E27FC236}">
                          <a16:creationId xmlns:a16="http://schemas.microsoft.com/office/drawing/2014/main" id="{D70C8A60-89DB-9A49-9864-66036DA349C3}"/>
                        </a:ext>
                      </a:extLst>
                    </p:cNvPr>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0" name="Freeform 495">
                      <a:extLst>
                        <a:ext uri="{FF2B5EF4-FFF2-40B4-BE49-F238E27FC236}">
                          <a16:creationId xmlns:a16="http://schemas.microsoft.com/office/drawing/2014/main" id="{41785F18-8A7E-2846-B9E2-5640E26A55C1}"/>
                        </a:ext>
                      </a:extLst>
                    </p:cNvPr>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4" name="Group 496">
                    <a:extLst>
                      <a:ext uri="{FF2B5EF4-FFF2-40B4-BE49-F238E27FC236}">
                        <a16:creationId xmlns:a16="http://schemas.microsoft.com/office/drawing/2014/main" id="{809833C7-1512-7B41-B201-8065D9B016CA}"/>
                      </a:ext>
                    </a:extLst>
                  </p:cNvPr>
                  <p:cNvGrpSpPr>
                    <a:grpSpLocks/>
                  </p:cNvGrpSpPr>
                  <p:nvPr/>
                </p:nvGrpSpPr>
                <p:grpSpPr bwMode="auto">
                  <a:xfrm>
                    <a:off x="1036" y="3716"/>
                    <a:ext cx="49" cy="22"/>
                    <a:chOff x="1036" y="3716"/>
                    <a:chExt cx="49" cy="22"/>
                  </a:xfrm>
                </p:grpSpPr>
                <p:sp>
                  <p:nvSpPr>
                    <p:cNvPr id="46855" name="Freeform 497">
                      <a:extLst>
                        <a:ext uri="{FF2B5EF4-FFF2-40B4-BE49-F238E27FC236}">
                          <a16:creationId xmlns:a16="http://schemas.microsoft.com/office/drawing/2014/main" id="{DC8A4513-85CB-8743-BCDB-5A200211F2B1}"/>
                        </a:ext>
                      </a:extLst>
                    </p:cNvPr>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56" name="Freeform 498">
                      <a:extLst>
                        <a:ext uri="{FF2B5EF4-FFF2-40B4-BE49-F238E27FC236}">
                          <a16:creationId xmlns:a16="http://schemas.microsoft.com/office/drawing/2014/main" id="{703197D0-4B6D-384E-80B5-D34C4E20E022}"/>
                        </a:ext>
                      </a:extLst>
                    </p:cNvPr>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57" name="Freeform 499">
                      <a:extLst>
                        <a:ext uri="{FF2B5EF4-FFF2-40B4-BE49-F238E27FC236}">
                          <a16:creationId xmlns:a16="http://schemas.microsoft.com/office/drawing/2014/main" id="{2C61DAD9-EF61-EE48-A102-C96FA331AC2E}"/>
                        </a:ext>
                      </a:extLst>
                    </p:cNvPr>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06" name="Group 500">
                  <a:extLst>
                    <a:ext uri="{FF2B5EF4-FFF2-40B4-BE49-F238E27FC236}">
                      <a16:creationId xmlns:a16="http://schemas.microsoft.com/office/drawing/2014/main" id="{5F79352A-9722-CA41-B1F3-91D109EEFEA4}"/>
                    </a:ext>
                  </a:extLst>
                </p:cNvPr>
                <p:cNvGrpSpPr>
                  <a:grpSpLocks/>
                </p:cNvGrpSpPr>
                <p:nvPr/>
              </p:nvGrpSpPr>
              <p:grpSpPr bwMode="auto">
                <a:xfrm>
                  <a:off x="1046" y="3727"/>
                  <a:ext cx="49" cy="23"/>
                  <a:chOff x="1046" y="3727"/>
                  <a:chExt cx="49" cy="23"/>
                </a:xfrm>
              </p:grpSpPr>
              <p:sp>
                <p:nvSpPr>
                  <p:cNvPr id="46847" name="Freeform 501">
                    <a:extLst>
                      <a:ext uri="{FF2B5EF4-FFF2-40B4-BE49-F238E27FC236}">
                        <a16:creationId xmlns:a16="http://schemas.microsoft.com/office/drawing/2014/main" id="{482D024E-24D9-C541-A731-FD190B0423CA}"/>
                      </a:ext>
                    </a:extLst>
                  </p:cNvPr>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8" name="Freeform 502">
                    <a:extLst>
                      <a:ext uri="{FF2B5EF4-FFF2-40B4-BE49-F238E27FC236}">
                        <a16:creationId xmlns:a16="http://schemas.microsoft.com/office/drawing/2014/main" id="{6988216F-2A4F-514C-A759-1395D8EA1F00}"/>
                      </a:ext>
                    </a:extLst>
                  </p:cNvPr>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9" name="Freeform 503">
                    <a:extLst>
                      <a:ext uri="{FF2B5EF4-FFF2-40B4-BE49-F238E27FC236}">
                        <a16:creationId xmlns:a16="http://schemas.microsoft.com/office/drawing/2014/main" id="{45CB8A6A-981F-D644-80BC-277E1F06616B}"/>
                      </a:ext>
                    </a:extLst>
                  </p:cNvPr>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7" name="Group 504">
                  <a:extLst>
                    <a:ext uri="{FF2B5EF4-FFF2-40B4-BE49-F238E27FC236}">
                      <a16:creationId xmlns:a16="http://schemas.microsoft.com/office/drawing/2014/main" id="{8EEEC3F9-1061-1543-A1E2-B700105A40C3}"/>
                    </a:ext>
                  </a:extLst>
                </p:cNvPr>
                <p:cNvGrpSpPr>
                  <a:grpSpLocks/>
                </p:cNvGrpSpPr>
                <p:nvPr/>
              </p:nvGrpSpPr>
              <p:grpSpPr bwMode="auto">
                <a:xfrm>
                  <a:off x="1058" y="3739"/>
                  <a:ext cx="50" cy="23"/>
                  <a:chOff x="1058" y="3739"/>
                  <a:chExt cx="50" cy="23"/>
                </a:xfrm>
              </p:grpSpPr>
              <p:sp>
                <p:nvSpPr>
                  <p:cNvPr id="46844" name="Freeform 505">
                    <a:extLst>
                      <a:ext uri="{FF2B5EF4-FFF2-40B4-BE49-F238E27FC236}">
                        <a16:creationId xmlns:a16="http://schemas.microsoft.com/office/drawing/2014/main" id="{358B495A-4EDE-1842-B610-F1229E32A49F}"/>
                      </a:ext>
                    </a:extLst>
                  </p:cNvPr>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5" name="Freeform 506">
                    <a:extLst>
                      <a:ext uri="{FF2B5EF4-FFF2-40B4-BE49-F238E27FC236}">
                        <a16:creationId xmlns:a16="http://schemas.microsoft.com/office/drawing/2014/main" id="{A1292C27-33AF-D848-955B-3AE44018185C}"/>
                      </a:ext>
                    </a:extLst>
                  </p:cNvPr>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6" name="Freeform 507">
                    <a:extLst>
                      <a:ext uri="{FF2B5EF4-FFF2-40B4-BE49-F238E27FC236}">
                        <a16:creationId xmlns:a16="http://schemas.microsoft.com/office/drawing/2014/main" id="{8712D0B4-D3A0-DA4F-A297-C69AF24A3FEA}"/>
                      </a:ext>
                    </a:extLst>
                  </p:cNvPr>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8" name="Group 508">
                  <a:extLst>
                    <a:ext uri="{FF2B5EF4-FFF2-40B4-BE49-F238E27FC236}">
                      <a16:creationId xmlns:a16="http://schemas.microsoft.com/office/drawing/2014/main" id="{96C461B9-B3E4-0849-814C-9B7D1F2FD3FD}"/>
                    </a:ext>
                  </a:extLst>
                </p:cNvPr>
                <p:cNvGrpSpPr>
                  <a:grpSpLocks/>
                </p:cNvGrpSpPr>
                <p:nvPr/>
              </p:nvGrpSpPr>
              <p:grpSpPr bwMode="auto">
                <a:xfrm>
                  <a:off x="1072" y="3753"/>
                  <a:ext cx="48" cy="22"/>
                  <a:chOff x="1072" y="3753"/>
                  <a:chExt cx="48" cy="22"/>
                </a:xfrm>
              </p:grpSpPr>
              <p:sp>
                <p:nvSpPr>
                  <p:cNvPr id="46841" name="Freeform 509">
                    <a:extLst>
                      <a:ext uri="{FF2B5EF4-FFF2-40B4-BE49-F238E27FC236}">
                        <a16:creationId xmlns:a16="http://schemas.microsoft.com/office/drawing/2014/main" id="{31A23AC8-35E2-8D47-9127-9AD3642CCDB9}"/>
                      </a:ext>
                    </a:extLst>
                  </p:cNvPr>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2" name="Freeform 510">
                    <a:extLst>
                      <a:ext uri="{FF2B5EF4-FFF2-40B4-BE49-F238E27FC236}">
                        <a16:creationId xmlns:a16="http://schemas.microsoft.com/office/drawing/2014/main" id="{5E0E68CE-E7A6-254A-8336-BD33F66D990D}"/>
                      </a:ext>
                    </a:extLst>
                  </p:cNvPr>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3" name="Freeform 511">
                    <a:extLst>
                      <a:ext uri="{FF2B5EF4-FFF2-40B4-BE49-F238E27FC236}">
                        <a16:creationId xmlns:a16="http://schemas.microsoft.com/office/drawing/2014/main" id="{62E0030B-1BB1-D44D-BF9D-2DC0A593C850}"/>
                      </a:ext>
                    </a:extLst>
                  </p:cNvPr>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09" name="Freeform 512">
                  <a:extLst>
                    <a:ext uri="{FF2B5EF4-FFF2-40B4-BE49-F238E27FC236}">
                      <a16:creationId xmlns:a16="http://schemas.microsoft.com/office/drawing/2014/main" id="{4EC1276B-E961-9D4A-9087-32AD46A0594E}"/>
                    </a:ext>
                  </a:extLst>
                </p:cNvPr>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10" name="Freeform 513">
                  <a:extLst>
                    <a:ext uri="{FF2B5EF4-FFF2-40B4-BE49-F238E27FC236}">
                      <a16:creationId xmlns:a16="http://schemas.microsoft.com/office/drawing/2014/main" id="{622C507E-09D9-B84A-89FC-6F3A03904A98}"/>
                    </a:ext>
                  </a:extLst>
                </p:cNvPr>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11" name="Freeform 514">
                  <a:extLst>
                    <a:ext uri="{FF2B5EF4-FFF2-40B4-BE49-F238E27FC236}">
                      <a16:creationId xmlns:a16="http://schemas.microsoft.com/office/drawing/2014/main" id="{AF8A16DC-6783-7E43-B2C8-D8CA8C1419DC}"/>
                    </a:ext>
                  </a:extLst>
                </p:cNvPr>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12" name="Group 515">
                  <a:extLst>
                    <a:ext uri="{FF2B5EF4-FFF2-40B4-BE49-F238E27FC236}">
                      <a16:creationId xmlns:a16="http://schemas.microsoft.com/office/drawing/2014/main" id="{F99FBC71-884E-7C41-ADB1-11611E444642}"/>
                    </a:ext>
                  </a:extLst>
                </p:cNvPr>
                <p:cNvGrpSpPr>
                  <a:grpSpLocks/>
                </p:cNvGrpSpPr>
                <p:nvPr/>
              </p:nvGrpSpPr>
              <p:grpSpPr bwMode="auto">
                <a:xfrm>
                  <a:off x="832" y="3547"/>
                  <a:ext cx="49" cy="23"/>
                  <a:chOff x="832" y="3547"/>
                  <a:chExt cx="49" cy="23"/>
                </a:xfrm>
              </p:grpSpPr>
              <p:sp>
                <p:nvSpPr>
                  <p:cNvPr id="46838" name="Freeform 516">
                    <a:extLst>
                      <a:ext uri="{FF2B5EF4-FFF2-40B4-BE49-F238E27FC236}">
                        <a16:creationId xmlns:a16="http://schemas.microsoft.com/office/drawing/2014/main" id="{0EF63A2F-E557-7949-B427-3326606DEDB8}"/>
                      </a:ext>
                    </a:extLst>
                  </p:cNvPr>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9" name="Freeform 517">
                    <a:extLst>
                      <a:ext uri="{FF2B5EF4-FFF2-40B4-BE49-F238E27FC236}">
                        <a16:creationId xmlns:a16="http://schemas.microsoft.com/office/drawing/2014/main" id="{BBD7030C-0684-3846-98C7-9C82C43F4273}"/>
                      </a:ext>
                    </a:extLst>
                  </p:cNvPr>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0" name="Freeform 518">
                    <a:extLst>
                      <a:ext uri="{FF2B5EF4-FFF2-40B4-BE49-F238E27FC236}">
                        <a16:creationId xmlns:a16="http://schemas.microsoft.com/office/drawing/2014/main" id="{2A969077-DD83-5449-AB2B-FCB9205960B9}"/>
                      </a:ext>
                    </a:extLst>
                  </p:cNvPr>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3" name="Group 519">
                  <a:extLst>
                    <a:ext uri="{FF2B5EF4-FFF2-40B4-BE49-F238E27FC236}">
                      <a16:creationId xmlns:a16="http://schemas.microsoft.com/office/drawing/2014/main" id="{6D360DA2-F293-BF44-8418-13CF3137CC77}"/>
                    </a:ext>
                  </a:extLst>
                </p:cNvPr>
                <p:cNvGrpSpPr>
                  <a:grpSpLocks/>
                </p:cNvGrpSpPr>
                <p:nvPr/>
              </p:nvGrpSpPr>
              <p:grpSpPr bwMode="auto">
                <a:xfrm>
                  <a:off x="844" y="3560"/>
                  <a:ext cx="49" cy="22"/>
                  <a:chOff x="844" y="3560"/>
                  <a:chExt cx="49" cy="22"/>
                </a:xfrm>
              </p:grpSpPr>
              <p:sp>
                <p:nvSpPr>
                  <p:cNvPr id="46835" name="Freeform 520">
                    <a:extLst>
                      <a:ext uri="{FF2B5EF4-FFF2-40B4-BE49-F238E27FC236}">
                        <a16:creationId xmlns:a16="http://schemas.microsoft.com/office/drawing/2014/main" id="{25E993DC-3DDE-4043-85CA-88F3442580B0}"/>
                      </a:ext>
                    </a:extLst>
                  </p:cNvPr>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6" name="Freeform 521">
                    <a:extLst>
                      <a:ext uri="{FF2B5EF4-FFF2-40B4-BE49-F238E27FC236}">
                        <a16:creationId xmlns:a16="http://schemas.microsoft.com/office/drawing/2014/main" id="{EB91EEB8-23E6-F747-A8BF-D0A6164E13DF}"/>
                      </a:ext>
                    </a:extLst>
                  </p:cNvPr>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7" name="Freeform 522">
                    <a:extLst>
                      <a:ext uri="{FF2B5EF4-FFF2-40B4-BE49-F238E27FC236}">
                        <a16:creationId xmlns:a16="http://schemas.microsoft.com/office/drawing/2014/main" id="{1CCF3BF8-01B7-AE41-889A-9FD2F22F0248}"/>
                      </a:ext>
                    </a:extLst>
                  </p:cNvPr>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4" name="Group 523">
                  <a:extLst>
                    <a:ext uri="{FF2B5EF4-FFF2-40B4-BE49-F238E27FC236}">
                      <a16:creationId xmlns:a16="http://schemas.microsoft.com/office/drawing/2014/main" id="{42A8D0AC-8DC5-6242-8E0E-3FA05C634E80}"/>
                    </a:ext>
                  </a:extLst>
                </p:cNvPr>
                <p:cNvGrpSpPr>
                  <a:grpSpLocks/>
                </p:cNvGrpSpPr>
                <p:nvPr/>
              </p:nvGrpSpPr>
              <p:grpSpPr bwMode="auto">
                <a:xfrm>
                  <a:off x="857" y="3572"/>
                  <a:ext cx="50" cy="23"/>
                  <a:chOff x="857" y="3572"/>
                  <a:chExt cx="50" cy="23"/>
                </a:xfrm>
              </p:grpSpPr>
              <p:sp>
                <p:nvSpPr>
                  <p:cNvPr id="46832" name="Freeform 524">
                    <a:extLst>
                      <a:ext uri="{FF2B5EF4-FFF2-40B4-BE49-F238E27FC236}">
                        <a16:creationId xmlns:a16="http://schemas.microsoft.com/office/drawing/2014/main" id="{2A5EF55B-B7AE-1D40-BAF5-65CACF241240}"/>
                      </a:ext>
                    </a:extLst>
                  </p:cNvPr>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3" name="Freeform 525">
                    <a:extLst>
                      <a:ext uri="{FF2B5EF4-FFF2-40B4-BE49-F238E27FC236}">
                        <a16:creationId xmlns:a16="http://schemas.microsoft.com/office/drawing/2014/main" id="{EE40774A-ACCC-5B4A-863B-23176733BEAD}"/>
                      </a:ext>
                    </a:extLst>
                  </p:cNvPr>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4" name="Freeform 526">
                    <a:extLst>
                      <a:ext uri="{FF2B5EF4-FFF2-40B4-BE49-F238E27FC236}">
                        <a16:creationId xmlns:a16="http://schemas.microsoft.com/office/drawing/2014/main" id="{03C18127-2088-E844-8772-53AB1FB87393}"/>
                      </a:ext>
                    </a:extLst>
                  </p:cNvPr>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5" name="Group 527">
                  <a:extLst>
                    <a:ext uri="{FF2B5EF4-FFF2-40B4-BE49-F238E27FC236}">
                      <a16:creationId xmlns:a16="http://schemas.microsoft.com/office/drawing/2014/main" id="{94A912C0-0D04-994A-B67D-021CA1667A5F}"/>
                    </a:ext>
                  </a:extLst>
                </p:cNvPr>
                <p:cNvGrpSpPr>
                  <a:grpSpLocks/>
                </p:cNvGrpSpPr>
                <p:nvPr/>
              </p:nvGrpSpPr>
              <p:grpSpPr bwMode="auto">
                <a:xfrm>
                  <a:off x="870" y="3585"/>
                  <a:ext cx="48" cy="23"/>
                  <a:chOff x="870" y="3585"/>
                  <a:chExt cx="48" cy="23"/>
                </a:xfrm>
              </p:grpSpPr>
              <p:sp>
                <p:nvSpPr>
                  <p:cNvPr id="46829" name="Freeform 528">
                    <a:extLst>
                      <a:ext uri="{FF2B5EF4-FFF2-40B4-BE49-F238E27FC236}">
                        <a16:creationId xmlns:a16="http://schemas.microsoft.com/office/drawing/2014/main" id="{C080428F-2B4C-9D45-8D55-049C862DCB02}"/>
                      </a:ext>
                    </a:extLst>
                  </p:cNvPr>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0" name="Freeform 529">
                    <a:extLst>
                      <a:ext uri="{FF2B5EF4-FFF2-40B4-BE49-F238E27FC236}">
                        <a16:creationId xmlns:a16="http://schemas.microsoft.com/office/drawing/2014/main" id="{A70DA25F-7126-B649-8635-9FFC860A549C}"/>
                      </a:ext>
                    </a:extLst>
                  </p:cNvPr>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1" name="Freeform 530">
                    <a:extLst>
                      <a:ext uri="{FF2B5EF4-FFF2-40B4-BE49-F238E27FC236}">
                        <a16:creationId xmlns:a16="http://schemas.microsoft.com/office/drawing/2014/main" id="{BE72C93D-3660-2B4B-B6BC-BEC58F4779B7}"/>
                      </a:ext>
                    </a:extLst>
                  </p:cNvPr>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6" name="Group 531">
                  <a:extLst>
                    <a:ext uri="{FF2B5EF4-FFF2-40B4-BE49-F238E27FC236}">
                      <a16:creationId xmlns:a16="http://schemas.microsoft.com/office/drawing/2014/main" id="{F4DD2B01-7520-9A45-8382-1DE7922F14C4}"/>
                    </a:ext>
                  </a:extLst>
                </p:cNvPr>
                <p:cNvGrpSpPr>
                  <a:grpSpLocks/>
                </p:cNvGrpSpPr>
                <p:nvPr/>
              </p:nvGrpSpPr>
              <p:grpSpPr bwMode="auto">
                <a:xfrm>
                  <a:off x="882" y="3600"/>
                  <a:ext cx="100" cy="73"/>
                  <a:chOff x="882" y="3600"/>
                  <a:chExt cx="100" cy="73"/>
                </a:xfrm>
              </p:grpSpPr>
              <p:grpSp>
                <p:nvGrpSpPr>
                  <p:cNvPr id="46809" name="Group 532">
                    <a:extLst>
                      <a:ext uri="{FF2B5EF4-FFF2-40B4-BE49-F238E27FC236}">
                        <a16:creationId xmlns:a16="http://schemas.microsoft.com/office/drawing/2014/main" id="{E80B4F5A-1C5D-5B47-A181-B0AEFBFEDC84}"/>
                      </a:ext>
                    </a:extLst>
                  </p:cNvPr>
                  <p:cNvGrpSpPr>
                    <a:grpSpLocks/>
                  </p:cNvGrpSpPr>
                  <p:nvPr/>
                </p:nvGrpSpPr>
                <p:grpSpPr bwMode="auto">
                  <a:xfrm>
                    <a:off x="882" y="3600"/>
                    <a:ext cx="49" cy="23"/>
                    <a:chOff x="882" y="3600"/>
                    <a:chExt cx="49" cy="23"/>
                  </a:xfrm>
                </p:grpSpPr>
                <p:sp>
                  <p:nvSpPr>
                    <p:cNvPr id="46826" name="Freeform 533">
                      <a:extLst>
                        <a:ext uri="{FF2B5EF4-FFF2-40B4-BE49-F238E27FC236}">
                          <a16:creationId xmlns:a16="http://schemas.microsoft.com/office/drawing/2014/main" id="{680AA32C-42BC-A34B-AEDE-C481412CDF19}"/>
                        </a:ext>
                      </a:extLst>
                    </p:cNvPr>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7" name="Freeform 534">
                      <a:extLst>
                        <a:ext uri="{FF2B5EF4-FFF2-40B4-BE49-F238E27FC236}">
                          <a16:creationId xmlns:a16="http://schemas.microsoft.com/office/drawing/2014/main" id="{F81165E8-8A7C-FC4D-A749-57913B7D552E}"/>
                        </a:ext>
                      </a:extLst>
                    </p:cNvPr>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8" name="Freeform 535">
                      <a:extLst>
                        <a:ext uri="{FF2B5EF4-FFF2-40B4-BE49-F238E27FC236}">
                          <a16:creationId xmlns:a16="http://schemas.microsoft.com/office/drawing/2014/main" id="{5E61AFCC-F49C-2940-8B94-D52F6C493821}"/>
                        </a:ext>
                      </a:extLst>
                    </p:cNvPr>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0" name="Group 536">
                    <a:extLst>
                      <a:ext uri="{FF2B5EF4-FFF2-40B4-BE49-F238E27FC236}">
                        <a16:creationId xmlns:a16="http://schemas.microsoft.com/office/drawing/2014/main" id="{E6C5F4B4-F479-ED4A-989D-328BD8CF03A5}"/>
                      </a:ext>
                    </a:extLst>
                  </p:cNvPr>
                  <p:cNvGrpSpPr>
                    <a:grpSpLocks/>
                  </p:cNvGrpSpPr>
                  <p:nvPr/>
                </p:nvGrpSpPr>
                <p:grpSpPr bwMode="auto">
                  <a:xfrm>
                    <a:off x="894" y="3612"/>
                    <a:ext cx="49" cy="23"/>
                    <a:chOff x="894" y="3612"/>
                    <a:chExt cx="49" cy="23"/>
                  </a:xfrm>
                </p:grpSpPr>
                <p:sp>
                  <p:nvSpPr>
                    <p:cNvPr id="46823" name="Freeform 537">
                      <a:extLst>
                        <a:ext uri="{FF2B5EF4-FFF2-40B4-BE49-F238E27FC236}">
                          <a16:creationId xmlns:a16="http://schemas.microsoft.com/office/drawing/2014/main" id="{618F4E68-2647-8448-A54E-BE194DDEF3C9}"/>
                        </a:ext>
                      </a:extLst>
                    </p:cNvPr>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4" name="Freeform 538">
                      <a:extLst>
                        <a:ext uri="{FF2B5EF4-FFF2-40B4-BE49-F238E27FC236}">
                          <a16:creationId xmlns:a16="http://schemas.microsoft.com/office/drawing/2014/main" id="{07301AA6-EFE0-7440-92D2-3D9E091A6B7A}"/>
                        </a:ext>
                      </a:extLst>
                    </p:cNvPr>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5" name="Freeform 539">
                      <a:extLst>
                        <a:ext uri="{FF2B5EF4-FFF2-40B4-BE49-F238E27FC236}">
                          <a16:creationId xmlns:a16="http://schemas.microsoft.com/office/drawing/2014/main" id="{4277DB3E-4F9E-DA4B-9B8E-DCB1F22BC791}"/>
                        </a:ext>
                      </a:extLst>
                    </p:cNvPr>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1" name="Group 540">
                    <a:extLst>
                      <a:ext uri="{FF2B5EF4-FFF2-40B4-BE49-F238E27FC236}">
                        <a16:creationId xmlns:a16="http://schemas.microsoft.com/office/drawing/2014/main" id="{0B6F4C2B-3B19-EF41-85D8-D52396F15B10}"/>
                      </a:ext>
                    </a:extLst>
                  </p:cNvPr>
                  <p:cNvGrpSpPr>
                    <a:grpSpLocks/>
                  </p:cNvGrpSpPr>
                  <p:nvPr/>
                </p:nvGrpSpPr>
                <p:grpSpPr bwMode="auto">
                  <a:xfrm>
                    <a:off x="907" y="3625"/>
                    <a:ext cx="49" cy="23"/>
                    <a:chOff x="907" y="3625"/>
                    <a:chExt cx="49" cy="23"/>
                  </a:xfrm>
                </p:grpSpPr>
                <p:sp>
                  <p:nvSpPr>
                    <p:cNvPr id="46820" name="Freeform 541">
                      <a:extLst>
                        <a:ext uri="{FF2B5EF4-FFF2-40B4-BE49-F238E27FC236}">
                          <a16:creationId xmlns:a16="http://schemas.microsoft.com/office/drawing/2014/main" id="{031C8CF6-0F9F-3540-904A-499355C0D71C}"/>
                        </a:ext>
                      </a:extLst>
                    </p:cNvPr>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1" name="Freeform 542">
                      <a:extLst>
                        <a:ext uri="{FF2B5EF4-FFF2-40B4-BE49-F238E27FC236}">
                          <a16:creationId xmlns:a16="http://schemas.microsoft.com/office/drawing/2014/main" id="{ABA8F17C-7D94-A24C-8035-B7A4F15B2029}"/>
                        </a:ext>
                      </a:extLst>
                    </p:cNvPr>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2" name="Freeform 543">
                      <a:extLst>
                        <a:ext uri="{FF2B5EF4-FFF2-40B4-BE49-F238E27FC236}">
                          <a16:creationId xmlns:a16="http://schemas.microsoft.com/office/drawing/2014/main" id="{2349BFFA-97B3-4444-B21E-FD0603E4D738}"/>
                        </a:ext>
                      </a:extLst>
                    </p:cNvPr>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2" name="Group 544">
                    <a:extLst>
                      <a:ext uri="{FF2B5EF4-FFF2-40B4-BE49-F238E27FC236}">
                        <a16:creationId xmlns:a16="http://schemas.microsoft.com/office/drawing/2014/main" id="{1AC56F61-A8C4-9447-BD44-5DABFD7D005F}"/>
                      </a:ext>
                    </a:extLst>
                  </p:cNvPr>
                  <p:cNvGrpSpPr>
                    <a:grpSpLocks/>
                  </p:cNvGrpSpPr>
                  <p:nvPr/>
                </p:nvGrpSpPr>
                <p:grpSpPr bwMode="auto">
                  <a:xfrm>
                    <a:off x="919" y="3638"/>
                    <a:ext cx="49" cy="22"/>
                    <a:chOff x="919" y="3638"/>
                    <a:chExt cx="49" cy="22"/>
                  </a:xfrm>
                </p:grpSpPr>
                <p:sp>
                  <p:nvSpPr>
                    <p:cNvPr id="46817" name="Freeform 545">
                      <a:extLst>
                        <a:ext uri="{FF2B5EF4-FFF2-40B4-BE49-F238E27FC236}">
                          <a16:creationId xmlns:a16="http://schemas.microsoft.com/office/drawing/2014/main" id="{40445E64-0155-FB40-8D55-0C84070C1971}"/>
                        </a:ext>
                      </a:extLst>
                    </p:cNvPr>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8" name="Freeform 546">
                      <a:extLst>
                        <a:ext uri="{FF2B5EF4-FFF2-40B4-BE49-F238E27FC236}">
                          <a16:creationId xmlns:a16="http://schemas.microsoft.com/office/drawing/2014/main" id="{F85C0B39-18EC-474C-B1B6-AFBEA0C3A649}"/>
                        </a:ext>
                      </a:extLst>
                    </p:cNvPr>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9" name="Freeform 547">
                      <a:extLst>
                        <a:ext uri="{FF2B5EF4-FFF2-40B4-BE49-F238E27FC236}">
                          <a16:creationId xmlns:a16="http://schemas.microsoft.com/office/drawing/2014/main" id="{55170D59-3DFB-2A47-AD49-164640988F85}"/>
                        </a:ext>
                      </a:extLst>
                    </p:cNvPr>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3" name="Group 548">
                    <a:extLst>
                      <a:ext uri="{FF2B5EF4-FFF2-40B4-BE49-F238E27FC236}">
                        <a16:creationId xmlns:a16="http://schemas.microsoft.com/office/drawing/2014/main" id="{18A4D2AD-01BD-7E4C-871E-2347CC2D41DD}"/>
                      </a:ext>
                    </a:extLst>
                  </p:cNvPr>
                  <p:cNvGrpSpPr>
                    <a:grpSpLocks/>
                  </p:cNvGrpSpPr>
                  <p:nvPr/>
                </p:nvGrpSpPr>
                <p:grpSpPr bwMode="auto">
                  <a:xfrm>
                    <a:off x="932" y="3651"/>
                    <a:ext cx="50" cy="22"/>
                    <a:chOff x="932" y="3651"/>
                    <a:chExt cx="50" cy="22"/>
                  </a:xfrm>
                </p:grpSpPr>
                <p:sp>
                  <p:nvSpPr>
                    <p:cNvPr id="46814" name="Freeform 549">
                      <a:extLst>
                        <a:ext uri="{FF2B5EF4-FFF2-40B4-BE49-F238E27FC236}">
                          <a16:creationId xmlns:a16="http://schemas.microsoft.com/office/drawing/2014/main" id="{0D0613A1-6A94-774C-92AE-1FE70F41444E}"/>
                        </a:ext>
                      </a:extLst>
                    </p:cNvPr>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5" name="Freeform 550">
                      <a:extLst>
                        <a:ext uri="{FF2B5EF4-FFF2-40B4-BE49-F238E27FC236}">
                          <a16:creationId xmlns:a16="http://schemas.microsoft.com/office/drawing/2014/main" id="{A1BFAE93-784C-4A43-B7B5-B3BF359AB404}"/>
                        </a:ext>
                      </a:extLst>
                    </p:cNvPr>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6" name="Freeform 551">
                      <a:extLst>
                        <a:ext uri="{FF2B5EF4-FFF2-40B4-BE49-F238E27FC236}">
                          <a16:creationId xmlns:a16="http://schemas.microsoft.com/office/drawing/2014/main" id="{FE845964-AF41-9844-BFE6-2329D12045DA}"/>
                        </a:ext>
                      </a:extLst>
                    </p:cNvPr>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17" name="Group 552">
                  <a:extLst>
                    <a:ext uri="{FF2B5EF4-FFF2-40B4-BE49-F238E27FC236}">
                      <a16:creationId xmlns:a16="http://schemas.microsoft.com/office/drawing/2014/main" id="{4A9F2C4E-E738-E840-8E9C-A0320178C769}"/>
                    </a:ext>
                  </a:extLst>
                </p:cNvPr>
                <p:cNvGrpSpPr>
                  <a:grpSpLocks/>
                </p:cNvGrpSpPr>
                <p:nvPr/>
              </p:nvGrpSpPr>
              <p:grpSpPr bwMode="auto">
                <a:xfrm>
                  <a:off x="944" y="3665"/>
                  <a:ext cx="99" cy="74"/>
                  <a:chOff x="944" y="3665"/>
                  <a:chExt cx="99" cy="74"/>
                </a:xfrm>
              </p:grpSpPr>
              <p:grpSp>
                <p:nvGrpSpPr>
                  <p:cNvPr id="46789" name="Group 553">
                    <a:extLst>
                      <a:ext uri="{FF2B5EF4-FFF2-40B4-BE49-F238E27FC236}">
                        <a16:creationId xmlns:a16="http://schemas.microsoft.com/office/drawing/2014/main" id="{BECD51D8-8490-C04D-8A74-11E24F0B01ED}"/>
                      </a:ext>
                    </a:extLst>
                  </p:cNvPr>
                  <p:cNvGrpSpPr>
                    <a:grpSpLocks/>
                  </p:cNvGrpSpPr>
                  <p:nvPr/>
                </p:nvGrpSpPr>
                <p:grpSpPr bwMode="auto">
                  <a:xfrm>
                    <a:off x="944" y="3665"/>
                    <a:ext cx="49" cy="23"/>
                    <a:chOff x="944" y="3665"/>
                    <a:chExt cx="49" cy="23"/>
                  </a:xfrm>
                </p:grpSpPr>
                <p:sp>
                  <p:nvSpPr>
                    <p:cNvPr id="46806" name="Freeform 554">
                      <a:extLst>
                        <a:ext uri="{FF2B5EF4-FFF2-40B4-BE49-F238E27FC236}">
                          <a16:creationId xmlns:a16="http://schemas.microsoft.com/office/drawing/2014/main" id="{07CA2AD9-1566-0146-A246-2A73E9DA50CE}"/>
                        </a:ext>
                      </a:extLst>
                    </p:cNvPr>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7" name="Freeform 555">
                      <a:extLst>
                        <a:ext uri="{FF2B5EF4-FFF2-40B4-BE49-F238E27FC236}">
                          <a16:creationId xmlns:a16="http://schemas.microsoft.com/office/drawing/2014/main" id="{6BA9872B-0F38-7747-B3FA-91B837873E29}"/>
                        </a:ext>
                      </a:extLst>
                    </p:cNvPr>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8" name="Freeform 556">
                      <a:extLst>
                        <a:ext uri="{FF2B5EF4-FFF2-40B4-BE49-F238E27FC236}">
                          <a16:creationId xmlns:a16="http://schemas.microsoft.com/office/drawing/2014/main" id="{4484885C-8D61-694E-AA26-616939B6E059}"/>
                        </a:ext>
                      </a:extLst>
                    </p:cNvPr>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0" name="Group 557">
                    <a:extLst>
                      <a:ext uri="{FF2B5EF4-FFF2-40B4-BE49-F238E27FC236}">
                        <a16:creationId xmlns:a16="http://schemas.microsoft.com/office/drawing/2014/main" id="{BF87D29E-0003-E548-A02F-5A8F3A92AD5F}"/>
                      </a:ext>
                    </a:extLst>
                  </p:cNvPr>
                  <p:cNvGrpSpPr>
                    <a:grpSpLocks/>
                  </p:cNvGrpSpPr>
                  <p:nvPr/>
                </p:nvGrpSpPr>
                <p:grpSpPr bwMode="auto">
                  <a:xfrm>
                    <a:off x="957" y="3678"/>
                    <a:ext cx="48" cy="23"/>
                    <a:chOff x="957" y="3678"/>
                    <a:chExt cx="48" cy="23"/>
                  </a:xfrm>
                </p:grpSpPr>
                <p:sp>
                  <p:nvSpPr>
                    <p:cNvPr id="46803" name="Freeform 558">
                      <a:extLst>
                        <a:ext uri="{FF2B5EF4-FFF2-40B4-BE49-F238E27FC236}">
                          <a16:creationId xmlns:a16="http://schemas.microsoft.com/office/drawing/2014/main" id="{34189F70-085D-8A4F-8DEB-FDC9A455ABA1}"/>
                        </a:ext>
                      </a:extLst>
                    </p:cNvPr>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4" name="Freeform 559">
                      <a:extLst>
                        <a:ext uri="{FF2B5EF4-FFF2-40B4-BE49-F238E27FC236}">
                          <a16:creationId xmlns:a16="http://schemas.microsoft.com/office/drawing/2014/main" id="{7640623E-6B2B-834F-ACBF-770E8964C9B4}"/>
                        </a:ext>
                      </a:extLst>
                    </p:cNvPr>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5" name="Freeform 560">
                      <a:extLst>
                        <a:ext uri="{FF2B5EF4-FFF2-40B4-BE49-F238E27FC236}">
                          <a16:creationId xmlns:a16="http://schemas.microsoft.com/office/drawing/2014/main" id="{299B3BE8-F018-714B-AB5F-883FD9E54253}"/>
                        </a:ext>
                      </a:extLst>
                    </p:cNvPr>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1" name="Group 561">
                    <a:extLst>
                      <a:ext uri="{FF2B5EF4-FFF2-40B4-BE49-F238E27FC236}">
                        <a16:creationId xmlns:a16="http://schemas.microsoft.com/office/drawing/2014/main" id="{7CED97C6-5CFF-2142-90DF-618C2557D46F}"/>
                      </a:ext>
                    </a:extLst>
                  </p:cNvPr>
                  <p:cNvGrpSpPr>
                    <a:grpSpLocks/>
                  </p:cNvGrpSpPr>
                  <p:nvPr/>
                </p:nvGrpSpPr>
                <p:grpSpPr bwMode="auto">
                  <a:xfrm>
                    <a:off x="969" y="3690"/>
                    <a:ext cx="49" cy="23"/>
                    <a:chOff x="969" y="3690"/>
                    <a:chExt cx="49" cy="23"/>
                  </a:xfrm>
                </p:grpSpPr>
                <p:sp>
                  <p:nvSpPr>
                    <p:cNvPr id="46800" name="Freeform 562">
                      <a:extLst>
                        <a:ext uri="{FF2B5EF4-FFF2-40B4-BE49-F238E27FC236}">
                          <a16:creationId xmlns:a16="http://schemas.microsoft.com/office/drawing/2014/main" id="{4A8236AE-2152-8346-B383-CAB69406469F}"/>
                        </a:ext>
                      </a:extLst>
                    </p:cNvPr>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1" name="Freeform 563">
                      <a:extLst>
                        <a:ext uri="{FF2B5EF4-FFF2-40B4-BE49-F238E27FC236}">
                          <a16:creationId xmlns:a16="http://schemas.microsoft.com/office/drawing/2014/main" id="{60AFDF58-AD6B-B345-818C-A3661BED5999}"/>
                        </a:ext>
                      </a:extLst>
                    </p:cNvPr>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2" name="Freeform 564">
                      <a:extLst>
                        <a:ext uri="{FF2B5EF4-FFF2-40B4-BE49-F238E27FC236}">
                          <a16:creationId xmlns:a16="http://schemas.microsoft.com/office/drawing/2014/main" id="{0509AB00-C3AC-8E4D-9FF4-CDCBB8E00A8F}"/>
                        </a:ext>
                      </a:extLst>
                    </p:cNvPr>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2" name="Group 565">
                    <a:extLst>
                      <a:ext uri="{FF2B5EF4-FFF2-40B4-BE49-F238E27FC236}">
                        <a16:creationId xmlns:a16="http://schemas.microsoft.com/office/drawing/2014/main" id="{9103535B-3F92-8141-AE9B-3E4C3C2EFBE5}"/>
                      </a:ext>
                    </a:extLst>
                  </p:cNvPr>
                  <p:cNvGrpSpPr>
                    <a:grpSpLocks/>
                  </p:cNvGrpSpPr>
                  <p:nvPr/>
                </p:nvGrpSpPr>
                <p:grpSpPr bwMode="auto">
                  <a:xfrm>
                    <a:off x="982" y="3703"/>
                    <a:ext cx="49" cy="23"/>
                    <a:chOff x="982" y="3703"/>
                    <a:chExt cx="49" cy="23"/>
                  </a:xfrm>
                </p:grpSpPr>
                <p:sp>
                  <p:nvSpPr>
                    <p:cNvPr id="46797" name="Freeform 566">
                      <a:extLst>
                        <a:ext uri="{FF2B5EF4-FFF2-40B4-BE49-F238E27FC236}">
                          <a16:creationId xmlns:a16="http://schemas.microsoft.com/office/drawing/2014/main" id="{CA6E0F9B-BCF7-3F47-A276-520FA516F355}"/>
                        </a:ext>
                      </a:extLst>
                    </p:cNvPr>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8" name="Freeform 567">
                      <a:extLst>
                        <a:ext uri="{FF2B5EF4-FFF2-40B4-BE49-F238E27FC236}">
                          <a16:creationId xmlns:a16="http://schemas.microsoft.com/office/drawing/2014/main" id="{FEC68685-C39F-F747-BE9C-9F2449FC775B}"/>
                        </a:ext>
                      </a:extLst>
                    </p:cNvPr>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9" name="Freeform 568">
                      <a:extLst>
                        <a:ext uri="{FF2B5EF4-FFF2-40B4-BE49-F238E27FC236}">
                          <a16:creationId xmlns:a16="http://schemas.microsoft.com/office/drawing/2014/main" id="{5F1B7C6D-6767-834E-866E-0DF00E5B7E9D}"/>
                        </a:ext>
                      </a:extLst>
                    </p:cNvPr>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3" name="Group 569">
                    <a:extLst>
                      <a:ext uri="{FF2B5EF4-FFF2-40B4-BE49-F238E27FC236}">
                        <a16:creationId xmlns:a16="http://schemas.microsoft.com/office/drawing/2014/main" id="{1AA54F95-88F2-EA48-82DE-1F2AA06BB4FF}"/>
                      </a:ext>
                    </a:extLst>
                  </p:cNvPr>
                  <p:cNvGrpSpPr>
                    <a:grpSpLocks/>
                  </p:cNvGrpSpPr>
                  <p:nvPr/>
                </p:nvGrpSpPr>
                <p:grpSpPr bwMode="auto">
                  <a:xfrm>
                    <a:off x="995" y="3716"/>
                    <a:ext cx="48" cy="23"/>
                    <a:chOff x="995" y="3716"/>
                    <a:chExt cx="48" cy="23"/>
                  </a:xfrm>
                </p:grpSpPr>
                <p:sp>
                  <p:nvSpPr>
                    <p:cNvPr id="46794" name="Freeform 570">
                      <a:extLst>
                        <a:ext uri="{FF2B5EF4-FFF2-40B4-BE49-F238E27FC236}">
                          <a16:creationId xmlns:a16="http://schemas.microsoft.com/office/drawing/2014/main" id="{24935F86-D09C-9B40-92B3-B7F1619B1BA1}"/>
                        </a:ext>
                      </a:extLst>
                    </p:cNvPr>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5" name="Freeform 571">
                      <a:extLst>
                        <a:ext uri="{FF2B5EF4-FFF2-40B4-BE49-F238E27FC236}">
                          <a16:creationId xmlns:a16="http://schemas.microsoft.com/office/drawing/2014/main" id="{AB5B4AE0-C812-7244-A1E0-7F618CF25FEB}"/>
                        </a:ext>
                      </a:extLst>
                    </p:cNvPr>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6" name="Freeform 572">
                      <a:extLst>
                        <a:ext uri="{FF2B5EF4-FFF2-40B4-BE49-F238E27FC236}">
                          <a16:creationId xmlns:a16="http://schemas.microsoft.com/office/drawing/2014/main" id="{36A31D57-FC52-B64A-8F5D-A00E825A486E}"/>
                        </a:ext>
                      </a:extLst>
                    </p:cNvPr>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18" name="Group 573">
                  <a:extLst>
                    <a:ext uri="{FF2B5EF4-FFF2-40B4-BE49-F238E27FC236}">
                      <a16:creationId xmlns:a16="http://schemas.microsoft.com/office/drawing/2014/main" id="{7BDF5402-E4CE-5147-A32F-2323D6E6B37E}"/>
                    </a:ext>
                  </a:extLst>
                </p:cNvPr>
                <p:cNvGrpSpPr>
                  <a:grpSpLocks/>
                </p:cNvGrpSpPr>
                <p:nvPr/>
              </p:nvGrpSpPr>
              <p:grpSpPr bwMode="auto">
                <a:xfrm>
                  <a:off x="1005" y="3727"/>
                  <a:ext cx="49" cy="23"/>
                  <a:chOff x="1005" y="3727"/>
                  <a:chExt cx="49" cy="23"/>
                </a:xfrm>
              </p:grpSpPr>
              <p:sp>
                <p:nvSpPr>
                  <p:cNvPr id="46786" name="Freeform 574">
                    <a:extLst>
                      <a:ext uri="{FF2B5EF4-FFF2-40B4-BE49-F238E27FC236}">
                        <a16:creationId xmlns:a16="http://schemas.microsoft.com/office/drawing/2014/main" id="{DEA8B090-EA5B-9A45-A648-81DA9FF2099E}"/>
                      </a:ext>
                    </a:extLst>
                  </p:cNvPr>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7" name="Freeform 575">
                    <a:extLst>
                      <a:ext uri="{FF2B5EF4-FFF2-40B4-BE49-F238E27FC236}">
                        <a16:creationId xmlns:a16="http://schemas.microsoft.com/office/drawing/2014/main" id="{A23861D7-A610-9A48-8041-88875825875A}"/>
                      </a:ext>
                    </a:extLst>
                  </p:cNvPr>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8" name="Freeform 576">
                    <a:extLst>
                      <a:ext uri="{FF2B5EF4-FFF2-40B4-BE49-F238E27FC236}">
                        <a16:creationId xmlns:a16="http://schemas.microsoft.com/office/drawing/2014/main" id="{49F2CA39-843F-E440-9423-B8EBC5E7FDFA}"/>
                      </a:ext>
                    </a:extLst>
                  </p:cNvPr>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9" name="Group 577">
                  <a:extLst>
                    <a:ext uri="{FF2B5EF4-FFF2-40B4-BE49-F238E27FC236}">
                      <a16:creationId xmlns:a16="http://schemas.microsoft.com/office/drawing/2014/main" id="{2C81410F-791B-5543-8F04-54D53CF8C956}"/>
                    </a:ext>
                  </a:extLst>
                </p:cNvPr>
                <p:cNvGrpSpPr>
                  <a:grpSpLocks/>
                </p:cNvGrpSpPr>
                <p:nvPr/>
              </p:nvGrpSpPr>
              <p:grpSpPr bwMode="auto">
                <a:xfrm>
                  <a:off x="1018" y="3740"/>
                  <a:ext cx="49" cy="22"/>
                  <a:chOff x="1018" y="3740"/>
                  <a:chExt cx="49" cy="22"/>
                </a:xfrm>
              </p:grpSpPr>
              <p:sp>
                <p:nvSpPr>
                  <p:cNvPr id="46783" name="Freeform 578">
                    <a:extLst>
                      <a:ext uri="{FF2B5EF4-FFF2-40B4-BE49-F238E27FC236}">
                        <a16:creationId xmlns:a16="http://schemas.microsoft.com/office/drawing/2014/main" id="{2AD23269-149F-BC40-BC3B-EAC1379B4451}"/>
                      </a:ext>
                    </a:extLst>
                  </p:cNvPr>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4" name="Freeform 579">
                    <a:extLst>
                      <a:ext uri="{FF2B5EF4-FFF2-40B4-BE49-F238E27FC236}">
                        <a16:creationId xmlns:a16="http://schemas.microsoft.com/office/drawing/2014/main" id="{E5E7A9F1-4D5E-934D-8F4D-7A918F5E5B26}"/>
                      </a:ext>
                    </a:extLst>
                  </p:cNvPr>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5" name="Freeform 580">
                    <a:extLst>
                      <a:ext uri="{FF2B5EF4-FFF2-40B4-BE49-F238E27FC236}">
                        <a16:creationId xmlns:a16="http://schemas.microsoft.com/office/drawing/2014/main" id="{3AECFCC6-A263-094E-8704-3C34573B9DA4}"/>
                      </a:ext>
                    </a:extLst>
                  </p:cNvPr>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0" name="Group 581">
                  <a:extLst>
                    <a:ext uri="{FF2B5EF4-FFF2-40B4-BE49-F238E27FC236}">
                      <a16:creationId xmlns:a16="http://schemas.microsoft.com/office/drawing/2014/main" id="{C32268F7-D058-0C4D-81C5-7CD742631D49}"/>
                    </a:ext>
                  </a:extLst>
                </p:cNvPr>
                <p:cNvGrpSpPr>
                  <a:grpSpLocks/>
                </p:cNvGrpSpPr>
                <p:nvPr/>
              </p:nvGrpSpPr>
              <p:grpSpPr bwMode="auto">
                <a:xfrm>
                  <a:off x="1030" y="3753"/>
                  <a:ext cx="49" cy="23"/>
                  <a:chOff x="1030" y="3753"/>
                  <a:chExt cx="49" cy="23"/>
                </a:xfrm>
              </p:grpSpPr>
              <p:sp>
                <p:nvSpPr>
                  <p:cNvPr id="46780" name="Freeform 582">
                    <a:extLst>
                      <a:ext uri="{FF2B5EF4-FFF2-40B4-BE49-F238E27FC236}">
                        <a16:creationId xmlns:a16="http://schemas.microsoft.com/office/drawing/2014/main" id="{6A4A3D30-30C5-FE4B-8485-DDB2FAEBE39D}"/>
                      </a:ext>
                    </a:extLst>
                  </p:cNvPr>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1" name="Freeform 583">
                    <a:extLst>
                      <a:ext uri="{FF2B5EF4-FFF2-40B4-BE49-F238E27FC236}">
                        <a16:creationId xmlns:a16="http://schemas.microsoft.com/office/drawing/2014/main" id="{B9E2DB05-85A6-CD4D-B26C-525851D3799B}"/>
                      </a:ext>
                    </a:extLst>
                  </p:cNvPr>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2" name="Freeform 584">
                    <a:extLst>
                      <a:ext uri="{FF2B5EF4-FFF2-40B4-BE49-F238E27FC236}">
                        <a16:creationId xmlns:a16="http://schemas.microsoft.com/office/drawing/2014/main" id="{FC8E38F5-6302-AA4F-B137-FCD4B8CF2166}"/>
                      </a:ext>
                    </a:extLst>
                  </p:cNvPr>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21" name="Freeform 585">
                  <a:extLst>
                    <a:ext uri="{FF2B5EF4-FFF2-40B4-BE49-F238E27FC236}">
                      <a16:creationId xmlns:a16="http://schemas.microsoft.com/office/drawing/2014/main" id="{E9406170-DDB4-7D46-A2A8-7BB97433647B}"/>
                    </a:ext>
                  </a:extLst>
                </p:cNvPr>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22" name="Freeform 586">
                  <a:extLst>
                    <a:ext uri="{FF2B5EF4-FFF2-40B4-BE49-F238E27FC236}">
                      <a16:creationId xmlns:a16="http://schemas.microsoft.com/office/drawing/2014/main" id="{54AA4FEA-2C28-B246-B848-969A1F9C1016}"/>
                    </a:ext>
                  </a:extLst>
                </p:cNvPr>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23" name="Freeform 587">
                  <a:extLst>
                    <a:ext uri="{FF2B5EF4-FFF2-40B4-BE49-F238E27FC236}">
                      <a16:creationId xmlns:a16="http://schemas.microsoft.com/office/drawing/2014/main" id="{D0F1C818-1586-B34D-847E-FAC9764C93BE}"/>
                    </a:ext>
                  </a:extLst>
                </p:cNvPr>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24" name="Group 588">
                  <a:extLst>
                    <a:ext uri="{FF2B5EF4-FFF2-40B4-BE49-F238E27FC236}">
                      <a16:creationId xmlns:a16="http://schemas.microsoft.com/office/drawing/2014/main" id="{A6997C6A-A6EB-2248-99AC-42A2A8FD8A5D}"/>
                    </a:ext>
                  </a:extLst>
                </p:cNvPr>
                <p:cNvGrpSpPr>
                  <a:grpSpLocks/>
                </p:cNvGrpSpPr>
                <p:nvPr/>
              </p:nvGrpSpPr>
              <p:grpSpPr bwMode="auto">
                <a:xfrm>
                  <a:off x="790" y="3547"/>
                  <a:ext cx="49" cy="23"/>
                  <a:chOff x="790" y="3547"/>
                  <a:chExt cx="49" cy="23"/>
                </a:xfrm>
              </p:grpSpPr>
              <p:sp>
                <p:nvSpPr>
                  <p:cNvPr id="46777" name="Freeform 589">
                    <a:extLst>
                      <a:ext uri="{FF2B5EF4-FFF2-40B4-BE49-F238E27FC236}">
                        <a16:creationId xmlns:a16="http://schemas.microsoft.com/office/drawing/2014/main" id="{890D0F29-2576-FD4E-80D1-2477A0D446A9}"/>
                      </a:ext>
                    </a:extLst>
                  </p:cNvPr>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8" name="Freeform 590">
                    <a:extLst>
                      <a:ext uri="{FF2B5EF4-FFF2-40B4-BE49-F238E27FC236}">
                        <a16:creationId xmlns:a16="http://schemas.microsoft.com/office/drawing/2014/main" id="{854E977E-BA38-5845-A10D-37A6962CC9E6}"/>
                      </a:ext>
                    </a:extLst>
                  </p:cNvPr>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9" name="Freeform 591">
                    <a:extLst>
                      <a:ext uri="{FF2B5EF4-FFF2-40B4-BE49-F238E27FC236}">
                        <a16:creationId xmlns:a16="http://schemas.microsoft.com/office/drawing/2014/main" id="{78AC3201-8AC9-3248-AF27-D4D1417CE4C5}"/>
                      </a:ext>
                    </a:extLst>
                  </p:cNvPr>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5" name="Group 592">
                  <a:extLst>
                    <a:ext uri="{FF2B5EF4-FFF2-40B4-BE49-F238E27FC236}">
                      <a16:creationId xmlns:a16="http://schemas.microsoft.com/office/drawing/2014/main" id="{CD44137A-A762-944C-A492-0366D2929025}"/>
                    </a:ext>
                  </a:extLst>
                </p:cNvPr>
                <p:cNvGrpSpPr>
                  <a:grpSpLocks/>
                </p:cNvGrpSpPr>
                <p:nvPr/>
              </p:nvGrpSpPr>
              <p:grpSpPr bwMode="auto">
                <a:xfrm>
                  <a:off x="803" y="3560"/>
                  <a:ext cx="49" cy="22"/>
                  <a:chOff x="803" y="3560"/>
                  <a:chExt cx="49" cy="22"/>
                </a:xfrm>
              </p:grpSpPr>
              <p:sp>
                <p:nvSpPr>
                  <p:cNvPr id="46774" name="Freeform 593">
                    <a:extLst>
                      <a:ext uri="{FF2B5EF4-FFF2-40B4-BE49-F238E27FC236}">
                        <a16:creationId xmlns:a16="http://schemas.microsoft.com/office/drawing/2014/main" id="{A7932027-26E0-3841-B816-1741D949C8D2}"/>
                      </a:ext>
                    </a:extLst>
                  </p:cNvPr>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5" name="Freeform 594">
                    <a:extLst>
                      <a:ext uri="{FF2B5EF4-FFF2-40B4-BE49-F238E27FC236}">
                        <a16:creationId xmlns:a16="http://schemas.microsoft.com/office/drawing/2014/main" id="{094C8991-802D-F44C-AA1B-4E42559AA2F5}"/>
                      </a:ext>
                    </a:extLst>
                  </p:cNvPr>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6" name="Freeform 595">
                    <a:extLst>
                      <a:ext uri="{FF2B5EF4-FFF2-40B4-BE49-F238E27FC236}">
                        <a16:creationId xmlns:a16="http://schemas.microsoft.com/office/drawing/2014/main" id="{9520F53A-7DA1-3C46-AD80-AAA6C13FA22B}"/>
                      </a:ext>
                    </a:extLst>
                  </p:cNvPr>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6" name="Group 596">
                  <a:extLst>
                    <a:ext uri="{FF2B5EF4-FFF2-40B4-BE49-F238E27FC236}">
                      <a16:creationId xmlns:a16="http://schemas.microsoft.com/office/drawing/2014/main" id="{03DFB19A-8410-914A-95FA-FE3CD2E109CB}"/>
                    </a:ext>
                  </a:extLst>
                </p:cNvPr>
                <p:cNvGrpSpPr>
                  <a:grpSpLocks/>
                </p:cNvGrpSpPr>
                <p:nvPr/>
              </p:nvGrpSpPr>
              <p:grpSpPr bwMode="auto">
                <a:xfrm>
                  <a:off x="815" y="3572"/>
                  <a:ext cx="50" cy="23"/>
                  <a:chOff x="815" y="3572"/>
                  <a:chExt cx="50" cy="23"/>
                </a:xfrm>
              </p:grpSpPr>
              <p:sp>
                <p:nvSpPr>
                  <p:cNvPr id="46771" name="Freeform 597">
                    <a:extLst>
                      <a:ext uri="{FF2B5EF4-FFF2-40B4-BE49-F238E27FC236}">
                        <a16:creationId xmlns:a16="http://schemas.microsoft.com/office/drawing/2014/main" id="{8ABA2CD8-8AC0-B24E-A16F-1BF08635878D}"/>
                      </a:ext>
                    </a:extLst>
                  </p:cNvPr>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2" name="Freeform 598">
                    <a:extLst>
                      <a:ext uri="{FF2B5EF4-FFF2-40B4-BE49-F238E27FC236}">
                        <a16:creationId xmlns:a16="http://schemas.microsoft.com/office/drawing/2014/main" id="{132A90BB-98E6-244E-ADCB-097D429A38D2}"/>
                      </a:ext>
                    </a:extLst>
                  </p:cNvPr>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3" name="Freeform 599">
                    <a:extLst>
                      <a:ext uri="{FF2B5EF4-FFF2-40B4-BE49-F238E27FC236}">
                        <a16:creationId xmlns:a16="http://schemas.microsoft.com/office/drawing/2014/main" id="{CC17707C-F599-5E46-929B-A335EBE3AE4E}"/>
                      </a:ext>
                    </a:extLst>
                  </p:cNvPr>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7" name="Group 600">
                  <a:extLst>
                    <a:ext uri="{FF2B5EF4-FFF2-40B4-BE49-F238E27FC236}">
                      <a16:creationId xmlns:a16="http://schemas.microsoft.com/office/drawing/2014/main" id="{477AA188-2390-7A4F-9F2C-8C2AC4FA88E4}"/>
                    </a:ext>
                  </a:extLst>
                </p:cNvPr>
                <p:cNvGrpSpPr>
                  <a:grpSpLocks/>
                </p:cNvGrpSpPr>
                <p:nvPr/>
              </p:nvGrpSpPr>
              <p:grpSpPr bwMode="auto">
                <a:xfrm>
                  <a:off x="828" y="3585"/>
                  <a:ext cx="49" cy="23"/>
                  <a:chOff x="828" y="3585"/>
                  <a:chExt cx="49" cy="23"/>
                </a:xfrm>
              </p:grpSpPr>
              <p:sp>
                <p:nvSpPr>
                  <p:cNvPr id="46768" name="Freeform 601">
                    <a:extLst>
                      <a:ext uri="{FF2B5EF4-FFF2-40B4-BE49-F238E27FC236}">
                        <a16:creationId xmlns:a16="http://schemas.microsoft.com/office/drawing/2014/main" id="{4D88AA97-2E7C-0343-85C3-19BFF79E60CE}"/>
                      </a:ext>
                    </a:extLst>
                  </p:cNvPr>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9" name="Freeform 602">
                    <a:extLst>
                      <a:ext uri="{FF2B5EF4-FFF2-40B4-BE49-F238E27FC236}">
                        <a16:creationId xmlns:a16="http://schemas.microsoft.com/office/drawing/2014/main" id="{AFFC3E6F-8D8B-6F4E-A529-D43F50682D98}"/>
                      </a:ext>
                    </a:extLst>
                  </p:cNvPr>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0" name="Freeform 603">
                    <a:extLst>
                      <a:ext uri="{FF2B5EF4-FFF2-40B4-BE49-F238E27FC236}">
                        <a16:creationId xmlns:a16="http://schemas.microsoft.com/office/drawing/2014/main" id="{6FF11B39-6464-5742-A735-881A1C4D19A3}"/>
                      </a:ext>
                    </a:extLst>
                  </p:cNvPr>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8" name="Group 604">
                  <a:extLst>
                    <a:ext uri="{FF2B5EF4-FFF2-40B4-BE49-F238E27FC236}">
                      <a16:creationId xmlns:a16="http://schemas.microsoft.com/office/drawing/2014/main" id="{40C83EFF-DDFF-5C44-A502-C6C727BE4446}"/>
                    </a:ext>
                  </a:extLst>
                </p:cNvPr>
                <p:cNvGrpSpPr>
                  <a:grpSpLocks/>
                </p:cNvGrpSpPr>
                <p:nvPr/>
              </p:nvGrpSpPr>
              <p:grpSpPr bwMode="auto">
                <a:xfrm>
                  <a:off x="840" y="3600"/>
                  <a:ext cx="100" cy="73"/>
                  <a:chOff x="840" y="3600"/>
                  <a:chExt cx="100" cy="73"/>
                </a:xfrm>
              </p:grpSpPr>
              <p:grpSp>
                <p:nvGrpSpPr>
                  <p:cNvPr id="46748" name="Group 605">
                    <a:extLst>
                      <a:ext uri="{FF2B5EF4-FFF2-40B4-BE49-F238E27FC236}">
                        <a16:creationId xmlns:a16="http://schemas.microsoft.com/office/drawing/2014/main" id="{52FA545A-D1B5-5548-B4BD-2A44E5227E80}"/>
                      </a:ext>
                    </a:extLst>
                  </p:cNvPr>
                  <p:cNvGrpSpPr>
                    <a:grpSpLocks/>
                  </p:cNvGrpSpPr>
                  <p:nvPr/>
                </p:nvGrpSpPr>
                <p:grpSpPr bwMode="auto">
                  <a:xfrm>
                    <a:off x="840" y="3600"/>
                    <a:ext cx="49" cy="23"/>
                    <a:chOff x="840" y="3600"/>
                    <a:chExt cx="49" cy="23"/>
                  </a:xfrm>
                </p:grpSpPr>
                <p:sp>
                  <p:nvSpPr>
                    <p:cNvPr id="46765" name="Freeform 606">
                      <a:extLst>
                        <a:ext uri="{FF2B5EF4-FFF2-40B4-BE49-F238E27FC236}">
                          <a16:creationId xmlns:a16="http://schemas.microsoft.com/office/drawing/2014/main" id="{185CBF74-81EC-5D42-A0D5-B70CD26D5499}"/>
                        </a:ext>
                      </a:extLst>
                    </p:cNvPr>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6" name="Freeform 607">
                      <a:extLst>
                        <a:ext uri="{FF2B5EF4-FFF2-40B4-BE49-F238E27FC236}">
                          <a16:creationId xmlns:a16="http://schemas.microsoft.com/office/drawing/2014/main" id="{F544F372-ABAD-9B4A-8209-0DA83E1C0D63}"/>
                        </a:ext>
                      </a:extLst>
                    </p:cNvPr>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7" name="Freeform 608">
                      <a:extLst>
                        <a:ext uri="{FF2B5EF4-FFF2-40B4-BE49-F238E27FC236}">
                          <a16:creationId xmlns:a16="http://schemas.microsoft.com/office/drawing/2014/main" id="{35097789-A481-5D40-897C-94361D843898}"/>
                        </a:ext>
                      </a:extLst>
                    </p:cNvPr>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49" name="Group 609">
                    <a:extLst>
                      <a:ext uri="{FF2B5EF4-FFF2-40B4-BE49-F238E27FC236}">
                        <a16:creationId xmlns:a16="http://schemas.microsoft.com/office/drawing/2014/main" id="{1C52DACA-A635-2D47-B9EC-49826611583E}"/>
                      </a:ext>
                    </a:extLst>
                  </p:cNvPr>
                  <p:cNvGrpSpPr>
                    <a:grpSpLocks/>
                  </p:cNvGrpSpPr>
                  <p:nvPr/>
                </p:nvGrpSpPr>
                <p:grpSpPr bwMode="auto">
                  <a:xfrm>
                    <a:off x="853" y="3612"/>
                    <a:ext cx="48" cy="23"/>
                    <a:chOff x="853" y="3612"/>
                    <a:chExt cx="48" cy="23"/>
                  </a:xfrm>
                </p:grpSpPr>
                <p:sp>
                  <p:nvSpPr>
                    <p:cNvPr id="46762" name="Freeform 610">
                      <a:extLst>
                        <a:ext uri="{FF2B5EF4-FFF2-40B4-BE49-F238E27FC236}">
                          <a16:creationId xmlns:a16="http://schemas.microsoft.com/office/drawing/2014/main" id="{27A3CE29-A17A-FD45-8B29-AB9F3F80F45C}"/>
                        </a:ext>
                      </a:extLst>
                    </p:cNvPr>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3" name="Freeform 611">
                      <a:extLst>
                        <a:ext uri="{FF2B5EF4-FFF2-40B4-BE49-F238E27FC236}">
                          <a16:creationId xmlns:a16="http://schemas.microsoft.com/office/drawing/2014/main" id="{A10ABBBE-3661-124C-8CEA-24D7E96FF59B}"/>
                        </a:ext>
                      </a:extLst>
                    </p:cNvPr>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4" name="Freeform 612">
                      <a:extLst>
                        <a:ext uri="{FF2B5EF4-FFF2-40B4-BE49-F238E27FC236}">
                          <a16:creationId xmlns:a16="http://schemas.microsoft.com/office/drawing/2014/main" id="{3EB563BF-6BEB-3E47-BC72-91BD9FF85D18}"/>
                        </a:ext>
                      </a:extLst>
                    </p:cNvPr>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50" name="Group 613">
                    <a:extLst>
                      <a:ext uri="{FF2B5EF4-FFF2-40B4-BE49-F238E27FC236}">
                        <a16:creationId xmlns:a16="http://schemas.microsoft.com/office/drawing/2014/main" id="{F2AC9741-9429-EE4D-9EC9-E6C3C83D2C51}"/>
                      </a:ext>
                    </a:extLst>
                  </p:cNvPr>
                  <p:cNvGrpSpPr>
                    <a:grpSpLocks/>
                  </p:cNvGrpSpPr>
                  <p:nvPr/>
                </p:nvGrpSpPr>
                <p:grpSpPr bwMode="auto">
                  <a:xfrm>
                    <a:off x="865" y="3625"/>
                    <a:ext cx="49" cy="23"/>
                    <a:chOff x="865" y="3625"/>
                    <a:chExt cx="49" cy="23"/>
                  </a:xfrm>
                </p:grpSpPr>
                <p:sp>
                  <p:nvSpPr>
                    <p:cNvPr id="46759" name="Freeform 614">
                      <a:extLst>
                        <a:ext uri="{FF2B5EF4-FFF2-40B4-BE49-F238E27FC236}">
                          <a16:creationId xmlns:a16="http://schemas.microsoft.com/office/drawing/2014/main" id="{C9BD5BA3-E7D9-004D-9907-A071E2818A54}"/>
                        </a:ext>
                      </a:extLst>
                    </p:cNvPr>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0" name="Freeform 615">
                      <a:extLst>
                        <a:ext uri="{FF2B5EF4-FFF2-40B4-BE49-F238E27FC236}">
                          <a16:creationId xmlns:a16="http://schemas.microsoft.com/office/drawing/2014/main" id="{5B72542D-E00C-4144-A584-3E63F6B2C6CA}"/>
                        </a:ext>
                      </a:extLst>
                    </p:cNvPr>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1" name="Freeform 616">
                      <a:extLst>
                        <a:ext uri="{FF2B5EF4-FFF2-40B4-BE49-F238E27FC236}">
                          <a16:creationId xmlns:a16="http://schemas.microsoft.com/office/drawing/2014/main" id="{DC0FD911-8A49-8745-8C37-5E06A2ABB23D}"/>
                        </a:ext>
                      </a:extLst>
                    </p:cNvPr>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51" name="Group 617">
                    <a:extLst>
                      <a:ext uri="{FF2B5EF4-FFF2-40B4-BE49-F238E27FC236}">
                        <a16:creationId xmlns:a16="http://schemas.microsoft.com/office/drawing/2014/main" id="{7DB4E70F-9CA9-2046-8835-D5ACE017C9B3}"/>
                      </a:ext>
                    </a:extLst>
                  </p:cNvPr>
                  <p:cNvGrpSpPr>
                    <a:grpSpLocks/>
                  </p:cNvGrpSpPr>
                  <p:nvPr/>
                </p:nvGrpSpPr>
                <p:grpSpPr bwMode="auto">
                  <a:xfrm>
                    <a:off x="878" y="3638"/>
                    <a:ext cx="49" cy="22"/>
                    <a:chOff x="878" y="3638"/>
                    <a:chExt cx="49" cy="22"/>
                  </a:xfrm>
                </p:grpSpPr>
                <p:sp>
                  <p:nvSpPr>
                    <p:cNvPr id="46756" name="Freeform 618">
                      <a:extLst>
                        <a:ext uri="{FF2B5EF4-FFF2-40B4-BE49-F238E27FC236}">
                          <a16:creationId xmlns:a16="http://schemas.microsoft.com/office/drawing/2014/main" id="{4E46515A-1D2A-E44A-A822-468005738EAB}"/>
                        </a:ext>
                      </a:extLst>
                    </p:cNvPr>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7" name="Freeform 619">
                      <a:extLst>
                        <a:ext uri="{FF2B5EF4-FFF2-40B4-BE49-F238E27FC236}">
                          <a16:creationId xmlns:a16="http://schemas.microsoft.com/office/drawing/2014/main" id="{37A9A2F7-E4E8-374E-AAED-660197AA8CEB}"/>
                        </a:ext>
                      </a:extLst>
                    </p:cNvPr>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8" name="Freeform 620">
                      <a:extLst>
                        <a:ext uri="{FF2B5EF4-FFF2-40B4-BE49-F238E27FC236}">
                          <a16:creationId xmlns:a16="http://schemas.microsoft.com/office/drawing/2014/main" id="{8B0A2A85-5C2C-F343-8F76-65A4AFB1AC42}"/>
                        </a:ext>
                      </a:extLst>
                    </p:cNvPr>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52" name="Group 621">
                    <a:extLst>
                      <a:ext uri="{FF2B5EF4-FFF2-40B4-BE49-F238E27FC236}">
                        <a16:creationId xmlns:a16="http://schemas.microsoft.com/office/drawing/2014/main" id="{FD5AAAC2-CAEA-F847-94C7-8DF70C3B7A03}"/>
                      </a:ext>
                    </a:extLst>
                  </p:cNvPr>
                  <p:cNvGrpSpPr>
                    <a:grpSpLocks/>
                  </p:cNvGrpSpPr>
                  <p:nvPr/>
                </p:nvGrpSpPr>
                <p:grpSpPr bwMode="auto">
                  <a:xfrm>
                    <a:off x="890" y="3651"/>
                    <a:ext cx="50" cy="22"/>
                    <a:chOff x="890" y="3651"/>
                    <a:chExt cx="50" cy="22"/>
                  </a:xfrm>
                </p:grpSpPr>
                <p:sp>
                  <p:nvSpPr>
                    <p:cNvPr id="46753" name="Freeform 622">
                      <a:extLst>
                        <a:ext uri="{FF2B5EF4-FFF2-40B4-BE49-F238E27FC236}">
                          <a16:creationId xmlns:a16="http://schemas.microsoft.com/office/drawing/2014/main" id="{A1909B39-EBF7-D84B-A95C-4A9738D6EFC5}"/>
                        </a:ext>
                      </a:extLst>
                    </p:cNvPr>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4" name="Freeform 623">
                      <a:extLst>
                        <a:ext uri="{FF2B5EF4-FFF2-40B4-BE49-F238E27FC236}">
                          <a16:creationId xmlns:a16="http://schemas.microsoft.com/office/drawing/2014/main" id="{5831E923-2757-BA46-B4D9-6319F999B7FB}"/>
                        </a:ext>
                      </a:extLst>
                    </p:cNvPr>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5" name="Freeform 624">
                      <a:extLst>
                        <a:ext uri="{FF2B5EF4-FFF2-40B4-BE49-F238E27FC236}">
                          <a16:creationId xmlns:a16="http://schemas.microsoft.com/office/drawing/2014/main" id="{BB7F71A9-4148-124E-A871-054C417A433A}"/>
                        </a:ext>
                      </a:extLst>
                    </p:cNvPr>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29" name="Group 625">
                  <a:extLst>
                    <a:ext uri="{FF2B5EF4-FFF2-40B4-BE49-F238E27FC236}">
                      <a16:creationId xmlns:a16="http://schemas.microsoft.com/office/drawing/2014/main" id="{F7C5F019-B6FA-F645-920D-55EEBC4B99E8}"/>
                    </a:ext>
                  </a:extLst>
                </p:cNvPr>
                <p:cNvGrpSpPr>
                  <a:grpSpLocks/>
                </p:cNvGrpSpPr>
                <p:nvPr/>
              </p:nvGrpSpPr>
              <p:grpSpPr bwMode="auto">
                <a:xfrm>
                  <a:off x="903" y="3665"/>
                  <a:ext cx="99" cy="74"/>
                  <a:chOff x="903" y="3665"/>
                  <a:chExt cx="99" cy="74"/>
                </a:xfrm>
              </p:grpSpPr>
              <p:grpSp>
                <p:nvGrpSpPr>
                  <p:cNvPr id="46728" name="Group 626">
                    <a:extLst>
                      <a:ext uri="{FF2B5EF4-FFF2-40B4-BE49-F238E27FC236}">
                        <a16:creationId xmlns:a16="http://schemas.microsoft.com/office/drawing/2014/main" id="{D35236CF-8678-3A44-89DB-85CA1592EF15}"/>
                      </a:ext>
                    </a:extLst>
                  </p:cNvPr>
                  <p:cNvGrpSpPr>
                    <a:grpSpLocks/>
                  </p:cNvGrpSpPr>
                  <p:nvPr/>
                </p:nvGrpSpPr>
                <p:grpSpPr bwMode="auto">
                  <a:xfrm>
                    <a:off x="903" y="3665"/>
                    <a:ext cx="49" cy="23"/>
                    <a:chOff x="903" y="3665"/>
                    <a:chExt cx="49" cy="23"/>
                  </a:xfrm>
                </p:grpSpPr>
                <p:sp>
                  <p:nvSpPr>
                    <p:cNvPr id="46745" name="Freeform 627">
                      <a:extLst>
                        <a:ext uri="{FF2B5EF4-FFF2-40B4-BE49-F238E27FC236}">
                          <a16:creationId xmlns:a16="http://schemas.microsoft.com/office/drawing/2014/main" id="{9746007A-4D42-044F-A46C-44A605A72344}"/>
                        </a:ext>
                      </a:extLst>
                    </p:cNvPr>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6" name="Freeform 628">
                      <a:extLst>
                        <a:ext uri="{FF2B5EF4-FFF2-40B4-BE49-F238E27FC236}">
                          <a16:creationId xmlns:a16="http://schemas.microsoft.com/office/drawing/2014/main" id="{D97D8247-2E73-BF44-A4FB-BCEB97174F93}"/>
                        </a:ext>
                      </a:extLst>
                    </p:cNvPr>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7" name="Freeform 629">
                      <a:extLst>
                        <a:ext uri="{FF2B5EF4-FFF2-40B4-BE49-F238E27FC236}">
                          <a16:creationId xmlns:a16="http://schemas.microsoft.com/office/drawing/2014/main" id="{1AA7B893-3E2A-194E-B98B-CA759075C8E0}"/>
                        </a:ext>
                      </a:extLst>
                    </p:cNvPr>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29" name="Group 630">
                    <a:extLst>
                      <a:ext uri="{FF2B5EF4-FFF2-40B4-BE49-F238E27FC236}">
                        <a16:creationId xmlns:a16="http://schemas.microsoft.com/office/drawing/2014/main" id="{525DCE82-DA7A-9247-8DC5-9E1215DE98E9}"/>
                      </a:ext>
                    </a:extLst>
                  </p:cNvPr>
                  <p:cNvGrpSpPr>
                    <a:grpSpLocks/>
                  </p:cNvGrpSpPr>
                  <p:nvPr/>
                </p:nvGrpSpPr>
                <p:grpSpPr bwMode="auto">
                  <a:xfrm>
                    <a:off x="914" y="3678"/>
                    <a:ext cx="49" cy="23"/>
                    <a:chOff x="914" y="3678"/>
                    <a:chExt cx="49" cy="23"/>
                  </a:xfrm>
                </p:grpSpPr>
                <p:sp>
                  <p:nvSpPr>
                    <p:cNvPr id="46742" name="Freeform 631">
                      <a:extLst>
                        <a:ext uri="{FF2B5EF4-FFF2-40B4-BE49-F238E27FC236}">
                          <a16:creationId xmlns:a16="http://schemas.microsoft.com/office/drawing/2014/main" id="{BE05769F-50EF-8A44-A494-058A2F03CD8A}"/>
                        </a:ext>
                      </a:extLst>
                    </p:cNvPr>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3" name="Freeform 632">
                      <a:extLst>
                        <a:ext uri="{FF2B5EF4-FFF2-40B4-BE49-F238E27FC236}">
                          <a16:creationId xmlns:a16="http://schemas.microsoft.com/office/drawing/2014/main" id="{7DD708D6-8883-8145-8370-FC5478D69B38}"/>
                        </a:ext>
                      </a:extLst>
                    </p:cNvPr>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4" name="Freeform 633">
                      <a:extLst>
                        <a:ext uri="{FF2B5EF4-FFF2-40B4-BE49-F238E27FC236}">
                          <a16:creationId xmlns:a16="http://schemas.microsoft.com/office/drawing/2014/main" id="{8BDB085F-EE2C-E14C-AE1F-497ADEDB76C4}"/>
                        </a:ext>
                      </a:extLst>
                    </p:cNvPr>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30" name="Group 634">
                    <a:extLst>
                      <a:ext uri="{FF2B5EF4-FFF2-40B4-BE49-F238E27FC236}">
                        <a16:creationId xmlns:a16="http://schemas.microsoft.com/office/drawing/2014/main" id="{AEC03D59-ECA7-4A46-9357-FB66F6202072}"/>
                      </a:ext>
                    </a:extLst>
                  </p:cNvPr>
                  <p:cNvGrpSpPr>
                    <a:grpSpLocks/>
                  </p:cNvGrpSpPr>
                  <p:nvPr/>
                </p:nvGrpSpPr>
                <p:grpSpPr bwMode="auto">
                  <a:xfrm>
                    <a:off x="928" y="3690"/>
                    <a:ext cx="48" cy="23"/>
                    <a:chOff x="928" y="3690"/>
                    <a:chExt cx="48" cy="23"/>
                  </a:xfrm>
                </p:grpSpPr>
                <p:sp>
                  <p:nvSpPr>
                    <p:cNvPr id="46739" name="Freeform 635">
                      <a:extLst>
                        <a:ext uri="{FF2B5EF4-FFF2-40B4-BE49-F238E27FC236}">
                          <a16:creationId xmlns:a16="http://schemas.microsoft.com/office/drawing/2014/main" id="{A20560E5-3BB7-A542-A3E4-B0447D0B3948}"/>
                        </a:ext>
                      </a:extLst>
                    </p:cNvPr>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0" name="Freeform 636">
                      <a:extLst>
                        <a:ext uri="{FF2B5EF4-FFF2-40B4-BE49-F238E27FC236}">
                          <a16:creationId xmlns:a16="http://schemas.microsoft.com/office/drawing/2014/main" id="{EE861B7C-F60D-0440-AFEA-12892977FC31}"/>
                        </a:ext>
                      </a:extLst>
                    </p:cNvPr>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1" name="Freeform 637">
                      <a:extLst>
                        <a:ext uri="{FF2B5EF4-FFF2-40B4-BE49-F238E27FC236}">
                          <a16:creationId xmlns:a16="http://schemas.microsoft.com/office/drawing/2014/main" id="{72CFE2D5-9820-B049-BB01-C6B13BF86750}"/>
                        </a:ext>
                      </a:extLst>
                    </p:cNvPr>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31" name="Group 638">
                    <a:extLst>
                      <a:ext uri="{FF2B5EF4-FFF2-40B4-BE49-F238E27FC236}">
                        <a16:creationId xmlns:a16="http://schemas.microsoft.com/office/drawing/2014/main" id="{FA360860-4C8D-B441-B029-8210F99098CF}"/>
                      </a:ext>
                    </a:extLst>
                  </p:cNvPr>
                  <p:cNvGrpSpPr>
                    <a:grpSpLocks/>
                  </p:cNvGrpSpPr>
                  <p:nvPr/>
                </p:nvGrpSpPr>
                <p:grpSpPr bwMode="auto">
                  <a:xfrm>
                    <a:off x="940" y="3703"/>
                    <a:ext cx="49" cy="23"/>
                    <a:chOff x="940" y="3703"/>
                    <a:chExt cx="49" cy="23"/>
                  </a:xfrm>
                </p:grpSpPr>
                <p:sp>
                  <p:nvSpPr>
                    <p:cNvPr id="46736" name="Freeform 639">
                      <a:extLst>
                        <a:ext uri="{FF2B5EF4-FFF2-40B4-BE49-F238E27FC236}">
                          <a16:creationId xmlns:a16="http://schemas.microsoft.com/office/drawing/2014/main" id="{0CE65992-4A15-CE4B-9FD7-DCB6ED5A53E5}"/>
                        </a:ext>
                      </a:extLst>
                    </p:cNvPr>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7" name="Freeform 640">
                      <a:extLst>
                        <a:ext uri="{FF2B5EF4-FFF2-40B4-BE49-F238E27FC236}">
                          <a16:creationId xmlns:a16="http://schemas.microsoft.com/office/drawing/2014/main" id="{BD128ED5-78E8-E84F-AFAB-7825BA9A169E}"/>
                        </a:ext>
                      </a:extLst>
                    </p:cNvPr>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8" name="Freeform 641">
                      <a:extLst>
                        <a:ext uri="{FF2B5EF4-FFF2-40B4-BE49-F238E27FC236}">
                          <a16:creationId xmlns:a16="http://schemas.microsoft.com/office/drawing/2014/main" id="{3D13161B-52F0-DA45-A5CF-D6756345D8CE}"/>
                        </a:ext>
                      </a:extLst>
                    </p:cNvPr>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32" name="Group 642">
                    <a:extLst>
                      <a:ext uri="{FF2B5EF4-FFF2-40B4-BE49-F238E27FC236}">
                        <a16:creationId xmlns:a16="http://schemas.microsoft.com/office/drawing/2014/main" id="{0E1E7A48-A0BF-AC4B-9BCF-B05CF0725CE6}"/>
                      </a:ext>
                    </a:extLst>
                  </p:cNvPr>
                  <p:cNvGrpSpPr>
                    <a:grpSpLocks/>
                  </p:cNvGrpSpPr>
                  <p:nvPr/>
                </p:nvGrpSpPr>
                <p:grpSpPr bwMode="auto">
                  <a:xfrm>
                    <a:off x="953" y="3716"/>
                    <a:ext cx="49" cy="23"/>
                    <a:chOff x="953" y="3716"/>
                    <a:chExt cx="49" cy="23"/>
                  </a:xfrm>
                </p:grpSpPr>
                <p:sp>
                  <p:nvSpPr>
                    <p:cNvPr id="46733" name="Freeform 643">
                      <a:extLst>
                        <a:ext uri="{FF2B5EF4-FFF2-40B4-BE49-F238E27FC236}">
                          <a16:creationId xmlns:a16="http://schemas.microsoft.com/office/drawing/2014/main" id="{639BF81C-6383-2646-A347-B25CC89C178C}"/>
                        </a:ext>
                      </a:extLst>
                    </p:cNvPr>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4" name="Freeform 644">
                      <a:extLst>
                        <a:ext uri="{FF2B5EF4-FFF2-40B4-BE49-F238E27FC236}">
                          <a16:creationId xmlns:a16="http://schemas.microsoft.com/office/drawing/2014/main" id="{C06A2292-1909-D943-9402-3B48BA52B15F}"/>
                        </a:ext>
                      </a:extLst>
                    </p:cNvPr>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5" name="Freeform 645">
                      <a:extLst>
                        <a:ext uri="{FF2B5EF4-FFF2-40B4-BE49-F238E27FC236}">
                          <a16:creationId xmlns:a16="http://schemas.microsoft.com/office/drawing/2014/main" id="{BCA27ACD-2394-684F-8CFE-BFCD2CC19456}"/>
                        </a:ext>
                      </a:extLst>
                    </p:cNvPr>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30" name="Group 646">
                  <a:extLst>
                    <a:ext uri="{FF2B5EF4-FFF2-40B4-BE49-F238E27FC236}">
                      <a16:creationId xmlns:a16="http://schemas.microsoft.com/office/drawing/2014/main" id="{DEEB4462-2A6A-3946-B64E-84CE34571FB6}"/>
                    </a:ext>
                  </a:extLst>
                </p:cNvPr>
                <p:cNvGrpSpPr>
                  <a:grpSpLocks/>
                </p:cNvGrpSpPr>
                <p:nvPr/>
              </p:nvGrpSpPr>
              <p:grpSpPr bwMode="auto">
                <a:xfrm>
                  <a:off x="963" y="3727"/>
                  <a:ext cx="49" cy="23"/>
                  <a:chOff x="963" y="3727"/>
                  <a:chExt cx="49" cy="23"/>
                </a:xfrm>
              </p:grpSpPr>
              <p:sp>
                <p:nvSpPr>
                  <p:cNvPr id="46725" name="Freeform 647">
                    <a:extLst>
                      <a:ext uri="{FF2B5EF4-FFF2-40B4-BE49-F238E27FC236}">
                        <a16:creationId xmlns:a16="http://schemas.microsoft.com/office/drawing/2014/main" id="{574E745B-45BA-0846-8BBF-849CAE21D4B4}"/>
                      </a:ext>
                    </a:extLst>
                  </p:cNvPr>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6" name="Freeform 648">
                    <a:extLst>
                      <a:ext uri="{FF2B5EF4-FFF2-40B4-BE49-F238E27FC236}">
                        <a16:creationId xmlns:a16="http://schemas.microsoft.com/office/drawing/2014/main" id="{B72E8366-AA48-2443-8345-A647B197D9F4}"/>
                      </a:ext>
                    </a:extLst>
                  </p:cNvPr>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7" name="Freeform 649">
                    <a:extLst>
                      <a:ext uri="{FF2B5EF4-FFF2-40B4-BE49-F238E27FC236}">
                        <a16:creationId xmlns:a16="http://schemas.microsoft.com/office/drawing/2014/main" id="{F3A57A8A-23F3-0A46-BB6E-F0754E9C3476}"/>
                      </a:ext>
                    </a:extLst>
                  </p:cNvPr>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1" name="Group 650">
                  <a:extLst>
                    <a:ext uri="{FF2B5EF4-FFF2-40B4-BE49-F238E27FC236}">
                      <a16:creationId xmlns:a16="http://schemas.microsoft.com/office/drawing/2014/main" id="{BAE7D07D-A3BC-034E-A177-ED2F261FA50A}"/>
                    </a:ext>
                  </a:extLst>
                </p:cNvPr>
                <p:cNvGrpSpPr>
                  <a:grpSpLocks/>
                </p:cNvGrpSpPr>
                <p:nvPr/>
              </p:nvGrpSpPr>
              <p:grpSpPr bwMode="auto">
                <a:xfrm>
                  <a:off x="976" y="3740"/>
                  <a:ext cx="50" cy="22"/>
                  <a:chOff x="976" y="3740"/>
                  <a:chExt cx="50" cy="22"/>
                </a:xfrm>
              </p:grpSpPr>
              <p:sp>
                <p:nvSpPr>
                  <p:cNvPr id="46722" name="Freeform 651">
                    <a:extLst>
                      <a:ext uri="{FF2B5EF4-FFF2-40B4-BE49-F238E27FC236}">
                        <a16:creationId xmlns:a16="http://schemas.microsoft.com/office/drawing/2014/main" id="{40D8A6E0-0AE2-FF41-A1D4-8F0D155014C8}"/>
                      </a:ext>
                    </a:extLst>
                  </p:cNvPr>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3" name="Freeform 652">
                    <a:extLst>
                      <a:ext uri="{FF2B5EF4-FFF2-40B4-BE49-F238E27FC236}">
                        <a16:creationId xmlns:a16="http://schemas.microsoft.com/office/drawing/2014/main" id="{7D90707F-68CE-114E-9DF5-C1BD1EF1A00C}"/>
                      </a:ext>
                    </a:extLst>
                  </p:cNvPr>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4" name="Freeform 653">
                    <a:extLst>
                      <a:ext uri="{FF2B5EF4-FFF2-40B4-BE49-F238E27FC236}">
                        <a16:creationId xmlns:a16="http://schemas.microsoft.com/office/drawing/2014/main" id="{871BAD48-4F98-6043-B391-E1E4C56C4940}"/>
                      </a:ext>
                    </a:extLst>
                  </p:cNvPr>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2" name="Group 654">
                  <a:extLst>
                    <a:ext uri="{FF2B5EF4-FFF2-40B4-BE49-F238E27FC236}">
                      <a16:creationId xmlns:a16="http://schemas.microsoft.com/office/drawing/2014/main" id="{B5D8E841-4207-BF45-B81A-6EB2E3E20974}"/>
                    </a:ext>
                  </a:extLst>
                </p:cNvPr>
                <p:cNvGrpSpPr>
                  <a:grpSpLocks/>
                </p:cNvGrpSpPr>
                <p:nvPr/>
              </p:nvGrpSpPr>
              <p:grpSpPr bwMode="auto">
                <a:xfrm>
                  <a:off x="761" y="3560"/>
                  <a:ext cx="50" cy="22"/>
                  <a:chOff x="761" y="3560"/>
                  <a:chExt cx="50" cy="22"/>
                </a:xfrm>
              </p:grpSpPr>
              <p:sp>
                <p:nvSpPr>
                  <p:cNvPr id="46719" name="Freeform 655">
                    <a:extLst>
                      <a:ext uri="{FF2B5EF4-FFF2-40B4-BE49-F238E27FC236}">
                        <a16:creationId xmlns:a16="http://schemas.microsoft.com/office/drawing/2014/main" id="{0403A51C-8E27-4348-8D53-109EBDCD985C}"/>
                      </a:ext>
                    </a:extLst>
                  </p:cNvPr>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0" name="Freeform 656">
                    <a:extLst>
                      <a:ext uri="{FF2B5EF4-FFF2-40B4-BE49-F238E27FC236}">
                        <a16:creationId xmlns:a16="http://schemas.microsoft.com/office/drawing/2014/main" id="{C324313A-7969-6248-A158-254FE0DFBE2E}"/>
                      </a:ext>
                    </a:extLst>
                  </p:cNvPr>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1" name="Freeform 657">
                    <a:extLst>
                      <a:ext uri="{FF2B5EF4-FFF2-40B4-BE49-F238E27FC236}">
                        <a16:creationId xmlns:a16="http://schemas.microsoft.com/office/drawing/2014/main" id="{BA033EC0-3D55-6F4D-838F-F6BD15C1DCDA}"/>
                      </a:ext>
                    </a:extLst>
                  </p:cNvPr>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3" name="Group 658">
                  <a:extLst>
                    <a:ext uri="{FF2B5EF4-FFF2-40B4-BE49-F238E27FC236}">
                      <a16:creationId xmlns:a16="http://schemas.microsoft.com/office/drawing/2014/main" id="{95DBF2A0-FDE7-5C46-9773-D1E79BB5E6FE}"/>
                    </a:ext>
                  </a:extLst>
                </p:cNvPr>
                <p:cNvGrpSpPr>
                  <a:grpSpLocks/>
                </p:cNvGrpSpPr>
                <p:nvPr/>
              </p:nvGrpSpPr>
              <p:grpSpPr bwMode="auto">
                <a:xfrm>
                  <a:off x="774" y="3572"/>
                  <a:ext cx="49" cy="23"/>
                  <a:chOff x="774" y="3572"/>
                  <a:chExt cx="49" cy="23"/>
                </a:xfrm>
              </p:grpSpPr>
              <p:sp>
                <p:nvSpPr>
                  <p:cNvPr id="46716" name="Freeform 659">
                    <a:extLst>
                      <a:ext uri="{FF2B5EF4-FFF2-40B4-BE49-F238E27FC236}">
                        <a16:creationId xmlns:a16="http://schemas.microsoft.com/office/drawing/2014/main" id="{DB189192-76AF-864D-9682-8D1C2E8624AA}"/>
                      </a:ext>
                    </a:extLst>
                  </p:cNvPr>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7" name="Freeform 660">
                    <a:extLst>
                      <a:ext uri="{FF2B5EF4-FFF2-40B4-BE49-F238E27FC236}">
                        <a16:creationId xmlns:a16="http://schemas.microsoft.com/office/drawing/2014/main" id="{8078B11A-C3EA-A74E-A199-748BD142C465}"/>
                      </a:ext>
                    </a:extLst>
                  </p:cNvPr>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8" name="Freeform 661">
                    <a:extLst>
                      <a:ext uri="{FF2B5EF4-FFF2-40B4-BE49-F238E27FC236}">
                        <a16:creationId xmlns:a16="http://schemas.microsoft.com/office/drawing/2014/main" id="{E775898B-2C9E-CE46-B73F-423DDD848A41}"/>
                      </a:ext>
                    </a:extLst>
                  </p:cNvPr>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4" name="Group 662">
                  <a:extLst>
                    <a:ext uri="{FF2B5EF4-FFF2-40B4-BE49-F238E27FC236}">
                      <a16:creationId xmlns:a16="http://schemas.microsoft.com/office/drawing/2014/main" id="{4765B706-A0F1-0D4E-9344-B84CD5BAFEB4}"/>
                    </a:ext>
                  </a:extLst>
                </p:cNvPr>
                <p:cNvGrpSpPr>
                  <a:grpSpLocks/>
                </p:cNvGrpSpPr>
                <p:nvPr/>
              </p:nvGrpSpPr>
              <p:grpSpPr bwMode="auto">
                <a:xfrm>
                  <a:off x="787" y="3585"/>
                  <a:ext cx="49" cy="23"/>
                  <a:chOff x="787" y="3585"/>
                  <a:chExt cx="49" cy="23"/>
                </a:xfrm>
              </p:grpSpPr>
              <p:sp>
                <p:nvSpPr>
                  <p:cNvPr id="46713" name="Freeform 663">
                    <a:extLst>
                      <a:ext uri="{FF2B5EF4-FFF2-40B4-BE49-F238E27FC236}">
                        <a16:creationId xmlns:a16="http://schemas.microsoft.com/office/drawing/2014/main" id="{7F0A48DD-9641-0D41-A95E-5AD3B1FCA636}"/>
                      </a:ext>
                    </a:extLst>
                  </p:cNvPr>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4" name="Freeform 664">
                    <a:extLst>
                      <a:ext uri="{FF2B5EF4-FFF2-40B4-BE49-F238E27FC236}">
                        <a16:creationId xmlns:a16="http://schemas.microsoft.com/office/drawing/2014/main" id="{74C4E352-C413-2C41-813F-43F3ADFC09C8}"/>
                      </a:ext>
                    </a:extLst>
                  </p:cNvPr>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5" name="Freeform 665">
                    <a:extLst>
                      <a:ext uri="{FF2B5EF4-FFF2-40B4-BE49-F238E27FC236}">
                        <a16:creationId xmlns:a16="http://schemas.microsoft.com/office/drawing/2014/main" id="{18C718F2-E4A6-CF41-90D1-E22AFECBD2CF}"/>
                      </a:ext>
                    </a:extLst>
                  </p:cNvPr>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5" name="Group 666">
                  <a:extLst>
                    <a:ext uri="{FF2B5EF4-FFF2-40B4-BE49-F238E27FC236}">
                      <a16:creationId xmlns:a16="http://schemas.microsoft.com/office/drawing/2014/main" id="{3DC48CE3-F6D9-9543-B0B0-C19A3AA050EA}"/>
                    </a:ext>
                  </a:extLst>
                </p:cNvPr>
                <p:cNvGrpSpPr>
                  <a:grpSpLocks/>
                </p:cNvGrpSpPr>
                <p:nvPr/>
              </p:nvGrpSpPr>
              <p:grpSpPr bwMode="auto">
                <a:xfrm>
                  <a:off x="799" y="3600"/>
                  <a:ext cx="99" cy="73"/>
                  <a:chOff x="799" y="3600"/>
                  <a:chExt cx="99" cy="73"/>
                </a:xfrm>
              </p:grpSpPr>
              <p:grpSp>
                <p:nvGrpSpPr>
                  <p:cNvPr id="46693" name="Group 667">
                    <a:extLst>
                      <a:ext uri="{FF2B5EF4-FFF2-40B4-BE49-F238E27FC236}">
                        <a16:creationId xmlns:a16="http://schemas.microsoft.com/office/drawing/2014/main" id="{F203AF4A-27D5-7B42-8A75-B84DF703E941}"/>
                      </a:ext>
                    </a:extLst>
                  </p:cNvPr>
                  <p:cNvGrpSpPr>
                    <a:grpSpLocks/>
                  </p:cNvGrpSpPr>
                  <p:nvPr/>
                </p:nvGrpSpPr>
                <p:grpSpPr bwMode="auto">
                  <a:xfrm>
                    <a:off x="799" y="3600"/>
                    <a:ext cx="48" cy="23"/>
                    <a:chOff x="799" y="3600"/>
                    <a:chExt cx="48" cy="23"/>
                  </a:xfrm>
                </p:grpSpPr>
                <p:sp>
                  <p:nvSpPr>
                    <p:cNvPr id="46710" name="Freeform 668">
                      <a:extLst>
                        <a:ext uri="{FF2B5EF4-FFF2-40B4-BE49-F238E27FC236}">
                          <a16:creationId xmlns:a16="http://schemas.microsoft.com/office/drawing/2014/main" id="{E57F7072-27D7-814F-90CE-9B140A13A3E7}"/>
                        </a:ext>
                      </a:extLst>
                    </p:cNvPr>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1" name="Freeform 669">
                      <a:extLst>
                        <a:ext uri="{FF2B5EF4-FFF2-40B4-BE49-F238E27FC236}">
                          <a16:creationId xmlns:a16="http://schemas.microsoft.com/office/drawing/2014/main" id="{686F8704-B1ED-2749-94DF-C8BDBB338A88}"/>
                        </a:ext>
                      </a:extLst>
                    </p:cNvPr>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2" name="Freeform 670">
                      <a:extLst>
                        <a:ext uri="{FF2B5EF4-FFF2-40B4-BE49-F238E27FC236}">
                          <a16:creationId xmlns:a16="http://schemas.microsoft.com/office/drawing/2014/main" id="{8DD22100-D681-9641-BD33-88A03839B288}"/>
                        </a:ext>
                      </a:extLst>
                    </p:cNvPr>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4" name="Group 671">
                    <a:extLst>
                      <a:ext uri="{FF2B5EF4-FFF2-40B4-BE49-F238E27FC236}">
                        <a16:creationId xmlns:a16="http://schemas.microsoft.com/office/drawing/2014/main" id="{6BC5EA6E-A81D-304A-AE88-F6452E7F876A}"/>
                      </a:ext>
                    </a:extLst>
                  </p:cNvPr>
                  <p:cNvGrpSpPr>
                    <a:grpSpLocks/>
                  </p:cNvGrpSpPr>
                  <p:nvPr/>
                </p:nvGrpSpPr>
                <p:grpSpPr bwMode="auto">
                  <a:xfrm>
                    <a:off x="811" y="3612"/>
                    <a:ext cx="48" cy="23"/>
                    <a:chOff x="811" y="3612"/>
                    <a:chExt cx="48" cy="23"/>
                  </a:xfrm>
                </p:grpSpPr>
                <p:sp>
                  <p:nvSpPr>
                    <p:cNvPr id="46707" name="Freeform 672">
                      <a:extLst>
                        <a:ext uri="{FF2B5EF4-FFF2-40B4-BE49-F238E27FC236}">
                          <a16:creationId xmlns:a16="http://schemas.microsoft.com/office/drawing/2014/main" id="{984A4603-DE7B-E645-8B40-F7ABE9915166}"/>
                        </a:ext>
                      </a:extLst>
                    </p:cNvPr>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8" name="Freeform 673">
                      <a:extLst>
                        <a:ext uri="{FF2B5EF4-FFF2-40B4-BE49-F238E27FC236}">
                          <a16:creationId xmlns:a16="http://schemas.microsoft.com/office/drawing/2014/main" id="{0058C4D4-B129-9C40-9110-937BD6BAF5BD}"/>
                        </a:ext>
                      </a:extLst>
                    </p:cNvPr>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9" name="Freeform 674">
                      <a:extLst>
                        <a:ext uri="{FF2B5EF4-FFF2-40B4-BE49-F238E27FC236}">
                          <a16:creationId xmlns:a16="http://schemas.microsoft.com/office/drawing/2014/main" id="{DEE1C266-A30A-1C45-9D5B-F9A205FBF513}"/>
                        </a:ext>
                      </a:extLst>
                    </p:cNvPr>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5" name="Group 675">
                    <a:extLst>
                      <a:ext uri="{FF2B5EF4-FFF2-40B4-BE49-F238E27FC236}">
                        <a16:creationId xmlns:a16="http://schemas.microsoft.com/office/drawing/2014/main" id="{01FDA2B3-E450-2640-891D-45CBDC2CE2A7}"/>
                      </a:ext>
                    </a:extLst>
                  </p:cNvPr>
                  <p:cNvGrpSpPr>
                    <a:grpSpLocks/>
                  </p:cNvGrpSpPr>
                  <p:nvPr/>
                </p:nvGrpSpPr>
                <p:grpSpPr bwMode="auto">
                  <a:xfrm>
                    <a:off x="823" y="3625"/>
                    <a:ext cx="49" cy="23"/>
                    <a:chOff x="823" y="3625"/>
                    <a:chExt cx="49" cy="23"/>
                  </a:xfrm>
                </p:grpSpPr>
                <p:sp>
                  <p:nvSpPr>
                    <p:cNvPr id="46704" name="Freeform 676">
                      <a:extLst>
                        <a:ext uri="{FF2B5EF4-FFF2-40B4-BE49-F238E27FC236}">
                          <a16:creationId xmlns:a16="http://schemas.microsoft.com/office/drawing/2014/main" id="{9082F314-6C21-9340-AD8B-6B4286FBECF6}"/>
                        </a:ext>
                      </a:extLst>
                    </p:cNvPr>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5" name="Freeform 677">
                      <a:extLst>
                        <a:ext uri="{FF2B5EF4-FFF2-40B4-BE49-F238E27FC236}">
                          <a16:creationId xmlns:a16="http://schemas.microsoft.com/office/drawing/2014/main" id="{A3B2FFE6-82F9-C04B-8A23-3D65761FFB3C}"/>
                        </a:ext>
                      </a:extLst>
                    </p:cNvPr>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6" name="Freeform 678">
                      <a:extLst>
                        <a:ext uri="{FF2B5EF4-FFF2-40B4-BE49-F238E27FC236}">
                          <a16:creationId xmlns:a16="http://schemas.microsoft.com/office/drawing/2014/main" id="{CA9D489C-BC76-4940-AD18-793E69DBC990}"/>
                        </a:ext>
                      </a:extLst>
                    </p:cNvPr>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6" name="Group 679">
                    <a:extLst>
                      <a:ext uri="{FF2B5EF4-FFF2-40B4-BE49-F238E27FC236}">
                        <a16:creationId xmlns:a16="http://schemas.microsoft.com/office/drawing/2014/main" id="{66885CF7-2E1A-374F-8675-217134DDFFAD}"/>
                      </a:ext>
                    </a:extLst>
                  </p:cNvPr>
                  <p:cNvGrpSpPr>
                    <a:grpSpLocks/>
                  </p:cNvGrpSpPr>
                  <p:nvPr/>
                </p:nvGrpSpPr>
                <p:grpSpPr bwMode="auto">
                  <a:xfrm>
                    <a:off x="836" y="3638"/>
                    <a:ext cx="50" cy="22"/>
                    <a:chOff x="836" y="3638"/>
                    <a:chExt cx="50" cy="22"/>
                  </a:xfrm>
                </p:grpSpPr>
                <p:sp>
                  <p:nvSpPr>
                    <p:cNvPr id="46701" name="Freeform 680">
                      <a:extLst>
                        <a:ext uri="{FF2B5EF4-FFF2-40B4-BE49-F238E27FC236}">
                          <a16:creationId xmlns:a16="http://schemas.microsoft.com/office/drawing/2014/main" id="{DC39A0BE-2468-3E48-B232-5EB7C9BADC5C}"/>
                        </a:ext>
                      </a:extLst>
                    </p:cNvPr>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2" name="Freeform 681">
                      <a:extLst>
                        <a:ext uri="{FF2B5EF4-FFF2-40B4-BE49-F238E27FC236}">
                          <a16:creationId xmlns:a16="http://schemas.microsoft.com/office/drawing/2014/main" id="{B1310006-B485-714D-83A4-144D85F9E961}"/>
                        </a:ext>
                      </a:extLst>
                    </p:cNvPr>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3" name="Freeform 682">
                      <a:extLst>
                        <a:ext uri="{FF2B5EF4-FFF2-40B4-BE49-F238E27FC236}">
                          <a16:creationId xmlns:a16="http://schemas.microsoft.com/office/drawing/2014/main" id="{F65CC8C5-520B-1C46-98CE-5AB14CFFD2A1}"/>
                        </a:ext>
                      </a:extLst>
                    </p:cNvPr>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7" name="Group 683">
                    <a:extLst>
                      <a:ext uri="{FF2B5EF4-FFF2-40B4-BE49-F238E27FC236}">
                        <a16:creationId xmlns:a16="http://schemas.microsoft.com/office/drawing/2014/main" id="{ECCD3405-4697-9A44-9E28-9FC853B8BF6C}"/>
                      </a:ext>
                    </a:extLst>
                  </p:cNvPr>
                  <p:cNvGrpSpPr>
                    <a:grpSpLocks/>
                  </p:cNvGrpSpPr>
                  <p:nvPr/>
                </p:nvGrpSpPr>
                <p:grpSpPr bwMode="auto">
                  <a:xfrm>
                    <a:off x="849" y="3651"/>
                    <a:ext cx="49" cy="22"/>
                    <a:chOff x="849" y="3651"/>
                    <a:chExt cx="49" cy="22"/>
                  </a:xfrm>
                </p:grpSpPr>
                <p:sp>
                  <p:nvSpPr>
                    <p:cNvPr id="46698" name="Freeform 684">
                      <a:extLst>
                        <a:ext uri="{FF2B5EF4-FFF2-40B4-BE49-F238E27FC236}">
                          <a16:creationId xmlns:a16="http://schemas.microsoft.com/office/drawing/2014/main" id="{D70AC65C-0514-1B4A-8251-16E7F5E34F2B}"/>
                        </a:ext>
                      </a:extLst>
                    </p:cNvPr>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99" name="Freeform 685">
                      <a:extLst>
                        <a:ext uri="{FF2B5EF4-FFF2-40B4-BE49-F238E27FC236}">
                          <a16:creationId xmlns:a16="http://schemas.microsoft.com/office/drawing/2014/main" id="{D3DCE869-CA90-1D4D-B199-A59CA25DF952}"/>
                        </a:ext>
                      </a:extLst>
                    </p:cNvPr>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0" name="Freeform 686">
                      <a:extLst>
                        <a:ext uri="{FF2B5EF4-FFF2-40B4-BE49-F238E27FC236}">
                          <a16:creationId xmlns:a16="http://schemas.microsoft.com/office/drawing/2014/main" id="{D62C7BDD-CF96-FB49-9974-0C1E171628F3}"/>
                        </a:ext>
                      </a:extLst>
                    </p:cNvPr>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36" name="Group 687">
                  <a:extLst>
                    <a:ext uri="{FF2B5EF4-FFF2-40B4-BE49-F238E27FC236}">
                      <a16:creationId xmlns:a16="http://schemas.microsoft.com/office/drawing/2014/main" id="{7294BEB8-C016-3741-B89A-D5B1FF9CA569}"/>
                    </a:ext>
                  </a:extLst>
                </p:cNvPr>
                <p:cNvGrpSpPr>
                  <a:grpSpLocks/>
                </p:cNvGrpSpPr>
                <p:nvPr/>
              </p:nvGrpSpPr>
              <p:grpSpPr bwMode="auto">
                <a:xfrm>
                  <a:off x="861" y="3665"/>
                  <a:ext cx="99" cy="74"/>
                  <a:chOff x="861" y="3665"/>
                  <a:chExt cx="99" cy="74"/>
                </a:xfrm>
              </p:grpSpPr>
              <p:grpSp>
                <p:nvGrpSpPr>
                  <p:cNvPr id="46673" name="Group 688">
                    <a:extLst>
                      <a:ext uri="{FF2B5EF4-FFF2-40B4-BE49-F238E27FC236}">
                        <a16:creationId xmlns:a16="http://schemas.microsoft.com/office/drawing/2014/main" id="{E7C284A0-5B29-3149-B70A-F3172406ADDB}"/>
                      </a:ext>
                    </a:extLst>
                  </p:cNvPr>
                  <p:cNvGrpSpPr>
                    <a:grpSpLocks/>
                  </p:cNvGrpSpPr>
                  <p:nvPr/>
                </p:nvGrpSpPr>
                <p:grpSpPr bwMode="auto">
                  <a:xfrm>
                    <a:off x="861" y="3665"/>
                    <a:ext cx="50" cy="23"/>
                    <a:chOff x="861" y="3665"/>
                    <a:chExt cx="50" cy="23"/>
                  </a:xfrm>
                </p:grpSpPr>
                <p:sp>
                  <p:nvSpPr>
                    <p:cNvPr id="46690" name="Freeform 689">
                      <a:extLst>
                        <a:ext uri="{FF2B5EF4-FFF2-40B4-BE49-F238E27FC236}">
                          <a16:creationId xmlns:a16="http://schemas.microsoft.com/office/drawing/2014/main" id="{6B795E23-5AA2-094E-9E41-FCC29E7228B0}"/>
                        </a:ext>
                      </a:extLst>
                    </p:cNvPr>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91" name="Freeform 690">
                      <a:extLst>
                        <a:ext uri="{FF2B5EF4-FFF2-40B4-BE49-F238E27FC236}">
                          <a16:creationId xmlns:a16="http://schemas.microsoft.com/office/drawing/2014/main" id="{8BA986CC-2136-544D-9683-58543C96A85D}"/>
                        </a:ext>
                      </a:extLst>
                    </p:cNvPr>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92" name="Freeform 691">
                      <a:extLst>
                        <a:ext uri="{FF2B5EF4-FFF2-40B4-BE49-F238E27FC236}">
                          <a16:creationId xmlns:a16="http://schemas.microsoft.com/office/drawing/2014/main" id="{E4F9ACCE-1265-4845-9368-041BE8F7E1E5}"/>
                        </a:ext>
                      </a:extLst>
                    </p:cNvPr>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4" name="Group 692">
                    <a:extLst>
                      <a:ext uri="{FF2B5EF4-FFF2-40B4-BE49-F238E27FC236}">
                        <a16:creationId xmlns:a16="http://schemas.microsoft.com/office/drawing/2014/main" id="{85015181-2796-E741-B51D-127B71892083}"/>
                      </a:ext>
                    </a:extLst>
                  </p:cNvPr>
                  <p:cNvGrpSpPr>
                    <a:grpSpLocks/>
                  </p:cNvGrpSpPr>
                  <p:nvPr/>
                </p:nvGrpSpPr>
                <p:grpSpPr bwMode="auto">
                  <a:xfrm>
                    <a:off x="873" y="3678"/>
                    <a:ext cx="49" cy="23"/>
                    <a:chOff x="873" y="3678"/>
                    <a:chExt cx="49" cy="23"/>
                  </a:xfrm>
                </p:grpSpPr>
                <p:sp>
                  <p:nvSpPr>
                    <p:cNvPr id="46687" name="Freeform 693">
                      <a:extLst>
                        <a:ext uri="{FF2B5EF4-FFF2-40B4-BE49-F238E27FC236}">
                          <a16:creationId xmlns:a16="http://schemas.microsoft.com/office/drawing/2014/main" id="{7D31740E-FB6D-B345-B07D-4B2EDE403C46}"/>
                        </a:ext>
                      </a:extLst>
                    </p:cNvPr>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8" name="Freeform 694">
                      <a:extLst>
                        <a:ext uri="{FF2B5EF4-FFF2-40B4-BE49-F238E27FC236}">
                          <a16:creationId xmlns:a16="http://schemas.microsoft.com/office/drawing/2014/main" id="{0BE5B143-44DA-7E4E-980B-B1D2883B3E1C}"/>
                        </a:ext>
                      </a:extLst>
                    </p:cNvPr>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9" name="Freeform 695">
                      <a:extLst>
                        <a:ext uri="{FF2B5EF4-FFF2-40B4-BE49-F238E27FC236}">
                          <a16:creationId xmlns:a16="http://schemas.microsoft.com/office/drawing/2014/main" id="{6FC95E90-9D66-A04C-9B05-3F4DDD2209D2}"/>
                        </a:ext>
                      </a:extLst>
                    </p:cNvPr>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5" name="Group 696">
                    <a:extLst>
                      <a:ext uri="{FF2B5EF4-FFF2-40B4-BE49-F238E27FC236}">
                        <a16:creationId xmlns:a16="http://schemas.microsoft.com/office/drawing/2014/main" id="{8157A9BA-15D7-0D46-8007-040B3CA3F494}"/>
                      </a:ext>
                    </a:extLst>
                  </p:cNvPr>
                  <p:cNvGrpSpPr>
                    <a:grpSpLocks/>
                  </p:cNvGrpSpPr>
                  <p:nvPr/>
                </p:nvGrpSpPr>
                <p:grpSpPr bwMode="auto">
                  <a:xfrm>
                    <a:off x="886" y="3690"/>
                    <a:ext cx="49" cy="23"/>
                    <a:chOff x="886" y="3690"/>
                    <a:chExt cx="49" cy="23"/>
                  </a:xfrm>
                </p:grpSpPr>
                <p:sp>
                  <p:nvSpPr>
                    <p:cNvPr id="46684" name="Freeform 697">
                      <a:extLst>
                        <a:ext uri="{FF2B5EF4-FFF2-40B4-BE49-F238E27FC236}">
                          <a16:creationId xmlns:a16="http://schemas.microsoft.com/office/drawing/2014/main" id="{40C176E6-812F-AF4D-98FF-B9AB6878EDFE}"/>
                        </a:ext>
                      </a:extLst>
                    </p:cNvPr>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5" name="Freeform 698">
                      <a:extLst>
                        <a:ext uri="{FF2B5EF4-FFF2-40B4-BE49-F238E27FC236}">
                          <a16:creationId xmlns:a16="http://schemas.microsoft.com/office/drawing/2014/main" id="{7C09A95F-6246-F347-B5B0-BCD0E83CF296}"/>
                        </a:ext>
                      </a:extLst>
                    </p:cNvPr>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6" name="Freeform 699">
                      <a:extLst>
                        <a:ext uri="{FF2B5EF4-FFF2-40B4-BE49-F238E27FC236}">
                          <a16:creationId xmlns:a16="http://schemas.microsoft.com/office/drawing/2014/main" id="{309BD90F-40C6-DE45-BFF7-8A7FAED9AE9E}"/>
                        </a:ext>
                      </a:extLst>
                    </p:cNvPr>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6" name="Group 700">
                    <a:extLst>
                      <a:ext uri="{FF2B5EF4-FFF2-40B4-BE49-F238E27FC236}">
                        <a16:creationId xmlns:a16="http://schemas.microsoft.com/office/drawing/2014/main" id="{6960C647-E6B4-0646-AA6D-60E3A79CFE54}"/>
                      </a:ext>
                    </a:extLst>
                  </p:cNvPr>
                  <p:cNvGrpSpPr>
                    <a:grpSpLocks/>
                  </p:cNvGrpSpPr>
                  <p:nvPr/>
                </p:nvGrpSpPr>
                <p:grpSpPr bwMode="auto">
                  <a:xfrm>
                    <a:off x="899" y="3703"/>
                    <a:ext cx="48" cy="23"/>
                    <a:chOff x="899" y="3703"/>
                    <a:chExt cx="48" cy="23"/>
                  </a:xfrm>
                </p:grpSpPr>
                <p:sp>
                  <p:nvSpPr>
                    <p:cNvPr id="46681" name="Freeform 701">
                      <a:extLst>
                        <a:ext uri="{FF2B5EF4-FFF2-40B4-BE49-F238E27FC236}">
                          <a16:creationId xmlns:a16="http://schemas.microsoft.com/office/drawing/2014/main" id="{F2A05BB4-0BC6-E642-820A-F817F45318FF}"/>
                        </a:ext>
                      </a:extLst>
                    </p:cNvPr>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2" name="Freeform 702">
                      <a:extLst>
                        <a:ext uri="{FF2B5EF4-FFF2-40B4-BE49-F238E27FC236}">
                          <a16:creationId xmlns:a16="http://schemas.microsoft.com/office/drawing/2014/main" id="{7789AED8-9B45-BC49-800A-121F6B425AB4}"/>
                        </a:ext>
                      </a:extLst>
                    </p:cNvPr>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3" name="Freeform 703">
                      <a:extLst>
                        <a:ext uri="{FF2B5EF4-FFF2-40B4-BE49-F238E27FC236}">
                          <a16:creationId xmlns:a16="http://schemas.microsoft.com/office/drawing/2014/main" id="{6F858827-64F7-B641-9F97-8D485AD24D58}"/>
                        </a:ext>
                      </a:extLst>
                    </p:cNvPr>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7" name="Group 704">
                    <a:extLst>
                      <a:ext uri="{FF2B5EF4-FFF2-40B4-BE49-F238E27FC236}">
                        <a16:creationId xmlns:a16="http://schemas.microsoft.com/office/drawing/2014/main" id="{E5212FA2-5EB8-AF45-B9F0-558DB5A8BAD6}"/>
                      </a:ext>
                    </a:extLst>
                  </p:cNvPr>
                  <p:cNvGrpSpPr>
                    <a:grpSpLocks/>
                  </p:cNvGrpSpPr>
                  <p:nvPr/>
                </p:nvGrpSpPr>
                <p:grpSpPr bwMode="auto">
                  <a:xfrm>
                    <a:off x="912" y="3716"/>
                    <a:ext cx="48" cy="23"/>
                    <a:chOff x="912" y="3716"/>
                    <a:chExt cx="48" cy="23"/>
                  </a:xfrm>
                </p:grpSpPr>
                <p:sp>
                  <p:nvSpPr>
                    <p:cNvPr id="46678" name="Freeform 705">
                      <a:extLst>
                        <a:ext uri="{FF2B5EF4-FFF2-40B4-BE49-F238E27FC236}">
                          <a16:creationId xmlns:a16="http://schemas.microsoft.com/office/drawing/2014/main" id="{CB0D5A58-C2EB-2641-B9B3-EE983AC89D78}"/>
                        </a:ext>
                      </a:extLst>
                    </p:cNvPr>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79" name="Freeform 706">
                      <a:extLst>
                        <a:ext uri="{FF2B5EF4-FFF2-40B4-BE49-F238E27FC236}">
                          <a16:creationId xmlns:a16="http://schemas.microsoft.com/office/drawing/2014/main" id="{7CFF49FB-6AD3-C14D-98A4-A5AAA68AF6FA}"/>
                        </a:ext>
                      </a:extLst>
                    </p:cNvPr>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0" name="Freeform 707">
                      <a:extLst>
                        <a:ext uri="{FF2B5EF4-FFF2-40B4-BE49-F238E27FC236}">
                          <a16:creationId xmlns:a16="http://schemas.microsoft.com/office/drawing/2014/main" id="{1808499B-8D28-B34B-BD3E-728FC38066BD}"/>
                        </a:ext>
                      </a:extLst>
                    </p:cNvPr>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37" name="Group 708">
                  <a:extLst>
                    <a:ext uri="{FF2B5EF4-FFF2-40B4-BE49-F238E27FC236}">
                      <a16:creationId xmlns:a16="http://schemas.microsoft.com/office/drawing/2014/main" id="{25D7F78C-AEE1-1A49-B61D-9F621B23D281}"/>
                    </a:ext>
                  </a:extLst>
                </p:cNvPr>
                <p:cNvGrpSpPr>
                  <a:grpSpLocks/>
                </p:cNvGrpSpPr>
                <p:nvPr/>
              </p:nvGrpSpPr>
              <p:grpSpPr bwMode="auto">
                <a:xfrm>
                  <a:off x="922" y="3727"/>
                  <a:ext cx="49" cy="23"/>
                  <a:chOff x="922" y="3727"/>
                  <a:chExt cx="49" cy="23"/>
                </a:xfrm>
              </p:grpSpPr>
              <p:sp>
                <p:nvSpPr>
                  <p:cNvPr id="46670" name="Freeform 709">
                    <a:extLst>
                      <a:ext uri="{FF2B5EF4-FFF2-40B4-BE49-F238E27FC236}">
                        <a16:creationId xmlns:a16="http://schemas.microsoft.com/office/drawing/2014/main" id="{58AEEFD0-5A5D-E14A-B923-1ACE7FB3CFDC}"/>
                      </a:ext>
                    </a:extLst>
                  </p:cNvPr>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71" name="Freeform 710">
                    <a:extLst>
                      <a:ext uri="{FF2B5EF4-FFF2-40B4-BE49-F238E27FC236}">
                        <a16:creationId xmlns:a16="http://schemas.microsoft.com/office/drawing/2014/main" id="{ECFE1A1D-A114-FF41-9F70-AABED484D33E}"/>
                      </a:ext>
                    </a:extLst>
                  </p:cNvPr>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72" name="Freeform 711">
                    <a:extLst>
                      <a:ext uri="{FF2B5EF4-FFF2-40B4-BE49-F238E27FC236}">
                        <a16:creationId xmlns:a16="http://schemas.microsoft.com/office/drawing/2014/main" id="{74C20712-392E-AF44-BB1E-A529ED4D1D3D}"/>
                      </a:ext>
                    </a:extLst>
                  </p:cNvPr>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8" name="Group 712">
                  <a:extLst>
                    <a:ext uri="{FF2B5EF4-FFF2-40B4-BE49-F238E27FC236}">
                      <a16:creationId xmlns:a16="http://schemas.microsoft.com/office/drawing/2014/main" id="{9DF406A0-BD4C-F64F-AEF4-8CD154723B22}"/>
                    </a:ext>
                  </a:extLst>
                </p:cNvPr>
                <p:cNvGrpSpPr>
                  <a:grpSpLocks/>
                </p:cNvGrpSpPr>
                <p:nvPr/>
              </p:nvGrpSpPr>
              <p:grpSpPr bwMode="auto">
                <a:xfrm>
                  <a:off x="895" y="3526"/>
                  <a:ext cx="44" cy="23"/>
                  <a:chOff x="895" y="3526"/>
                  <a:chExt cx="44" cy="23"/>
                </a:xfrm>
              </p:grpSpPr>
              <p:sp>
                <p:nvSpPr>
                  <p:cNvPr id="46667" name="Freeform 713">
                    <a:extLst>
                      <a:ext uri="{FF2B5EF4-FFF2-40B4-BE49-F238E27FC236}">
                        <a16:creationId xmlns:a16="http://schemas.microsoft.com/office/drawing/2014/main" id="{29B23413-B1ED-1C4F-A9D9-8171A0B555F7}"/>
                      </a:ext>
                    </a:extLst>
                  </p:cNvPr>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8" name="Freeform 714">
                    <a:extLst>
                      <a:ext uri="{FF2B5EF4-FFF2-40B4-BE49-F238E27FC236}">
                        <a16:creationId xmlns:a16="http://schemas.microsoft.com/office/drawing/2014/main" id="{4E3929D3-516D-464D-BEBB-CFDFF6F6555C}"/>
                      </a:ext>
                    </a:extLst>
                  </p:cNvPr>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9" name="Freeform 715">
                    <a:extLst>
                      <a:ext uri="{FF2B5EF4-FFF2-40B4-BE49-F238E27FC236}">
                        <a16:creationId xmlns:a16="http://schemas.microsoft.com/office/drawing/2014/main" id="{58AA4B9E-B9D4-7441-BC01-DBDF013EBC7E}"/>
                      </a:ext>
                    </a:extLst>
                  </p:cNvPr>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9" name="Group 716">
                  <a:extLst>
                    <a:ext uri="{FF2B5EF4-FFF2-40B4-BE49-F238E27FC236}">
                      <a16:creationId xmlns:a16="http://schemas.microsoft.com/office/drawing/2014/main" id="{F2E59B6E-2827-024F-8572-8C932B8CAABD}"/>
                    </a:ext>
                  </a:extLst>
                </p:cNvPr>
                <p:cNvGrpSpPr>
                  <a:grpSpLocks/>
                </p:cNvGrpSpPr>
                <p:nvPr/>
              </p:nvGrpSpPr>
              <p:grpSpPr bwMode="auto">
                <a:xfrm>
                  <a:off x="907" y="3540"/>
                  <a:ext cx="45" cy="22"/>
                  <a:chOff x="907" y="3540"/>
                  <a:chExt cx="45" cy="22"/>
                </a:xfrm>
              </p:grpSpPr>
              <p:sp>
                <p:nvSpPr>
                  <p:cNvPr id="46664" name="Freeform 717">
                    <a:extLst>
                      <a:ext uri="{FF2B5EF4-FFF2-40B4-BE49-F238E27FC236}">
                        <a16:creationId xmlns:a16="http://schemas.microsoft.com/office/drawing/2014/main" id="{36D56F40-37DC-2744-AF0C-B66A3FF14C13}"/>
                      </a:ext>
                    </a:extLst>
                  </p:cNvPr>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5" name="Freeform 718">
                    <a:extLst>
                      <a:ext uri="{FF2B5EF4-FFF2-40B4-BE49-F238E27FC236}">
                        <a16:creationId xmlns:a16="http://schemas.microsoft.com/office/drawing/2014/main" id="{8F5EC981-33FC-C047-A1B5-B2BC0EBDF81C}"/>
                      </a:ext>
                    </a:extLst>
                  </p:cNvPr>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6" name="Freeform 719">
                    <a:extLst>
                      <a:ext uri="{FF2B5EF4-FFF2-40B4-BE49-F238E27FC236}">
                        <a16:creationId xmlns:a16="http://schemas.microsoft.com/office/drawing/2014/main" id="{EAA323E2-5A87-1742-98CE-A65131D40741}"/>
                      </a:ext>
                    </a:extLst>
                  </p:cNvPr>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0" name="Group 720">
                  <a:extLst>
                    <a:ext uri="{FF2B5EF4-FFF2-40B4-BE49-F238E27FC236}">
                      <a16:creationId xmlns:a16="http://schemas.microsoft.com/office/drawing/2014/main" id="{9F19F2E9-5D24-824C-B4B7-2D379B3C86FA}"/>
                    </a:ext>
                  </a:extLst>
                </p:cNvPr>
                <p:cNvGrpSpPr>
                  <a:grpSpLocks/>
                </p:cNvGrpSpPr>
                <p:nvPr/>
              </p:nvGrpSpPr>
              <p:grpSpPr bwMode="auto">
                <a:xfrm>
                  <a:off x="920" y="3553"/>
                  <a:ext cx="45" cy="23"/>
                  <a:chOff x="920" y="3553"/>
                  <a:chExt cx="45" cy="23"/>
                </a:xfrm>
              </p:grpSpPr>
              <p:sp>
                <p:nvSpPr>
                  <p:cNvPr id="46661" name="Freeform 721">
                    <a:extLst>
                      <a:ext uri="{FF2B5EF4-FFF2-40B4-BE49-F238E27FC236}">
                        <a16:creationId xmlns:a16="http://schemas.microsoft.com/office/drawing/2014/main" id="{FDDF87D7-C913-544B-9FA1-1FE91CB7BE6F}"/>
                      </a:ext>
                    </a:extLst>
                  </p:cNvPr>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2" name="Freeform 722">
                    <a:extLst>
                      <a:ext uri="{FF2B5EF4-FFF2-40B4-BE49-F238E27FC236}">
                        <a16:creationId xmlns:a16="http://schemas.microsoft.com/office/drawing/2014/main" id="{7692D2D5-6333-3548-90E0-B04BCAA777A7}"/>
                      </a:ext>
                    </a:extLst>
                  </p:cNvPr>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3" name="Freeform 723">
                    <a:extLst>
                      <a:ext uri="{FF2B5EF4-FFF2-40B4-BE49-F238E27FC236}">
                        <a16:creationId xmlns:a16="http://schemas.microsoft.com/office/drawing/2014/main" id="{C8AF407C-F906-874F-B920-48904468912E}"/>
                      </a:ext>
                    </a:extLst>
                  </p:cNvPr>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1" name="Group 724">
                  <a:extLst>
                    <a:ext uri="{FF2B5EF4-FFF2-40B4-BE49-F238E27FC236}">
                      <a16:creationId xmlns:a16="http://schemas.microsoft.com/office/drawing/2014/main" id="{6AED07A0-EB10-9F43-A3EF-38D663B99F38}"/>
                    </a:ext>
                  </a:extLst>
                </p:cNvPr>
                <p:cNvGrpSpPr>
                  <a:grpSpLocks/>
                </p:cNvGrpSpPr>
                <p:nvPr/>
              </p:nvGrpSpPr>
              <p:grpSpPr bwMode="auto">
                <a:xfrm>
                  <a:off x="934" y="3566"/>
                  <a:ext cx="44" cy="23"/>
                  <a:chOff x="934" y="3566"/>
                  <a:chExt cx="44" cy="23"/>
                </a:xfrm>
              </p:grpSpPr>
              <p:sp>
                <p:nvSpPr>
                  <p:cNvPr id="46658" name="Freeform 725">
                    <a:extLst>
                      <a:ext uri="{FF2B5EF4-FFF2-40B4-BE49-F238E27FC236}">
                        <a16:creationId xmlns:a16="http://schemas.microsoft.com/office/drawing/2014/main" id="{9ED2D560-CE87-FC4F-AF02-402D4C5FE132}"/>
                      </a:ext>
                    </a:extLst>
                  </p:cNvPr>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9" name="Freeform 726">
                    <a:extLst>
                      <a:ext uri="{FF2B5EF4-FFF2-40B4-BE49-F238E27FC236}">
                        <a16:creationId xmlns:a16="http://schemas.microsoft.com/office/drawing/2014/main" id="{FE3AC905-99D5-E746-B9F4-C866ED6EE46B}"/>
                      </a:ext>
                    </a:extLst>
                  </p:cNvPr>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0" name="Freeform 727">
                    <a:extLst>
                      <a:ext uri="{FF2B5EF4-FFF2-40B4-BE49-F238E27FC236}">
                        <a16:creationId xmlns:a16="http://schemas.microsoft.com/office/drawing/2014/main" id="{5955188D-E9DC-7945-908C-851FCFC79411}"/>
                      </a:ext>
                    </a:extLst>
                  </p:cNvPr>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2" name="Group 728">
                  <a:extLst>
                    <a:ext uri="{FF2B5EF4-FFF2-40B4-BE49-F238E27FC236}">
                      <a16:creationId xmlns:a16="http://schemas.microsoft.com/office/drawing/2014/main" id="{4FED9976-2F5E-9847-9FB8-BFEA72D5161A}"/>
                    </a:ext>
                  </a:extLst>
                </p:cNvPr>
                <p:cNvGrpSpPr>
                  <a:grpSpLocks/>
                </p:cNvGrpSpPr>
                <p:nvPr/>
              </p:nvGrpSpPr>
              <p:grpSpPr bwMode="auto">
                <a:xfrm>
                  <a:off x="949" y="3579"/>
                  <a:ext cx="83" cy="63"/>
                  <a:chOff x="949" y="3579"/>
                  <a:chExt cx="83" cy="63"/>
                </a:xfrm>
              </p:grpSpPr>
              <p:grpSp>
                <p:nvGrpSpPr>
                  <p:cNvPr id="46642" name="Group 729">
                    <a:extLst>
                      <a:ext uri="{FF2B5EF4-FFF2-40B4-BE49-F238E27FC236}">
                        <a16:creationId xmlns:a16="http://schemas.microsoft.com/office/drawing/2014/main" id="{4ADD8099-4D65-4B4C-AE96-C4BEA0778EEB}"/>
                      </a:ext>
                    </a:extLst>
                  </p:cNvPr>
                  <p:cNvGrpSpPr>
                    <a:grpSpLocks/>
                  </p:cNvGrpSpPr>
                  <p:nvPr/>
                </p:nvGrpSpPr>
                <p:grpSpPr bwMode="auto">
                  <a:xfrm>
                    <a:off x="949" y="3579"/>
                    <a:ext cx="44" cy="23"/>
                    <a:chOff x="949" y="3579"/>
                    <a:chExt cx="44" cy="23"/>
                  </a:xfrm>
                </p:grpSpPr>
                <p:sp>
                  <p:nvSpPr>
                    <p:cNvPr id="46655" name="Freeform 730">
                      <a:extLst>
                        <a:ext uri="{FF2B5EF4-FFF2-40B4-BE49-F238E27FC236}">
                          <a16:creationId xmlns:a16="http://schemas.microsoft.com/office/drawing/2014/main" id="{F4E16F5A-F6DE-BB42-ACAC-9DE6340DF371}"/>
                        </a:ext>
                      </a:extLst>
                    </p:cNvPr>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6" name="Freeform 731">
                      <a:extLst>
                        <a:ext uri="{FF2B5EF4-FFF2-40B4-BE49-F238E27FC236}">
                          <a16:creationId xmlns:a16="http://schemas.microsoft.com/office/drawing/2014/main" id="{D55AD994-8465-C043-97B0-CD0EF1ED443D}"/>
                        </a:ext>
                      </a:extLst>
                    </p:cNvPr>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7" name="Freeform 732">
                      <a:extLst>
                        <a:ext uri="{FF2B5EF4-FFF2-40B4-BE49-F238E27FC236}">
                          <a16:creationId xmlns:a16="http://schemas.microsoft.com/office/drawing/2014/main" id="{B3ADD573-1EC3-3948-ACCC-7D5E3C584CB4}"/>
                        </a:ext>
                      </a:extLst>
                    </p:cNvPr>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43" name="Group 733">
                    <a:extLst>
                      <a:ext uri="{FF2B5EF4-FFF2-40B4-BE49-F238E27FC236}">
                        <a16:creationId xmlns:a16="http://schemas.microsoft.com/office/drawing/2014/main" id="{D0B22648-381F-CE40-B22B-E18F39BA8789}"/>
                      </a:ext>
                    </a:extLst>
                  </p:cNvPr>
                  <p:cNvGrpSpPr>
                    <a:grpSpLocks/>
                  </p:cNvGrpSpPr>
                  <p:nvPr/>
                </p:nvGrpSpPr>
                <p:grpSpPr bwMode="auto">
                  <a:xfrm>
                    <a:off x="961" y="3592"/>
                    <a:ext cx="45" cy="23"/>
                    <a:chOff x="961" y="3592"/>
                    <a:chExt cx="45" cy="23"/>
                  </a:xfrm>
                </p:grpSpPr>
                <p:sp>
                  <p:nvSpPr>
                    <p:cNvPr id="46652" name="Freeform 734">
                      <a:extLst>
                        <a:ext uri="{FF2B5EF4-FFF2-40B4-BE49-F238E27FC236}">
                          <a16:creationId xmlns:a16="http://schemas.microsoft.com/office/drawing/2014/main" id="{DA78810E-2B8D-EF49-BD6C-97B94CCE0C2E}"/>
                        </a:ext>
                      </a:extLst>
                    </p:cNvPr>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3" name="Freeform 735">
                      <a:extLst>
                        <a:ext uri="{FF2B5EF4-FFF2-40B4-BE49-F238E27FC236}">
                          <a16:creationId xmlns:a16="http://schemas.microsoft.com/office/drawing/2014/main" id="{E4373F93-2B70-3E45-B379-CBFCFA93FB4C}"/>
                        </a:ext>
                      </a:extLst>
                    </p:cNvPr>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4" name="Freeform 736">
                      <a:extLst>
                        <a:ext uri="{FF2B5EF4-FFF2-40B4-BE49-F238E27FC236}">
                          <a16:creationId xmlns:a16="http://schemas.microsoft.com/office/drawing/2014/main" id="{3B37C60D-2C56-8A48-A217-4E2A014A11D2}"/>
                        </a:ext>
                      </a:extLst>
                    </p:cNvPr>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44" name="Group 737">
                    <a:extLst>
                      <a:ext uri="{FF2B5EF4-FFF2-40B4-BE49-F238E27FC236}">
                        <a16:creationId xmlns:a16="http://schemas.microsoft.com/office/drawing/2014/main" id="{236CC076-5599-034B-9E72-9695C31D3BE7}"/>
                      </a:ext>
                    </a:extLst>
                  </p:cNvPr>
                  <p:cNvGrpSpPr>
                    <a:grpSpLocks/>
                  </p:cNvGrpSpPr>
                  <p:nvPr/>
                </p:nvGrpSpPr>
                <p:grpSpPr bwMode="auto">
                  <a:xfrm>
                    <a:off x="974" y="3606"/>
                    <a:ext cx="44" cy="23"/>
                    <a:chOff x="974" y="3606"/>
                    <a:chExt cx="44" cy="23"/>
                  </a:xfrm>
                </p:grpSpPr>
                <p:sp>
                  <p:nvSpPr>
                    <p:cNvPr id="46649" name="Freeform 738">
                      <a:extLst>
                        <a:ext uri="{FF2B5EF4-FFF2-40B4-BE49-F238E27FC236}">
                          <a16:creationId xmlns:a16="http://schemas.microsoft.com/office/drawing/2014/main" id="{CDE3178A-85F7-9145-82A8-F1F13FDFE021}"/>
                        </a:ext>
                      </a:extLst>
                    </p:cNvPr>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0" name="Freeform 739">
                      <a:extLst>
                        <a:ext uri="{FF2B5EF4-FFF2-40B4-BE49-F238E27FC236}">
                          <a16:creationId xmlns:a16="http://schemas.microsoft.com/office/drawing/2014/main" id="{2575C856-7E52-8447-B329-4B906E25F6E0}"/>
                        </a:ext>
                      </a:extLst>
                    </p:cNvPr>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1" name="Freeform 740">
                      <a:extLst>
                        <a:ext uri="{FF2B5EF4-FFF2-40B4-BE49-F238E27FC236}">
                          <a16:creationId xmlns:a16="http://schemas.microsoft.com/office/drawing/2014/main" id="{73ED963E-2BB0-2D42-A3BF-615DBB2CBA2B}"/>
                        </a:ext>
                      </a:extLst>
                    </p:cNvPr>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45" name="Group 741">
                    <a:extLst>
                      <a:ext uri="{FF2B5EF4-FFF2-40B4-BE49-F238E27FC236}">
                        <a16:creationId xmlns:a16="http://schemas.microsoft.com/office/drawing/2014/main" id="{C232D8EA-C38E-F443-99E7-80BE282D48C9}"/>
                      </a:ext>
                    </a:extLst>
                  </p:cNvPr>
                  <p:cNvGrpSpPr>
                    <a:grpSpLocks/>
                  </p:cNvGrpSpPr>
                  <p:nvPr/>
                </p:nvGrpSpPr>
                <p:grpSpPr bwMode="auto">
                  <a:xfrm>
                    <a:off x="987" y="3619"/>
                    <a:ext cx="45" cy="23"/>
                    <a:chOff x="987" y="3619"/>
                    <a:chExt cx="45" cy="23"/>
                  </a:xfrm>
                </p:grpSpPr>
                <p:sp>
                  <p:nvSpPr>
                    <p:cNvPr id="46646" name="Freeform 742">
                      <a:extLst>
                        <a:ext uri="{FF2B5EF4-FFF2-40B4-BE49-F238E27FC236}">
                          <a16:creationId xmlns:a16="http://schemas.microsoft.com/office/drawing/2014/main" id="{7844EE1E-F4CD-4A47-8A13-39A592D5CA1B}"/>
                        </a:ext>
                      </a:extLst>
                    </p:cNvPr>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7" name="Freeform 743">
                      <a:extLst>
                        <a:ext uri="{FF2B5EF4-FFF2-40B4-BE49-F238E27FC236}">
                          <a16:creationId xmlns:a16="http://schemas.microsoft.com/office/drawing/2014/main" id="{98DABF1D-3035-D840-8614-C640448C94EC}"/>
                        </a:ext>
                      </a:extLst>
                    </p:cNvPr>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8" name="Freeform 744">
                      <a:extLst>
                        <a:ext uri="{FF2B5EF4-FFF2-40B4-BE49-F238E27FC236}">
                          <a16:creationId xmlns:a16="http://schemas.microsoft.com/office/drawing/2014/main" id="{55599770-1753-3346-A6D8-61F04D567AD5}"/>
                        </a:ext>
                      </a:extLst>
                    </p:cNvPr>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43" name="Group 745">
                  <a:extLst>
                    <a:ext uri="{FF2B5EF4-FFF2-40B4-BE49-F238E27FC236}">
                      <a16:creationId xmlns:a16="http://schemas.microsoft.com/office/drawing/2014/main" id="{F06BE223-3C23-A143-B59C-6D557F86AE60}"/>
                    </a:ext>
                  </a:extLst>
                </p:cNvPr>
                <p:cNvGrpSpPr>
                  <a:grpSpLocks/>
                </p:cNvGrpSpPr>
                <p:nvPr/>
              </p:nvGrpSpPr>
              <p:grpSpPr bwMode="auto">
                <a:xfrm>
                  <a:off x="1002" y="3632"/>
                  <a:ext cx="83" cy="63"/>
                  <a:chOff x="1002" y="3632"/>
                  <a:chExt cx="83" cy="63"/>
                </a:xfrm>
              </p:grpSpPr>
              <p:grpSp>
                <p:nvGrpSpPr>
                  <p:cNvPr id="46626" name="Group 746">
                    <a:extLst>
                      <a:ext uri="{FF2B5EF4-FFF2-40B4-BE49-F238E27FC236}">
                        <a16:creationId xmlns:a16="http://schemas.microsoft.com/office/drawing/2014/main" id="{F2F82FA1-0573-4D4F-9558-71A3224AC078}"/>
                      </a:ext>
                    </a:extLst>
                  </p:cNvPr>
                  <p:cNvGrpSpPr>
                    <a:grpSpLocks/>
                  </p:cNvGrpSpPr>
                  <p:nvPr/>
                </p:nvGrpSpPr>
                <p:grpSpPr bwMode="auto">
                  <a:xfrm>
                    <a:off x="1002" y="3632"/>
                    <a:ext cx="44" cy="22"/>
                    <a:chOff x="1002" y="3632"/>
                    <a:chExt cx="44" cy="22"/>
                  </a:xfrm>
                </p:grpSpPr>
                <p:sp>
                  <p:nvSpPr>
                    <p:cNvPr id="46639" name="Freeform 747">
                      <a:extLst>
                        <a:ext uri="{FF2B5EF4-FFF2-40B4-BE49-F238E27FC236}">
                          <a16:creationId xmlns:a16="http://schemas.microsoft.com/office/drawing/2014/main" id="{828397DA-5D0B-4842-B161-893A67C56835}"/>
                        </a:ext>
                      </a:extLst>
                    </p:cNvPr>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0" name="Freeform 748">
                      <a:extLst>
                        <a:ext uri="{FF2B5EF4-FFF2-40B4-BE49-F238E27FC236}">
                          <a16:creationId xmlns:a16="http://schemas.microsoft.com/office/drawing/2014/main" id="{527E960D-9F49-8343-A68F-B9F39CA044EE}"/>
                        </a:ext>
                      </a:extLst>
                    </p:cNvPr>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1" name="Freeform 749">
                      <a:extLst>
                        <a:ext uri="{FF2B5EF4-FFF2-40B4-BE49-F238E27FC236}">
                          <a16:creationId xmlns:a16="http://schemas.microsoft.com/office/drawing/2014/main" id="{BC32439C-821A-0440-B8A2-77FE0B4D33AF}"/>
                        </a:ext>
                      </a:extLst>
                    </p:cNvPr>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27" name="Group 750">
                    <a:extLst>
                      <a:ext uri="{FF2B5EF4-FFF2-40B4-BE49-F238E27FC236}">
                        <a16:creationId xmlns:a16="http://schemas.microsoft.com/office/drawing/2014/main" id="{D370DF6D-29D6-2E46-9A01-75E35DEFEC9E}"/>
                      </a:ext>
                    </a:extLst>
                  </p:cNvPr>
                  <p:cNvGrpSpPr>
                    <a:grpSpLocks/>
                  </p:cNvGrpSpPr>
                  <p:nvPr/>
                </p:nvGrpSpPr>
                <p:grpSpPr bwMode="auto">
                  <a:xfrm>
                    <a:off x="1014" y="3645"/>
                    <a:ext cx="44" cy="23"/>
                    <a:chOff x="1014" y="3645"/>
                    <a:chExt cx="44" cy="23"/>
                  </a:xfrm>
                </p:grpSpPr>
                <p:sp>
                  <p:nvSpPr>
                    <p:cNvPr id="46636" name="Freeform 751">
                      <a:extLst>
                        <a:ext uri="{FF2B5EF4-FFF2-40B4-BE49-F238E27FC236}">
                          <a16:creationId xmlns:a16="http://schemas.microsoft.com/office/drawing/2014/main" id="{95D0DE46-D753-9946-98A9-8147B9F3A93C}"/>
                        </a:ext>
                      </a:extLst>
                    </p:cNvPr>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7" name="Freeform 752">
                      <a:extLst>
                        <a:ext uri="{FF2B5EF4-FFF2-40B4-BE49-F238E27FC236}">
                          <a16:creationId xmlns:a16="http://schemas.microsoft.com/office/drawing/2014/main" id="{C4C69EC5-4D5C-0E4E-90D1-649624809A9C}"/>
                        </a:ext>
                      </a:extLst>
                    </p:cNvPr>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8" name="Freeform 753">
                      <a:extLst>
                        <a:ext uri="{FF2B5EF4-FFF2-40B4-BE49-F238E27FC236}">
                          <a16:creationId xmlns:a16="http://schemas.microsoft.com/office/drawing/2014/main" id="{8CC9DFB7-6F03-DF4D-8B1A-901ED77921AD}"/>
                        </a:ext>
                      </a:extLst>
                    </p:cNvPr>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28" name="Group 754">
                    <a:extLst>
                      <a:ext uri="{FF2B5EF4-FFF2-40B4-BE49-F238E27FC236}">
                        <a16:creationId xmlns:a16="http://schemas.microsoft.com/office/drawing/2014/main" id="{F626421B-2944-8944-BF74-592D54F7328C}"/>
                      </a:ext>
                    </a:extLst>
                  </p:cNvPr>
                  <p:cNvGrpSpPr>
                    <a:grpSpLocks/>
                  </p:cNvGrpSpPr>
                  <p:nvPr/>
                </p:nvGrpSpPr>
                <p:grpSpPr bwMode="auto">
                  <a:xfrm>
                    <a:off x="1027" y="3659"/>
                    <a:ext cx="45" cy="23"/>
                    <a:chOff x="1027" y="3659"/>
                    <a:chExt cx="45" cy="23"/>
                  </a:xfrm>
                </p:grpSpPr>
                <p:sp>
                  <p:nvSpPr>
                    <p:cNvPr id="46633" name="Freeform 755">
                      <a:extLst>
                        <a:ext uri="{FF2B5EF4-FFF2-40B4-BE49-F238E27FC236}">
                          <a16:creationId xmlns:a16="http://schemas.microsoft.com/office/drawing/2014/main" id="{94A43EAE-2E43-8649-B880-A975ADC2EAE4}"/>
                        </a:ext>
                      </a:extLst>
                    </p:cNvPr>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4" name="Freeform 756">
                      <a:extLst>
                        <a:ext uri="{FF2B5EF4-FFF2-40B4-BE49-F238E27FC236}">
                          <a16:creationId xmlns:a16="http://schemas.microsoft.com/office/drawing/2014/main" id="{DDF84B67-40D8-9943-9629-332BDF29BC90}"/>
                        </a:ext>
                      </a:extLst>
                    </p:cNvPr>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5" name="Freeform 757">
                      <a:extLst>
                        <a:ext uri="{FF2B5EF4-FFF2-40B4-BE49-F238E27FC236}">
                          <a16:creationId xmlns:a16="http://schemas.microsoft.com/office/drawing/2014/main" id="{A993AFEF-5661-7241-9942-82831983CFFF}"/>
                        </a:ext>
                      </a:extLst>
                    </p:cNvPr>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29" name="Group 758">
                    <a:extLst>
                      <a:ext uri="{FF2B5EF4-FFF2-40B4-BE49-F238E27FC236}">
                        <a16:creationId xmlns:a16="http://schemas.microsoft.com/office/drawing/2014/main" id="{323CAD58-D8DC-8D4F-83A8-6CA836296591}"/>
                      </a:ext>
                    </a:extLst>
                  </p:cNvPr>
                  <p:cNvGrpSpPr>
                    <a:grpSpLocks/>
                  </p:cNvGrpSpPr>
                  <p:nvPr/>
                </p:nvGrpSpPr>
                <p:grpSpPr bwMode="auto">
                  <a:xfrm>
                    <a:off x="1040" y="3672"/>
                    <a:ext cx="45" cy="23"/>
                    <a:chOff x="1040" y="3672"/>
                    <a:chExt cx="45" cy="23"/>
                  </a:xfrm>
                </p:grpSpPr>
                <p:sp>
                  <p:nvSpPr>
                    <p:cNvPr id="46630" name="Freeform 759">
                      <a:extLst>
                        <a:ext uri="{FF2B5EF4-FFF2-40B4-BE49-F238E27FC236}">
                          <a16:creationId xmlns:a16="http://schemas.microsoft.com/office/drawing/2014/main" id="{AF261F2B-1EED-814C-ACEB-463F4F870B70}"/>
                        </a:ext>
                      </a:extLst>
                    </p:cNvPr>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1" name="Freeform 760">
                      <a:extLst>
                        <a:ext uri="{FF2B5EF4-FFF2-40B4-BE49-F238E27FC236}">
                          <a16:creationId xmlns:a16="http://schemas.microsoft.com/office/drawing/2014/main" id="{02E2EC42-524A-C24D-847E-21B3285F6D0C}"/>
                        </a:ext>
                      </a:extLst>
                    </p:cNvPr>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2" name="Freeform 761">
                      <a:extLst>
                        <a:ext uri="{FF2B5EF4-FFF2-40B4-BE49-F238E27FC236}">
                          <a16:creationId xmlns:a16="http://schemas.microsoft.com/office/drawing/2014/main" id="{34815D64-F362-E84E-A05C-C95CFBE30AA9}"/>
                        </a:ext>
                      </a:extLst>
                    </p:cNvPr>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44" name="Group 762">
                  <a:extLst>
                    <a:ext uri="{FF2B5EF4-FFF2-40B4-BE49-F238E27FC236}">
                      <a16:creationId xmlns:a16="http://schemas.microsoft.com/office/drawing/2014/main" id="{872FBC56-75BC-154A-A1F2-4FC329016448}"/>
                    </a:ext>
                  </a:extLst>
                </p:cNvPr>
                <p:cNvGrpSpPr>
                  <a:grpSpLocks/>
                </p:cNvGrpSpPr>
                <p:nvPr/>
              </p:nvGrpSpPr>
              <p:grpSpPr bwMode="auto">
                <a:xfrm>
                  <a:off x="1054" y="3685"/>
                  <a:ext cx="45" cy="23"/>
                  <a:chOff x="1054" y="3685"/>
                  <a:chExt cx="45" cy="23"/>
                </a:xfrm>
              </p:grpSpPr>
              <p:sp>
                <p:nvSpPr>
                  <p:cNvPr id="46623" name="Freeform 763">
                    <a:extLst>
                      <a:ext uri="{FF2B5EF4-FFF2-40B4-BE49-F238E27FC236}">
                        <a16:creationId xmlns:a16="http://schemas.microsoft.com/office/drawing/2014/main" id="{AFAF91DD-8BA5-D046-A3D5-E0E7F5087889}"/>
                      </a:ext>
                    </a:extLst>
                  </p:cNvPr>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4" name="Freeform 764">
                    <a:extLst>
                      <a:ext uri="{FF2B5EF4-FFF2-40B4-BE49-F238E27FC236}">
                        <a16:creationId xmlns:a16="http://schemas.microsoft.com/office/drawing/2014/main" id="{2B1E4DDD-E12D-564E-8002-35BC93358055}"/>
                      </a:ext>
                    </a:extLst>
                  </p:cNvPr>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5" name="Freeform 765">
                    <a:extLst>
                      <a:ext uri="{FF2B5EF4-FFF2-40B4-BE49-F238E27FC236}">
                        <a16:creationId xmlns:a16="http://schemas.microsoft.com/office/drawing/2014/main" id="{B5A8237F-27A4-634D-B6D6-20409C0C4B2B}"/>
                      </a:ext>
                    </a:extLst>
                  </p:cNvPr>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5" name="Group 766">
                  <a:extLst>
                    <a:ext uri="{FF2B5EF4-FFF2-40B4-BE49-F238E27FC236}">
                      <a16:creationId xmlns:a16="http://schemas.microsoft.com/office/drawing/2014/main" id="{72488BBE-9BA1-1B4A-A4C9-B7E0E41F75D9}"/>
                    </a:ext>
                  </a:extLst>
                </p:cNvPr>
                <p:cNvGrpSpPr>
                  <a:grpSpLocks/>
                </p:cNvGrpSpPr>
                <p:nvPr/>
              </p:nvGrpSpPr>
              <p:grpSpPr bwMode="auto">
                <a:xfrm>
                  <a:off x="1067" y="3698"/>
                  <a:ext cx="45" cy="23"/>
                  <a:chOff x="1067" y="3698"/>
                  <a:chExt cx="45" cy="23"/>
                </a:xfrm>
              </p:grpSpPr>
              <p:sp>
                <p:nvSpPr>
                  <p:cNvPr id="46620" name="Freeform 767">
                    <a:extLst>
                      <a:ext uri="{FF2B5EF4-FFF2-40B4-BE49-F238E27FC236}">
                        <a16:creationId xmlns:a16="http://schemas.microsoft.com/office/drawing/2014/main" id="{C8924BF2-064A-B441-AD4E-0331080A5101}"/>
                      </a:ext>
                    </a:extLst>
                  </p:cNvPr>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1" name="Freeform 768">
                    <a:extLst>
                      <a:ext uri="{FF2B5EF4-FFF2-40B4-BE49-F238E27FC236}">
                        <a16:creationId xmlns:a16="http://schemas.microsoft.com/office/drawing/2014/main" id="{13BB4F78-2FE7-3845-BE0E-E5A3CB1E30DD}"/>
                      </a:ext>
                    </a:extLst>
                  </p:cNvPr>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2" name="Freeform 769">
                    <a:extLst>
                      <a:ext uri="{FF2B5EF4-FFF2-40B4-BE49-F238E27FC236}">
                        <a16:creationId xmlns:a16="http://schemas.microsoft.com/office/drawing/2014/main" id="{37888999-18B5-1845-969D-9A8BD71C412A}"/>
                      </a:ext>
                    </a:extLst>
                  </p:cNvPr>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6" name="Group 770">
                  <a:extLst>
                    <a:ext uri="{FF2B5EF4-FFF2-40B4-BE49-F238E27FC236}">
                      <a16:creationId xmlns:a16="http://schemas.microsoft.com/office/drawing/2014/main" id="{4F8A40D6-B378-6E46-BA92-84917E7449E8}"/>
                    </a:ext>
                  </a:extLst>
                </p:cNvPr>
                <p:cNvGrpSpPr>
                  <a:grpSpLocks/>
                </p:cNvGrpSpPr>
                <p:nvPr/>
              </p:nvGrpSpPr>
              <p:grpSpPr bwMode="auto">
                <a:xfrm>
                  <a:off x="1079" y="3712"/>
                  <a:ext cx="44" cy="23"/>
                  <a:chOff x="1079" y="3712"/>
                  <a:chExt cx="44" cy="23"/>
                </a:xfrm>
              </p:grpSpPr>
              <p:sp>
                <p:nvSpPr>
                  <p:cNvPr id="46617" name="Freeform 771">
                    <a:extLst>
                      <a:ext uri="{FF2B5EF4-FFF2-40B4-BE49-F238E27FC236}">
                        <a16:creationId xmlns:a16="http://schemas.microsoft.com/office/drawing/2014/main" id="{1DE265DD-4D8D-774D-8174-FCA951341E9B}"/>
                      </a:ext>
                    </a:extLst>
                  </p:cNvPr>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8" name="Freeform 772">
                    <a:extLst>
                      <a:ext uri="{FF2B5EF4-FFF2-40B4-BE49-F238E27FC236}">
                        <a16:creationId xmlns:a16="http://schemas.microsoft.com/office/drawing/2014/main" id="{53F7B12C-2508-A049-BE9D-35906A3930DE}"/>
                      </a:ext>
                    </a:extLst>
                  </p:cNvPr>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9" name="Freeform 773">
                    <a:extLst>
                      <a:ext uri="{FF2B5EF4-FFF2-40B4-BE49-F238E27FC236}">
                        <a16:creationId xmlns:a16="http://schemas.microsoft.com/office/drawing/2014/main" id="{A012C401-75AA-E940-885F-5C99D50BAA75}"/>
                      </a:ext>
                    </a:extLst>
                  </p:cNvPr>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7" name="Group 774">
                  <a:extLst>
                    <a:ext uri="{FF2B5EF4-FFF2-40B4-BE49-F238E27FC236}">
                      <a16:creationId xmlns:a16="http://schemas.microsoft.com/office/drawing/2014/main" id="{D32AF5FE-54D3-8E49-B91B-8F94AE4D9054}"/>
                    </a:ext>
                  </a:extLst>
                </p:cNvPr>
                <p:cNvGrpSpPr>
                  <a:grpSpLocks/>
                </p:cNvGrpSpPr>
                <p:nvPr/>
              </p:nvGrpSpPr>
              <p:grpSpPr bwMode="auto">
                <a:xfrm>
                  <a:off x="1093" y="3725"/>
                  <a:ext cx="45" cy="23"/>
                  <a:chOff x="1093" y="3725"/>
                  <a:chExt cx="45" cy="23"/>
                </a:xfrm>
              </p:grpSpPr>
              <p:sp>
                <p:nvSpPr>
                  <p:cNvPr id="46614" name="Freeform 775">
                    <a:extLst>
                      <a:ext uri="{FF2B5EF4-FFF2-40B4-BE49-F238E27FC236}">
                        <a16:creationId xmlns:a16="http://schemas.microsoft.com/office/drawing/2014/main" id="{49C3FA01-859C-8945-A5B6-D27507BAF50A}"/>
                      </a:ext>
                    </a:extLst>
                  </p:cNvPr>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5" name="Freeform 776">
                    <a:extLst>
                      <a:ext uri="{FF2B5EF4-FFF2-40B4-BE49-F238E27FC236}">
                        <a16:creationId xmlns:a16="http://schemas.microsoft.com/office/drawing/2014/main" id="{2821FE00-15DC-2046-AE34-5C40BF8B0744}"/>
                      </a:ext>
                    </a:extLst>
                  </p:cNvPr>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6" name="Freeform 777">
                    <a:extLst>
                      <a:ext uri="{FF2B5EF4-FFF2-40B4-BE49-F238E27FC236}">
                        <a16:creationId xmlns:a16="http://schemas.microsoft.com/office/drawing/2014/main" id="{1CC2C0AD-C842-A84D-995A-C79776400BA0}"/>
                      </a:ext>
                    </a:extLst>
                  </p:cNvPr>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8" name="Group 778">
                  <a:extLst>
                    <a:ext uri="{FF2B5EF4-FFF2-40B4-BE49-F238E27FC236}">
                      <a16:creationId xmlns:a16="http://schemas.microsoft.com/office/drawing/2014/main" id="{3D331292-8472-FA4C-BEE5-F382AEEBA5B2}"/>
                    </a:ext>
                  </a:extLst>
                </p:cNvPr>
                <p:cNvGrpSpPr>
                  <a:grpSpLocks/>
                </p:cNvGrpSpPr>
                <p:nvPr/>
              </p:nvGrpSpPr>
              <p:grpSpPr bwMode="auto">
                <a:xfrm>
                  <a:off x="1108" y="3739"/>
                  <a:ext cx="44" cy="23"/>
                  <a:chOff x="1108" y="3739"/>
                  <a:chExt cx="44" cy="23"/>
                </a:xfrm>
              </p:grpSpPr>
              <p:sp>
                <p:nvSpPr>
                  <p:cNvPr id="46611" name="Freeform 779">
                    <a:extLst>
                      <a:ext uri="{FF2B5EF4-FFF2-40B4-BE49-F238E27FC236}">
                        <a16:creationId xmlns:a16="http://schemas.microsoft.com/office/drawing/2014/main" id="{65A63C70-CBA1-BC45-B34A-E30E793DAF4E}"/>
                      </a:ext>
                    </a:extLst>
                  </p:cNvPr>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2" name="Freeform 780">
                    <a:extLst>
                      <a:ext uri="{FF2B5EF4-FFF2-40B4-BE49-F238E27FC236}">
                        <a16:creationId xmlns:a16="http://schemas.microsoft.com/office/drawing/2014/main" id="{3783DC66-BDE0-564C-88A4-63C512E5257F}"/>
                      </a:ext>
                    </a:extLst>
                  </p:cNvPr>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3" name="Freeform 781">
                    <a:extLst>
                      <a:ext uri="{FF2B5EF4-FFF2-40B4-BE49-F238E27FC236}">
                        <a16:creationId xmlns:a16="http://schemas.microsoft.com/office/drawing/2014/main" id="{73471137-A622-C444-B400-7AD092950695}"/>
                      </a:ext>
                    </a:extLst>
                  </p:cNvPr>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9" name="Group 782">
                  <a:extLst>
                    <a:ext uri="{FF2B5EF4-FFF2-40B4-BE49-F238E27FC236}">
                      <a16:creationId xmlns:a16="http://schemas.microsoft.com/office/drawing/2014/main" id="{7C34AECA-94DA-2B46-A6A4-EABE8718102D}"/>
                    </a:ext>
                  </a:extLst>
                </p:cNvPr>
                <p:cNvGrpSpPr>
                  <a:grpSpLocks/>
                </p:cNvGrpSpPr>
                <p:nvPr/>
              </p:nvGrpSpPr>
              <p:grpSpPr bwMode="auto">
                <a:xfrm>
                  <a:off x="1121" y="3753"/>
                  <a:ext cx="45" cy="23"/>
                  <a:chOff x="1121" y="3753"/>
                  <a:chExt cx="45" cy="23"/>
                </a:xfrm>
              </p:grpSpPr>
              <p:sp>
                <p:nvSpPr>
                  <p:cNvPr id="46608" name="Freeform 783">
                    <a:extLst>
                      <a:ext uri="{FF2B5EF4-FFF2-40B4-BE49-F238E27FC236}">
                        <a16:creationId xmlns:a16="http://schemas.microsoft.com/office/drawing/2014/main" id="{65B3E460-CE8B-BF49-8D08-EB509635B403}"/>
                      </a:ext>
                    </a:extLst>
                  </p:cNvPr>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9" name="Freeform 784">
                    <a:extLst>
                      <a:ext uri="{FF2B5EF4-FFF2-40B4-BE49-F238E27FC236}">
                        <a16:creationId xmlns:a16="http://schemas.microsoft.com/office/drawing/2014/main" id="{A9A8AB27-7980-2E44-B2B7-AE99921781C6}"/>
                      </a:ext>
                    </a:extLst>
                  </p:cNvPr>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0" name="Freeform 785">
                    <a:extLst>
                      <a:ext uri="{FF2B5EF4-FFF2-40B4-BE49-F238E27FC236}">
                        <a16:creationId xmlns:a16="http://schemas.microsoft.com/office/drawing/2014/main" id="{812B2791-3403-1844-A061-A0BCD0632FE8}"/>
                      </a:ext>
                    </a:extLst>
                  </p:cNvPr>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50" name="Group 786">
                  <a:extLst>
                    <a:ext uri="{FF2B5EF4-FFF2-40B4-BE49-F238E27FC236}">
                      <a16:creationId xmlns:a16="http://schemas.microsoft.com/office/drawing/2014/main" id="{1E553228-63AC-B947-A8F3-02729E7BD37A}"/>
                    </a:ext>
                  </a:extLst>
                </p:cNvPr>
                <p:cNvGrpSpPr>
                  <a:grpSpLocks/>
                </p:cNvGrpSpPr>
                <p:nvPr/>
              </p:nvGrpSpPr>
              <p:grpSpPr bwMode="auto">
                <a:xfrm>
                  <a:off x="1133" y="3767"/>
                  <a:ext cx="44" cy="23"/>
                  <a:chOff x="1133" y="3767"/>
                  <a:chExt cx="44" cy="23"/>
                </a:xfrm>
              </p:grpSpPr>
              <p:sp>
                <p:nvSpPr>
                  <p:cNvPr id="46605" name="Freeform 787">
                    <a:extLst>
                      <a:ext uri="{FF2B5EF4-FFF2-40B4-BE49-F238E27FC236}">
                        <a16:creationId xmlns:a16="http://schemas.microsoft.com/office/drawing/2014/main" id="{EC598897-B304-B94C-8BBD-FE01A84C0289}"/>
                      </a:ext>
                    </a:extLst>
                  </p:cNvPr>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6" name="Freeform 788">
                    <a:extLst>
                      <a:ext uri="{FF2B5EF4-FFF2-40B4-BE49-F238E27FC236}">
                        <a16:creationId xmlns:a16="http://schemas.microsoft.com/office/drawing/2014/main" id="{EB81501B-BD2A-174B-A0C2-35B38EC28408}"/>
                      </a:ext>
                    </a:extLst>
                  </p:cNvPr>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7" name="Freeform 789">
                    <a:extLst>
                      <a:ext uri="{FF2B5EF4-FFF2-40B4-BE49-F238E27FC236}">
                        <a16:creationId xmlns:a16="http://schemas.microsoft.com/office/drawing/2014/main" id="{3EA4DC84-89D2-B444-A020-125F8C88C3C9}"/>
                      </a:ext>
                    </a:extLst>
                  </p:cNvPr>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51" name="Freeform 790">
                  <a:extLst>
                    <a:ext uri="{FF2B5EF4-FFF2-40B4-BE49-F238E27FC236}">
                      <a16:creationId xmlns:a16="http://schemas.microsoft.com/office/drawing/2014/main" id="{3ED1C3B5-D40E-3847-BFFF-51E61AD48772}"/>
                    </a:ext>
                  </a:extLst>
                </p:cNvPr>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2" name="Freeform 791">
                  <a:extLst>
                    <a:ext uri="{FF2B5EF4-FFF2-40B4-BE49-F238E27FC236}">
                      <a16:creationId xmlns:a16="http://schemas.microsoft.com/office/drawing/2014/main" id="{4676CCEE-87D6-EE4E-8EDC-9BD65FF14279}"/>
                    </a:ext>
                  </a:extLst>
                </p:cNvPr>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3" name="Freeform 792">
                  <a:extLst>
                    <a:ext uri="{FF2B5EF4-FFF2-40B4-BE49-F238E27FC236}">
                      <a16:creationId xmlns:a16="http://schemas.microsoft.com/office/drawing/2014/main" id="{3469576C-3D83-8448-B8B0-D39F72D58F83}"/>
                    </a:ext>
                  </a:extLst>
                </p:cNvPr>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4" name="Freeform 793">
                  <a:extLst>
                    <a:ext uri="{FF2B5EF4-FFF2-40B4-BE49-F238E27FC236}">
                      <a16:creationId xmlns:a16="http://schemas.microsoft.com/office/drawing/2014/main" id="{681FEFC8-D944-A14B-A6A6-8515876A7CD8}"/>
                    </a:ext>
                  </a:extLst>
                </p:cNvPr>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5" name="Freeform 794">
                  <a:extLst>
                    <a:ext uri="{FF2B5EF4-FFF2-40B4-BE49-F238E27FC236}">
                      <a16:creationId xmlns:a16="http://schemas.microsoft.com/office/drawing/2014/main" id="{9D32302D-8EFE-2841-A79C-08AA5EEDAFD2}"/>
                    </a:ext>
                  </a:extLst>
                </p:cNvPr>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6" name="Freeform 795">
                  <a:extLst>
                    <a:ext uri="{FF2B5EF4-FFF2-40B4-BE49-F238E27FC236}">
                      <a16:creationId xmlns:a16="http://schemas.microsoft.com/office/drawing/2014/main" id="{D72DB479-A250-0948-A02D-F22B7F82474E}"/>
                    </a:ext>
                  </a:extLst>
                </p:cNvPr>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7" name="Freeform 796">
                  <a:extLst>
                    <a:ext uri="{FF2B5EF4-FFF2-40B4-BE49-F238E27FC236}">
                      <a16:creationId xmlns:a16="http://schemas.microsoft.com/office/drawing/2014/main" id="{4DD39840-BEC5-AC48-BE0E-BBF037C2B266}"/>
                    </a:ext>
                  </a:extLst>
                </p:cNvPr>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8" name="Freeform 797">
                  <a:extLst>
                    <a:ext uri="{FF2B5EF4-FFF2-40B4-BE49-F238E27FC236}">
                      <a16:creationId xmlns:a16="http://schemas.microsoft.com/office/drawing/2014/main" id="{94F7AB3D-4EDC-9C48-95E1-8B9A5FA9E212}"/>
                    </a:ext>
                  </a:extLst>
                </p:cNvPr>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9" name="Freeform 798">
                  <a:extLst>
                    <a:ext uri="{FF2B5EF4-FFF2-40B4-BE49-F238E27FC236}">
                      <a16:creationId xmlns:a16="http://schemas.microsoft.com/office/drawing/2014/main" id="{1FA25303-2C9D-6B4F-B757-75CA44D71F4D}"/>
                    </a:ext>
                  </a:extLst>
                </p:cNvPr>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60" name="Freeform 799">
                  <a:extLst>
                    <a:ext uri="{FF2B5EF4-FFF2-40B4-BE49-F238E27FC236}">
                      <a16:creationId xmlns:a16="http://schemas.microsoft.com/office/drawing/2014/main" id="{0FFD645A-7A68-124D-9931-16F93DC12081}"/>
                    </a:ext>
                  </a:extLst>
                </p:cNvPr>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61" name="Freeform 800">
                  <a:extLst>
                    <a:ext uri="{FF2B5EF4-FFF2-40B4-BE49-F238E27FC236}">
                      <a16:creationId xmlns:a16="http://schemas.microsoft.com/office/drawing/2014/main" id="{34A71E2D-2168-DF4D-A036-DE0F278D0B49}"/>
                    </a:ext>
                  </a:extLst>
                </p:cNvPr>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62" name="Group 801">
                  <a:extLst>
                    <a:ext uri="{FF2B5EF4-FFF2-40B4-BE49-F238E27FC236}">
                      <a16:creationId xmlns:a16="http://schemas.microsoft.com/office/drawing/2014/main" id="{939DA011-7E98-A947-B117-85B793064A12}"/>
                    </a:ext>
                  </a:extLst>
                </p:cNvPr>
                <p:cNvGrpSpPr>
                  <a:grpSpLocks/>
                </p:cNvGrpSpPr>
                <p:nvPr/>
              </p:nvGrpSpPr>
              <p:grpSpPr bwMode="auto">
                <a:xfrm>
                  <a:off x="700" y="3535"/>
                  <a:ext cx="49" cy="24"/>
                  <a:chOff x="700" y="3535"/>
                  <a:chExt cx="49" cy="24"/>
                </a:xfrm>
              </p:grpSpPr>
              <p:sp>
                <p:nvSpPr>
                  <p:cNvPr id="46602" name="Freeform 802">
                    <a:extLst>
                      <a:ext uri="{FF2B5EF4-FFF2-40B4-BE49-F238E27FC236}">
                        <a16:creationId xmlns:a16="http://schemas.microsoft.com/office/drawing/2014/main" id="{E98F8DF3-A708-DC40-ACD8-EBBA7B0BFA89}"/>
                      </a:ext>
                    </a:extLst>
                  </p:cNvPr>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3" name="Freeform 803">
                    <a:extLst>
                      <a:ext uri="{FF2B5EF4-FFF2-40B4-BE49-F238E27FC236}">
                        <a16:creationId xmlns:a16="http://schemas.microsoft.com/office/drawing/2014/main" id="{96ABE412-AF51-0F41-9C70-72B5678F660A}"/>
                      </a:ext>
                    </a:extLst>
                  </p:cNvPr>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4" name="Freeform 804">
                    <a:extLst>
                      <a:ext uri="{FF2B5EF4-FFF2-40B4-BE49-F238E27FC236}">
                        <a16:creationId xmlns:a16="http://schemas.microsoft.com/office/drawing/2014/main" id="{0F9C6407-8967-FB4B-AB0D-0C368ACD2F66}"/>
                      </a:ext>
                    </a:extLst>
                  </p:cNvPr>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3" name="Group 805">
                  <a:extLst>
                    <a:ext uri="{FF2B5EF4-FFF2-40B4-BE49-F238E27FC236}">
                      <a16:creationId xmlns:a16="http://schemas.microsoft.com/office/drawing/2014/main" id="{E2A51E9D-F5D9-3F4A-9DF2-4DB018CB57BD}"/>
                    </a:ext>
                  </a:extLst>
                </p:cNvPr>
                <p:cNvGrpSpPr>
                  <a:grpSpLocks/>
                </p:cNvGrpSpPr>
                <p:nvPr/>
              </p:nvGrpSpPr>
              <p:grpSpPr bwMode="auto">
                <a:xfrm>
                  <a:off x="714" y="3551"/>
                  <a:ext cx="49" cy="22"/>
                  <a:chOff x="714" y="3551"/>
                  <a:chExt cx="49" cy="22"/>
                </a:xfrm>
              </p:grpSpPr>
              <p:sp>
                <p:nvSpPr>
                  <p:cNvPr id="46599" name="Freeform 806">
                    <a:extLst>
                      <a:ext uri="{FF2B5EF4-FFF2-40B4-BE49-F238E27FC236}">
                        <a16:creationId xmlns:a16="http://schemas.microsoft.com/office/drawing/2014/main" id="{DFA4D552-B2B9-A14E-A75D-CC491BE7B170}"/>
                      </a:ext>
                    </a:extLst>
                  </p:cNvPr>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0" name="Freeform 807">
                    <a:extLst>
                      <a:ext uri="{FF2B5EF4-FFF2-40B4-BE49-F238E27FC236}">
                        <a16:creationId xmlns:a16="http://schemas.microsoft.com/office/drawing/2014/main" id="{F83CC530-7ECC-CD44-8AD2-E41D65488784}"/>
                      </a:ext>
                    </a:extLst>
                  </p:cNvPr>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1" name="Freeform 808">
                    <a:extLst>
                      <a:ext uri="{FF2B5EF4-FFF2-40B4-BE49-F238E27FC236}">
                        <a16:creationId xmlns:a16="http://schemas.microsoft.com/office/drawing/2014/main" id="{CBC24FAD-672E-F849-80D3-80B465024DE4}"/>
                      </a:ext>
                    </a:extLst>
                  </p:cNvPr>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4" name="Group 809">
                  <a:extLst>
                    <a:ext uri="{FF2B5EF4-FFF2-40B4-BE49-F238E27FC236}">
                      <a16:creationId xmlns:a16="http://schemas.microsoft.com/office/drawing/2014/main" id="{E1D4E8B3-3227-D541-9C40-2FB4056FA40E}"/>
                    </a:ext>
                  </a:extLst>
                </p:cNvPr>
                <p:cNvGrpSpPr>
                  <a:grpSpLocks/>
                </p:cNvGrpSpPr>
                <p:nvPr/>
              </p:nvGrpSpPr>
              <p:grpSpPr bwMode="auto">
                <a:xfrm>
                  <a:off x="728" y="3564"/>
                  <a:ext cx="48" cy="23"/>
                  <a:chOff x="728" y="3564"/>
                  <a:chExt cx="48" cy="23"/>
                </a:xfrm>
              </p:grpSpPr>
              <p:sp>
                <p:nvSpPr>
                  <p:cNvPr id="46596" name="Freeform 810">
                    <a:extLst>
                      <a:ext uri="{FF2B5EF4-FFF2-40B4-BE49-F238E27FC236}">
                        <a16:creationId xmlns:a16="http://schemas.microsoft.com/office/drawing/2014/main" id="{2D3DD4D2-9488-F641-A57D-E92B8ED2CDB2}"/>
                      </a:ext>
                    </a:extLst>
                  </p:cNvPr>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7" name="Freeform 811">
                    <a:extLst>
                      <a:ext uri="{FF2B5EF4-FFF2-40B4-BE49-F238E27FC236}">
                        <a16:creationId xmlns:a16="http://schemas.microsoft.com/office/drawing/2014/main" id="{6D52699A-70EE-9D4A-8888-38F522ACE0F6}"/>
                      </a:ext>
                    </a:extLst>
                  </p:cNvPr>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8" name="Freeform 812">
                    <a:extLst>
                      <a:ext uri="{FF2B5EF4-FFF2-40B4-BE49-F238E27FC236}">
                        <a16:creationId xmlns:a16="http://schemas.microsoft.com/office/drawing/2014/main" id="{BD398B5B-8B82-BF4D-8E12-0839FD09EE55}"/>
                      </a:ext>
                    </a:extLst>
                  </p:cNvPr>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5" name="Group 813">
                  <a:extLst>
                    <a:ext uri="{FF2B5EF4-FFF2-40B4-BE49-F238E27FC236}">
                      <a16:creationId xmlns:a16="http://schemas.microsoft.com/office/drawing/2014/main" id="{7EACD01E-5423-EF48-B2B4-CC3974417F8D}"/>
                    </a:ext>
                  </a:extLst>
                </p:cNvPr>
                <p:cNvGrpSpPr>
                  <a:grpSpLocks/>
                </p:cNvGrpSpPr>
                <p:nvPr/>
              </p:nvGrpSpPr>
              <p:grpSpPr bwMode="auto">
                <a:xfrm>
                  <a:off x="742" y="3582"/>
                  <a:ext cx="49" cy="23"/>
                  <a:chOff x="742" y="3582"/>
                  <a:chExt cx="49" cy="23"/>
                </a:xfrm>
              </p:grpSpPr>
              <p:sp>
                <p:nvSpPr>
                  <p:cNvPr id="46593" name="Freeform 814">
                    <a:extLst>
                      <a:ext uri="{FF2B5EF4-FFF2-40B4-BE49-F238E27FC236}">
                        <a16:creationId xmlns:a16="http://schemas.microsoft.com/office/drawing/2014/main" id="{FBDD2641-4F72-9C4D-96CD-41B616296528}"/>
                      </a:ext>
                    </a:extLst>
                  </p:cNvPr>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4" name="Freeform 815">
                    <a:extLst>
                      <a:ext uri="{FF2B5EF4-FFF2-40B4-BE49-F238E27FC236}">
                        <a16:creationId xmlns:a16="http://schemas.microsoft.com/office/drawing/2014/main" id="{9A70B773-1274-B54C-B332-41210E9BF90E}"/>
                      </a:ext>
                    </a:extLst>
                  </p:cNvPr>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5" name="Freeform 816">
                    <a:extLst>
                      <a:ext uri="{FF2B5EF4-FFF2-40B4-BE49-F238E27FC236}">
                        <a16:creationId xmlns:a16="http://schemas.microsoft.com/office/drawing/2014/main" id="{8354CBEF-681C-A648-981C-0A1E1BB6D898}"/>
                      </a:ext>
                    </a:extLst>
                  </p:cNvPr>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6" name="Group 817">
                  <a:extLst>
                    <a:ext uri="{FF2B5EF4-FFF2-40B4-BE49-F238E27FC236}">
                      <a16:creationId xmlns:a16="http://schemas.microsoft.com/office/drawing/2014/main" id="{614E7FCA-3082-0D42-A6B0-7FA5501409ED}"/>
                    </a:ext>
                  </a:extLst>
                </p:cNvPr>
                <p:cNvGrpSpPr>
                  <a:grpSpLocks/>
                </p:cNvGrpSpPr>
                <p:nvPr/>
              </p:nvGrpSpPr>
              <p:grpSpPr bwMode="auto">
                <a:xfrm>
                  <a:off x="752" y="3597"/>
                  <a:ext cx="133" cy="106"/>
                  <a:chOff x="752" y="3597"/>
                  <a:chExt cx="133" cy="106"/>
                </a:xfrm>
              </p:grpSpPr>
              <p:sp>
                <p:nvSpPr>
                  <p:cNvPr id="46590" name="Freeform 818">
                    <a:extLst>
                      <a:ext uri="{FF2B5EF4-FFF2-40B4-BE49-F238E27FC236}">
                        <a16:creationId xmlns:a16="http://schemas.microsoft.com/office/drawing/2014/main" id="{20FBBAF2-6BC5-F94E-B14B-1CD7A10253F3}"/>
                      </a:ext>
                    </a:extLst>
                  </p:cNvPr>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1" name="Freeform 819">
                    <a:extLst>
                      <a:ext uri="{FF2B5EF4-FFF2-40B4-BE49-F238E27FC236}">
                        <a16:creationId xmlns:a16="http://schemas.microsoft.com/office/drawing/2014/main" id="{049D1D18-4D41-DC44-BBA1-FD4026064306}"/>
                      </a:ext>
                    </a:extLst>
                  </p:cNvPr>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2" name="Freeform 820">
                    <a:extLst>
                      <a:ext uri="{FF2B5EF4-FFF2-40B4-BE49-F238E27FC236}">
                        <a16:creationId xmlns:a16="http://schemas.microsoft.com/office/drawing/2014/main" id="{49A8CAB3-AC41-DD49-BC18-721BF80BF043}"/>
                      </a:ext>
                    </a:extLst>
                  </p:cNvPr>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7" name="Group 821">
                  <a:extLst>
                    <a:ext uri="{FF2B5EF4-FFF2-40B4-BE49-F238E27FC236}">
                      <a16:creationId xmlns:a16="http://schemas.microsoft.com/office/drawing/2014/main" id="{F0AFB611-6A7A-D842-9335-C4EA4985453B}"/>
                    </a:ext>
                  </a:extLst>
                </p:cNvPr>
                <p:cNvGrpSpPr>
                  <a:grpSpLocks/>
                </p:cNvGrpSpPr>
                <p:nvPr/>
              </p:nvGrpSpPr>
              <p:grpSpPr bwMode="auto">
                <a:xfrm>
                  <a:off x="844" y="3694"/>
                  <a:ext cx="48" cy="23"/>
                  <a:chOff x="844" y="3694"/>
                  <a:chExt cx="48" cy="23"/>
                </a:xfrm>
              </p:grpSpPr>
              <p:sp>
                <p:nvSpPr>
                  <p:cNvPr id="46587" name="Freeform 822">
                    <a:extLst>
                      <a:ext uri="{FF2B5EF4-FFF2-40B4-BE49-F238E27FC236}">
                        <a16:creationId xmlns:a16="http://schemas.microsoft.com/office/drawing/2014/main" id="{35CA98EC-BAB0-F84E-A0A1-5B25A3EDE7F1}"/>
                      </a:ext>
                    </a:extLst>
                  </p:cNvPr>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8" name="Freeform 823">
                    <a:extLst>
                      <a:ext uri="{FF2B5EF4-FFF2-40B4-BE49-F238E27FC236}">
                        <a16:creationId xmlns:a16="http://schemas.microsoft.com/office/drawing/2014/main" id="{DDA0E5D0-9527-9A49-A275-09A46A87D2C4}"/>
                      </a:ext>
                    </a:extLst>
                  </p:cNvPr>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9" name="Freeform 824">
                    <a:extLst>
                      <a:ext uri="{FF2B5EF4-FFF2-40B4-BE49-F238E27FC236}">
                        <a16:creationId xmlns:a16="http://schemas.microsoft.com/office/drawing/2014/main" id="{C77EC4A3-B09C-5343-86C1-0FC2F516CB88}"/>
                      </a:ext>
                    </a:extLst>
                  </p:cNvPr>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8" name="Group 825">
                  <a:extLst>
                    <a:ext uri="{FF2B5EF4-FFF2-40B4-BE49-F238E27FC236}">
                      <a16:creationId xmlns:a16="http://schemas.microsoft.com/office/drawing/2014/main" id="{149DA487-20E7-6F4E-AD58-E5B752E9523F}"/>
                    </a:ext>
                  </a:extLst>
                </p:cNvPr>
                <p:cNvGrpSpPr>
                  <a:grpSpLocks/>
                </p:cNvGrpSpPr>
                <p:nvPr/>
              </p:nvGrpSpPr>
              <p:grpSpPr bwMode="auto">
                <a:xfrm>
                  <a:off x="857" y="3710"/>
                  <a:ext cx="49" cy="22"/>
                  <a:chOff x="857" y="3710"/>
                  <a:chExt cx="49" cy="22"/>
                </a:xfrm>
              </p:grpSpPr>
              <p:sp>
                <p:nvSpPr>
                  <p:cNvPr id="46584" name="Freeform 826">
                    <a:extLst>
                      <a:ext uri="{FF2B5EF4-FFF2-40B4-BE49-F238E27FC236}">
                        <a16:creationId xmlns:a16="http://schemas.microsoft.com/office/drawing/2014/main" id="{4884335F-ED57-DB47-AC6D-2E3E57A28C84}"/>
                      </a:ext>
                    </a:extLst>
                  </p:cNvPr>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5" name="Freeform 827">
                    <a:extLst>
                      <a:ext uri="{FF2B5EF4-FFF2-40B4-BE49-F238E27FC236}">
                        <a16:creationId xmlns:a16="http://schemas.microsoft.com/office/drawing/2014/main" id="{67F5ADF3-FCE5-044F-80E8-DF6593A9938B}"/>
                      </a:ext>
                    </a:extLst>
                  </p:cNvPr>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6" name="Freeform 828">
                    <a:extLst>
                      <a:ext uri="{FF2B5EF4-FFF2-40B4-BE49-F238E27FC236}">
                        <a16:creationId xmlns:a16="http://schemas.microsoft.com/office/drawing/2014/main" id="{FDAD4B2F-4FE4-3E42-B201-323DDF675281}"/>
                      </a:ext>
                    </a:extLst>
                  </p:cNvPr>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9" name="Group 829">
                  <a:extLst>
                    <a:ext uri="{FF2B5EF4-FFF2-40B4-BE49-F238E27FC236}">
                      <a16:creationId xmlns:a16="http://schemas.microsoft.com/office/drawing/2014/main" id="{6BF6BE59-E56B-AE48-8A5D-B9655D966494}"/>
                    </a:ext>
                  </a:extLst>
                </p:cNvPr>
                <p:cNvGrpSpPr>
                  <a:grpSpLocks/>
                </p:cNvGrpSpPr>
                <p:nvPr/>
              </p:nvGrpSpPr>
              <p:grpSpPr bwMode="auto">
                <a:xfrm>
                  <a:off x="1086" y="3766"/>
                  <a:ext cx="49" cy="23"/>
                  <a:chOff x="1086" y="3766"/>
                  <a:chExt cx="49" cy="23"/>
                </a:xfrm>
              </p:grpSpPr>
              <p:sp>
                <p:nvSpPr>
                  <p:cNvPr id="46581" name="Freeform 830">
                    <a:extLst>
                      <a:ext uri="{FF2B5EF4-FFF2-40B4-BE49-F238E27FC236}">
                        <a16:creationId xmlns:a16="http://schemas.microsoft.com/office/drawing/2014/main" id="{B045669F-A8CC-3A4C-B251-312C0986B2BD}"/>
                      </a:ext>
                    </a:extLst>
                  </p:cNvPr>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2" name="Freeform 831">
                    <a:extLst>
                      <a:ext uri="{FF2B5EF4-FFF2-40B4-BE49-F238E27FC236}">
                        <a16:creationId xmlns:a16="http://schemas.microsoft.com/office/drawing/2014/main" id="{4A51DED3-B239-7A49-9748-85D877C86C27}"/>
                      </a:ext>
                    </a:extLst>
                  </p:cNvPr>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3" name="Freeform 832">
                    <a:extLst>
                      <a:ext uri="{FF2B5EF4-FFF2-40B4-BE49-F238E27FC236}">
                        <a16:creationId xmlns:a16="http://schemas.microsoft.com/office/drawing/2014/main" id="{9CA99B38-91A4-5B40-8F4E-A26520374BB4}"/>
                      </a:ext>
                    </a:extLst>
                  </p:cNvPr>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70" name="Group 833">
                  <a:extLst>
                    <a:ext uri="{FF2B5EF4-FFF2-40B4-BE49-F238E27FC236}">
                      <a16:creationId xmlns:a16="http://schemas.microsoft.com/office/drawing/2014/main" id="{71524398-BFE7-0341-BD6D-C5D68EEFC95D}"/>
                    </a:ext>
                  </a:extLst>
                </p:cNvPr>
                <p:cNvGrpSpPr>
                  <a:grpSpLocks/>
                </p:cNvGrpSpPr>
                <p:nvPr/>
              </p:nvGrpSpPr>
              <p:grpSpPr bwMode="auto">
                <a:xfrm>
                  <a:off x="934" y="3740"/>
                  <a:ext cx="48" cy="23"/>
                  <a:chOff x="934" y="3740"/>
                  <a:chExt cx="48" cy="23"/>
                </a:xfrm>
              </p:grpSpPr>
              <p:sp>
                <p:nvSpPr>
                  <p:cNvPr id="46578" name="Freeform 834">
                    <a:extLst>
                      <a:ext uri="{FF2B5EF4-FFF2-40B4-BE49-F238E27FC236}">
                        <a16:creationId xmlns:a16="http://schemas.microsoft.com/office/drawing/2014/main" id="{5F380CE0-0313-3E43-878A-FD362C2E27BD}"/>
                      </a:ext>
                    </a:extLst>
                  </p:cNvPr>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9" name="Freeform 835">
                    <a:extLst>
                      <a:ext uri="{FF2B5EF4-FFF2-40B4-BE49-F238E27FC236}">
                        <a16:creationId xmlns:a16="http://schemas.microsoft.com/office/drawing/2014/main" id="{C7AF3CBC-06BB-2D40-BAD4-DC111573E0F7}"/>
                      </a:ext>
                    </a:extLst>
                  </p:cNvPr>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0" name="Freeform 836">
                    <a:extLst>
                      <a:ext uri="{FF2B5EF4-FFF2-40B4-BE49-F238E27FC236}">
                        <a16:creationId xmlns:a16="http://schemas.microsoft.com/office/drawing/2014/main" id="{CA0651C1-06D1-2D40-9623-3462220B2F46}"/>
                      </a:ext>
                    </a:extLst>
                  </p:cNvPr>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71" name="Group 837">
                  <a:extLst>
                    <a:ext uri="{FF2B5EF4-FFF2-40B4-BE49-F238E27FC236}">
                      <a16:creationId xmlns:a16="http://schemas.microsoft.com/office/drawing/2014/main" id="{FE739F0D-6390-7A41-A8E4-C6030CF0C76F}"/>
                    </a:ext>
                  </a:extLst>
                </p:cNvPr>
                <p:cNvGrpSpPr>
                  <a:grpSpLocks/>
                </p:cNvGrpSpPr>
                <p:nvPr/>
              </p:nvGrpSpPr>
              <p:grpSpPr bwMode="auto">
                <a:xfrm>
                  <a:off x="943" y="3754"/>
                  <a:ext cx="49" cy="23"/>
                  <a:chOff x="943" y="3754"/>
                  <a:chExt cx="49" cy="23"/>
                </a:xfrm>
              </p:grpSpPr>
              <p:sp>
                <p:nvSpPr>
                  <p:cNvPr id="46575" name="Freeform 838">
                    <a:extLst>
                      <a:ext uri="{FF2B5EF4-FFF2-40B4-BE49-F238E27FC236}">
                        <a16:creationId xmlns:a16="http://schemas.microsoft.com/office/drawing/2014/main" id="{FB7C54DA-03BB-B84A-9B74-04E4513D951C}"/>
                      </a:ext>
                    </a:extLst>
                  </p:cNvPr>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6" name="Freeform 839">
                    <a:extLst>
                      <a:ext uri="{FF2B5EF4-FFF2-40B4-BE49-F238E27FC236}">
                        <a16:creationId xmlns:a16="http://schemas.microsoft.com/office/drawing/2014/main" id="{7BD8B39B-7917-2643-8A74-C58A44640907}"/>
                      </a:ext>
                    </a:extLst>
                  </p:cNvPr>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7" name="Freeform 840">
                    <a:extLst>
                      <a:ext uri="{FF2B5EF4-FFF2-40B4-BE49-F238E27FC236}">
                        <a16:creationId xmlns:a16="http://schemas.microsoft.com/office/drawing/2014/main" id="{BD3123E6-C6E1-A44B-8E0C-BF5C079458A8}"/>
                      </a:ext>
                    </a:extLst>
                  </p:cNvPr>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72" name="Freeform 841">
                  <a:extLst>
                    <a:ext uri="{FF2B5EF4-FFF2-40B4-BE49-F238E27FC236}">
                      <a16:creationId xmlns:a16="http://schemas.microsoft.com/office/drawing/2014/main" id="{BD2DC79D-6416-D942-A04D-F1929BF0B94C}"/>
                    </a:ext>
                  </a:extLst>
                </p:cNvPr>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3" name="Freeform 842">
                  <a:extLst>
                    <a:ext uri="{FF2B5EF4-FFF2-40B4-BE49-F238E27FC236}">
                      <a16:creationId xmlns:a16="http://schemas.microsoft.com/office/drawing/2014/main" id="{1BBA0EBE-BE1C-B944-B0C8-3A533100DE83}"/>
                    </a:ext>
                  </a:extLst>
                </p:cNvPr>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4" name="Freeform 843">
                  <a:extLst>
                    <a:ext uri="{FF2B5EF4-FFF2-40B4-BE49-F238E27FC236}">
                      <a16:creationId xmlns:a16="http://schemas.microsoft.com/office/drawing/2014/main" id="{B732B02B-069C-2740-8312-54A0303460A6}"/>
                    </a:ext>
                  </a:extLst>
                </p:cNvPr>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469" name="Group 844">
                <a:extLst>
                  <a:ext uri="{FF2B5EF4-FFF2-40B4-BE49-F238E27FC236}">
                    <a16:creationId xmlns:a16="http://schemas.microsoft.com/office/drawing/2014/main" id="{18903AC4-A9A9-C046-978E-F4FC725FD561}"/>
                  </a:ext>
                </a:extLst>
              </p:cNvPr>
              <p:cNvGrpSpPr>
                <a:grpSpLocks/>
              </p:cNvGrpSpPr>
              <p:nvPr/>
            </p:nvGrpSpPr>
            <p:grpSpPr bwMode="auto">
              <a:xfrm>
                <a:off x="920" y="3821"/>
                <a:ext cx="413" cy="50"/>
                <a:chOff x="920" y="3821"/>
                <a:chExt cx="413" cy="50"/>
              </a:xfrm>
            </p:grpSpPr>
            <p:sp>
              <p:nvSpPr>
                <p:cNvPr id="46490" name="Freeform 845">
                  <a:extLst>
                    <a:ext uri="{FF2B5EF4-FFF2-40B4-BE49-F238E27FC236}">
                      <a16:creationId xmlns:a16="http://schemas.microsoft.com/office/drawing/2014/main" id="{F5525CE6-ACA6-2B45-8A35-DE46B2654153}"/>
                    </a:ext>
                  </a:extLst>
                </p:cNvPr>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46491" name="Freeform 846">
                  <a:extLst>
                    <a:ext uri="{FF2B5EF4-FFF2-40B4-BE49-F238E27FC236}">
                      <a16:creationId xmlns:a16="http://schemas.microsoft.com/office/drawing/2014/main" id="{33F20A87-48E6-F54C-A01E-D56B3534CB19}"/>
                    </a:ext>
                  </a:extLst>
                </p:cNvPr>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2" name="Rectangle 847">
                  <a:extLst>
                    <a:ext uri="{FF2B5EF4-FFF2-40B4-BE49-F238E27FC236}">
                      <a16:creationId xmlns:a16="http://schemas.microsoft.com/office/drawing/2014/main" id="{980A913C-240B-5342-94BE-318692B3A39E}"/>
                    </a:ext>
                  </a:extLst>
                </p:cNvPr>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93" name="Rectangle 848">
                  <a:extLst>
                    <a:ext uri="{FF2B5EF4-FFF2-40B4-BE49-F238E27FC236}">
                      <a16:creationId xmlns:a16="http://schemas.microsoft.com/office/drawing/2014/main" id="{E6D3CCF4-1B64-4143-9EA0-90D816555092}"/>
                    </a:ext>
                  </a:extLst>
                </p:cNvPr>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46470" name="Group 849">
                <a:extLst>
                  <a:ext uri="{FF2B5EF4-FFF2-40B4-BE49-F238E27FC236}">
                    <a16:creationId xmlns:a16="http://schemas.microsoft.com/office/drawing/2014/main" id="{CFF44763-16C5-7449-BA83-EBFC952D9B40}"/>
                  </a:ext>
                </a:extLst>
              </p:cNvPr>
              <p:cNvGrpSpPr>
                <a:grpSpLocks/>
              </p:cNvGrpSpPr>
              <p:nvPr/>
            </p:nvGrpSpPr>
            <p:grpSpPr bwMode="auto">
              <a:xfrm>
                <a:off x="1227" y="3477"/>
                <a:ext cx="508" cy="321"/>
                <a:chOff x="1227" y="3477"/>
                <a:chExt cx="508" cy="321"/>
              </a:xfrm>
            </p:grpSpPr>
            <p:sp>
              <p:nvSpPr>
                <p:cNvPr id="46471" name="Freeform 850">
                  <a:extLst>
                    <a:ext uri="{FF2B5EF4-FFF2-40B4-BE49-F238E27FC236}">
                      <a16:creationId xmlns:a16="http://schemas.microsoft.com/office/drawing/2014/main" id="{9FE107AE-DFE9-E84C-95E9-5F9E4723B18F}"/>
                    </a:ext>
                  </a:extLst>
                </p:cNvPr>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46472" name="Freeform 851">
                  <a:extLst>
                    <a:ext uri="{FF2B5EF4-FFF2-40B4-BE49-F238E27FC236}">
                      <a16:creationId xmlns:a16="http://schemas.microsoft.com/office/drawing/2014/main" id="{4BE0A0A7-2203-E84C-AA05-1525A5CB4727}"/>
                    </a:ext>
                  </a:extLst>
                </p:cNvPr>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73" name="Freeform 852">
                  <a:extLst>
                    <a:ext uri="{FF2B5EF4-FFF2-40B4-BE49-F238E27FC236}">
                      <a16:creationId xmlns:a16="http://schemas.microsoft.com/office/drawing/2014/main" id="{87B80EC9-E2E7-4E40-AAB1-ED60F8BC29DB}"/>
                    </a:ext>
                  </a:extLst>
                </p:cNvPr>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46474" name="Line 853">
                  <a:extLst>
                    <a:ext uri="{FF2B5EF4-FFF2-40B4-BE49-F238E27FC236}">
                      <a16:creationId xmlns:a16="http://schemas.microsoft.com/office/drawing/2014/main" id="{68D48D34-7282-1846-8AA4-7052DFDB8408}"/>
                    </a:ext>
                  </a:extLst>
                </p:cNvPr>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75" name="Freeform 854">
                  <a:extLst>
                    <a:ext uri="{FF2B5EF4-FFF2-40B4-BE49-F238E27FC236}">
                      <a16:creationId xmlns:a16="http://schemas.microsoft.com/office/drawing/2014/main" id="{85C05521-73C5-184D-8999-870730E30B9B}"/>
                    </a:ext>
                  </a:extLst>
                </p:cNvPr>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46476" name="Freeform 855">
                  <a:extLst>
                    <a:ext uri="{FF2B5EF4-FFF2-40B4-BE49-F238E27FC236}">
                      <a16:creationId xmlns:a16="http://schemas.microsoft.com/office/drawing/2014/main" id="{EC99E25D-9917-1542-A619-C4307F622286}"/>
                    </a:ext>
                  </a:extLst>
                </p:cNvPr>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77" name="Freeform 856">
                  <a:extLst>
                    <a:ext uri="{FF2B5EF4-FFF2-40B4-BE49-F238E27FC236}">
                      <a16:creationId xmlns:a16="http://schemas.microsoft.com/office/drawing/2014/main" id="{26FF9C72-C9C1-6D4F-9D79-5218A0F44FF2}"/>
                    </a:ext>
                  </a:extLst>
                </p:cNvPr>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46478" name="Freeform 857">
                  <a:extLst>
                    <a:ext uri="{FF2B5EF4-FFF2-40B4-BE49-F238E27FC236}">
                      <a16:creationId xmlns:a16="http://schemas.microsoft.com/office/drawing/2014/main" id="{B1C85B71-E2D2-3C4A-BE91-38647033B84E}"/>
                    </a:ext>
                  </a:extLst>
                </p:cNvPr>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79" name="Freeform 858">
                  <a:extLst>
                    <a:ext uri="{FF2B5EF4-FFF2-40B4-BE49-F238E27FC236}">
                      <a16:creationId xmlns:a16="http://schemas.microsoft.com/office/drawing/2014/main" id="{BBBB745D-C8BC-EF47-BAC8-587DB9B4E283}"/>
                    </a:ext>
                  </a:extLst>
                </p:cNvPr>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0" name="Freeform 859">
                  <a:extLst>
                    <a:ext uri="{FF2B5EF4-FFF2-40B4-BE49-F238E27FC236}">
                      <a16:creationId xmlns:a16="http://schemas.microsoft.com/office/drawing/2014/main" id="{9AF017D5-879C-1B40-BF56-413EB990E907}"/>
                    </a:ext>
                  </a:extLst>
                </p:cNvPr>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1" name="Freeform 860">
                  <a:extLst>
                    <a:ext uri="{FF2B5EF4-FFF2-40B4-BE49-F238E27FC236}">
                      <a16:creationId xmlns:a16="http://schemas.microsoft.com/office/drawing/2014/main" id="{15921BDC-1A8B-D447-8145-54CAFED4F814}"/>
                    </a:ext>
                  </a:extLst>
                </p:cNvPr>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2" name="Freeform 861">
                  <a:extLst>
                    <a:ext uri="{FF2B5EF4-FFF2-40B4-BE49-F238E27FC236}">
                      <a16:creationId xmlns:a16="http://schemas.microsoft.com/office/drawing/2014/main" id="{05F5C678-D509-8F48-B67F-7D9601E90FBF}"/>
                    </a:ext>
                  </a:extLst>
                </p:cNvPr>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3" name="Freeform 862">
                  <a:extLst>
                    <a:ext uri="{FF2B5EF4-FFF2-40B4-BE49-F238E27FC236}">
                      <a16:creationId xmlns:a16="http://schemas.microsoft.com/office/drawing/2014/main" id="{05428240-BA10-DA4C-AE41-D2C35CB14A3D}"/>
                    </a:ext>
                  </a:extLst>
                </p:cNvPr>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46484" name="Freeform 863">
                  <a:extLst>
                    <a:ext uri="{FF2B5EF4-FFF2-40B4-BE49-F238E27FC236}">
                      <a16:creationId xmlns:a16="http://schemas.microsoft.com/office/drawing/2014/main" id="{ABF3877E-F041-4E46-99DD-F3855C455220}"/>
                    </a:ext>
                  </a:extLst>
                </p:cNvPr>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46485" name="Oval 864">
                  <a:extLst>
                    <a:ext uri="{FF2B5EF4-FFF2-40B4-BE49-F238E27FC236}">
                      <a16:creationId xmlns:a16="http://schemas.microsoft.com/office/drawing/2014/main" id="{1F5C04E8-3DF3-3B44-8EDB-F5A7C9618352}"/>
                    </a:ext>
                  </a:extLst>
                </p:cNvPr>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86" name="Oval 865">
                  <a:extLst>
                    <a:ext uri="{FF2B5EF4-FFF2-40B4-BE49-F238E27FC236}">
                      <a16:creationId xmlns:a16="http://schemas.microsoft.com/office/drawing/2014/main" id="{008E1F28-4623-3A46-9DE6-730D4B54537F}"/>
                    </a:ext>
                  </a:extLst>
                </p:cNvPr>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87" name="Freeform 866">
                  <a:extLst>
                    <a:ext uri="{FF2B5EF4-FFF2-40B4-BE49-F238E27FC236}">
                      <a16:creationId xmlns:a16="http://schemas.microsoft.com/office/drawing/2014/main" id="{6332E3C1-1EAF-7345-BC30-4BC24A36A242}"/>
                    </a:ext>
                  </a:extLst>
                </p:cNvPr>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88" name="Oval 867">
                  <a:extLst>
                    <a:ext uri="{FF2B5EF4-FFF2-40B4-BE49-F238E27FC236}">
                      <a16:creationId xmlns:a16="http://schemas.microsoft.com/office/drawing/2014/main" id="{64F3FF00-B7D7-7E4C-88CC-862F1443D95D}"/>
                    </a:ext>
                  </a:extLst>
                </p:cNvPr>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89" name="Oval 868">
                  <a:extLst>
                    <a:ext uri="{FF2B5EF4-FFF2-40B4-BE49-F238E27FC236}">
                      <a16:creationId xmlns:a16="http://schemas.microsoft.com/office/drawing/2014/main" id="{C0447192-502A-684D-A7DA-D04049BB43FF}"/>
                    </a:ext>
                  </a:extLst>
                </p:cNvPr>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grpSp>
          <p:nvGrpSpPr>
            <p:cNvPr id="46389" name="Group 869">
              <a:extLst>
                <a:ext uri="{FF2B5EF4-FFF2-40B4-BE49-F238E27FC236}">
                  <a16:creationId xmlns:a16="http://schemas.microsoft.com/office/drawing/2014/main" id="{30DF1E9C-91A0-0547-BD75-2805446BBC23}"/>
                </a:ext>
              </a:extLst>
            </p:cNvPr>
            <p:cNvGrpSpPr>
              <a:grpSpLocks/>
            </p:cNvGrpSpPr>
            <p:nvPr/>
          </p:nvGrpSpPr>
          <p:grpSpPr bwMode="auto">
            <a:xfrm>
              <a:off x="1165" y="2732"/>
              <a:ext cx="236" cy="381"/>
              <a:chOff x="1165" y="1525"/>
              <a:chExt cx="236" cy="381"/>
            </a:xfrm>
          </p:grpSpPr>
          <p:sp>
            <p:nvSpPr>
              <p:cNvPr id="46401" name="Line 870">
                <a:extLst>
                  <a:ext uri="{FF2B5EF4-FFF2-40B4-BE49-F238E27FC236}">
                    <a16:creationId xmlns:a16="http://schemas.microsoft.com/office/drawing/2014/main" id="{724B9CCB-8C72-5C4A-809C-81C7EFE6753E}"/>
                  </a:ext>
                </a:extLst>
              </p:cNvPr>
              <p:cNvSpPr>
                <a:spLocks noChangeShapeType="1"/>
              </p:cNvSpPr>
              <p:nvPr/>
            </p:nvSpPr>
            <p:spPr bwMode="auto">
              <a:xfrm flipH="1">
                <a:off x="1321" y="1696"/>
                <a:ext cx="39" cy="2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02" name="Line 871">
                <a:extLst>
                  <a:ext uri="{FF2B5EF4-FFF2-40B4-BE49-F238E27FC236}">
                    <a16:creationId xmlns:a16="http://schemas.microsoft.com/office/drawing/2014/main" id="{C2C0BB25-2B1A-E941-A6D4-84BF6AEBA601}"/>
                  </a:ext>
                </a:extLst>
              </p:cNvPr>
              <p:cNvSpPr>
                <a:spLocks noChangeShapeType="1"/>
              </p:cNvSpPr>
              <p:nvPr/>
            </p:nvSpPr>
            <p:spPr bwMode="auto">
              <a:xfrm flipH="1">
                <a:off x="1313" y="1692"/>
                <a:ext cx="39" cy="2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03" name="Freeform 872">
                <a:extLst>
                  <a:ext uri="{FF2B5EF4-FFF2-40B4-BE49-F238E27FC236}">
                    <a16:creationId xmlns:a16="http://schemas.microsoft.com/office/drawing/2014/main" id="{5E4E06E2-AA67-DE42-A789-67CFF3EFAE8F}"/>
                  </a:ext>
                </a:extLst>
              </p:cNvPr>
              <p:cNvSpPr>
                <a:spLocks/>
              </p:cNvSpPr>
              <p:nvPr/>
            </p:nvSpPr>
            <p:spPr bwMode="auto">
              <a:xfrm flipH="1">
                <a:off x="1190" y="1799"/>
                <a:ext cx="210" cy="107"/>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404" name="Freeform 873">
                <a:extLst>
                  <a:ext uri="{FF2B5EF4-FFF2-40B4-BE49-F238E27FC236}">
                    <a16:creationId xmlns:a16="http://schemas.microsoft.com/office/drawing/2014/main" id="{ED767901-B459-9D4E-85BE-F9B0E797AB2E}"/>
                  </a:ext>
                </a:extLst>
              </p:cNvPr>
              <p:cNvSpPr>
                <a:spLocks/>
              </p:cNvSpPr>
              <p:nvPr/>
            </p:nvSpPr>
            <p:spPr bwMode="auto">
              <a:xfrm flipH="1">
                <a:off x="1192" y="1809"/>
                <a:ext cx="207" cy="95"/>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5" name="Freeform 874">
                <a:extLst>
                  <a:ext uri="{FF2B5EF4-FFF2-40B4-BE49-F238E27FC236}">
                    <a16:creationId xmlns:a16="http://schemas.microsoft.com/office/drawing/2014/main" id="{23122F7B-4D15-234F-8CBC-96DC9DDCBB66}"/>
                  </a:ext>
                </a:extLst>
              </p:cNvPr>
              <p:cNvSpPr>
                <a:spLocks/>
              </p:cNvSpPr>
              <p:nvPr/>
            </p:nvSpPr>
            <p:spPr bwMode="auto">
              <a:xfrm flipH="1">
                <a:off x="1221" y="1843"/>
                <a:ext cx="29" cy="6"/>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6" name="Freeform 875">
                <a:extLst>
                  <a:ext uri="{FF2B5EF4-FFF2-40B4-BE49-F238E27FC236}">
                    <a16:creationId xmlns:a16="http://schemas.microsoft.com/office/drawing/2014/main" id="{F7B36D5E-C929-814A-9446-448B18654BF0}"/>
                  </a:ext>
                </a:extLst>
              </p:cNvPr>
              <p:cNvSpPr>
                <a:spLocks/>
              </p:cNvSpPr>
              <p:nvPr/>
            </p:nvSpPr>
            <p:spPr bwMode="auto">
              <a:xfrm flipH="1">
                <a:off x="1193" y="1834"/>
                <a:ext cx="17" cy="7"/>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7" name="Freeform 876">
                <a:extLst>
                  <a:ext uri="{FF2B5EF4-FFF2-40B4-BE49-F238E27FC236}">
                    <a16:creationId xmlns:a16="http://schemas.microsoft.com/office/drawing/2014/main" id="{88E57F53-C751-C04D-BDD6-51C04076630B}"/>
                  </a:ext>
                </a:extLst>
              </p:cNvPr>
              <p:cNvSpPr>
                <a:spLocks/>
              </p:cNvSpPr>
              <p:nvPr/>
            </p:nvSpPr>
            <p:spPr bwMode="auto">
              <a:xfrm flipH="1">
                <a:off x="1265" y="1829"/>
                <a:ext cx="27" cy="17"/>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8" name="Freeform 877">
                <a:extLst>
                  <a:ext uri="{FF2B5EF4-FFF2-40B4-BE49-F238E27FC236}">
                    <a16:creationId xmlns:a16="http://schemas.microsoft.com/office/drawing/2014/main" id="{421FB59F-4A13-3944-A290-3F8932996D58}"/>
                  </a:ext>
                </a:extLst>
              </p:cNvPr>
              <p:cNvSpPr>
                <a:spLocks/>
              </p:cNvSpPr>
              <p:nvPr/>
            </p:nvSpPr>
            <p:spPr bwMode="auto">
              <a:xfrm flipH="1">
                <a:off x="1292" y="1867"/>
                <a:ext cx="86" cy="24"/>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9" name="Freeform 878">
                <a:extLst>
                  <a:ext uri="{FF2B5EF4-FFF2-40B4-BE49-F238E27FC236}">
                    <a16:creationId xmlns:a16="http://schemas.microsoft.com/office/drawing/2014/main" id="{C850CCCD-F752-4944-BC1C-E54619939E87}"/>
                  </a:ext>
                </a:extLst>
              </p:cNvPr>
              <p:cNvSpPr>
                <a:spLocks/>
              </p:cNvSpPr>
              <p:nvPr/>
            </p:nvSpPr>
            <p:spPr bwMode="auto">
              <a:xfrm flipH="1">
                <a:off x="1289" y="1682"/>
                <a:ext cx="75" cy="44"/>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410" name="Freeform 879">
                <a:extLst>
                  <a:ext uri="{FF2B5EF4-FFF2-40B4-BE49-F238E27FC236}">
                    <a16:creationId xmlns:a16="http://schemas.microsoft.com/office/drawing/2014/main" id="{C5DBDDD3-F9F0-F047-B7AA-54D5EB94BC2C}"/>
                  </a:ext>
                </a:extLst>
              </p:cNvPr>
              <p:cNvSpPr>
                <a:spLocks/>
              </p:cNvSpPr>
              <p:nvPr/>
            </p:nvSpPr>
            <p:spPr bwMode="auto">
              <a:xfrm flipH="1">
                <a:off x="1317" y="1702"/>
                <a:ext cx="18" cy="5"/>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1" name="Freeform 880">
                <a:extLst>
                  <a:ext uri="{FF2B5EF4-FFF2-40B4-BE49-F238E27FC236}">
                    <a16:creationId xmlns:a16="http://schemas.microsoft.com/office/drawing/2014/main" id="{943FB6A2-A56C-8147-9C31-89E54B1D8D70}"/>
                  </a:ext>
                </a:extLst>
              </p:cNvPr>
              <p:cNvSpPr>
                <a:spLocks/>
              </p:cNvSpPr>
              <p:nvPr/>
            </p:nvSpPr>
            <p:spPr bwMode="auto">
              <a:xfrm flipH="1">
                <a:off x="1340" y="1706"/>
                <a:ext cx="2" cy="3"/>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2" name="Freeform 881">
                <a:extLst>
                  <a:ext uri="{FF2B5EF4-FFF2-40B4-BE49-F238E27FC236}">
                    <a16:creationId xmlns:a16="http://schemas.microsoft.com/office/drawing/2014/main" id="{23812509-54EB-F040-9661-F8EAFE648887}"/>
                  </a:ext>
                </a:extLst>
              </p:cNvPr>
              <p:cNvSpPr>
                <a:spLocks/>
              </p:cNvSpPr>
              <p:nvPr/>
            </p:nvSpPr>
            <p:spPr bwMode="auto">
              <a:xfrm flipH="1">
                <a:off x="1350" y="1689"/>
                <a:ext cx="11" cy="5"/>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3" name="Freeform 882">
                <a:extLst>
                  <a:ext uri="{FF2B5EF4-FFF2-40B4-BE49-F238E27FC236}">
                    <a16:creationId xmlns:a16="http://schemas.microsoft.com/office/drawing/2014/main" id="{938A4E6E-1CB7-1847-8689-5EBAB538C979}"/>
                  </a:ext>
                </a:extLst>
              </p:cNvPr>
              <p:cNvSpPr>
                <a:spLocks/>
              </p:cNvSpPr>
              <p:nvPr/>
            </p:nvSpPr>
            <p:spPr bwMode="auto">
              <a:xfrm flipH="1">
                <a:off x="1329" y="1687"/>
                <a:ext cx="16" cy="4"/>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4" name="Freeform 883">
                <a:extLst>
                  <a:ext uri="{FF2B5EF4-FFF2-40B4-BE49-F238E27FC236}">
                    <a16:creationId xmlns:a16="http://schemas.microsoft.com/office/drawing/2014/main" id="{F8751091-1FBF-6D4E-81E6-CEAFBC63431A}"/>
                  </a:ext>
                </a:extLst>
              </p:cNvPr>
              <p:cNvSpPr>
                <a:spLocks/>
              </p:cNvSpPr>
              <p:nvPr/>
            </p:nvSpPr>
            <p:spPr bwMode="auto">
              <a:xfrm flipH="1">
                <a:off x="1355" y="1692"/>
                <a:ext cx="3" cy="3"/>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5" name="Freeform 884">
                <a:extLst>
                  <a:ext uri="{FF2B5EF4-FFF2-40B4-BE49-F238E27FC236}">
                    <a16:creationId xmlns:a16="http://schemas.microsoft.com/office/drawing/2014/main" id="{B2E61503-CA39-AD44-A818-036F7D7A3427}"/>
                  </a:ext>
                </a:extLst>
              </p:cNvPr>
              <p:cNvSpPr>
                <a:spLocks/>
              </p:cNvSpPr>
              <p:nvPr/>
            </p:nvSpPr>
            <p:spPr bwMode="auto">
              <a:xfrm flipH="1">
                <a:off x="1358" y="1689"/>
                <a:ext cx="4" cy="3"/>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6" name="Freeform 885">
                <a:extLst>
                  <a:ext uri="{FF2B5EF4-FFF2-40B4-BE49-F238E27FC236}">
                    <a16:creationId xmlns:a16="http://schemas.microsoft.com/office/drawing/2014/main" id="{DB411827-8AE1-6A48-A998-5F3446CD7CB8}"/>
                  </a:ext>
                </a:extLst>
              </p:cNvPr>
              <p:cNvSpPr>
                <a:spLocks/>
              </p:cNvSpPr>
              <p:nvPr/>
            </p:nvSpPr>
            <p:spPr bwMode="auto">
              <a:xfrm flipH="1">
                <a:off x="1316" y="1693"/>
                <a:ext cx="4" cy="5"/>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7" name="Freeform 886">
                <a:extLst>
                  <a:ext uri="{FF2B5EF4-FFF2-40B4-BE49-F238E27FC236}">
                    <a16:creationId xmlns:a16="http://schemas.microsoft.com/office/drawing/2014/main" id="{9F1CBB44-4AE9-DB41-988B-A90B50CBF00F}"/>
                  </a:ext>
                </a:extLst>
              </p:cNvPr>
              <p:cNvSpPr>
                <a:spLocks/>
              </p:cNvSpPr>
              <p:nvPr/>
            </p:nvSpPr>
            <p:spPr bwMode="auto">
              <a:xfrm flipH="1">
                <a:off x="1302" y="1715"/>
                <a:ext cx="5" cy="4"/>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8" name="Freeform 887">
                <a:extLst>
                  <a:ext uri="{FF2B5EF4-FFF2-40B4-BE49-F238E27FC236}">
                    <a16:creationId xmlns:a16="http://schemas.microsoft.com/office/drawing/2014/main" id="{E1D6133B-C6C9-8B47-B5EA-530CE2D562B3}"/>
                  </a:ext>
                </a:extLst>
              </p:cNvPr>
              <p:cNvSpPr>
                <a:spLocks/>
              </p:cNvSpPr>
              <p:nvPr/>
            </p:nvSpPr>
            <p:spPr bwMode="auto">
              <a:xfrm flipH="1">
                <a:off x="1277" y="1706"/>
                <a:ext cx="23" cy="31"/>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419" name="Freeform 888">
                <a:extLst>
                  <a:ext uri="{FF2B5EF4-FFF2-40B4-BE49-F238E27FC236}">
                    <a16:creationId xmlns:a16="http://schemas.microsoft.com/office/drawing/2014/main" id="{8044BDDD-24AE-9D4F-8E8B-B05DD9EC8775}"/>
                  </a:ext>
                </a:extLst>
              </p:cNvPr>
              <p:cNvSpPr>
                <a:spLocks/>
              </p:cNvSpPr>
              <p:nvPr/>
            </p:nvSpPr>
            <p:spPr bwMode="auto">
              <a:xfrm flipH="1">
                <a:off x="1280" y="1709"/>
                <a:ext cx="17" cy="25"/>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0" name="Freeform 889">
                <a:extLst>
                  <a:ext uri="{FF2B5EF4-FFF2-40B4-BE49-F238E27FC236}">
                    <a16:creationId xmlns:a16="http://schemas.microsoft.com/office/drawing/2014/main" id="{C966D927-D0EB-3545-91B4-2C16B128B3D2}"/>
                  </a:ext>
                </a:extLst>
              </p:cNvPr>
              <p:cNvSpPr>
                <a:spLocks/>
              </p:cNvSpPr>
              <p:nvPr/>
            </p:nvSpPr>
            <p:spPr bwMode="auto">
              <a:xfrm flipH="1">
                <a:off x="1205" y="1538"/>
                <a:ext cx="75" cy="93"/>
              </a:xfrm>
              <a:custGeom>
                <a:avLst/>
                <a:gdLst>
                  <a:gd name="T0" fmla="*/ 0 w 741"/>
                  <a:gd name="T1" fmla="*/ 0 h 807"/>
                  <a:gd name="T2" fmla="*/ 0 w 741"/>
                  <a:gd name="T3" fmla="*/ 0 h 807"/>
                  <a:gd name="T4" fmla="*/ 0 w 741"/>
                  <a:gd name="T5" fmla="*/ 0 h 807"/>
                  <a:gd name="T6" fmla="*/ 0 w 741"/>
                  <a:gd name="T7" fmla="*/ 0 h 807"/>
                  <a:gd name="T8" fmla="*/ 0 w 741"/>
                  <a:gd name="T9" fmla="*/ 0 h 807"/>
                  <a:gd name="T10" fmla="*/ 0 w 741"/>
                  <a:gd name="T11" fmla="*/ 0 h 807"/>
                  <a:gd name="T12" fmla="*/ 0 w 741"/>
                  <a:gd name="T13" fmla="*/ 0 h 807"/>
                  <a:gd name="T14" fmla="*/ 0 w 741"/>
                  <a:gd name="T15" fmla="*/ 0 h 807"/>
                  <a:gd name="T16" fmla="*/ 0 w 741"/>
                  <a:gd name="T17" fmla="*/ 0 h 807"/>
                  <a:gd name="T18" fmla="*/ 0 w 741"/>
                  <a:gd name="T19" fmla="*/ 0 h 807"/>
                  <a:gd name="T20" fmla="*/ 0 w 741"/>
                  <a:gd name="T21" fmla="*/ 0 h 807"/>
                  <a:gd name="T22" fmla="*/ 0 w 741"/>
                  <a:gd name="T23" fmla="*/ 0 h 807"/>
                  <a:gd name="T24" fmla="*/ 0 w 741"/>
                  <a:gd name="T25" fmla="*/ 0 h 807"/>
                  <a:gd name="T26" fmla="*/ 0 w 741"/>
                  <a:gd name="T27" fmla="*/ 0 h 807"/>
                  <a:gd name="T28" fmla="*/ 0 w 741"/>
                  <a:gd name="T29" fmla="*/ 0 h 807"/>
                  <a:gd name="T30" fmla="*/ 0 w 741"/>
                  <a:gd name="T31" fmla="*/ 0 h 807"/>
                  <a:gd name="T32" fmla="*/ 0 w 741"/>
                  <a:gd name="T33" fmla="*/ 0 h 807"/>
                  <a:gd name="T34" fmla="*/ 0 w 741"/>
                  <a:gd name="T35" fmla="*/ 0 h 807"/>
                  <a:gd name="T36" fmla="*/ 0 w 741"/>
                  <a:gd name="T37" fmla="*/ 0 h 807"/>
                  <a:gd name="T38" fmla="*/ 0 w 741"/>
                  <a:gd name="T39" fmla="*/ 0 h 807"/>
                  <a:gd name="T40" fmla="*/ 0 w 741"/>
                  <a:gd name="T41" fmla="*/ 0 h 807"/>
                  <a:gd name="T42" fmla="*/ 0 w 741"/>
                  <a:gd name="T43" fmla="*/ 0 h 807"/>
                  <a:gd name="T44" fmla="*/ 0 w 741"/>
                  <a:gd name="T45" fmla="*/ 0 h 807"/>
                  <a:gd name="T46" fmla="*/ 0 w 741"/>
                  <a:gd name="T47" fmla="*/ 0 h 807"/>
                  <a:gd name="T48" fmla="*/ 0 w 741"/>
                  <a:gd name="T49" fmla="*/ 0 h 807"/>
                  <a:gd name="T50" fmla="*/ 0 w 741"/>
                  <a:gd name="T51" fmla="*/ 0 h 807"/>
                  <a:gd name="T52" fmla="*/ 0 w 741"/>
                  <a:gd name="T53" fmla="*/ 0 h 807"/>
                  <a:gd name="T54" fmla="*/ 0 w 741"/>
                  <a:gd name="T55" fmla="*/ 0 h 807"/>
                  <a:gd name="T56" fmla="*/ 0 w 741"/>
                  <a:gd name="T57" fmla="*/ 0 h 807"/>
                  <a:gd name="T58" fmla="*/ 0 w 741"/>
                  <a:gd name="T59" fmla="*/ 0 h 807"/>
                  <a:gd name="T60" fmla="*/ 0 w 741"/>
                  <a:gd name="T61" fmla="*/ 0 h 807"/>
                  <a:gd name="T62" fmla="*/ 0 w 741"/>
                  <a:gd name="T63" fmla="*/ 0 h 807"/>
                  <a:gd name="T64" fmla="*/ 0 w 741"/>
                  <a:gd name="T65" fmla="*/ 0 h 807"/>
                  <a:gd name="T66" fmla="*/ 0 w 741"/>
                  <a:gd name="T67" fmla="*/ 0 h 807"/>
                  <a:gd name="T68" fmla="*/ 0 w 741"/>
                  <a:gd name="T69" fmla="*/ 0 h 807"/>
                  <a:gd name="T70" fmla="*/ 0 w 741"/>
                  <a:gd name="T71" fmla="*/ 0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421" name="Freeform 890">
                <a:extLst>
                  <a:ext uri="{FF2B5EF4-FFF2-40B4-BE49-F238E27FC236}">
                    <a16:creationId xmlns:a16="http://schemas.microsoft.com/office/drawing/2014/main" id="{4FBDFD7F-7622-8446-AAFC-005D545E7EFA}"/>
                  </a:ext>
                </a:extLst>
              </p:cNvPr>
              <p:cNvSpPr>
                <a:spLocks/>
              </p:cNvSpPr>
              <p:nvPr/>
            </p:nvSpPr>
            <p:spPr bwMode="auto">
              <a:xfrm flipH="1">
                <a:off x="1272" y="1594"/>
                <a:ext cx="4" cy="1"/>
              </a:xfrm>
              <a:custGeom>
                <a:avLst/>
                <a:gdLst>
                  <a:gd name="T0" fmla="*/ 0 w 42"/>
                  <a:gd name="T1" fmla="*/ 0 h 9"/>
                  <a:gd name="T2" fmla="*/ 0 w 42"/>
                  <a:gd name="T3" fmla="*/ 0 h 9"/>
                  <a:gd name="T4" fmla="*/ 0 w 42"/>
                  <a:gd name="T5" fmla="*/ 0 h 9"/>
                  <a:gd name="T6" fmla="*/ 0 w 42"/>
                  <a:gd name="T7" fmla="*/ 0 h 9"/>
                  <a:gd name="T8" fmla="*/ 0 w 42"/>
                  <a:gd name="T9" fmla="*/ 0 h 9"/>
                  <a:gd name="T10" fmla="*/ 0 w 42"/>
                  <a:gd name="T11" fmla="*/ 0 h 9"/>
                  <a:gd name="T12" fmla="*/ 0 w 42"/>
                  <a:gd name="T13" fmla="*/ 0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2" name="Freeform 891">
                <a:extLst>
                  <a:ext uri="{FF2B5EF4-FFF2-40B4-BE49-F238E27FC236}">
                    <a16:creationId xmlns:a16="http://schemas.microsoft.com/office/drawing/2014/main" id="{BEB38CD5-EFCE-594B-A9D4-4A9AD2E1C1AA}"/>
                  </a:ext>
                </a:extLst>
              </p:cNvPr>
              <p:cNvSpPr>
                <a:spLocks/>
              </p:cNvSpPr>
              <p:nvPr/>
            </p:nvSpPr>
            <p:spPr bwMode="auto">
              <a:xfrm flipH="1">
                <a:off x="1270" y="1591"/>
                <a:ext cx="2" cy="3"/>
              </a:xfrm>
              <a:custGeom>
                <a:avLst/>
                <a:gdLst>
                  <a:gd name="T0" fmla="*/ 0 w 17"/>
                  <a:gd name="T1" fmla="*/ 0 h 31"/>
                  <a:gd name="T2" fmla="*/ 0 w 17"/>
                  <a:gd name="T3" fmla="*/ 0 h 31"/>
                  <a:gd name="T4" fmla="*/ 0 w 17"/>
                  <a:gd name="T5" fmla="*/ 0 h 31"/>
                  <a:gd name="T6" fmla="*/ 0 w 17"/>
                  <a:gd name="T7" fmla="*/ 0 h 31"/>
                  <a:gd name="T8" fmla="*/ 0 w 17"/>
                  <a:gd name="T9" fmla="*/ 0 h 31"/>
                  <a:gd name="T10" fmla="*/ 0 w 17"/>
                  <a:gd name="T11" fmla="*/ 0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3" name="Freeform 892">
                <a:extLst>
                  <a:ext uri="{FF2B5EF4-FFF2-40B4-BE49-F238E27FC236}">
                    <a16:creationId xmlns:a16="http://schemas.microsoft.com/office/drawing/2014/main" id="{9F04D55C-A9E4-C741-BD97-79148B502B2E}"/>
                  </a:ext>
                </a:extLst>
              </p:cNvPr>
              <p:cNvSpPr>
                <a:spLocks/>
              </p:cNvSpPr>
              <p:nvPr/>
            </p:nvSpPr>
            <p:spPr bwMode="auto">
              <a:xfrm flipH="1">
                <a:off x="1267" y="1579"/>
                <a:ext cx="2" cy="7"/>
              </a:xfrm>
              <a:custGeom>
                <a:avLst/>
                <a:gdLst>
                  <a:gd name="T0" fmla="*/ 0 w 19"/>
                  <a:gd name="T1" fmla="*/ 0 h 60"/>
                  <a:gd name="T2" fmla="*/ 0 w 19"/>
                  <a:gd name="T3" fmla="*/ 0 h 60"/>
                  <a:gd name="T4" fmla="*/ 0 w 19"/>
                  <a:gd name="T5" fmla="*/ 0 h 60"/>
                  <a:gd name="T6" fmla="*/ 0 w 19"/>
                  <a:gd name="T7" fmla="*/ 0 h 60"/>
                  <a:gd name="T8" fmla="*/ 0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4" name="Freeform 893">
                <a:extLst>
                  <a:ext uri="{FF2B5EF4-FFF2-40B4-BE49-F238E27FC236}">
                    <a16:creationId xmlns:a16="http://schemas.microsoft.com/office/drawing/2014/main" id="{23E38333-DD8A-574F-A079-70A2D3210A37}"/>
                  </a:ext>
                </a:extLst>
              </p:cNvPr>
              <p:cNvSpPr>
                <a:spLocks/>
              </p:cNvSpPr>
              <p:nvPr/>
            </p:nvSpPr>
            <p:spPr bwMode="auto">
              <a:xfrm flipH="1">
                <a:off x="1260" y="1572"/>
                <a:ext cx="8" cy="6"/>
              </a:xfrm>
              <a:custGeom>
                <a:avLst/>
                <a:gdLst>
                  <a:gd name="T0" fmla="*/ 0 w 80"/>
                  <a:gd name="T1" fmla="*/ 0 h 51"/>
                  <a:gd name="T2" fmla="*/ 0 w 80"/>
                  <a:gd name="T3" fmla="*/ 0 h 51"/>
                  <a:gd name="T4" fmla="*/ 0 w 80"/>
                  <a:gd name="T5" fmla="*/ 0 h 51"/>
                  <a:gd name="T6" fmla="*/ 0 w 80"/>
                  <a:gd name="T7" fmla="*/ 0 h 51"/>
                  <a:gd name="T8" fmla="*/ 0 w 80"/>
                  <a:gd name="T9" fmla="*/ 0 h 51"/>
                  <a:gd name="T10" fmla="*/ 0 w 80"/>
                  <a:gd name="T11" fmla="*/ 0 h 51"/>
                  <a:gd name="T12" fmla="*/ 0 w 80"/>
                  <a:gd name="T13" fmla="*/ 0 h 51"/>
                  <a:gd name="T14" fmla="*/ 0 w 80"/>
                  <a:gd name="T15" fmla="*/ 0 h 51"/>
                  <a:gd name="T16" fmla="*/ 0 w 80"/>
                  <a:gd name="T17" fmla="*/ 0 h 51"/>
                  <a:gd name="T18" fmla="*/ 0 w 80"/>
                  <a:gd name="T19" fmla="*/ 0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5" name="Freeform 894">
                <a:extLst>
                  <a:ext uri="{FF2B5EF4-FFF2-40B4-BE49-F238E27FC236}">
                    <a16:creationId xmlns:a16="http://schemas.microsoft.com/office/drawing/2014/main" id="{244521AC-59ED-1843-9A27-6001D7DBF175}"/>
                  </a:ext>
                </a:extLst>
              </p:cNvPr>
              <p:cNvSpPr>
                <a:spLocks/>
              </p:cNvSpPr>
              <p:nvPr/>
            </p:nvSpPr>
            <p:spPr bwMode="auto">
              <a:xfrm flipH="1">
                <a:off x="1256" y="1564"/>
                <a:ext cx="14" cy="5"/>
              </a:xfrm>
              <a:custGeom>
                <a:avLst/>
                <a:gdLst>
                  <a:gd name="T0" fmla="*/ 0 w 135"/>
                  <a:gd name="T1" fmla="*/ 0 h 48"/>
                  <a:gd name="T2" fmla="*/ 0 w 135"/>
                  <a:gd name="T3" fmla="*/ 0 h 48"/>
                  <a:gd name="T4" fmla="*/ 0 w 135"/>
                  <a:gd name="T5" fmla="*/ 0 h 48"/>
                  <a:gd name="T6" fmla="*/ 0 w 135"/>
                  <a:gd name="T7" fmla="*/ 0 h 48"/>
                  <a:gd name="T8" fmla="*/ 0 w 135"/>
                  <a:gd name="T9" fmla="*/ 0 h 48"/>
                  <a:gd name="T10" fmla="*/ 0 w 135"/>
                  <a:gd name="T11" fmla="*/ 0 h 48"/>
                  <a:gd name="T12" fmla="*/ 0 w 135"/>
                  <a:gd name="T13" fmla="*/ 0 h 48"/>
                  <a:gd name="T14" fmla="*/ 0 w 135"/>
                  <a:gd name="T15" fmla="*/ 0 h 48"/>
                  <a:gd name="T16" fmla="*/ 0 w 135"/>
                  <a:gd name="T17" fmla="*/ 0 h 48"/>
                  <a:gd name="T18" fmla="*/ 0 w 135"/>
                  <a:gd name="T19" fmla="*/ 0 h 48"/>
                  <a:gd name="T20" fmla="*/ 0 w 135"/>
                  <a:gd name="T21" fmla="*/ 0 h 48"/>
                  <a:gd name="T22" fmla="*/ 0 w 135"/>
                  <a:gd name="T23" fmla="*/ 0 h 48"/>
                  <a:gd name="T24" fmla="*/ 0 w 135"/>
                  <a:gd name="T25" fmla="*/ 0 h 48"/>
                  <a:gd name="T26" fmla="*/ 0 w 135"/>
                  <a:gd name="T27" fmla="*/ 0 h 48"/>
                  <a:gd name="T28" fmla="*/ 0 w 135"/>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6" name="Freeform 895">
                <a:extLst>
                  <a:ext uri="{FF2B5EF4-FFF2-40B4-BE49-F238E27FC236}">
                    <a16:creationId xmlns:a16="http://schemas.microsoft.com/office/drawing/2014/main" id="{DB56D67E-51ED-1C49-9685-3C0DB31F431F}"/>
                  </a:ext>
                </a:extLst>
              </p:cNvPr>
              <p:cNvSpPr>
                <a:spLocks/>
              </p:cNvSpPr>
              <p:nvPr/>
            </p:nvSpPr>
            <p:spPr bwMode="auto">
              <a:xfrm flipH="1">
                <a:off x="1231" y="1571"/>
                <a:ext cx="8" cy="18"/>
              </a:xfrm>
              <a:custGeom>
                <a:avLst/>
                <a:gdLst>
                  <a:gd name="T0" fmla="*/ 0 w 78"/>
                  <a:gd name="T1" fmla="*/ 0 h 159"/>
                  <a:gd name="T2" fmla="*/ 0 w 78"/>
                  <a:gd name="T3" fmla="*/ 0 h 159"/>
                  <a:gd name="T4" fmla="*/ 0 w 78"/>
                  <a:gd name="T5" fmla="*/ 0 h 159"/>
                  <a:gd name="T6" fmla="*/ 0 w 78"/>
                  <a:gd name="T7" fmla="*/ 0 h 159"/>
                  <a:gd name="T8" fmla="*/ 0 w 78"/>
                  <a:gd name="T9" fmla="*/ 0 h 159"/>
                  <a:gd name="T10" fmla="*/ 0 w 78"/>
                  <a:gd name="T11" fmla="*/ 0 h 159"/>
                  <a:gd name="T12" fmla="*/ 0 w 78"/>
                  <a:gd name="T13" fmla="*/ 0 h 159"/>
                  <a:gd name="T14" fmla="*/ 0 w 78"/>
                  <a:gd name="T15" fmla="*/ 0 h 159"/>
                  <a:gd name="T16" fmla="*/ 0 w 78"/>
                  <a:gd name="T17" fmla="*/ 0 h 159"/>
                  <a:gd name="T18" fmla="*/ 0 w 78"/>
                  <a:gd name="T19" fmla="*/ 0 h 159"/>
                  <a:gd name="T20" fmla="*/ 0 w 78"/>
                  <a:gd name="T21" fmla="*/ 0 h 159"/>
                  <a:gd name="T22" fmla="*/ 0 w 78"/>
                  <a:gd name="T23" fmla="*/ 0 h 159"/>
                  <a:gd name="T24" fmla="*/ 0 w 78"/>
                  <a:gd name="T25" fmla="*/ 0 h 159"/>
                  <a:gd name="T26" fmla="*/ 0 w 78"/>
                  <a:gd name="T27" fmla="*/ 0 h 159"/>
                  <a:gd name="T28" fmla="*/ 0 w 78"/>
                  <a:gd name="T29" fmla="*/ 0 h 159"/>
                  <a:gd name="T30" fmla="*/ 0 w 78"/>
                  <a:gd name="T31" fmla="*/ 0 h 159"/>
                  <a:gd name="T32" fmla="*/ 0 w 78"/>
                  <a:gd name="T33" fmla="*/ 0 h 159"/>
                  <a:gd name="T34" fmla="*/ 0 w 78"/>
                  <a:gd name="T35" fmla="*/ 0 h 159"/>
                  <a:gd name="T36" fmla="*/ 0 w 78"/>
                  <a:gd name="T37" fmla="*/ 0 h 159"/>
                  <a:gd name="T38" fmla="*/ 0 w 78"/>
                  <a:gd name="T39" fmla="*/ 0 h 159"/>
                  <a:gd name="T40" fmla="*/ 0 w 78"/>
                  <a:gd name="T41" fmla="*/ 0 h 159"/>
                  <a:gd name="T42" fmla="*/ 0 w 78"/>
                  <a:gd name="T43" fmla="*/ 0 h 159"/>
                  <a:gd name="T44" fmla="*/ 0 w 78"/>
                  <a:gd name="T45" fmla="*/ 0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7" name="Freeform 896">
                <a:extLst>
                  <a:ext uri="{FF2B5EF4-FFF2-40B4-BE49-F238E27FC236}">
                    <a16:creationId xmlns:a16="http://schemas.microsoft.com/office/drawing/2014/main" id="{1237BE98-5039-0949-A77E-C942410D9F0B}"/>
                  </a:ext>
                </a:extLst>
              </p:cNvPr>
              <p:cNvSpPr>
                <a:spLocks/>
              </p:cNvSpPr>
              <p:nvPr/>
            </p:nvSpPr>
            <p:spPr bwMode="auto">
              <a:xfrm flipH="1">
                <a:off x="1228" y="1568"/>
                <a:ext cx="13" cy="25"/>
              </a:xfrm>
              <a:custGeom>
                <a:avLst/>
                <a:gdLst>
                  <a:gd name="T0" fmla="*/ 0 w 129"/>
                  <a:gd name="T1" fmla="*/ 0 h 215"/>
                  <a:gd name="T2" fmla="*/ 0 w 129"/>
                  <a:gd name="T3" fmla="*/ 0 h 215"/>
                  <a:gd name="T4" fmla="*/ 0 w 129"/>
                  <a:gd name="T5" fmla="*/ 0 h 215"/>
                  <a:gd name="T6" fmla="*/ 0 w 129"/>
                  <a:gd name="T7" fmla="*/ 0 h 215"/>
                  <a:gd name="T8" fmla="*/ 0 w 129"/>
                  <a:gd name="T9" fmla="*/ 0 h 215"/>
                  <a:gd name="T10" fmla="*/ 0 w 129"/>
                  <a:gd name="T11" fmla="*/ 0 h 215"/>
                  <a:gd name="T12" fmla="*/ 0 w 129"/>
                  <a:gd name="T13" fmla="*/ 0 h 215"/>
                  <a:gd name="T14" fmla="*/ 0 w 129"/>
                  <a:gd name="T15" fmla="*/ 0 h 215"/>
                  <a:gd name="T16" fmla="*/ 0 w 129"/>
                  <a:gd name="T17" fmla="*/ 0 h 215"/>
                  <a:gd name="T18" fmla="*/ 0 w 129"/>
                  <a:gd name="T19" fmla="*/ 0 h 215"/>
                  <a:gd name="T20" fmla="*/ 0 w 129"/>
                  <a:gd name="T21" fmla="*/ 0 h 215"/>
                  <a:gd name="T22" fmla="*/ 0 w 129"/>
                  <a:gd name="T23" fmla="*/ 0 h 215"/>
                  <a:gd name="T24" fmla="*/ 0 w 129"/>
                  <a:gd name="T25" fmla="*/ 0 h 215"/>
                  <a:gd name="T26" fmla="*/ 0 w 129"/>
                  <a:gd name="T27" fmla="*/ 0 h 215"/>
                  <a:gd name="T28" fmla="*/ 0 w 129"/>
                  <a:gd name="T29" fmla="*/ 0 h 215"/>
                  <a:gd name="T30" fmla="*/ 0 w 129"/>
                  <a:gd name="T31" fmla="*/ 0 h 215"/>
                  <a:gd name="T32" fmla="*/ 0 w 129"/>
                  <a:gd name="T33" fmla="*/ 0 h 215"/>
                  <a:gd name="T34" fmla="*/ 0 w 129"/>
                  <a:gd name="T35" fmla="*/ 0 h 215"/>
                  <a:gd name="T36" fmla="*/ 0 w 129"/>
                  <a:gd name="T37" fmla="*/ 0 h 215"/>
                  <a:gd name="T38" fmla="*/ 0 w 129"/>
                  <a:gd name="T39" fmla="*/ 0 h 215"/>
                  <a:gd name="T40" fmla="*/ 0 w 129"/>
                  <a:gd name="T41" fmla="*/ 0 h 215"/>
                  <a:gd name="T42" fmla="*/ 0 w 129"/>
                  <a:gd name="T43" fmla="*/ 0 h 215"/>
                  <a:gd name="T44" fmla="*/ 0 w 129"/>
                  <a:gd name="T45" fmla="*/ 0 h 215"/>
                  <a:gd name="T46" fmla="*/ 0 w 129"/>
                  <a:gd name="T47" fmla="*/ 0 h 215"/>
                  <a:gd name="T48" fmla="*/ 0 w 129"/>
                  <a:gd name="T49" fmla="*/ 0 h 215"/>
                  <a:gd name="T50" fmla="*/ 0 w 129"/>
                  <a:gd name="T51" fmla="*/ 0 h 215"/>
                  <a:gd name="T52" fmla="*/ 0 w 129"/>
                  <a:gd name="T53" fmla="*/ 0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8" name="Freeform 897">
                <a:extLst>
                  <a:ext uri="{FF2B5EF4-FFF2-40B4-BE49-F238E27FC236}">
                    <a16:creationId xmlns:a16="http://schemas.microsoft.com/office/drawing/2014/main" id="{008576D0-CEF8-C248-899B-E90333697FC6}"/>
                  </a:ext>
                </a:extLst>
              </p:cNvPr>
              <p:cNvSpPr>
                <a:spLocks/>
              </p:cNvSpPr>
              <p:nvPr/>
            </p:nvSpPr>
            <p:spPr bwMode="auto">
              <a:xfrm flipH="1">
                <a:off x="1236" y="1595"/>
                <a:ext cx="12" cy="20"/>
              </a:xfrm>
              <a:custGeom>
                <a:avLst/>
                <a:gdLst>
                  <a:gd name="T0" fmla="*/ 0 w 118"/>
                  <a:gd name="T1" fmla="*/ 0 h 179"/>
                  <a:gd name="T2" fmla="*/ 0 w 118"/>
                  <a:gd name="T3" fmla="*/ 0 h 179"/>
                  <a:gd name="T4" fmla="*/ 0 w 118"/>
                  <a:gd name="T5" fmla="*/ 0 h 179"/>
                  <a:gd name="T6" fmla="*/ 0 w 118"/>
                  <a:gd name="T7" fmla="*/ 0 h 179"/>
                  <a:gd name="T8" fmla="*/ 0 w 118"/>
                  <a:gd name="T9" fmla="*/ 0 h 179"/>
                  <a:gd name="T10" fmla="*/ 0 w 118"/>
                  <a:gd name="T11" fmla="*/ 0 h 179"/>
                  <a:gd name="T12" fmla="*/ 0 w 118"/>
                  <a:gd name="T13" fmla="*/ 0 h 179"/>
                  <a:gd name="T14" fmla="*/ 0 w 118"/>
                  <a:gd name="T15" fmla="*/ 0 h 179"/>
                  <a:gd name="T16" fmla="*/ 0 w 118"/>
                  <a:gd name="T17" fmla="*/ 0 h 179"/>
                  <a:gd name="T18" fmla="*/ 0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9" name="Freeform 898">
                <a:extLst>
                  <a:ext uri="{FF2B5EF4-FFF2-40B4-BE49-F238E27FC236}">
                    <a16:creationId xmlns:a16="http://schemas.microsoft.com/office/drawing/2014/main" id="{4342DBDA-3E63-0748-8C8C-DCDE5642DE5C}"/>
                  </a:ext>
                </a:extLst>
              </p:cNvPr>
              <p:cNvSpPr>
                <a:spLocks/>
              </p:cNvSpPr>
              <p:nvPr/>
            </p:nvSpPr>
            <p:spPr bwMode="auto">
              <a:xfrm flipH="1">
                <a:off x="1200" y="1525"/>
                <a:ext cx="68" cy="77"/>
              </a:xfrm>
              <a:custGeom>
                <a:avLst/>
                <a:gdLst>
                  <a:gd name="T0" fmla="*/ 0 w 671"/>
                  <a:gd name="T1" fmla="*/ 0 h 670"/>
                  <a:gd name="T2" fmla="*/ 0 w 671"/>
                  <a:gd name="T3" fmla="*/ 0 h 670"/>
                  <a:gd name="T4" fmla="*/ 0 w 671"/>
                  <a:gd name="T5" fmla="*/ 0 h 670"/>
                  <a:gd name="T6" fmla="*/ 0 w 671"/>
                  <a:gd name="T7" fmla="*/ 0 h 670"/>
                  <a:gd name="T8" fmla="*/ 0 w 671"/>
                  <a:gd name="T9" fmla="*/ 0 h 670"/>
                  <a:gd name="T10" fmla="*/ 0 w 671"/>
                  <a:gd name="T11" fmla="*/ 0 h 670"/>
                  <a:gd name="T12" fmla="*/ 0 w 671"/>
                  <a:gd name="T13" fmla="*/ 0 h 670"/>
                  <a:gd name="T14" fmla="*/ 0 w 671"/>
                  <a:gd name="T15" fmla="*/ 0 h 670"/>
                  <a:gd name="T16" fmla="*/ 0 w 671"/>
                  <a:gd name="T17" fmla="*/ 0 h 670"/>
                  <a:gd name="T18" fmla="*/ 0 w 671"/>
                  <a:gd name="T19" fmla="*/ 0 h 670"/>
                  <a:gd name="T20" fmla="*/ 0 w 671"/>
                  <a:gd name="T21" fmla="*/ 0 h 670"/>
                  <a:gd name="T22" fmla="*/ 0 w 671"/>
                  <a:gd name="T23" fmla="*/ 0 h 670"/>
                  <a:gd name="T24" fmla="*/ 0 w 671"/>
                  <a:gd name="T25" fmla="*/ 0 h 670"/>
                  <a:gd name="T26" fmla="*/ 0 w 671"/>
                  <a:gd name="T27" fmla="*/ 0 h 670"/>
                  <a:gd name="T28" fmla="*/ 0 w 671"/>
                  <a:gd name="T29" fmla="*/ 0 h 670"/>
                  <a:gd name="T30" fmla="*/ 0 w 671"/>
                  <a:gd name="T31" fmla="*/ 0 h 670"/>
                  <a:gd name="T32" fmla="*/ 0 w 671"/>
                  <a:gd name="T33" fmla="*/ 0 h 670"/>
                  <a:gd name="T34" fmla="*/ 0 w 671"/>
                  <a:gd name="T35" fmla="*/ 0 h 670"/>
                  <a:gd name="T36" fmla="*/ 0 w 671"/>
                  <a:gd name="T37" fmla="*/ 0 h 670"/>
                  <a:gd name="T38" fmla="*/ 0 w 671"/>
                  <a:gd name="T39" fmla="*/ 0 h 670"/>
                  <a:gd name="T40" fmla="*/ 0 w 671"/>
                  <a:gd name="T41" fmla="*/ 0 h 670"/>
                  <a:gd name="T42" fmla="*/ 0 w 671"/>
                  <a:gd name="T43" fmla="*/ 0 h 670"/>
                  <a:gd name="T44" fmla="*/ 0 w 671"/>
                  <a:gd name="T45" fmla="*/ 0 h 670"/>
                  <a:gd name="T46" fmla="*/ 0 w 671"/>
                  <a:gd name="T47" fmla="*/ 0 h 670"/>
                  <a:gd name="T48" fmla="*/ 0 w 671"/>
                  <a:gd name="T49" fmla="*/ 0 h 670"/>
                  <a:gd name="T50" fmla="*/ 0 w 671"/>
                  <a:gd name="T51" fmla="*/ 0 h 670"/>
                  <a:gd name="T52" fmla="*/ 0 w 671"/>
                  <a:gd name="T53" fmla="*/ 0 h 670"/>
                  <a:gd name="T54" fmla="*/ 0 w 671"/>
                  <a:gd name="T55" fmla="*/ 0 h 670"/>
                  <a:gd name="T56" fmla="*/ 0 w 671"/>
                  <a:gd name="T57" fmla="*/ 0 h 670"/>
                  <a:gd name="T58" fmla="*/ 0 w 671"/>
                  <a:gd name="T59" fmla="*/ 0 h 670"/>
                  <a:gd name="T60" fmla="*/ 0 w 671"/>
                  <a:gd name="T61" fmla="*/ 0 h 670"/>
                  <a:gd name="T62" fmla="*/ 0 w 671"/>
                  <a:gd name="T63" fmla="*/ 0 h 670"/>
                  <a:gd name="T64" fmla="*/ 0 w 671"/>
                  <a:gd name="T65" fmla="*/ 0 h 670"/>
                  <a:gd name="T66" fmla="*/ 0 w 671"/>
                  <a:gd name="T67" fmla="*/ 0 h 670"/>
                  <a:gd name="T68" fmla="*/ 0 w 671"/>
                  <a:gd name="T69" fmla="*/ 0 h 670"/>
                  <a:gd name="T70" fmla="*/ 0 w 671"/>
                  <a:gd name="T71" fmla="*/ 0 h 670"/>
                  <a:gd name="T72" fmla="*/ 0 w 671"/>
                  <a:gd name="T73" fmla="*/ 0 h 670"/>
                  <a:gd name="T74" fmla="*/ 0 w 671"/>
                  <a:gd name="T75" fmla="*/ 0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0" name="Freeform 899">
                <a:extLst>
                  <a:ext uri="{FF2B5EF4-FFF2-40B4-BE49-F238E27FC236}">
                    <a16:creationId xmlns:a16="http://schemas.microsoft.com/office/drawing/2014/main" id="{F3A0E4BD-79A6-7845-BADD-F875C5E1406A}"/>
                  </a:ext>
                </a:extLst>
              </p:cNvPr>
              <p:cNvSpPr>
                <a:spLocks/>
              </p:cNvSpPr>
              <p:nvPr/>
            </p:nvSpPr>
            <p:spPr bwMode="auto">
              <a:xfrm flipH="1">
                <a:off x="1201" y="1526"/>
                <a:ext cx="65" cy="74"/>
              </a:xfrm>
              <a:custGeom>
                <a:avLst/>
                <a:gdLst>
                  <a:gd name="T0" fmla="*/ 0 w 636"/>
                  <a:gd name="T1" fmla="*/ 0 h 643"/>
                  <a:gd name="T2" fmla="*/ 0 w 636"/>
                  <a:gd name="T3" fmla="*/ 0 h 643"/>
                  <a:gd name="T4" fmla="*/ 0 w 636"/>
                  <a:gd name="T5" fmla="*/ 0 h 643"/>
                  <a:gd name="T6" fmla="*/ 0 w 636"/>
                  <a:gd name="T7" fmla="*/ 0 h 643"/>
                  <a:gd name="T8" fmla="*/ 0 w 636"/>
                  <a:gd name="T9" fmla="*/ 0 h 643"/>
                  <a:gd name="T10" fmla="*/ 0 w 636"/>
                  <a:gd name="T11" fmla="*/ 0 h 643"/>
                  <a:gd name="T12" fmla="*/ 0 w 636"/>
                  <a:gd name="T13" fmla="*/ 0 h 643"/>
                  <a:gd name="T14" fmla="*/ 0 w 636"/>
                  <a:gd name="T15" fmla="*/ 0 h 643"/>
                  <a:gd name="T16" fmla="*/ 0 w 636"/>
                  <a:gd name="T17" fmla="*/ 0 h 643"/>
                  <a:gd name="T18" fmla="*/ 0 w 636"/>
                  <a:gd name="T19" fmla="*/ 0 h 643"/>
                  <a:gd name="T20" fmla="*/ 0 w 636"/>
                  <a:gd name="T21" fmla="*/ 0 h 643"/>
                  <a:gd name="T22" fmla="*/ 0 w 636"/>
                  <a:gd name="T23" fmla="*/ 0 h 643"/>
                  <a:gd name="T24" fmla="*/ 0 w 636"/>
                  <a:gd name="T25" fmla="*/ 0 h 643"/>
                  <a:gd name="T26" fmla="*/ 0 w 636"/>
                  <a:gd name="T27" fmla="*/ 0 h 643"/>
                  <a:gd name="T28" fmla="*/ 0 w 636"/>
                  <a:gd name="T29" fmla="*/ 0 h 643"/>
                  <a:gd name="T30" fmla="*/ 0 w 636"/>
                  <a:gd name="T31" fmla="*/ 0 h 643"/>
                  <a:gd name="T32" fmla="*/ 0 w 636"/>
                  <a:gd name="T33" fmla="*/ 0 h 643"/>
                  <a:gd name="T34" fmla="*/ 0 w 636"/>
                  <a:gd name="T35" fmla="*/ 0 h 643"/>
                  <a:gd name="T36" fmla="*/ 0 w 636"/>
                  <a:gd name="T37" fmla="*/ 0 h 643"/>
                  <a:gd name="T38" fmla="*/ 0 w 636"/>
                  <a:gd name="T39" fmla="*/ 0 h 643"/>
                  <a:gd name="T40" fmla="*/ 0 w 636"/>
                  <a:gd name="T41" fmla="*/ 0 h 643"/>
                  <a:gd name="T42" fmla="*/ 0 w 636"/>
                  <a:gd name="T43" fmla="*/ 0 h 643"/>
                  <a:gd name="T44" fmla="*/ 0 w 636"/>
                  <a:gd name="T45" fmla="*/ 0 h 643"/>
                  <a:gd name="T46" fmla="*/ 0 w 636"/>
                  <a:gd name="T47" fmla="*/ 0 h 643"/>
                  <a:gd name="T48" fmla="*/ 0 w 636"/>
                  <a:gd name="T49" fmla="*/ 0 h 643"/>
                  <a:gd name="T50" fmla="*/ 0 w 636"/>
                  <a:gd name="T51" fmla="*/ 0 h 643"/>
                  <a:gd name="T52" fmla="*/ 0 w 636"/>
                  <a:gd name="T53" fmla="*/ 0 h 643"/>
                  <a:gd name="T54" fmla="*/ 0 w 636"/>
                  <a:gd name="T55" fmla="*/ 0 h 643"/>
                  <a:gd name="T56" fmla="*/ 0 w 636"/>
                  <a:gd name="T57" fmla="*/ 0 h 643"/>
                  <a:gd name="T58" fmla="*/ 0 w 636"/>
                  <a:gd name="T59" fmla="*/ 0 h 643"/>
                  <a:gd name="T60" fmla="*/ 0 w 636"/>
                  <a:gd name="T61" fmla="*/ 0 h 643"/>
                  <a:gd name="T62" fmla="*/ 0 w 636"/>
                  <a:gd name="T63" fmla="*/ 0 h 643"/>
                  <a:gd name="T64" fmla="*/ 0 w 636"/>
                  <a:gd name="T65" fmla="*/ 0 h 643"/>
                  <a:gd name="T66" fmla="*/ 0 w 636"/>
                  <a:gd name="T67" fmla="*/ 0 h 643"/>
                  <a:gd name="T68" fmla="*/ 0 w 636"/>
                  <a:gd name="T69" fmla="*/ 0 h 643"/>
                  <a:gd name="T70" fmla="*/ 0 w 636"/>
                  <a:gd name="T71" fmla="*/ 0 h 643"/>
                  <a:gd name="T72" fmla="*/ 0 w 636"/>
                  <a:gd name="T73" fmla="*/ 0 h 643"/>
                  <a:gd name="T74" fmla="*/ 0 w 636"/>
                  <a:gd name="T75" fmla="*/ 0 h 643"/>
                  <a:gd name="T76" fmla="*/ 0 w 636"/>
                  <a:gd name="T77" fmla="*/ 0 h 643"/>
                  <a:gd name="T78" fmla="*/ 0 w 636"/>
                  <a:gd name="T79" fmla="*/ 0 h 643"/>
                  <a:gd name="T80" fmla="*/ 0 w 636"/>
                  <a:gd name="T81" fmla="*/ 0 h 643"/>
                  <a:gd name="T82" fmla="*/ 0 w 636"/>
                  <a:gd name="T83" fmla="*/ 0 h 643"/>
                  <a:gd name="T84" fmla="*/ 0 w 636"/>
                  <a:gd name="T85" fmla="*/ 0 h 643"/>
                  <a:gd name="T86" fmla="*/ 0 w 636"/>
                  <a:gd name="T87" fmla="*/ 0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1" name="Freeform 900">
                <a:extLst>
                  <a:ext uri="{FF2B5EF4-FFF2-40B4-BE49-F238E27FC236}">
                    <a16:creationId xmlns:a16="http://schemas.microsoft.com/office/drawing/2014/main" id="{49199971-EDBC-8C46-90F3-A1B632C3E197}"/>
                  </a:ext>
                </a:extLst>
              </p:cNvPr>
              <p:cNvSpPr>
                <a:spLocks/>
              </p:cNvSpPr>
              <p:nvPr/>
            </p:nvSpPr>
            <p:spPr bwMode="auto">
              <a:xfrm flipH="1">
                <a:off x="1331" y="1713"/>
                <a:ext cx="70" cy="49"/>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432" name="Freeform 901">
                <a:extLst>
                  <a:ext uri="{FF2B5EF4-FFF2-40B4-BE49-F238E27FC236}">
                    <a16:creationId xmlns:a16="http://schemas.microsoft.com/office/drawing/2014/main" id="{5FA55D75-6312-3D42-BF50-3731373FCBCC}"/>
                  </a:ext>
                </a:extLst>
              </p:cNvPr>
              <p:cNvSpPr>
                <a:spLocks/>
              </p:cNvSpPr>
              <p:nvPr/>
            </p:nvSpPr>
            <p:spPr bwMode="auto">
              <a:xfrm flipH="1">
                <a:off x="1376" y="1721"/>
                <a:ext cx="22" cy="6"/>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3" name="Freeform 902">
                <a:extLst>
                  <a:ext uri="{FF2B5EF4-FFF2-40B4-BE49-F238E27FC236}">
                    <a16:creationId xmlns:a16="http://schemas.microsoft.com/office/drawing/2014/main" id="{B86F85E9-1C10-2146-B972-1B7006C6AB15}"/>
                  </a:ext>
                </a:extLst>
              </p:cNvPr>
              <p:cNvSpPr>
                <a:spLocks/>
              </p:cNvSpPr>
              <p:nvPr/>
            </p:nvSpPr>
            <p:spPr bwMode="auto">
              <a:xfrm flipH="1">
                <a:off x="1367" y="1715"/>
                <a:ext cx="19" cy="4"/>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4" name="Freeform 903">
                <a:extLst>
                  <a:ext uri="{FF2B5EF4-FFF2-40B4-BE49-F238E27FC236}">
                    <a16:creationId xmlns:a16="http://schemas.microsoft.com/office/drawing/2014/main" id="{53046820-4D6A-7E48-ADF9-61C0CA5A3273}"/>
                  </a:ext>
                </a:extLst>
              </p:cNvPr>
              <p:cNvSpPr>
                <a:spLocks/>
              </p:cNvSpPr>
              <p:nvPr/>
            </p:nvSpPr>
            <p:spPr bwMode="auto">
              <a:xfrm flipH="1">
                <a:off x="1375" y="1730"/>
                <a:ext cx="8" cy="2"/>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5" name="Freeform 904">
                <a:extLst>
                  <a:ext uri="{FF2B5EF4-FFF2-40B4-BE49-F238E27FC236}">
                    <a16:creationId xmlns:a16="http://schemas.microsoft.com/office/drawing/2014/main" id="{906C46AB-6ABE-E640-B156-E742A90F9109}"/>
                  </a:ext>
                </a:extLst>
              </p:cNvPr>
              <p:cNvSpPr>
                <a:spLocks/>
              </p:cNvSpPr>
              <p:nvPr/>
            </p:nvSpPr>
            <p:spPr bwMode="auto">
              <a:xfrm flipH="1">
                <a:off x="1397" y="1728"/>
                <a:ext cx="2" cy="4"/>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6" name="Freeform 905">
                <a:extLst>
                  <a:ext uri="{FF2B5EF4-FFF2-40B4-BE49-F238E27FC236}">
                    <a16:creationId xmlns:a16="http://schemas.microsoft.com/office/drawing/2014/main" id="{8EB7A567-BD81-DA44-B4A5-07FC68ABFA65}"/>
                  </a:ext>
                </a:extLst>
              </p:cNvPr>
              <p:cNvSpPr>
                <a:spLocks/>
              </p:cNvSpPr>
              <p:nvPr/>
            </p:nvSpPr>
            <p:spPr bwMode="auto">
              <a:xfrm flipH="1">
                <a:off x="1364" y="1724"/>
                <a:ext cx="4" cy="5"/>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7" name="Freeform 906">
                <a:extLst>
                  <a:ext uri="{FF2B5EF4-FFF2-40B4-BE49-F238E27FC236}">
                    <a16:creationId xmlns:a16="http://schemas.microsoft.com/office/drawing/2014/main" id="{9D6CA90E-B12F-3247-BC66-21684A4DB194}"/>
                  </a:ext>
                </a:extLst>
              </p:cNvPr>
              <p:cNvSpPr>
                <a:spLocks/>
              </p:cNvSpPr>
              <p:nvPr/>
            </p:nvSpPr>
            <p:spPr bwMode="auto">
              <a:xfrm flipH="1">
                <a:off x="1350" y="1724"/>
                <a:ext cx="11" cy="14"/>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8" name="Freeform 907">
                <a:extLst>
                  <a:ext uri="{FF2B5EF4-FFF2-40B4-BE49-F238E27FC236}">
                    <a16:creationId xmlns:a16="http://schemas.microsoft.com/office/drawing/2014/main" id="{CEAB6B6A-214B-914B-9CBB-FE52146DF2F2}"/>
                  </a:ext>
                </a:extLst>
              </p:cNvPr>
              <p:cNvSpPr>
                <a:spLocks/>
              </p:cNvSpPr>
              <p:nvPr/>
            </p:nvSpPr>
            <p:spPr bwMode="auto">
              <a:xfrm flipH="1">
                <a:off x="1344" y="1743"/>
                <a:ext cx="3" cy="9"/>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9" name="Freeform 908">
                <a:extLst>
                  <a:ext uri="{FF2B5EF4-FFF2-40B4-BE49-F238E27FC236}">
                    <a16:creationId xmlns:a16="http://schemas.microsoft.com/office/drawing/2014/main" id="{A9227C84-8FA0-0849-8193-196D30C280FF}"/>
                  </a:ext>
                </a:extLst>
              </p:cNvPr>
              <p:cNvSpPr>
                <a:spLocks/>
              </p:cNvSpPr>
              <p:nvPr/>
            </p:nvSpPr>
            <p:spPr bwMode="auto">
              <a:xfrm flipH="1">
                <a:off x="1371" y="1733"/>
                <a:ext cx="1" cy="4"/>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0" name="Freeform 909">
                <a:extLst>
                  <a:ext uri="{FF2B5EF4-FFF2-40B4-BE49-F238E27FC236}">
                    <a16:creationId xmlns:a16="http://schemas.microsoft.com/office/drawing/2014/main" id="{509BDDD6-E973-DD47-AFB6-C06524BC13F4}"/>
                  </a:ext>
                </a:extLst>
              </p:cNvPr>
              <p:cNvSpPr>
                <a:spLocks/>
              </p:cNvSpPr>
              <p:nvPr/>
            </p:nvSpPr>
            <p:spPr bwMode="auto">
              <a:xfrm flipH="1">
                <a:off x="1268" y="1605"/>
                <a:ext cx="5" cy="4"/>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1" name="Freeform 910">
                <a:extLst>
                  <a:ext uri="{FF2B5EF4-FFF2-40B4-BE49-F238E27FC236}">
                    <a16:creationId xmlns:a16="http://schemas.microsoft.com/office/drawing/2014/main" id="{1812FC71-3131-0445-BB8E-50C6D68C43F0}"/>
                  </a:ext>
                </a:extLst>
              </p:cNvPr>
              <p:cNvSpPr>
                <a:spLocks/>
              </p:cNvSpPr>
              <p:nvPr/>
            </p:nvSpPr>
            <p:spPr bwMode="auto">
              <a:xfrm flipH="1">
                <a:off x="1270" y="1612"/>
                <a:ext cx="1" cy="3"/>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2" name="Freeform 911">
                <a:extLst>
                  <a:ext uri="{FF2B5EF4-FFF2-40B4-BE49-F238E27FC236}">
                    <a16:creationId xmlns:a16="http://schemas.microsoft.com/office/drawing/2014/main" id="{3A760B5F-5F5F-B34B-B26C-1FA8D222D036}"/>
                  </a:ext>
                </a:extLst>
              </p:cNvPr>
              <p:cNvSpPr>
                <a:spLocks/>
              </p:cNvSpPr>
              <p:nvPr/>
            </p:nvSpPr>
            <p:spPr bwMode="auto">
              <a:xfrm flipH="1">
                <a:off x="1250" y="1633"/>
                <a:ext cx="42" cy="124"/>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443" name="Freeform 912">
                <a:extLst>
                  <a:ext uri="{FF2B5EF4-FFF2-40B4-BE49-F238E27FC236}">
                    <a16:creationId xmlns:a16="http://schemas.microsoft.com/office/drawing/2014/main" id="{58F8D1BD-FA1A-394A-BB74-000101000425}"/>
                  </a:ext>
                </a:extLst>
              </p:cNvPr>
              <p:cNvSpPr>
                <a:spLocks/>
              </p:cNvSpPr>
              <p:nvPr/>
            </p:nvSpPr>
            <p:spPr bwMode="auto">
              <a:xfrm flipH="1">
                <a:off x="1180" y="1609"/>
                <a:ext cx="162" cy="207"/>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444" name="Freeform 913">
                <a:extLst>
                  <a:ext uri="{FF2B5EF4-FFF2-40B4-BE49-F238E27FC236}">
                    <a16:creationId xmlns:a16="http://schemas.microsoft.com/office/drawing/2014/main" id="{8689BB64-67B8-F14D-A78A-FF785179D2B9}"/>
                  </a:ext>
                </a:extLst>
              </p:cNvPr>
              <p:cNvSpPr>
                <a:spLocks/>
              </p:cNvSpPr>
              <p:nvPr/>
            </p:nvSpPr>
            <p:spPr bwMode="auto">
              <a:xfrm flipH="1">
                <a:off x="1183" y="1622"/>
                <a:ext cx="102" cy="192"/>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5" name="Freeform 914">
                <a:extLst>
                  <a:ext uri="{FF2B5EF4-FFF2-40B4-BE49-F238E27FC236}">
                    <a16:creationId xmlns:a16="http://schemas.microsoft.com/office/drawing/2014/main" id="{0EFA27FA-6FBA-4B40-AC99-D24ACA0EE1B1}"/>
                  </a:ext>
                </a:extLst>
              </p:cNvPr>
              <p:cNvSpPr>
                <a:spLocks/>
              </p:cNvSpPr>
              <p:nvPr/>
            </p:nvSpPr>
            <p:spPr bwMode="auto">
              <a:xfrm flipH="1">
                <a:off x="1190" y="1717"/>
                <a:ext cx="31" cy="8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6" name="Freeform 915">
                <a:extLst>
                  <a:ext uri="{FF2B5EF4-FFF2-40B4-BE49-F238E27FC236}">
                    <a16:creationId xmlns:a16="http://schemas.microsoft.com/office/drawing/2014/main" id="{24FB13C9-2866-DE43-9E85-A8F5C374A795}"/>
                  </a:ext>
                </a:extLst>
              </p:cNvPr>
              <p:cNvSpPr>
                <a:spLocks/>
              </p:cNvSpPr>
              <p:nvPr/>
            </p:nvSpPr>
            <p:spPr bwMode="auto">
              <a:xfrm flipH="1">
                <a:off x="1221" y="1645"/>
                <a:ext cx="118" cy="13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7" name="Freeform 916">
                <a:extLst>
                  <a:ext uri="{FF2B5EF4-FFF2-40B4-BE49-F238E27FC236}">
                    <a16:creationId xmlns:a16="http://schemas.microsoft.com/office/drawing/2014/main" id="{A391BF56-575C-0649-B2A6-E99ED04321F8}"/>
                  </a:ext>
                </a:extLst>
              </p:cNvPr>
              <p:cNvSpPr>
                <a:spLocks/>
              </p:cNvSpPr>
              <p:nvPr/>
            </p:nvSpPr>
            <p:spPr bwMode="auto">
              <a:xfrm flipH="1">
                <a:off x="1229" y="1695"/>
                <a:ext cx="30" cy="30"/>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8" name="Freeform 917">
                <a:extLst>
                  <a:ext uri="{FF2B5EF4-FFF2-40B4-BE49-F238E27FC236}">
                    <a16:creationId xmlns:a16="http://schemas.microsoft.com/office/drawing/2014/main" id="{414FC452-2E32-7A41-9CE4-01C782FE0541}"/>
                  </a:ext>
                </a:extLst>
              </p:cNvPr>
              <p:cNvSpPr>
                <a:spLocks/>
              </p:cNvSpPr>
              <p:nvPr/>
            </p:nvSpPr>
            <p:spPr bwMode="auto">
              <a:xfrm flipH="1">
                <a:off x="1230" y="1670"/>
                <a:ext cx="27" cy="39"/>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9" name="Freeform 918">
                <a:extLst>
                  <a:ext uri="{FF2B5EF4-FFF2-40B4-BE49-F238E27FC236}">
                    <a16:creationId xmlns:a16="http://schemas.microsoft.com/office/drawing/2014/main" id="{94BDD9C1-A292-C441-8533-3CA0311B586D}"/>
                  </a:ext>
                </a:extLst>
              </p:cNvPr>
              <p:cNvSpPr>
                <a:spLocks/>
              </p:cNvSpPr>
              <p:nvPr/>
            </p:nvSpPr>
            <p:spPr bwMode="auto">
              <a:xfrm flipH="1">
                <a:off x="1233" y="1631"/>
                <a:ext cx="29" cy="23"/>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0" name="Freeform 919">
                <a:extLst>
                  <a:ext uri="{FF2B5EF4-FFF2-40B4-BE49-F238E27FC236}">
                    <a16:creationId xmlns:a16="http://schemas.microsoft.com/office/drawing/2014/main" id="{AB14517C-1E21-6443-8B98-9F7565A79A47}"/>
                  </a:ext>
                </a:extLst>
              </p:cNvPr>
              <p:cNvSpPr>
                <a:spLocks/>
              </p:cNvSpPr>
              <p:nvPr/>
            </p:nvSpPr>
            <p:spPr bwMode="auto">
              <a:xfrm flipH="1">
                <a:off x="1268" y="1673"/>
                <a:ext cx="16" cy="59"/>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1" name="Freeform 920">
                <a:extLst>
                  <a:ext uri="{FF2B5EF4-FFF2-40B4-BE49-F238E27FC236}">
                    <a16:creationId xmlns:a16="http://schemas.microsoft.com/office/drawing/2014/main" id="{BF9BEB18-C6B7-E64A-ACC7-911D9D9A6E24}"/>
                  </a:ext>
                </a:extLst>
              </p:cNvPr>
              <p:cNvSpPr>
                <a:spLocks/>
              </p:cNvSpPr>
              <p:nvPr/>
            </p:nvSpPr>
            <p:spPr bwMode="auto">
              <a:xfrm flipH="1">
                <a:off x="1231" y="1737"/>
                <a:ext cx="29" cy="11"/>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2" name="Freeform 921">
                <a:extLst>
                  <a:ext uri="{FF2B5EF4-FFF2-40B4-BE49-F238E27FC236}">
                    <a16:creationId xmlns:a16="http://schemas.microsoft.com/office/drawing/2014/main" id="{8C8AC4F5-E2A4-DD4B-861A-3B9868205C24}"/>
                  </a:ext>
                </a:extLst>
              </p:cNvPr>
              <p:cNvSpPr>
                <a:spLocks/>
              </p:cNvSpPr>
              <p:nvPr/>
            </p:nvSpPr>
            <p:spPr bwMode="auto">
              <a:xfrm flipH="1">
                <a:off x="1266" y="1742"/>
                <a:ext cx="18" cy="25"/>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3" name="Freeform 922">
                <a:extLst>
                  <a:ext uri="{FF2B5EF4-FFF2-40B4-BE49-F238E27FC236}">
                    <a16:creationId xmlns:a16="http://schemas.microsoft.com/office/drawing/2014/main" id="{B4B2F6F8-BE34-F24E-BE06-5F831E923D3A}"/>
                  </a:ext>
                </a:extLst>
              </p:cNvPr>
              <p:cNvSpPr>
                <a:spLocks/>
              </p:cNvSpPr>
              <p:nvPr/>
            </p:nvSpPr>
            <p:spPr bwMode="auto">
              <a:xfrm flipH="1">
                <a:off x="1213" y="1611"/>
                <a:ext cx="42" cy="31"/>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4" name="Freeform 923">
                <a:extLst>
                  <a:ext uri="{FF2B5EF4-FFF2-40B4-BE49-F238E27FC236}">
                    <a16:creationId xmlns:a16="http://schemas.microsoft.com/office/drawing/2014/main" id="{4BF165A9-25C7-B64C-B8E3-40272878AD06}"/>
                  </a:ext>
                </a:extLst>
              </p:cNvPr>
              <p:cNvSpPr>
                <a:spLocks/>
              </p:cNvSpPr>
              <p:nvPr/>
            </p:nvSpPr>
            <p:spPr bwMode="auto">
              <a:xfrm flipH="1">
                <a:off x="1165" y="1751"/>
                <a:ext cx="87" cy="13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455" name="Freeform 924">
                <a:extLst>
                  <a:ext uri="{FF2B5EF4-FFF2-40B4-BE49-F238E27FC236}">
                    <a16:creationId xmlns:a16="http://schemas.microsoft.com/office/drawing/2014/main" id="{5EFFB71C-66F3-CE49-A504-3F3C3BDDD4E7}"/>
                  </a:ext>
                </a:extLst>
              </p:cNvPr>
              <p:cNvSpPr>
                <a:spLocks/>
              </p:cNvSpPr>
              <p:nvPr/>
            </p:nvSpPr>
            <p:spPr bwMode="auto">
              <a:xfrm flipH="1">
                <a:off x="1167" y="1758"/>
                <a:ext cx="75" cy="122"/>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390" name="Line 925">
              <a:extLst>
                <a:ext uri="{FF2B5EF4-FFF2-40B4-BE49-F238E27FC236}">
                  <a16:creationId xmlns:a16="http://schemas.microsoft.com/office/drawing/2014/main" id="{295924E9-8106-2747-B8E0-51AAD864506F}"/>
                </a:ext>
              </a:extLst>
            </p:cNvPr>
            <p:cNvSpPr>
              <a:spLocks noChangeShapeType="1"/>
            </p:cNvSpPr>
            <p:nvPr/>
          </p:nvSpPr>
          <p:spPr bwMode="auto">
            <a:xfrm>
              <a:off x="1507" y="2636"/>
              <a:ext cx="0" cy="91"/>
            </a:xfrm>
            <a:prstGeom prst="line">
              <a:avLst/>
            </a:prstGeom>
            <a:noFill/>
            <a:ln w="38100">
              <a:solidFill>
                <a:srgbClr val="5F5F5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6391" name="Group 926">
              <a:extLst>
                <a:ext uri="{FF2B5EF4-FFF2-40B4-BE49-F238E27FC236}">
                  <a16:creationId xmlns:a16="http://schemas.microsoft.com/office/drawing/2014/main" id="{956006C9-A23D-3747-936F-BD89E3A48731}"/>
                </a:ext>
              </a:extLst>
            </p:cNvPr>
            <p:cNvGrpSpPr>
              <a:grpSpLocks/>
            </p:cNvGrpSpPr>
            <p:nvPr/>
          </p:nvGrpSpPr>
          <p:grpSpPr bwMode="auto">
            <a:xfrm>
              <a:off x="1628" y="2587"/>
              <a:ext cx="481" cy="236"/>
              <a:chOff x="3352" y="2625"/>
              <a:chExt cx="544" cy="542"/>
            </a:xfrm>
          </p:grpSpPr>
          <p:sp>
            <p:nvSpPr>
              <p:cNvPr id="46392" name="Freeform 927">
                <a:extLst>
                  <a:ext uri="{FF2B5EF4-FFF2-40B4-BE49-F238E27FC236}">
                    <a16:creationId xmlns:a16="http://schemas.microsoft.com/office/drawing/2014/main" id="{4FBAF5BF-360A-B94B-BD70-1D5088ED8C0F}"/>
                  </a:ext>
                </a:extLst>
              </p:cNvPr>
              <p:cNvSpPr>
                <a:spLocks/>
              </p:cNvSpPr>
              <p:nvPr/>
            </p:nvSpPr>
            <p:spPr bwMode="auto">
              <a:xfrm>
                <a:off x="3816" y="2625"/>
                <a:ext cx="80" cy="542"/>
              </a:xfrm>
              <a:custGeom>
                <a:avLst/>
                <a:gdLst>
                  <a:gd name="T0" fmla="*/ 0 w 319"/>
                  <a:gd name="T1" fmla="*/ 0 h 2167"/>
                  <a:gd name="T2" fmla="*/ 0 w 319"/>
                  <a:gd name="T3" fmla="*/ 0 h 2167"/>
                  <a:gd name="T4" fmla="*/ 0 w 319"/>
                  <a:gd name="T5" fmla="*/ 0 h 2167"/>
                  <a:gd name="T6" fmla="*/ 0 w 319"/>
                  <a:gd name="T7" fmla="*/ 0 h 2167"/>
                  <a:gd name="T8" fmla="*/ 0 w 319"/>
                  <a:gd name="T9" fmla="*/ 0 h 2167"/>
                  <a:gd name="T10" fmla="*/ 0 w 319"/>
                  <a:gd name="T11" fmla="*/ 0 h 2167"/>
                  <a:gd name="T12" fmla="*/ 0 w 319"/>
                  <a:gd name="T13" fmla="*/ 0 h 2167"/>
                  <a:gd name="T14" fmla="*/ 0 w 319"/>
                  <a:gd name="T15" fmla="*/ 0 h 2167"/>
                  <a:gd name="T16" fmla="*/ 0 w 319"/>
                  <a:gd name="T17" fmla="*/ 0 h 2167"/>
                  <a:gd name="T18" fmla="*/ 0 w 319"/>
                  <a:gd name="T19" fmla="*/ 0 h 2167"/>
                  <a:gd name="T20" fmla="*/ 0 w 319"/>
                  <a:gd name="T21" fmla="*/ 0 h 2167"/>
                  <a:gd name="T22" fmla="*/ 0 w 319"/>
                  <a:gd name="T23" fmla="*/ 0 h 2167"/>
                  <a:gd name="T24" fmla="*/ 0 w 319"/>
                  <a:gd name="T25" fmla="*/ 0 h 2167"/>
                  <a:gd name="T26" fmla="*/ 0 w 319"/>
                  <a:gd name="T27" fmla="*/ 0 h 2167"/>
                  <a:gd name="T28" fmla="*/ 0 w 319"/>
                  <a:gd name="T29" fmla="*/ 0 h 2167"/>
                  <a:gd name="T30" fmla="*/ 0 w 319"/>
                  <a:gd name="T31" fmla="*/ 0 h 2167"/>
                  <a:gd name="T32" fmla="*/ 0 w 319"/>
                  <a:gd name="T33" fmla="*/ 0 h 2167"/>
                  <a:gd name="T34" fmla="*/ 0 w 319"/>
                  <a:gd name="T35" fmla="*/ 0 h 2167"/>
                  <a:gd name="T36" fmla="*/ 0 w 319"/>
                  <a:gd name="T37" fmla="*/ 0 h 2167"/>
                  <a:gd name="T38" fmla="*/ 0 w 319"/>
                  <a:gd name="T39" fmla="*/ 0 h 2167"/>
                  <a:gd name="T40" fmla="*/ 0 w 319"/>
                  <a:gd name="T41" fmla="*/ 0 h 2167"/>
                  <a:gd name="T42" fmla="*/ 0 w 319"/>
                  <a:gd name="T43" fmla="*/ 0 h 2167"/>
                  <a:gd name="T44" fmla="*/ 0 w 319"/>
                  <a:gd name="T45" fmla="*/ 0 h 2167"/>
                  <a:gd name="T46" fmla="*/ 0 w 319"/>
                  <a:gd name="T47" fmla="*/ 0 h 2167"/>
                  <a:gd name="T48" fmla="*/ 0 w 319"/>
                  <a:gd name="T49" fmla="*/ 0 h 2167"/>
                  <a:gd name="T50" fmla="*/ 0 w 319"/>
                  <a:gd name="T51" fmla="*/ 0 h 2167"/>
                  <a:gd name="T52" fmla="*/ 0 w 319"/>
                  <a:gd name="T53" fmla="*/ 0 h 2167"/>
                  <a:gd name="T54" fmla="*/ 0 w 319"/>
                  <a:gd name="T55" fmla="*/ 0 h 2167"/>
                  <a:gd name="T56" fmla="*/ 0 w 319"/>
                  <a:gd name="T57" fmla="*/ 0 h 2167"/>
                  <a:gd name="T58" fmla="*/ 0 w 319"/>
                  <a:gd name="T59" fmla="*/ 0 h 2167"/>
                  <a:gd name="T60" fmla="*/ 0 w 319"/>
                  <a:gd name="T61" fmla="*/ 0 h 2167"/>
                  <a:gd name="T62" fmla="*/ 0 w 319"/>
                  <a:gd name="T63" fmla="*/ 0 h 2167"/>
                  <a:gd name="T64" fmla="*/ 0 w 319"/>
                  <a:gd name="T65" fmla="*/ 0 h 2167"/>
                  <a:gd name="T66" fmla="*/ 0 w 319"/>
                  <a:gd name="T67" fmla="*/ 0 h 2167"/>
                  <a:gd name="T68" fmla="*/ 0 w 319"/>
                  <a:gd name="T69" fmla="*/ 0 h 2167"/>
                  <a:gd name="T70" fmla="*/ 0 w 319"/>
                  <a:gd name="T71" fmla="*/ 0 h 2167"/>
                  <a:gd name="T72" fmla="*/ 0 w 319"/>
                  <a:gd name="T73" fmla="*/ 0 h 2167"/>
                  <a:gd name="T74" fmla="*/ 0 w 319"/>
                  <a:gd name="T75" fmla="*/ 0 h 2167"/>
                  <a:gd name="T76" fmla="*/ 0 w 319"/>
                  <a:gd name="T77" fmla="*/ 0 h 2167"/>
                  <a:gd name="T78" fmla="*/ 0 w 319"/>
                  <a:gd name="T79" fmla="*/ 0 h 2167"/>
                  <a:gd name="T80" fmla="*/ 0 w 319"/>
                  <a:gd name="T81" fmla="*/ 0 h 2167"/>
                  <a:gd name="T82" fmla="*/ 0 w 319"/>
                  <a:gd name="T83" fmla="*/ 0 h 2167"/>
                  <a:gd name="T84" fmla="*/ 0 w 319"/>
                  <a:gd name="T85" fmla="*/ 0 h 2167"/>
                  <a:gd name="T86" fmla="*/ 0 w 319"/>
                  <a:gd name="T87" fmla="*/ 0 h 2167"/>
                  <a:gd name="T88" fmla="*/ 0 w 319"/>
                  <a:gd name="T89" fmla="*/ 0 h 2167"/>
                  <a:gd name="T90" fmla="*/ 0 w 319"/>
                  <a:gd name="T91" fmla="*/ 0 h 2167"/>
                  <a:gd name="T92" fmla="*/ 0 w 319"/>
                  <a:gd name="T93" fmla="*/ 0 h 2167"/>
                  <a:gd name="T94" fmla="*/ 0 w 319"/>
                  <a:gd name="T95" fmla="*/ 0 h 2167"/>
                  <a:gd name="T96" fmla="*/ 0 w 319"/>
                  <a:gd name="T97" fmla="*/ 0 h 2167"/>
                  <a:gd name="T98" fmla="*/ 0 w 319"/>
                  <a:gd name="T99" fmla="*/ 0 h 2167"/>
                  <a:gd name="T100" fmla="*/ 0 w 319"/>
                  <a:gd name="T101" fmla="*/ 0 h 2167"/>
                  <a:gd name="T102" fmla="*/ 0 w 319"/>
                  <a:gd name="T103" fmla="*/ 0 h 21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19" h="2167">
                    <a:moveTo>
                      <a:pt x="159" y="0"/>
                    </a:moveTo>
                    <a:lnTo>
                      <a:pt x="173" y="51"/>
                    </a:lnTo>
                    <a:lnTo>
                      <a:pt x="199" y="132"/>
                    </a:lnTo>
                    <a:lnTo>
                      <a:pt x="220" y="204"/>
                    </a:lnTo>
                    <a:lnTo>
                      <a:pt x="238" y="280"/>
                    </a:lnTo>
                    <a:lnTo>
                      <a:pt x="256" y="356"/>
                    </a:lnTo>
                    <a:lnTo>
                      <a:pt x="271" y="441"/>
                    </a:lnTo>
                    <a:lnTo>
                      <a:pt x="285" y="528"/>
                    </a:lnTo>
                    <a:lnTo>
                      <a:pt x="297" y="629"/>
                    </a:lnTo>
                    <a:lnTo>
                      <a:pt x="307" y="712"/>
                    </a:lnTo>
                    <a:lnTo>
                      <a:pt x="312" y="809"/>
                    </a:lnTo>
                    <a:lnTo>
                      <a:pt x="317" y="892"/>
                    </a:lnTo>
                    <a:lnTo>
                      <a:pt x="319" y="998"/>
                    </a:lnTo>
                    <a:lnTo>
                      <a:pt x="318" y="1103"/>
                    </a:lnTo>
                    <a:lnTo>
                      <a:pt x="314" y="1212"/>
                    </a:lnTo>
                    <a:lnTo>
                      <a:pt x="311" y="1297"/>
                    </a:lnTo>
                    <a:lnTo>
                      <a:pt x="305" y="1372"/>
                    </a:lnTo>
                    <a:lnTo>
                      <a:pt x="294" y="1466"/>
                    </a:lnTo>
                    <a:lnTo>
                      <a:pt x="283" y="1552"/>
                    </a:lnTo>
                    <a:lnTo>
                      <a:pt x="267" y="1648"/>
                    </a:lnTo>
                    <a:lnTo>
                      <a:pt x="249" y="1738"/>
                    </a:lnTo>
                    <a:lnTo>
                      <a:pt x="229" y="1825"/>
                    </a:lnTo>
                    <a:lnTo>
                      <a:pt x="210" y="1904"/>
                    </a:lnTo>
                    <a:lnTo>
                      <a:pt x="182" y="1988"/>
                    </a:lnTo>
                    <a:lnTo>
                      <a:pt x="153" y="2066"/>
                    </a:lnTo>
                    <a:lnTo>
                      <a:pt x="120" y="2147"/>
                    </a:lnTo>
                    <a:lnTo>
                      <a:pt x="112" y="2167"/>
                    </a:lnTo>
                    <a:lnTo>
                      <a:pt x="0" y="2117"/>
                    </a:lnTo>
                    <a:lnTo>
                      <a:pt x="33" y="2055"/>
                    </a:lnTo>
                    <a:lnTo>
                      <a:pt x="65" y="1980"/>
                    </a:lnTo>
                    <a:lnTo>
                      <a:pt x="92" y="1901"/>
                    </a:lnTo>
                    <a:lnTo>
                      <a:pt x="113" y="1815"/>
                    </a:lnTo>
                    <a:lnTo>
                      <a:pt x="139" y="1718"/>
                    </a:lnTo>
                    <a:lnTo>
                      <a:pt x="155" y="1628"/>
                    </a:lnTo>
                    <a:lnTo>
                      <a:pt x="170" y="1540"/>
                    </a:lnTo>
                    <a:lnTo>
                      <a:pt x="182" y="1437"/>
                    </a:lnTo>
                    <a:lnTo>
                      <a:pt x="191" y="1344"/>
                    </a:lnTo>
                    <a:lnTo>
                      <a:pt x="199" y="1251"/>
                    </a:lnTo>
                    <a:lnTo>
                      <a:pt x="202" y="1156"/>
                    </a:lnTo>
                    <a:lnTo>
                      <a:pt x="206" y="1082"/>
                    </a:lnTo>
                    <a:lnTo>
                      <a:pt x="203" y="983"/>
                    </a:lnTo>
                    <a:lnTo>
                      <a:pt x="201" y="880"/>
                    </a:lnTo>
                    <a:lnTo>
                      <a:pt x="195" y="784"/>
                    </a:lnTo>
                    <a:lnTo>
                      <a:pt x="188" y="687"/>
                    </a:lnTo>
                    <a:lnTo>
                      <a:pt x="175" y="586"/>
                    </a:lnTo>
                    <a:lnTo>
                      <a:pt x="160" y="492"/>
                    </a:lnTo>
                    <a:lnTo>
                      <a:pt x="145" y="398"/>
                    </a:lnTo>
                    <a:lnTo>
                      <a:pt x="124" y="311"/>
                    </a:lnTo>
                    <a:lnTo>
                      <a:pt x="99" y="215"/>
                    </a:lnTo>
                    <a:lnTo>
                      <a:pt x="72" y="132"/>
                    </a:lnTo>
                    <a:lnTo>
                      <a:pt x="43" y="58"/>
                    </a:lnTo>
                    <a:lnTo>
                      <a:pt x="159"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3" name="Freeform 928">
                <a:extLst>
                  <a:ext uri="{FF2B5EF4-FFF2-40B4-BE49-F238E27FC236}">
                    <a16:creationId xmlns:a16="http://schemas.microsoft.com/office/drawing/2014/main" id="{77DE5E59-2B58-AB45-A1A4-405ACFB2D3E1}"/>
                  </a:ext>
                </a:extLst>
              </p:cNvPr>
              <p:cNvSpPr>
                <a:spLocks/>
              </p:cNvSpPr>
              <p:nvPr/>
            </p:nvSpPr>
            <p:spPr bwMode="auto">
              <a:xfrm>
                <a:off x="3757" y="2656"/>
                <a:ext cx="67" cy="482"/>
              </a:xfrm>
              <a:custGeom>
                <a:avLst/>
                <a:gdLst>
                  <a:gd name="T0" fmla="*/ 0 w 268"/>
                  <a:gd name="T1" fmla="*/ 0 h 1930"/>
                  <a:gd name="T2" fmla="*/ 0 w 268"/>
                  <a:gd name="T3" fmla="*/ 0 h 1930"/>
                  <a:gd name="T4" fmla="*/ 0 w 268"/>
                  <a:gd name="T5" fmla="*/ 0 h 1930"/>
                  <a:gd name="T6" fmla="*/ 0 w 268"/>
                  <a:gd name="T7" fmla="*/ 0 h 1930"/>
                  <a:gd name="T8" fmla="*/ 0 w 268"/>
                  <a:gd name="T9" fmla="*/ 0 h 1930"/>
                  <a:gd name="T10" fmla="*/ 0 w 268"/>
                  <a:gd name="T11" fmla="*/ 0 h 1930"/>
                  <a:gd name="T12" fmla="*/ 0 w 268"/>
                  <a:gd name="T13" fmla="*/ 0 h 1930"/>
                  <a:gd name="T14" fmla="*/ 0 w 268"/>
                  <a:gd name="T15" fmla="*/ 0 h 1930"/>
                  <a:gd name="T16" fmla="*/ 0 w 268"/>
                  <a:gd name="T17" fmla="*/ 0 h 1930"/>
                  <a:gd name="T18" fmla="*/ 0 w 268"/>
                  <a:gd name="T19" fmla="*/ 0 h 1930"/>
                  <a:gd name="T20" fmla="*/ 0 w 268"/>
                  <a:gd name="T21" fmla="*/ 0 h 1930"/>
                  <a:gd name="T22" fmla="*/ 0 w 268"/>
                  <a:gd name="T23" fmla="*/ 0 h 1930"/>
                  <a:gd name="T24" fmla="*/ 0 w 268"/>
                  <a:gd name="T25" fmla="*/ 0 h 1930"/>
                  <a:gd name="T26" fmla="*/ 0 w 268"/>
                  <a:gd name="T27" fmla="*/ 0 h 1930"/>
                  <a:gd name="T28" fmla="*/ 0 w 268"/>
                  <a:gd name="T29" fmla="*/ 0 h 1930"/>
                  <a:gd name="T30" fmla="*/ 0 w 268"/>
                  <a:gd name="T31" fmla="*/ 0 h 1930"/>
                  <a:gd name="T32" fmla="*/ 0 w 268"/>
                  <a:gd name="T33" fmla="*/ 0 h 1930"/>
                  <a:gd name="T34" fmla="*/ 0 w 268"/>
                  <a:gd name="T35" fmla="*/ 0 h 1930"/>
                  <a:gd name="T36" fmla="*/ 0 w 268"/>
                  <a:gd name="T37" fmla="*/ 0 h 1930"/>
                  <a:gd name="T38" fmla="*/ 0 w 268"/>
                  <a:gd name="T39" fmla="*/ 0 h 1930"/>
                  <a:gd name="T40" fmla="*/ 0 w 268"/>
                  <a:gd name="T41" fmla="*/ 0 h 1930"/>
                  <a:gd name="T42" fmla="*/ 0 w 268"/>
                  <a:gd name="T43" fmla="*/ 0 h 1930"/>
                  <a:gd name="T44" fmla="*/ 0 w 268"/>
                  <a:gd name="T45" fmla="*/ 0 h 1930"/>
                  <a:gd name="T46" fmla="*/ 0 w 268"/>
                  <a:gd name="T47" fmla="*/ 0 h 1930"/>
                  <a:gd name="T48" fmla="*/ 0 w 268"/>
                  <a:gd name="T49" fmla="*/ 0 h 1930"/>
                  <a:gd name="T50" fmla="*/ 0 w 268"/>
                  <a:gd name="T51" fmla="*/ 0 h 1930"/>
                  <a:gd name="T52" fmla="*/ 0 w 268"/>
                  <a:gd name="T53" fmla="*/ 0 h 1930"/>
                  <a:gd name="T54" fmla="*/ 0 w 268"/>
                  <a:gd name="T55" fmla="*/ 0 h 1930"/>
                  <a:gd name="T56" fmla="*/ 0 w 268"/>
                  <a:gd name="T57" fmla="*/ 0 h 1930"/>
                  <a:gd name="T58" fmla="*/ 0 w 268"/>
                  <a:gd name="T59" fmla="*/ 0 h 1930"/>
                  <a:gd name="T60" fmla="*/ 0 w 268"/>
                  <a:gd name="T61" fmla="*/ 0 h 1930"/>
                  <a:gd name="T62" fmla="*/ 0 w 268"/>
                  <a:gd name="T63" fmla="*/ 0 h 1930"/>
                  <a:gd name="T64" fmla="*/ 0 w 268"/>
                  <a:gd name="T65" fmla="*/ 0 h 1930"/>
                  <a:gd name="T66" fmla="*/ 0 w 268"/>
                  <a:gd name="T67" fmla="*/ 0 h 1930"/>
                  <a:gd name="T68" fmla="*/ 0 w 268"/>
                  <a:gd name="T69" fmla="*/ 0 h 1930"/>
                  <a:gd name="T70" fmla="*/ 0 w 268"/>
                  <a:gd name="T71" fmla="*/ 0 h 1930"/>
                  <a:gd name="T72" fmla="*/ 0 w 268"/>
                  <a:gd name="T73" fmla="*/ 0 h 1930"/>
                  <a:gd name="T74" fmla="*/ 0 w 268"/>
                  <a:gd name="T75" fmla="*/ 0 h 1930"/>
                  <a:gd name="T76" fmla="*/ 0 w 268"/>
                  <a:gd name="T77" fmla="*/ 0 h 1930"/>
                  <a:gd name="T78" fmla="*/ 0 w 268"/>
                  <a:gd name="T79" fmla="*/ 0 h 1930"/>
                  <a:gd name="T80" fmla="*/ 0 w 268"/>
                  <a:gd name="T81" fmla="*/ 0 h 1930"/>
                  <a:gd name="T82" fmla="*/ 0 w 268"/>
                  <a:gd name="T83" fmla="*/ 0 h 1930"/>
                  <a:gd name="T84" fmla="*/ 0 w 268"/>
                  <a:gd name="T85" fmla="*/ 0 h 1930"/>
                  <a:gd name="T86" fmla="*/ 0 w 268"/>
                  <a:gd name="T87" fmla="*/ 0 h 1930"/>
                  <a:gd name="T88" fmla="*/ 0 w 268"/>
                  <a:gd name="T89" fmla="*/ 0 h 1930"/>
                  <a:gd name="T90" fmla="*/ 0 w 268"/>
                  <a:gd name="T91" fmla="*/ 0 h 193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68" h="1930">
                    <a:moveTo>
                      <a:pt x="144" y="0"/>
                    </a:moveTo>
                    <a:lnTo>
                      <a:pt x="170" y="81"/>
                    </a:lnTo>
                    <a:lnTo>
                      <a:pt x="188" y="157"/>
                    </a:lnTo>
                    <a:lnTo>
                      <a:pt x="206" y="233"/>
                    </a:lnTo>
                    <a:lnTo>
                      <a:pt x="220" y="318"/>
                    </a:lnTo>
                    <a:lnTo>
                      <a:pt x="235" y="405"/>
                    </a:lnTo>
                    <a:lnTo>
                      <a:pt x="247" y="506"/>
                    </a:lnTo>
                    <a:lnTo>
                      <a:pt x="256" y="589"/>
                    </a:lnTo>
                    <a:lnTo>
                      <a:pt x="261" y="686"/>
                    </a:lnTo>
                    <a:lnTo>
                      <a:pt x="266" y="769"/>
                    </a:lnTo>
                    <a:lnTo>
                      <a:pt x="268" y="875"/>
                    </a:lnTo>
                    <a:lnTo>
                      <a:pt x="267" y="980"/>
                    </a:lnTo>
                    <a:lnTo>
                      <a:pt x="263" y="1089"/>
                    </a:lnTo>
                    <a:lnTo>
                      <a:pt x="260" y="1174"/>
                    </a:lnTo>
                    <a:lnTo>
                      <a:pt x="254" y="1249"/>
                    </a:lnTo>
                    <a:lnTo>
                      <a:pt x="243" y="1343"/>
                    </a:lnTo>
                    <a:lnTo>
                      <a:pt x="232" y="1429"/>
                    </a:lnTo>
                    <a:lnTo>
                      <a:pt x="216" y="1525"/>
                    </a:lnTo>
                    <a:lnTo>
                      <a:pt x="198" y="1615"/>
                    </a:lnTo>
                    <a:lnTo>
                      <a:pt x="178" y="1702"/>
                    </a:lnTo>
                    <a:lnTo>
                      <a:pt x="159" y="1781"/>
                    </a:lnTo>
                    <a:lnTo>
                      <a:pt x="131" y="1865"/>
                    </a:lnTo>
                    <a:lnTo>
                      <a:pt x="108" y="1930"/>
                    </a:lnTo>
                    <a:lnTo>
                      <a:pt x="0" y="1875"/>
                    </a:lnTo>
                    <a:lnTo>
                      <a:pt x="14" y="1857"/>
                    </a:lnTo>
                    <a:lnTo>
                      <a:pt x="41" y="1778"/>
                    </a:lnTo>
                    <a:lnTo>
                      <a:pt x="62" y="1692"/>
                    </a:lnTo>
                    <a:lnTo>
                      <a:pt x="88" y="1595"/>
                    </a:lnTo>
                    <a:lnTo>
                      <a:pt x="105" y="1505"/>
                    </a:lnTo>
                    <a:lnTo>
                      <a:pt x="119" y="1417"/>
                    </a:lnTo>
                    <a:lnTo>
                      <a:pt x="131" y="1314"/>
                    </a:lnTo>
                    <a:lnTo>
                      <a:pt x="141" y="1221"/>
                    </a:lnTo>
                    <a:lnTo>
                      <a:pt x="148" y="1128"/>
                    </a:lnTo>
                    <a:lnTo>
                      <a:pt x="152" y="1033"/>
                    </a:lnTo>
                    <a:lnTo>
                      <a:pt x="155" y="959"/>
                    </a:lnTo>
                    <a:lnTo>
                      <a:pt x="153" y="860"/>
                    </a:lnTo>
                    <a:lnTo>
                      <a:pt x="150" y="757"/>
                    </a:lnTo>
                    <a:lnTo>
                      <a:pt x="144" y="661"/>
                    </a:lnTo>
                    <a:lnTo>
                      <a:pt x="137" y="564"/>
                    </a:lnTo>
                    <a:lnTo>
                      <a:pt x="124" y="463"/>
                    </a:lnTo>
                    <a:lnTo>
                      <a:pt x="109" y="369"/>
                    </a:lnTo>
                    <a:lnTo>
                      <a:pt x="94" y="275"/>
                    </a:lnTo>
                    <a:lnTo>
                      <a:pt x="73" y="188"/>
                    </a:lnTo>
                    <a:lnTo>
                      <a:pt x="48" y="92"/>
                    </a:lnTo>
                    <a:lnTo>
                      <a:pt x="29" y="47"/>
                    </a:lnTo>
                    <a:lnTo>
                      <a:pt x="14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4" name="Freeform 929">
                <a:extLst>
                  <a:ext uri="{FF2B5EF4-FFF2-40B4-BE49-F238E27FC236}">
                    <a16:creationId xmlns:a16="http://schemas.microsoft.com/office/drawing/2014/main" id="{75A1628E-FDFC-5C47-A797-3199BC8B0883}"/>
                  </a:ext>
                </a:extLst>
              </p:cNvPr>
              <p:cNvSpPr>
                <a:spLocks/>
              </p:cNvSpPr>
              <p:nvPr/>
            </p:nvSpPr>
            <p:spPr bwMode="auto">
              <a:xfrm>
                <a:off x="3694" y="2684"/>
                <a:ext cx="58" cy="424"/>
              </a:xfrm>
              <a:custGeom>
                <a:avLst/>
                <a:gdLst>
                  <a:gd name="T0" fmla="*/ 0 w 228"/>
                  <a:gd name="T1" fmla="*/ 0 h 1695"/>
                  <a:gd name="T2" fmla="*/ 0 w 228"/>
                  <a:gd name="T3" fmla="*/ 0 h 1695"/>
                  <a:gd name="T4" fmla="*/ 0 w 228"/>
                  <a:gd name="T5" fmla="*/ 0 h 1695"/>
                  <a:gd name="T6" fmla="*/ 0 w 228"/>
                  <a:gd name="T7" fmla="*/ 0 h 1695"/>
                  <a:gd name="T8" fmla="*/ 0 w 228"/>
                  <a:gd name="T9" fmla="*/ 0 h 1695"/>
                  <a:gd name="T10" fmla="*/ 0 w 228"/>
                  <a:gd name="T11" fmla="*/ 0 h 1695"/>
                  <a:gd name="T12" fmla="*/ 0 w 228"/>
                  <a:gd name="T13" fmla="*/ 0 h 1695"/>
                  <a:gd name="T14" fmla="*/ 0 w 228"/>
                  <a:gd name="T15" fmla="*/ 0 h 1695"/>
                  <a:gd name="T16" fmla="*/ 0 w 228"/>
                  <a:gd name="T17" fmla="*/ 0 h 1695"/>
                  <a:gd name="T18" fmla="*/ 0 w 228"/>
                  <a:gd name="T19" fmla="*/ 0 h 1695"/>
                  <a:gd name="T20" fmla="*/ 0 w 228"/>
                  <a:gd name="T21" fmla="*/ 0 h 1695"/>
                  <a:gd name="T22" fmla="*/ 0 w 228"/>
                  <a:gd name="T23" fmla="*/ 0 h 1695"/>
                  <a:gd name="T24" fmla="*/ 0 w 228"/>
                  <a:gd name="T25" fmla="*/ 0 h 1695"/>
                  <a:gd name="T26" fmla="*/ 0 w 228"/>
                  <a:gd name="T27" fmla="*/ 0 h 1695"/>
                  <a:gd name="T28" fmla="*/ 0 w 228"/>
                  <a:gd name="T29" fmla="*/ 0 h 1695"/>
                  <a:gd name="T30" fmla="*/ 0 w 228"/>
                  <a:gd name="T31" fmla="*/ 0 h 1695"/>
                  <a:gd name="T32" fmla="*/ 0 w 228"/>
                  <a:gd name="T33" fmla="*/ 0 h 1695"/>
                  <a:gd name="T34" fmla="*/ 0 w 228"/>
                  <a:gd name="T35" fmla="*/ 0 h 1695"/>
                  <a:gd name="T36" fmla="*/ 0 w 228"/>
                  <a:gd name="T37" fmla="*/ 0 h 1695"/>
                  <a:gd name="T38" fmla="*/ 0 w 228"/>
                  <a:gd name="T39" fmla="*/ 0 h 1695"/>
                  <a:gd name="T40" fmla="*/ 0 w 228"/>
                  <a:gd name="T41" fmla="*/ 0 h 1695"/>
                  <a:gd name="T42" fmla="*/ 0 w 228"/>
                  <a:gd name="T43" fmla="*/ 0 h 1695"/>
                  <a:gd name="T44" fmla="*/ 0 w 228"/>
                  <a:gd name="T45" fmla="*/ 0 h 1695"/>
                  <a:gd name="T46" fmla="*/ 0 w 228"/>
                  <a:gd name="T47" fmla="*/ 0 h 1695"/>
                  <a:gd name="T48" fmla="*/ 0 w 228"/>
                  <a:gd name="T49" fmla="*/ 0 h 1695"/>
                  <a:gd name="T50" fmla="*/ 0 w 228"/>
                  <a:gd name="T51" fmla="*/ 0 h 1695"/>
                  <a:gd name="T52" fmla="*/ 0 w 228"/>
                  <a:gd name="T53" fmla="*/ 0 h 1695"/>
                  <a:gd name="T54" fmla="*/ 0 w 228"/>
                  <a:gd name="T55" fmla="*/ 0 h 1695"/>
                  <a:gd name="T56" fmla="*/ 0 w 228"/>
                  <a:gd name="T57" fmla="*/ 0 h 1695"/>
                  <a:gd name="T58" fmla="*/ 0 w 228"/>
                  <a:gd name="T59" fmla="*/ 0 h 1695"/>
                  <a:gd name="T60" fmla="*/ 0 w 228"/>
                  <a:gd name="T61" fmla="*/ 0 h 1695"/>
                  <a:gd name="T62" fmla="*/ 0 w 228"/>
                  <a:gd name="T63" fmla="*/ 0 h 1695"/>
                  <a:gd name="T64" fmla="*/ 0 w 228"/>
                  <a:gd name="T65" fmla="*/ 0 h 1695"/>
                  <a:gd name="T66" fmla="*/ 0 w 228"/>
                  <a:gd name="T67" fmla="*/ 0 h 1695"/>
                  <a:gd name="T68" fmla="*/ 0 w 228"/>
                  <a:gd name="T69" fmla="*/ 0 h 1695"/>
                  <a:gd name="T70" fmla="*/ 0 w 228"/>
                  <a:gd name="T71" fmla="*/ 0 h 1695"/>
                  <a:gd name="T72" fmla="*/ 0 w 228"/>
                  <a:gd name="T73" fmla="*/ 0 h 1695"/>
                  <a:gd name="T74" fmla="*/ 0 w 228"/>
                  <a:gd name="T75" fmla="*/ 0 h 1695"/>
                  <a:gd name="T76" fmla="*/ 0 w 228"/>
                  <a:gd name="T77" fmla="*/ 0 h 1695"/>
                  <a:gd name="T78" fmla="*/ 0 w 228"/>
                  <a:gd name="T79" fmla="*/ 0 h 1695"/>
                  <a:gd name="T80" fmla="*/ 0 w 228"/>
                  <a:gd name="T81" fmla="*/ 0 h 169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28" h="1695">
                    <a:moveTo>
                      <a:pt x="148" y="46"/>
                    </a:moveTo>
                    <a:lnTo>
                      <a:pt x="166" y="122"/>
                    </a:lnTo>
                    <a:lnTo>
                      <a:pt x="180" y="207"/>
                    </a:lnTo>
                    <a:lnTo>
                      <a:pt x="195" y="294"/>
                    </a:lnTo>
                    <a:lnTo>
                      <a:pt x="207" y="395"/>
                    </a:lnTo>
                    <a:lnTo>
                      <a:pt x="216" y="478"/>
                    </a:lnTo>
                    <a:lnTo>
                      <a:pt x="221" y="575"/>
                    </a:lnTo>
                    <a:lnTo>
                      <a:pt x="226" y="658"/>
                    </a:lnTo>
                    <a:lnTo>
                      <a:pt x="228" y="764"/>
                    </a:lnTo>
                    <a:lnTo>
                      <a:pt x="227" y="883"/>
                    </a:lnTo>
                    <a:lnTo>
                      <a:pt x="224" y="978"/>
                    </a:lnTo>
                    <a:lnTo>
                      <a:pt x="220" y="1063"/>
                    </a:lnTo>
                    <a:lnTo>
                      <a:pt x="214" y="1138"/>
                    </a:lnTo>
                    <a:lnTo>
                      <a:pt x="203" y="1232"/>
                    </a:lnTo>
                    <a:lnTo>
                      <a:pt x="192" y="1318"/>
                    </a:lnTo>
                    <a:lnTo>
                      <a:pt x="177" y="1414"/>
                    </a:lnTo>
                    <a:lnTo>
                      <a:pt x="159" y="1504"/>
                    </a:lnTo>
                    <a:lnTo>
                      <a:pt x="138" y="1591"/>
                    </a:lnTo>
                    <a:lnTo>
                      <a:pt x="119" y="1670"/>
                    </a:lnTo>
                    <a:lnTo>
                      <a:pt x="108" y="1695"/>
                    </a:lnTo>
                    <a:lnTo>
                      <a:pt x="0" y="1645"/>
                    </a:lnTo>
                    <a:lnTo>
                      <a:pt x="23" y="1581"/>
                    </a:lnTo>
                    <a:lnTo>
                      <a:pt x="48" y="1484"/>
                    </a:lnTo>
                    <a:lnTo>
                      <a:pt x="65" y="1394"/>
                    </a:lnTo>
                    <a:lnTo>
                      <a:pt x="79" y="1306"/>
                    </a:lnTo>
                    <a:lnTo>
                      <a:pt x="91" y="1203"/>
                    </a:lnTo>
                    <a:lnTo>
                      <a:pt x="101" y="1110"/>
                    </a:lnTo>
                    <a:lnTo>
                      <a:pt x="108" y="1017"/>
                    </a:lnTo>
                    <a:lnTo>
                      <a:pt x="112" y="922"/>
                    </a:lnTo>
                    <a:lnTo>
                      <a:pt x="115" y="848"/>
                    </a:lnTo>
                    <a:lnTo>
                      <a:pt x="113" y="749"/>
                    </a:lnTo>
                    <a:lnTo>
                      <a:pt x="111" y="646"/>
                    </a:lnTo>
                    <a:lnTo>
                      <a:pt x="105" y="550"/>
                    </a:lnTo>
                    <a:lnTo>
                      <a:pt x="97" y="453"/>
                    </a:lnTo>
                    <a:lnTo>
                      <a:pt x="84" y="352"/>
                    </a:lnTo>
                    <a:lnTo>
                      <a:pt x="70" y="258"/>
                    </a:lnTo>
                    <a:lnTo>
                      <a:pt x="54" y="164"/>
                    </a:lnTo>
                    <a:lnTo>
                      <a:pt x="34" y="77"/>
                    </a:lnTo>
                    <a:lnTo>
                      <a:pt x="26" y="54"/>
                    </a:lnTo>
                    <a:lnTo>
                      <a:pt x="137" y="0"/>
                    </a:lnTo>
                    <a:lnTo>
                      <a:pt x="148" y="4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5" name="Freeform 930">
                <a:extLst>
                  <a:ext uri="{FF2B5EF4-FFF2-40B4-BE49-F238E27FC236}">
                    <a16:creationId xmlns:a16="http://schemas.microsoft.com/office/drawing/2014/main" id="{F278EA09-5C99-D64A-AE51-BCBB4B4507E5}"/>
                  </a:ext>
                </a:extLst>
              </p:cNvPr>
              <p:cNvSpPr>
                <a:spLocks/>
              </p:cNvSpPr>
              <p:nvPr/>
            </p:nvSpPr>
            <p:spPr bwMode="auto">
              <a:xfrm>
                <a:off x="3637" y="2712"/>
                <a:ext cx="50" cy="368"/>
              </a:xfrm>
              <a:custGeom>
                <a:avLst/>
                <a:gdLst>
                  <a:gd name="T0" fmla="*/ 0 w 200"/>
                  <a:gd name="T1" fmla="*/ 0 h 1470"/>
                  <a:gd name="T2" fmla="*/ 0 w 200"/>
                  <a:gd name="T3" fmla="*/ 0 h 1470"/>
                  <a:gd name="T4" fmla="*/ 0 w 200"/>
                  <a:gd name="T5" fmla="*/ 0 h 1470"/>
                  <a:gd name="T6" fmla="*/ 0 w 200"/>
                  <a:gd name="T7" fmla="*/ 0 h 1470"/>
                  <a:gd name="T8" fmla="*/ 0 w 200"/>
                  <a:gd name="T9" fmla="*/ 0 h 1470"/>
                  <a:gd name="T10" fmla="*/ 0 w 200"/>
                  <a:gd name="T11" fmla="*/ 0 h 1470"/>
                  <a:gd name="T12" fmla="*/ 0 w 200"/>
                  <a:gd name="T13" fmla="*/ 0 h 1470"/>
                  <a:gd name="T14" fmla="*/ 0 w 200"/>
                  <a:gd name="T15" fmla="*/ 0 h 1470"/>
                  <a:gd name="T16" fmla="*/ 0 w 200"/>
                  <a:gd name="T17" fmla="*/ 0 h 1470"/>
                  <a:gd name="T18" fmla="*/ 0 w 200"/>
                  <a:gd name="T19" fmla="*/ 0 h 1470"/>
                  <a:gd name="T20" fmla="*/ 0 w 200"/>
                  <a:gd name="T21" fmla="*/ 0 h 1470"/>
                  <a:gd name="T22" fmla="*/ 0 w 200"/>
                  <a:gd name="T23" fmla="*/ 0 h 1470"/>
                  <a:gd name="T24" fmla="*/ 0 w 200"/>
                  <a:gd name="T25" fmla="*/ 0 h 1470"/>
                  <a:gd name="T26" fmla="*/ 0 w 200"/>
                  <a:gd name="T27" fmla="*/ 0 h 1470"/>
                  <a:gd name="T28" fmla="*/ 0 w 200"/>
                  <a:gd name="T29" fmla="*/ 0 h 1470"/>
                  <a:gd name="T30" fmla="*/ 0 w 200"/>
                  <a:gd name="T31" fmla="*/ 0 h 1470"/>
                  <a:gd name="T32" fmla="*/ 0 w 200"/>
                  <a:gd name="T33" fmla="*/ 0 h 1470"/>
                  <a:gd name="T34" fmla="*/ 0 w 200"/>
                  <a:gd name="T35" fmla="*/ 0 h 1470"/>
                  <a:gd name="T36" fmla="*/ 0 w 200"/>
                  <a:gd name="T37" fmla="*/ 0 h 1470"/>
                  <a:gd name="T38" fmla="*/ 0 w 200"/>
                  <a:gd name="T39" fmla="*/ 0 h 1470"/>
                  <a:gd name="T40" fmla="*/ 0 w 200"/>
                  <a:gd name="T41" fmla="*/ 0 h 1470"/>
                  <a:gd name="T42" fmla="*/ 0 w 200"/>
                  <a:gd name="T43" fmla="*/ 0 h 1470"/>
                  <a:gd name="T44" fmla="*/ 0 w 200"/>
                  <a:gd name="T45" fmla="*/ 0 h 1470"/>
                  <a:gd name="T46" fmla="*/ 0 w 200"/>
                  <a:gd name="T47" fmla="*/ 0 h 1470"/>
                  <a:gd name="T48" fmla="*/ 0 w 200"/>
                  <a:gd name="T49" fmla="*/ 0 h 1470"/>
                  <a:gd name="T50" fmla="*/ 0 w 200"/>
                  <a:gd name="T51" fmla="*/ 0 h 1470"/>
                  <a:gd name="T52" fmla="*/ 0 w 200"/>
                  <a:gd name="T53" fmla="*/ 0 h 1470"/>
                  <a:gd name="T54" fmla="*/ 0 w 200"/>
                  <a:gd name="T55" fmla="*/ 0 h 1470"/>
                  <a:gd name="T56" fmla="*/ 0 w 200"/>
                  <a:gd name="T57" fmla="*/ 0 h 1470"/>
                  <a:gd name="T58" fmla="*/ 0 w 200"/>
                  <a:gd name="T59" fmla="*/ 0 h 1470"/>
                  <a:gd name="T60" fmla="*/ 0 w 200"/>
                  <a:gd name="T61" fmla="*/ 0 h 1470"/>
                  <a:gd name="T62" fmla="*/ 0 w 200"/>
                  <a:gd name="T63" fmla="*/ 0 h 1470"/>
                  <a:gd name="T64" fmla="*/ 0 w 200"/>
                  <a:gd name="T65" fmla="*/ 0 h 1470"/>
                  <a:gd name="T66" fmla="*/ 0 w 200"/>
                  <a:gd name="T67" fmla="*/ 0 h 147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00" h="1470">
                    <a:moveTo>
                      <a:pt x="137" y="0"/>
                    </a:moveTo>
                    <a:lnTo>
                      <a:pt x="151" y="86"/>
                    </a:lnTo>
                    <a:lnTo>
                      <a:pt x="166" y="173"/>
                    </a:lnTo>
                    <a:lnTo>
                      <a:pt x="178" y="274"/>
                    </a:lnTo>
                    <a:lnTo>
                      <a:pt x="188" y="357"/>
                    </a:lnTo>
                    <a:lnTo>
                      <a:pt x="192" y="454"/>
                    </a:lnTo>
                    <a:lnTo>
                      <a:pt x="197" y="537"/>
                    </a:lnTo>
                    <a:lnTo>
                      <a:pt x="200" y="643"/>
                    </a:lnTo>
                    <a:lnTo>
                      <a:pt x="198" y="748"/>
                    </a:lnTo>
                    <a:lnTo>
                      <a:pt x="195" y="856"/>
                    </a:lnTo>
                    <a:lnTo>
                      <a:pt x="191" y="942"/>
                    </a:lnTo>
                    <a:lnTo>
                      <a:pt x="185" y="1017"/>
                    </a:lnTo>
                    <a:lnTo>
                      <a:pt x="174" y="1111"/>
                    </a:lnTo>
                    <a:lnTo>
                      <a:pt x="163" y="1197"/>
                    </a:lnTo>
                    <a:lnTo>
                      <a:pt x="148" y="1293"/>
                    </a:lnTo>
                    <a:lnTo>
                      <a:pt x="130" y="1383"/>
                    </a:lnTo>
                    <a:lnTo>
                      <a:pt x="109" y="1470"/>
                    </a:lnTo>
                    <a:lnTo>
                      <a:pt x="0" y="1419"/>
                    </a:lnTo>
                    <a:lnTo>
                      <a:pt x="19" y="1363"/>
                    </a:lnTo>
                    <a:lnTo>
                      <a:pt x="36" y="1273"/>
                    </a:lnTo>
                    <a:lnTo>
                      <a:pt x="50" y="1185"/>
                    </a:lnTo>
                    <a:lnTo>
                      <a:pt x="62" y="1082"/>
                    </a:lnTo>
                    <a:lnTo>
                      <a:pt x="72" y="988"/>
                    </a:lnTo>
                    <a:lnTo>
                      <a:pt x="79" y="896"/>
                    </a:lnTo>
                    <a:lnTo>
                      <a:pt x="83" y="801"/>
                    </a:lnTo>
                    <a:lnTo>
                      <a:pt x="86" y="727"/>
                    </a:lnTo>
                    <a:lnTo>
                      <a:pt x="84" y="628"/>
                    </a:lnTo>
                    <a:lnTo>
                      <a:pt x="82" y="525"/>
                    </a:lnTo>
                    <a:lnTo>
                      <a:pt x="76" y="429"/>
                    </a:lnTo>
                    <a:lnTo>
                      <a:pt x="68" y="332"/>
                    </a:lnTo>
                    <a:lnTo>
                      <a:pt x="55" y="231"/>
                    </a:lnTo>
                    <a:lnTo>
                      <a:pt x="41" y="137"/>
                    </a:lnTo>
                    <a:lnTo>
                      <a:pt x="23" y="52"/>
                    </a:lnTo>
                    <a:lnTo>
                      <a:pt x="137"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6" name="Freeform 931">
                <a:extLst>
                  <a:ext uri="{FF2B5EF4-FFF2-40B4-BE49-F238E27FC236}">
                    <a16:creationId xmlns:a16="http://schemas.microsoft.com/office/drawing/2014/main" id="{A12EA1C1-F7D5-6A48-9637-5F65A39275DB}"/>
                  </a:ext>
                </a:extLst>
              </p:cNvPr>
              <p:cNvSpPr>
                <a:spLocks/>
              </p:cNvSpPr>
              <p:nvPr/>
            </p:nvSpPr>
            <p:spPr bwMode="auto">
              <a:xfrm>
                <a:off x="3579" y="2741"/>
                <a:ext cx="43" cy="311"/>
              </a:xfrm>
              <a:custGeom>
                <a:avLst/>
                <a:gdLst>
                  <a:gd name="T0" fmla="*/ 0 w 171"/>
                  <a:gd name="T1" fmla="*/ 0 h 1245"/>
                  <a:gd name="T2" fmla="*/ 0 w 171"/>
                  <a:gd name="T3" fmla="*/ 0 h 1245"/>
                  <a:gd name="T4" fmla="*/ 0 w 171"/>
                  <a:gd name="T5" fmla="*/ 0 h 1245"/>
                  <a:gd name="T6" fmla="*/ 0 w 171"/>
                  <a:gd name="T7" fmla="*/ 0 h 1245"/>
                  <a:gd name="T8" fmla="*/ 0 w 171"/>
                  <a:gd name="T9" fmla="*/ 0 h 1245"/>
                  <a:gd name="T10" fmla="*/ 0 w 171"/>
                  <a:gd name="T11" fmla="*/ 0 h 1245"/>
                  <a:gd name="T12" fmla="*/ 0 w 171"/>
                  <a:gd name="T13" fmla="*/ 0 h 1245"/>
                  <a:gd name="T14" fmla="*/ 0 w 171"/>
                  <a:gd name="T15" fmla="*/ 0 h 1245"/>
                  <a:gd name="T16" fmla="*/ 0 w 171"/>
                  <a:gd name="T17" fmla="*/ 0 h 1245"/>
                  <a:gd name="T18" fmla="*/ 0 w 171"/>
                  <a:gd name="T19" fmla="*/ 0 h 1245"/>
                  <a:gd name="T20" fmla="*/ 0 w 171"/>
                  <a:gd name="T21" fmla="*/ 0 h 1245"/>
                  <a:gd name="T22" fmla="*/ 0 w 171"/>
                  <a:gd name="T23" fmla="*/ 0 h 1245"/>
                  <a:gd name="T24" fmla="*/ 0 w 171"/>
                  <a:gd name="T25" fmla="*/ 0 h 1245"/>
                  <a:gd name="T26" fmla="*/ 0 w 171"/>
                  <a:gd name="T27" fmla="*/ 0 h 1245"/>
                  <a:gd name="T28" fmla="*/ 0 w 171"/>
                  <a:gd name="T29" fmla="*/ 0 h 1245"/>
                  <a:gd name="T30" fmla="*/ 0 w 171"/>
                  <a:gd name="T31" fmla="*/ 0 h 1245"/>
                  <a:gd name="T32" fmla="*/ 0 w 171"/>
                  <a:gd name="T33" fmla="*/ 0 h 1245"/>
                  <a:gd name="T34" fmla="*/ 0 w 171"/>
                  <a:gd name="T35" fmla="*/ 0 h 1245"/>
                  <a:gd name="T36" fmla="*/ 0 w 171"/>
                  <a:gd name="T37" fmla="*/ 0 h 1245"/>
                  <a:gd name="T38" fmla="*/ 0 w 171"/>
                  <a:gd name="T39" fmla="*/ 0 h 1245"/>
                  <a:gd name="T40" fmla="*/ 0 w 171"/>
                  <a:gd name="T41" fmla="*/ 0 h 1245"/>
                  <a:gd name="T42" fmla="*/ 0 w 171"/>
                  <a:gd name="T43" fmla="*/ 0 h 1245"/>
                  <a:gd name="T44" fmla="*/ 0 w 171"/>
                  <a:gd name="T45" fmla="*/ 0 h 1245"/>
                  <a:gd name="T46" fmla="*/ 0 w 171"/>
                  <a:gd name="T47" fmla="*/ 0 h 1245"/>
                  <a:gd name="T48" fmla="*/ 0 w 171"/>
                  <a:gd name="T49" fmla="*/ 0 h 1245"/>
                  <a:gd name="T50" fmla="*/ 0 w 171"/>
                  <a:gd name="T51" fmla="*/ 0 h 1245"/>
                  <a:gd name="T52" fmla="*/ 0 w 171"/>
                  <a:gd name="T53" fmla="*/ 0 h 1245"/>
                  <a:gd name="T54" fmla="*/ 0 w 171"/>
                  <a:gd name="T55" fmla="*/ 0 h 1245"/>
                  <a:gd name="T56" fmla="*/ 0 w 171"/>
                  <a:gd name="T57" fmla="*/ 0 h 1245"/>
                  <a:gd name="T58" fmla="*/ 0 w 171"/>
                  <a:gd name="T59" fmla="*/ 0 h 124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71" h="1245">
                    <a:moveTo>
                      <a:pt x="120" y="0"/>
                    </a:moveTo>
                    <a:lnTo>
                      <a:pt x="137" y="67"/>
                    </a:lnTo>
                    <a:lnTo>
                      <a:pt x="149" y="168"/>
                    </a:lnTo>
                    <a:lnTo>
                      <a:pt x="159" y="251"/>
                    </a:lnTo>
                    <a:lnTo>
                      <a:pt x="163" y="348"/>
                    </a:lnTo>
                    <a:lnTo>
                      <a:pt x="168" y="431"/>
                    </a:lnTo>
                    <a:lnTo>
                      <a:pt x="171" y="537"/>
                    </a:lnTo>
                    <a:lnTo>
                      <a:pt x="169" y="642"/>
                    </a:lnTo>
                    <a:lnTo>
                      <a:pt x="166" y="751"/>
                    </a:lnTo>
                    <a:lnTo>
                      <a:pt x="162" y="836"/>
                    </a:lnTo>
                    <a:lnTo>
                      <a:pt x="156" y="911"/>
                    </a:lnTo>
                    <a:lnTo>
                      <a:pt x="145" y="1005"/>
                    </a:lnTo>
                    <a:lnTo>
                      <a:pt x="135" y="1091"/>
                    </a:lnTo>
                    <a:lnTo>
                      <a:pt x="119" y="1187"/>
                    </a:lnTo>
                    <a:lnTo>
                      <a:pt x="112" y="1245"/>
                    </a:lnTo>
                    <a:lnTo>
                      <a:pt x="0" y="1195"/>
                    </a:lnTo>
                    <a:lnTo>
                      <a:pt x="7" y="1167"/>
                    </a:lnTo>
                    <a:lnTo>
                      <a:pt x="21" y="1079"/>
                    </a:lnTo>
                    <a:lnTo>
                      <a:pt x="33" y="976"/>
                    </a:lnTo>
                    <a:lnTo>
                      <a:pt x="43" y="883"/>
                    </a:lnTo>
                    <a:lnTo>
                      <a:pt x="50" y="790"/>
                    </a:lnTo>
                    <a:lnTo>
                      <a:pt x="54" y="695"/>
                    </a:lnTo>
                    <a:lnTo>
                      <a:pt x="58" y="621"/>
                    </a:lnTo>
                    <a:lnTo>
                      <a:pt x="55" y="522"/>
                    </a:lnTo>
                    <a:lnTo>
                      <a:pt x="53" y="419"/>
                    </a:lnTo>
                    <a:lnTo>
                      <a:pt x="47" y="323"/>
                    </a:lnTo>
                    <a:lnTo>
                      <a:pt x="40" y="226"/>
                    </a:lnTo>
                    <a:lnTo>
                      <a:pt x="26" y="125"/>
                    </a:lnTo>
                    <a:lnTo>
                      <a:pt x="5" y="47"/>
                    </a:lnTo>
                    <a:lnTo>
                      <a:pt x="12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7" name="Freeform 932">
                <a:extLst>
                  <a:ext uri="{FF2B5EF4-FFF2-40B4-BE49-F238E27FC236}">
                    <a16:creationId xmlns:a16="http://schemas.microsoft.com/office/drawing/2014/main" id="{03E485E2-5822-A244-BAF4-24C32A85B0EB}"/>
                  </a:ext>
                </a:extLst>
              </p:cNvPr>
              <p:cNvSpPr>
                <a:spLocks/>
              </p:cNvSpPr>
              <p:nvPr/>
            </p:nvSpPr>
            <p:spPr bwMode="auto">
              <a:xfrm>
                <a:off x="3523" y="2761"/>
                <a:ext cx="41" cy="266"/>
              </a:xfrm>
              <a:custGeom>
                <a:avLst/>
                <a:gdLst>
                  <a:gd name="T0" fmla="*/ 0 w 164"/>
                  <a:gd name="T1" fmla="*/ 0 h 1062"/>
                  <a:gd name="T2" fmla="*/ 0 w 164"/>
                  <a:gd name="T3" fmla="*/ 0 h 1062"/>
                  <a:gd name="T4" fmla="*/ 0 w 164"/>
                  <a:gd name="T5" fmla="*/ 0 h 1062"/>
                  <a:gd name="T6" fmla="*/ 0 w 164"/>
                  <a:gd name="T7" fmla="*/ 0 h 1062"/>
                  <a:gd name="T8" fmla="*/ 0 w 164"/>
                  <a:gd name="T9" fmla="*/ 0 h 1062"/>
                  <a:gd name="T10" fmla="*/ 0 w 164"/>
                  <a:gd name="T11" fmla="*/ 0 h 1062"/>
                  <a:gd name="T12" fmla="*/ 0 w 164"/>
                  <a:gd name="T13" fmla="*/ 0 h 1062"/>
                  <a:gd name="T14" fmla="*/ 0 w 164"/>
                  <a:gd name="T15" fmla="*/ 0 h 1062"/>
                  <a:gd name="T16" fmla="*/ 0 w 164"/>
                  <a:gd name="T17" fmla="*/ 0 h 1062"/>
                  <a:gd name="T18" fmla="*/ 0 w 164"/>
                  <a:gd name="T19" fmla="*/ 0 h 1062"/>
                  <a:gd name="T20" fmla="*/ 0 w 164"/>
                  <a:gd name="T21" fmla="*/ 0 h 1062"/>
                  <a:gd name="T22" fmla="*/ 0 w 164"/>
                  <a:gd name="T23" fmla="*/ 0 h 1062"/>
                  <a:gd name="T24" fmla="*/ 0 w 164"/>
                  <a:gd name="T25" fmla="*/ 0 h 1062"/>
                  <a:gd name="T26" fmla="*/ 0 w 164"/>
                  <a:gd name="T27" fmla="*/ 0 h 1062"/>
                  <a:gd name="T28" fmla="*/ 0 w 164"/>
                  <a:gd name="T29" fmla="*/ 0 h 1062"/>
                  <a:gd name="T30" fmla="*/ 0 w 164"/>
                  <a:gd name="T31" fmla="*/ 0 h 1062"/>
                  <a:gd name="T32" fmla="*/ 0 w 164"/>
                  <a:gd name="T33" fmla="*/ 0 h 1062"/>
                  <a:gd name="T34" fmla="*/ 0 w 164"/>
                  <a:gd name="T35" fmla="*/ 0 h 1062"/>
                  <a:gd name="T36" fmla="*/ 0 w 164"/>
                  <a:gd name="T37" fmla="*/ 0 h 1062"/>
                  <a:gd name="T38" fmla="*/ 0 w 164"/>
                  <a:gd name="T39" fmla="*/ 0 h 1062"/>
                  <a:gd name="T40" fmla="*/ 0 w 164"/>
                  <a:gd name="T41" fmla="*/ 0 h 1062"/>
                  <a:gd name="T42" fmla="*/ 0 w 164"/>
                  <a:gd name="T43" fmla="*/ 0 h 1062"/>
                  <a:gd name="T44" fmla="*/ 0 w 164"/>
                  <a:gd name="T45" fmla="*/ 0 h 1062"/>
                  <a:gd name="T46" fmla="*/ 0 w 164"/>
                  <a:gd name="T47" fmla="*/ 0 h 1062"/>
                  <a:gd name="T48" fmla="*/ 0 w 164"/>
                  <a:gd name="T49" fmla="*/ 0 h 1062"/>
                  <a:gd name="T50" fmla="*/ 0 w 164"/>
                  <a:gd name="T51" fmla="*/ 0 h 10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4" h="1062">
                    <a:moveTo>
                      <a:pt x="135" y="0"/>
                    </a:moveTo>
                    <a:lnTo>
                      <a:pt x="146" y="61"/>
                    </a:lnTo>
                    <a:lnTo>
                      <a:pt x="152" y="132"/>
                    </a:lnTo>
                    <a:lnTo>
                      <a:pt x="160" y="234"/>
                    </a:lnTo>
                    <a:lnTo>
                      <a:pt x="161" y="312"/>
                    </a:lnTo>
                    <a:lnTo>
                      <a:pt x="164" y="418"/>
                    </a:lnTo>
                    <a:lnTo>
                      <a:pt x="162" y="523"/>
                    </a:lnTo>
                    <a:lnTo>
                      <a:pt x="159" y="631"/>
                    </a:lnTo>
                    <a:lnTo>
                      <a:pt x="155" y="717"/>
                    </a:lnTo>
                    <a:lnTo>
                      <a:pt x="149" y="792"/>
                    </a:lnTo>
                    <a:lnTo>
                      <a:pt x="138" y="886"/>
                    </a:lnTo>
                    <a:lnTo>
                      <a:pt x="128" y="972"/>
                    </a:lnTo>
                    <a:lnTo>
                      <a:pt x="112" y="1062"/>
                    </a:lnTo>
                    <a:lnTo>
                      <a:pt x="0" y="1007"/>
                    </a:lnTo>
                    <a:lnTo>
                      <a:pt x="14" y="960"/>
                    </a:lnTo>
                    <a:lnTo>
                      <a:pt x="26" y="857"/>
                    </a:lnTo>
                    <a:lnTo>
                      <a:pt x="36" y="764"/>
                    </a:lnTo>
                    <a:lnTo>
                      <a:pt x="43" y="671"/>
                    </a:lnTo>
                    <a:lnTo>
                      <a:pt x="47" y="576"/>
                    </a:lnTo>
                    <a:lnTo>
                      <a:pt x="51" y="502"/>
                    </a:lnTo>
                    <a:lnTo>
                      <a:pt x="48" y="403"/>
                    </a:lnTo>
                    <a:lnTo>
                      <a:pt x="48" y="299"/>
                    </a:lnTo>
                    <a:lnTo>
                      <a:pt x="45" y="202"/>
                    </a:lnTo>
                    <a:lnTo>
                      <a:pt x="32" y="107"/>
                    </a:lnTo>
                    <a:lnTo>
                      <a:pt x="19" y="54"/>
                    </a:lnTo>
                    <a:lnTo>
                      <a:pt x="135"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8" name="Freeform 933">
                <a:extLst>
                  <a:ext uri="{FF2B5EF4-FFF2-40B4-BE49-F238E27FC236}">
                    <a16:creationId xmlns:a16="http://schemas.microsoft.com/office/drawing/2014/main" id="{38098F94-D721-E241-B296-E5B413D1F358}"/>
                  </a:ext>
                </a:extLst>
              </p:cNvPr>
              <p:cNvSpPr>
                <a:spLocks/>
              </p:cNvSpPr>
              <p:nvPr/>
            </p:nvSpPr>
            <p:spPr bwMode="auto">
              <a:xfrm>
                <a:off x="3466" y="2792"/>
                <a:ext cx="35" cy="208"/>
              </a:xfrm>
              <a:custGeom>
                <a:avLst/>
                <a:gdLst>
                  <a:gd name="T0" fmla="*/ 0 w 138"/>
                  <a:gd name="T1" fmla="*/ 0 h 830"/>
                  <a:gd name="T2" fmla="*/ 0 w 138"/>
                  <a:gd name="T3" fmla="*/ 0 h 830"/>
                  <a:gd name="T4" fmla="*/ 0 w 138"/>
                  <a:gd name="T5" fmla="*/ 0 h 830"/>
                  <a:gd name="T6" fmla="*/ 0 w 138"/>
                  <a:gd name="T7" fmla="*/ 0 h 830"/>
                  <a:gd name="T8" fmla="*/ 0 w 138"/>
                  <a:gd name="T9" fmla="*/ 0 h 830"/>
                  <a:gd name="T10" fmla="*/ 0 w 138"/>
                  <a:gd name="T11" fmla="*/ 0 h 830"/>
                  <a:gd name="T12" fmla="*/ 0 w 138"/>
                  <a:gd name="T13" fmla="*/ 0 h 830"/>
                  <a:gd name="T14" fmla="*/ 0 w 138"/>
                  <a:gd name="T15" fmla="*/ 0 h 830"/>
                  <a:gd name="T16" fmla="*/ 0 w 138"/>
                  <a:gd name="T17" fmla="*/ 0 h 830"/>
                  <a:gd name="T18" fmla="*/ 0 w 138"/>
                  <a:gd name="T19" fmla="*/ 0 h 830"/>
                  <a:gd name="T20" fmla="*/ 0 w 138"/>
                  <a:gd name="T21" fmla="*/ 0 h 830"/>
                  <a:gd name="T22" fmla="*/ 0 w 138"/>
                  <a:gd name="T23" fmla="*/ 0 h 830"/>
                  <a:gd name="T24" fmla="*/ 0 w 138"/>
                  <a:gd name="T25" fmla="*/ 0 h 830"/>
                  <a:gd name="T26" fmla="*/ 0 w 138"/>
                  <a:gd name="T27" fmla="*/ 0 h 830"/>
                  <a:gd name="T28" fmla="*/ 0 w 138"/>
                  <a:gd name="T29" fmla="*/ 0 h 830"/>
                  <a:gd name="T30" fmla="*/ 0 w 138"/>
                  <a:gd name="T31" fmla="*/ 0 h 830"/>
                  <a:gd name="T32" fmla="*/ 0 w 138"/>
                  <a:gd name="T33" fmla="*/ 0 h 830"/>
                  <a:gd name="T34" fmla="*/ 0 w 138"/>
                  <a:gd name="T35" fmla="*/ 0 h 830"/>
                  <a:gd name="T36" fmla="*/ 0 w 138"/>
                  <a:gd name="T37" fmla="*/ 0 h 830"/>
                  <a:gd name="T38" fmla="*/ 0 w 138"/>
                  <a:gd name="T39" fmla="*/ 0 h 830"/>
                  <a:gd name="T40" fmla="*/ 0 w 138"/>
                  <a:gd name="T41" fmla="*/ 0 h 8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8" h="830">
                    <a:moveTo>
                      <a:pt x="116" y="0"/>
                    </a:moveTo>
                    <a:lnTo>
                      <a:pt x="127" y="72"/>
                    </a:lnTo>
                    <a:lnTo>
                      <a:pt x="131" y="150"/>
                    </a:lnTo>
                    <a:lnTo>
                      <a:pt x="136" y="232"/>
                    </a:lnTo>
                    <a:lnTo>
                      <a:pt x="138" y="338"/>
                    </a:lnTo>
                    <a:lnTo>
                      <a:pt x="137" y="444"/>
                    </a:lnTo>
                    <a:lnTo>
                      <a:pt x="133" y="552"/>
                    </a:lnTo>
                    <a:lnTo>
                      <a:pt x="130" y="637"/>
                    </a:lnTo>
                    <a:lnTo>
                      <a:pt x="124" y="713"/>
                    </a:lnTo>
                    <a:lnTo>
                      <a:pt x="122" y="788"/>
                    </a:lnTo>
                    <a:lnTo>
                      <a:pt x="119" y="830"/>
                    </a:lnTo>
                    <a:lnTo>
                      <a:pt x="0" y="769"/>
                    </a:lnTo>
                    <a:lnTo>
                      <a:pt x="10" y="684"/>
                    </a:lnTo>
                    <a:lnTo>
                      <a:pt x="18" y="591"/>
                    </a:lnTo>
                    <a:lnTo>
                      <a:pt x="21" y="496"/>
                    </a:lnTo>
                    <a:lnTo>
                      <a:pt x="25" y="422"/>
                    </a:lnTo>
                    <a:lnTo>
                      <a:pt x="26" y="313"/>
                    </a:lnTo>
                    <a:lnTo>
                      <a:pt x="22" y="219"/>
                    </a:lnTo>
                    <a:lnTo>
                      <a:pt x="14" y="124"/>
                    </a:lnTo>
                    <a:lnTo>
                      <a:pt x="4" y="50"/>
                    </a:lnTo>
                    <a:lnTo>
                      <a:pt x="11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9" name="Freeform 934">
                <a:extLst>
                  <a:ext uri="{FF2B5EF4-FFF2-40B4-BE49-F238E27FC236}">
                    <a16:creationId xmlns:a16="http://schemas.microsoft.com/office/drawing/2014/main" id="{19C652BE-B71C-4746-AB2D-689E4E101669}"/>
                  </a:ext>
                </a:extLst>
              </p:cNvPr>
              <p:cNvSpPr>
                <a:spLocks/>
              </p:cNvSpPr>
              <p:nvPr/>
            </p:nvSpPr>
            <p:spPr bwMode="auto">
              <a:xfrm>
                <a:off x="3407" y="2819"/>
                <a:ext cx="33" cy="151"/>
              </a:xfrm>
              <a:custGeom>
                <a:avLst/>
                <a:gdLst>
                  <a:gd name="T0" fmla="*/ 0 w 131"/>
                  <a:gd name="T1" fmla="*/ 0 h 603"/>
                  <a:gd name="T2" fmla="*/ 0 w 131"/>
                  <a:gd name="T3" fmla="*/ 0 h 603"/>
                  <a:gd name="T4" fmla="*/ 0 w 131"/>
                  <a:gd name="T5" fmla="*/ 0 h 603"/>
                  <a:gd name="T6" fmla="*/ 0 w 131"/>
                  <a:gd name="T7" fmla="*/ 0 h 603"/>
                  <a:gd name="T8" fmla="*/ 0 w 131"/>
                  <a:gd name="T9" fmla="*/ 0 h 603"/>
                  <a:gd name="T10" fmla="*/ 0 w 131"/>
                  <a:gd name="T11" fmla="*/ 0 h 603"/>
                  <a:gd name="T12" fmla="*/ 0 w 131"/>
                  <a:gd name="T13" fmla="*/ 0 h 603"/>
                  <a:gd name="T14" fmla="*/ 0 w 131"/>
                  <a:gd name="T15" fmla="*/ 0 h 603"/>
                  <a:gd name="T16" fmla="*/ 0 w 131"/>
                  <a:gd name="T17" fmla="*/ 0 h 603"/>
                  <a:gd name="T18" fmla="*/ 0 w 131"/>
                  <a:gd name="T19" fmla="*/ 0 h 603"/>
                  <a:gd name="T20" fmla="*/ 0 w 131"/>
                  <a:gd name="T21" fmla="*/ 0 h 603"/>
                  <a:gd name="T22" fmla="*/ 0 w 131"/>
                  <a:gd name="T23" fmla="*/ 0 h 603"/>
                  <a:gd name="T24" fmla="*/ 0 w 131"/>
                  <a:gd name="T25" fmla="*/ 0 h 603"/>
                  <a:gd name="T26" fmla="*/ 0 w 131"/>
                  <a:gd name="T27" fmla="*/ 0 h 603"/>
                  <a:gd name="T28" fmla="*/ 0 w 131"/>
                  <a:gd name="T29" fmla="*/ 0 h 6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1" h="603">
                    <a:moveTo>
                      <a:pt x="117" y="0"/>
                    </a:moveTo>
                    <a:lnTo>
                      <a:pt x="129" y="110"/>
                    </a:lnTo>
                    <a:lnTo>
                      <a:pt x="131" y="216"/>
                    </a:lnTo>
                    <a:lnTo>
                      <a:pt x="130" y="321"/>
                    </a:lnTo>
                    <a:lnTo>
                      <a:pt x="126" y="429"/>
                    </a:lnTo>
                    <a:lnTo>
                      <a:pt x="123" y="515"/>
                    </a:lnTo>
                    <a:lnTo>
                      <a:pt x="108" y="603"/>
                    </a:lnTo>
                    <a:lnTo>
                      <a:pt x="0" y="553"/>
                    </a:lnTo>
                    <a:lnTo>
                      <a:pt x="11" y="469"/>
                    </a:lnTo>
                    <a:lnTo>
                      <a:pt x="14" y="374"/>
                    </a:lnTo>
                    <a:lnTo>
                      <a:pt x="18" y="300"/>
                    </a:lnTo>
                    <a:lnTo>
                      <a:pt x="16" y="190"/>
                    </a:lnTo>
                    <a:lnTo>
                      <a:pt x="13" y="98"/>
                    </a:lnTo>
                    <a:lnTo>
                      <a:pt x="5" y="50"/>
                    </a:lnTo>
                    <a:lnTo>
                      <a:pt x="117"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0" name="Freeform 935">
                <a:extLst>
                  <a:ext uri="{FF2B5EF4-FFF2-40B4-BE49-F238E27FC236}">
                    <a16:creationId xmlns:a16="http://schemas.microsoft.com/office/drawing/2014/main" id="{7D60B5E1-8BD2-BB4D-BC38-C9092C79DC71}"/>
                  </a:ext>
                </a:extLst>
              </p:cNvPr>
              <p:cNvSpPr>
                <a:spLocks/>
              </p:cNvSpPr>
              <p:nvPr/>
            </p:nvSpPr>
            <p:spPr bwMode="auto">
              <a:xfrm>
                <a:off x="3352" y="2842"/>
                <a:ext cx="31" cy="101"/>
              </a:xfrm>
              <a:custGeom>
                <a:avLst/>
                <a:gdLst>
                  <a:gd name="T0" fmla="*/ 0 w 124"/>
                  <a:gd name="T1" fmla="*/ 0 h 404"/>
                  <a:gd name="T2" fmla="*/ 0 w 124"/>
                  <a:gd name="T3" fmla="*/ 0 h 404"/>
                  <a:gd name="T4" fmla="*/ 0 w 124"/>
                  <a:gd name="T5" fmla="*/ 0 h 404"/>
                  <a:gd name="T6" fmla="*/ 0 w 124"/>
                  <a:gd name="T7" fmla="*/ 0 h 404"/>
                  <a:gd name="T8" fmla="*/ 0 w 124"/>
                  <a:gd name="T9" fmla="*/ 0 h 404"/>
                  <a:gd name="T10" fmla="*/ 0 w 124"/>
                  <a:gd name="T11" fmla="*/ 0 h 404"/>
                  <a:gd name="T12" fmla="*/ 0 w 124"/>
                  <a:gd name="T13" fmla="*/ 0 h 404"/>
                  <a:gd name="T14" fmla="*/ 0 w 124"/>
                  <a:gd name="T15" fmla="*/ 0 h 404"/>
                  <a:gd name="T16" fmla="*/ 0 w 124"/>
                  <a:gd name="T17" fmla="*/ 0 h 404"/>
                  <a:gd name="T18" fmla="*/ 0 w 124"/>
                  <a:gd name="T19" fmla="*/ 0 h 404"/>
                  <a:gd name="T20" fmla="*/ 0 w 124"/>
                  <a:gd name="T21" fmla="*/ 0 h 4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4" h="404">
                    <a:moveTo>
                      <a:pt x="121" y="59"/>
                    </a:moveTo>
                    <a:lnTo>
                      <a:pt x="124" y="162"/>
                    </a:lnTo>
                    <a:lnTo>
                      <a:pt x="123" y="264"/>
                    </a:lnTo>
                    <a:lnTo>
                      <a:pt x="116" y="353"/>
                    </a:lnTo>
                    <a:lnTo>
                      <a:pt x="109" y="404"/>
                    </a:lnTo>
                    <a:lnTo>
                      <a:pt x="0" y="357"/>
                    </a:lnTo>
                    <a:lnTo>
                      <a:pt x="7" y="249"/>
                    </a:lnTo>
                    <a:lnTo>
                      <a:pt x="8" y="149"/>
                    </a:lnTo>
                    <a:lnTo>
                      <a:pt x="8" y="54"/>
                    </a:lnTo>
                    <a:lnTo>
                      <a:pt x="116" y="0"/>
                    </a:lnTo>
                    <a:lnTo>
                      <a:pt x="121" y="59"/>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Tree>
    <p:extLst>
      <p:ext uri="{BB962C8B-B14F-4D97-AF65-F5344CB8AC3E}">
        <p14:creationId xmlns:p14="http://schemas.microsoft.com/office/powerpoint/2010/main" val="2606855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Line 141">
            <a:extLst>
              <a:ext uri="{FF2B5EF4-FFF2-40B4-BE49-F238E27FC236}">
                <a16:creationId xmlns:a16="http://schemas.microsoft.com/office/drawing/2014/main" id="{F07253C1-7850-AA41-9D3A-F48CBBA076BD}"/>
              </a:ext>
            </a:extLst>
          </p:cNvPr>
          <p:cNvSpPr>
            <a:spLocks noChangeShapeType="1"/>
          </p:cNvSpPr>
          <p:nvPr/>
        </p:nvSpPr>
        <p:spPr bwMode="auto">
          <a:xfrm>
            <a:off x="5868591" y="2668191"/>
            <a:ext cx="1025128" cy="0"/>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 name="Line 142">
            <a:extLst>
              <a:ext uri="{FF2B5EF4-FFF2-40B4-BE49-F238E27FC236}">
                <a16:creationId xmlns:a16="http://schemas.microsoft.com/office/drawing/2014/main" id="{3228C68B-EBA0-0749-8EFD-C9E8CC0E9696}"/>
              </a:ext>
            </a:extLst>
          </p:cNvPr>
          <p:cNvSpPr>
            <a:spLocks noChangeShapeType="1"/>
          </p:cNvSpPr>
          <p:nvPr/>
        </p:nvSpPr>
        <p:spPr bwMode="auto">
          <a:xfrm>
            <a:off x="6948487" y="3390900"/>
            <a:ext cx="215504" cy="540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 name="Line 143">
            <a:extLst>
              <a:ext uri="{FF2B5EF4-FFF2-40B4-BE49-F238E27FC236}">
                <a16:creationId xmlns:a16="http://schemas.microsoft.com/office/drawing/2014/main" id="{4DA33060-276A-7842-AAD1-B86816798BB0}"/>
              </a:ext>
            </a:extLst>
          </p:cNvPr>
          <p:cNvSpPr>
            <a:spLocks noChangeShapeType="1"/>
          </p:cNvSpPr>
          <p:nvPr/>
        </p:nvSpPr>
        <p:spPr bwMode="auto">
          <a:xfrm flipH="1">
            <a:off x="6461523" y="3337322"/>
            <a:ext cx="325040" cy="584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2" name="Text Box 144">
            <a:extLst>
              <a:ext uri="{FF2B5EF4-FFF2-40B4-BE49-F238E27FC236}">
                <a16:creationId xmlns:a16="http://schemas.microsoft.com/office/drawing/2014/main" id="{1265208E-3881-4E45-88E6-A3C19856E9A4}"/>
              </a:ext>
            </a:extLst>
          </p:cNvPr>
          <p:cNvSpPr txBox="1">
            <a:spLocks noChangeArrowheads="1"/>
          </p:cNvSpPr>
          <p:nvPr/>
        </p:nvSpPr>
        <p:spPr bwMode="auto">
          <a:xfrm>
            <a:off x="6624637" y="3607594"/>
            <a:ext cx="45397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1"/>
                </a:solidFill>
                <a:ea typeface="宋体" panose="02010600030101010101" pitchFamily="2" charset="-122"/>
                <a:sym typeface="Symbol" pitchFamily="2" charset="2"/>
              </a:rPr>
              <a:t></a:t>
            </a:r>
          </a:p>
        </p:txBody>
      </p:sp>
      <p:sp>
        <p:nvSpPr>
          <p:cNvPr id="48133" name="Line 145">
            <a:extLst>
              <a:ext uri="{FF2B5EF4-FFF2-40B4-BE49-F238E27FC236}">
                <a16:creationId xmlns:a16="http://schemas.microsoft.com/office/drawing/2014/main" id="{D569E137-006C-B84C-9E2E-2FADDC5937AF}"/>
              </a:ext>
            </a:extLst>
          </p:cNvPr>
          <p:cNvSpPr>
            <a:spLocks noChangeShapeType="1"/>
          </p:cNvSpPr>
          <p:nvPr/>
        </p:nvSpPr>
        <p:spPr bwMode="auto">
          <a:xfrm flipH="1">
            <a:off x="6786562" y="2689622"/>
            <a:ext cx="377429"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4" name="Line 146">
            <a:extLst>
              <a:ext uri="{FF2B5EF4-FFF2-40B4-BE49-F238E27FC236}">
                <a16:creationId xmlns:a16="http://schemas.microsoft.com/office/drawing/2014/main" id="{0D022963-671F-7A4A-B8A9-D26B64C97322}"/>
              </a:ext>
            </a:extLst>
          </p:cNvPr>
          <p:cNvSpPr>
            <a:spLocks noChangeShapeType="1"/>
          </p:cNvSpPr>
          <p:nvPr/>
        </p:nvSpPr>
        <p:spPr bwMode="auto">
          <a:xfrm flipH="1">
            <a:off x="5004198" y="2689622"/>
            <a:ext cx="377428"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5" name="Line 147">
            <a:extLst>
              <a:ext uri="{FF2B5EF4-FFF2-40B4-BE49-F238E27FC236}">
                <a16:creationId xmlns:a16="http://schemas.microsoft.com/office/drawing/2014/main" id="{C41DB7C0-D354-A547-B2CF-0C657A5ECCED}"/>
              </a:ext>
            </a:extLst>
          </p:cNvPr>
          <p:cNvSpPr>
            <a:spLocks noChangeShapeType="1"/>
          </p:cNvSpPr>
          <p:nvPr/>
        </p:nvSpPr>
        <p:spPr bwMode="auto">
          <a:xfrm>
            <a:off x="5543550" y="2634853"/>
            <a:ext cx="378619" cy="75604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6" name="Line 148">
            <a:extLst>
              <a:ext uri="{FF2B5EF4-FFF2-40B4-BE49-F238E27FC236}">
                <a16:creationId xmlns:a16="http://schemas.microsoft.com/office/drawing/2014/main" id="{E4F3F674-C287-5F45-828E-06FA7FC311A8}"/>
              </a:ext>
            </a:extLst>
          </p:cNvPr>
          <p:cNvSpPr>
            <a:spLocks noChangeShapeType="1"/>
          </p:cNvSpPr>
          <p:nvPr/>
        </p:nvSpPr>
        <p:spPr bwMode="auto">
          <a:xfrm>
            <a:off x="3600450" y="2634854"/>
            <a:ext cx="377429" cy="7024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7" name="Line 149">
            <a:extLst>
              <a:ext uri="{FF2B5EF4-FFF2-40B4-BE49-F238E27FC236}">
                <a16:creationId xmlns:a16="http://schemas.microsoft.com/office/drawing/2014/main" id="{EB79259E-4259-2F46-BB50-4E58D87DB3EE}"/>
              </a:ext>
            </a:extLst>
          </p:cNvPr>
          <p:cNvSpPr>
            <a:spLocks noChangeShapeType="1"/>
          </p:cNvSpPr>
          <p:nvPr/>
        </p:nvSpPr>
        <p:spPr bwMode="auto">
          <a:xfrm flipH="1">
            <a:off x="3059907" y="2743201"/>
            <a:ext cx="270272" cy="594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8" name="Line 150">
            <a:extLst>
              <a:ext uri="{FF2B5EF4-FFF2-40B4-BE49-F238E27FC236}">
                <a16:creationId xmlns:a16="http://schemas.microsoft.com/office/drawing/2014/main" id="{D39E5BD2-4DCA-7D4C-BEB9-69DCA0623801}"/>
              </a:ext>
            </a:extLst>
          </p:cNvPr>
          <p:cNvSpPr>
            <a:spLocks noChangeShapeType="1"/>
          </p:cNvSpPr>
          <p:nvPr/>
        </p:nvSpPr>
        <p:spPr bwMode="auto">
          <a:xfrm>
            <a:off x="1818085" y="2743200"/>
            <a:ext cx="161925"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9" name="Line 151">
            <a:extLst>
              <a:ext uri="{FF2B5EF4-FFF2-40B4-BE49-F238E27FC236}">
                <a16:creationId xmlns:a16="http://schemas.microsoft.com/office/drawing/2014/main" id="{D29404A2-62FD-6C44-84D7-A60A84F6480F}"/>
              </a:ext>
            </a:extLst>
          </p:cNvPr>
          <p:cNvSpPr>
            <a:spLocks noChangeShapeType="1"/>
          </p:cNvSpPr>
          <p:nvPr/>
        </p:nvSpPr>
        <p:spPr bwMode="auto">
          <a:xfrm>
            <a:off x="7325916" y="2797969"/>
            <a:ext cx="323850" cy="70127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0" name="Line 152">
            <a:extLst>
              <a:ext uri="{FF2B5EF4-FFF2-40B4-BE49-F238E27FC236}">
                <a16:creationId xmlns:a16="http://schemas.microsoft.com/office/drawing/2014/main" id="{7DBBD211-0E89-C745-9039-B23F19B18131}"/>
              </a:ext>
            </a:extLst>
          </p:cNvPr>
          <p:cNvSpPr>
            <a:spLocks noChangeShapeType="1"/>
          </p:cNvSpPr>
          <p:nvPr/>
        </p:nvSpPr>
        <p:spPr bwMode="auto">
          <a:xfrm flipH="1">
            <a:off x="1709738" y="1987153"/>
            <a:ext cx="432197" cy="5941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1" name="Line 153">
            <a:extLst>
              <a:ext uri="{FF2B5EF4-FFF2-40B4-BE49-F238E27FC236}">
                <a16:creationId xmlns:a16="http://schemas.microsoft.com/office/drawing/2014/main" id="{6D7CF9B9-D8C5-264A-A1AD-0D8E280B2E40}"/>
              </a:ext>
            </a:extLst>
          </p:cNvPr>
          <p:cNvSpPr>
            <a:spLocks noChangeShapeType="1"/>
          </p:cNvSpPr>
          <p:nvPr/>
        </p:nvSpPr>
        <p:spPr bwMode="auto">
          <a:xfrm>
            <a:off x="4680347" y="1393031"/>
            <a:ext cx="1079897" cy="485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2" name="Line 154">
            <a:extLst>
              <a:ext uri="{FF2B5EF4-FFF2-40B4-BE49-F238E27FC236}">
                <a16:creationId xmlns:a16="http://schemas.microsoft.com/office/drawing/2014/main" id="{A1FCEDE8-212E-F249-9A82-91C71B1A3C71}"/>
              </a:ext>
            </a:extLst>
          </p:cNvPr>
          <p:cNvSpPr>
            <a:spLocks noChangeShapeType="1"/>
          </p:cNvSpPr>
          <p:nvPr/>
        </p:nvSpPr>
        <p:spPr bwMode="auto">
          <a:xfrm>
            <a:off x="6030516" y="3390900"/>
            <a:ext cx="215503" cy="540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3" name="Line 155">
            <a:extLst>
              <a:ext uri="{FF2B5EF4-FFF2-40B4-BE49-F238E27FC236}">
                <a16:creationId xmlns:a16="http://schemas.microsoft.com/office/drawing/2014/main" id="{B5FCCBE3-7AA4-7549-A5B6-399B3746B81B}"/>
              </a:ext>
            </a:extLst>
          </p:cNvPr>
          <p:cNvSpPr>
            <a:spLocks noChangeShapeType="1"/>
          </p:cNvSpPr>
          <p:nvPr/>
        </p:nvSpPr>
        <p:spPr bwMode="auto">
          <a:xfrm>
            <a:off x="3113485" y="3445669"/>
            <a:ext cx="215503" cy="540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4" name="Line 156">
            <a:extLst>
              <a:ext uri="{FF2B5EF4-FFF2-40B4-BE49-F238E27FC236}">
                <a16:creationId xmlns:a16="http://schemas.microsoft.com/office/drawing/2014/main" id="{6891F571-B115-FA41-915B-B949B0909EFC}"/>
              </a:ext>
            </a:extLst>
          </p:cNvPr>
          <p:cNvSpPr>
            <a:spLocks noChangeShapeType="1"/>
          </p:cNvSpPr>
          <p:nvPr/>
        </p:nvSpPr>
        <p:spPr bwMode="auto">
          <a:xfrm flipH="1">
            <a:off x="5543550" y="3337322"/>
            <a:ext cx="325041" cy="584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5" name="Line 157">
            <a:extLst>
              <a:ext uri="{FF2B5EF4-FFF2-40B4-BE49-F238E27FC236}">
                <a16:creationId xmlns:a16="http://schemas.microsoft.com/office/drawing/2014/main" id="{B3E88CC5-AB36-2E44-B19B-E645B7158578}"/>
              </a:ext>
            </a:extLst>
          </p:cNvPr>
          <p:cNvSpPr>
            <a:spLocks noChangeShapeType="1"/>
          </p:cNvSpPr>
          <p:nvPr/>
        </p:nvSpPr>
        <p:spPr bwMode="auto">
          <a:xfrm>
            <a:off x="7649766" y="3499247"/>
            <a:ext cx="108347" cy="485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6" name="Line 158">
            <a:extLst>
              <a:ext uri="{FF2B5EF4-FFF2-40B4-BE49-F238E27FC236}">
                <a16:creationId xmlns:a16="http://schemas.microsoft.com/office/drawing/2014/main" id="{CD9E1256-8B06-994B-836D-B6B428138362}"/>
              </a:ext>
            </a:extLst>
          </p:cNvPr>
          <p:cNvSpPr>
            <a:spLocks noChangeShapeType="1"/>
          </p:cNvSpPr>
          <p:nvPr/>
        </p:nvSpPr>
        <p:spPr bwMode="auto">
          <a:xfrm flipH="1">
            <a:off x="2627710" y="3390900"/>
            <a:ext cx="432197" cy="6488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7" name="Line 159">
            <a:extLst>
              <a:ext uri="{FF2B5EF4-FFF2-40B4-BE49-F238E27FC236}">
                <a16:creationId xmlns:a16="http://schemas.microsoft.com/office/drawing/2014/main" id="{C7052D1B-FAFC-A54A-9EDD-018E9EA00DC1}"/>
              </a:ext>
            </a:extLst>
          </p:cNvPr>
          <p:cNvSpPr>
            <a:spLocks noChangeShapeType="1"/>
          </p:cNvSpPr>
          <p:nvPr/>
        </p:nvSpPr>
        <p:spPr bwMode="auto">
          <a:xfrm flipH="1">
            <a:off x="1494235" y="2743201"/>
            <a:ext cx="107156" cy="11465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8" name="Line 160">
            <a:extLst>
              <a:ext uri="{FF2B5EF4-FFF2-40B4-BE49-F238E27FC236}">
                <a16:creationId xmlns:a16="http://schemas.microsoft.com/office/drawing/2014/main" id="{78BD0E34-932A-364E-AD34-E96CDED0BCE3}"/>
              </a:ext>
            </a:extLst>
          </p:cNvPr>
          <p:cNvSpPr>
            <a:spLocks noChangeShapeType="1"/>
          </p:cNvSpPr>
          <p:nvPr/>
        </p:nvSpPr>
        <p:spPr bwMode="auto">
          <a:xfrm flipH="1" flipV="1">
            <a:off x="5112544" y="3445669"/>
            <a:ext cx="269081" cy="485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9" name="Line 161">
            <a:extLst>
              <a:ext uri="{FF2B5EF4-FFF2-40B4-BE49-F238E27FC236}">
                <a16:creationId xmlns:a16="http://schemas.microsoft.com/office/drawing/2014/main" id="{526D18F1-BDE5-784E-9C07-D20818937231}"/>
              </a:ext>
            </a:extLst>
          </p:cNvPr>
          <p:cNvSpPr>
            <a:spLocks noChangeShapeType="1"/>
          </p:cNvSpPr>
          <p:nvPr/>
        </p:nvSpPr>
        <p:spPr bwMode="auto">
          <a:xfrm flipV="1">
            <a:off x="4031456" y="3445669"/>
            <a:ext cx="752475" cy="594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0" name="Line 162">
            <a:extLst>
              <a:ext uri="{FF2B5EF4-FFF2-40B4-BE49-F238E27FC236}">
                <a16:creationId xmlns:a16="http://schemas.microsoft.com/office/drawing/2014/main" id="{5797417C-7B79-1845-8EAF-FDD30ECBBF35}"/>
              </a:ext>
            </a:extLst>
          </p:cNvPr>
          <p:cNvSpPr>
            <a:spLocks noChangeShapeType="1"/>
          </p:cNvSpPr>
          <p:nvPr/>
        </p:nvSpPr>
        <p:spPr bwMode="auto">
          <a:xfrm>
            <a:off x="2844404" y="1987154"/>
            <a:ext cx="592931" cy="5405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1" name="Line 163">
            <a:extLst>
              <a:ext uri="{FF2B5EF4-FFF2-40B4-BE49-F238E27FC236}">
                <a16:creationId xmlns:a16="http://schemas.microsoft.com/office/drawing/2014/main" id="{7A1328B3-B5E0-5A4A-BCDD-17F578551907}"/>
              </a:ext>
            </a:extLst>
          </p:cNvPr>
          <p:cNvSpPr>
            <a:spLocks noChangeShapeType="1"/>
          </p:cNvSpPr>
          <p:nvPr/>
        </p:nvSpPr>
        <p:spPr bwMode="auto">
          <a:xfrm flipH="1">
            <a:off x="4733925" y="3445669"/>
            <a:ext cx="161925" cy="594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452" name="Oval 164">
            <a:extLst>
              <a:ext uri="{FF2B5EF4-FFF2-40B4-BE49-F238E27FC236}">
                <a16:creationId xmlns:a16="http://schemas.microsoft.com/office/drawing/2014/main" id="{4508B083-1D04-8E41-8459-092D6C058A1E}"/>
              </a:ext>
            </a:extLst>
          </p:cNvPr>
          <p:cNvSpPr>
            <a:spLocks noChangeArrowheads="1"/>
          </p:cNvSpPr>
          <p:nvPr/>
        </p:nvSpPr>
        <p:spPr bwMode="auto">
          <a:xfrm>
            <a:off x="1169194" y="3715941"/>
            <a:ext cx="701279" cy="37861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大公司</a:t>
            </a:r>
          </a:p>
        </p:txBody>
      </p:sp>
      <p:sp>
        <p:nvSpPr>
          <p:cNvPr id="396453" name="Oval 165">
            <a:extLst>
              <a:ext uri="{FF2B5EF4-FFF2-40B4-BE49-F238E27FC236}">
                <a16:creationId xmlns:a16="http://schemas.microsoft.com/office/drawing/2014/main" id="{7545DA39-7098-E44D-A533-FF57DEDA4FAD}"/>
              </a:ext>
            </a:extLst>
          </p:cNvPr>
          <p:cNvSpPr>
            <a:spLocks noChangeArrowheads="1"/>
          </p:cNvSpPr>
          <p:nvPr/>
        </p:nvSpPr>
        <p:spPr bwMode="auto">
          <a:xfrm>
            <a:off x="3752850" y="3823097"/>
            <a:ext cx="710804" cy="342900"/>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公司</a:t>
            </a:r>
          </a:p>
        </p:txBody>
      </p:sp>
      <p:sp>
        <p:nvSpPr>
          <p:cNvPr id="396454" name="Oval 166">
            <a:extLst>
              <a:ext uri="{FF2B5EF4-FFF2-40B4-BE49-F238E27FC236}">
                <a16:creationId xmlns:a16="http://schemas.microsoft.com/office/drawing/2014/main" id="{FB6755EF-2005-0F4B-8BF0-CF553B863441}"/>
              </a:ext>
            </a:extLst>
          </p:cNvPr>
          <p:cNvSpPr>
            <a:spLocks noChangeArrowheads="1"/>
          </p:cNvSpPr>
          <p:nvPr/>
        </p:nvSpPr>
        <p:spPr bwMode="auto">
          <a:xfrm>
            <a:off x="4564856" y="3267076"/>
            <a:ext cx="709613" cy="2893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pic>
        <p:nvPicPr>
          <p:cNvPr id="48155" name="Picture 167">
            <a:extLst>
              <a:ext uri="{FF2B5EF4-FFF2-40B4-BE49-F238E27FC236}">
                <a16:creationId xmlns:a16="http://schemas.microsoft.com/office/drawing/2014/main" id="{4E0CF7E2-ADAF-C349-A2EB-5C944C50C34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387786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56" name="Text Box 168">
            <a:extLst>
              <a:ext uri="{FF2B5EF4-FFF2-40B4-BE49-F238E27FC236}">
                <a16:creationId xmlns:a16="http://schemas.microsoft.com/office/drawing/2014/main" id="{D07FB7D7-2EEB-DD4B-B1BD-67F2103F299E}"/>
              </a:ext>
            </a:extLst>
          </p:cNvPr>
          <p:cNvSpPr txBox="1">
            <a:spLocks noChangeArrowheads="1"/>
          </p:cNvSpPr>
          <p:nvPr/>
        </p:nvSpPr>
        <p:spPr bwMode="auto">
          <a:xfrm>
            <a:off x="4463653" y="3823098"/>
            <a:ext cx="2952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tx1"/>
                </a:solidFill>
                <a:ea typeface="宋体" panose="02010600030101010101" pitchFamily="2" charset="-122"/>
              </a:rPr>
              <a:t>A</a:t>
            </a:r>
          </a:p>
        </p:txBody>
      </p:sp>
      <p:pic>
        <p:nvPicPr>
          <p:cNvPr id="48157" name="Picture 169">
            <a:extLst>
              <a:ext uri="{FF2B5EF4-FFF2-40B4-BE49-F238E27FC236}">
                <a16:creationId xmlns:a16="http://schemas.microsoft.com/office/drawing/2014/main" id="{CAAFF44B-0E9A-7541-916A-8214BE2002C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2857" y="387786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58" name="Text Box 170">
            <a:extLst>
              <a:ext uri="{FF2B5EF4-FFF2-40B4-BE49-F238E27FC236}">
                <a16:creationId xmlns:a16="http://schemas.microsoft.com/office/drawing/2014/main" id="{A77D397C-5F45-7348-907D-E6FBFAE33A4B}"/>
              </a:ext>
            </a:extLst>
          </p:cNvPr>
          <p:cNvSpPr txBox="1">
            <a:spLocks noChangeArrowheads="1"/>
          </p:cNvSpPr>
          <p:nvPr/>
        </p:nvSpPr>
        <p:spPr bwMode="auto">
          <a:xfrm>
            <a:off x="7434262" y="3823098"/>
            <a:ext cx="2872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tx1"/>
                </a:solidFill>
                <a:ea typeface="宋体" panose="02010600030101010101" pitchFamily="2" charset="-122"/>
              </a:rPr>
              <a:t>B</a:t>
            </a:r>
          </a:p>
        </p:txBody>
      </p:sp>
      <p:sp>
        <p:nvSpPr>
          <p:cNvPr id="48159" name="Text Box 171">
            <a:extLst>
              <a:ext uri="{FF2B5EF4-FFF2-40B4-BE49-F238E27FC236}">
                <a16:creationId xmlns:a16="http://schemas.microsoft.com/office/drawing/2014/main" id="{97A06F71-A298-8D4C-A76A-187C94CD2296}"/>
              </a:ext>
            </a:extLst>
          </p:cNvPr>
          <p:cNvSpPr txBox="1">
            <a:spLocks noChangeArrowheads="1"/>
          </p:cNvSpPr>
          <p:nvPr/>
        </p:nvSpPr>
        <p:spPr bwMode="auto">
          <a:xfrm>
            <a:off x="1884529" y="4641057"/>
            <a:ext cx="51987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15000"/>
              </a:spcBef>
              <a:spcAft>
                <a:spcPct val="15000"/>
              </a:spcAft>
              <a:buClrTx/>
              <a:buSzTx/>
              <a:buFontTx/>
              <a:buNone/>
            </a:pPr>
            <a:r>
              <a:rPr kumimoji="1" lang="zh-CN" altLang="en-US" sz="1200">
                <a:solidFill>
                  <a:schemeClr val="tx1"/>
                </a:solidFill>
                <a:ea typeface="宋体" panose="02010600030101010101" pitchFamily="2" charset="-122"/>
              </a:rPr>
              <a:t>主机</a:t>
            </a:r>
            <a:r>
              <a:rPr kumimoji="1" lang="en-US" altLang="zh-CN" sz="1200">
                <a:solidFill>
                  <a:schemeClr val="tx1"/>
                </a:solidFill>
                <a:ea typeface="宋体" panose="02010600030101010101" pitchFamily="2" charset="-122"/>
              </a:rPr>
              <a:t>A → </a:t>
            </a:r>
            <a:r>
              <a:rPr kumimoji="1" lang="zh-CN" altLang="en-US" sz="1200">
                <a:solidFill>
                  <a:schemeClr val="tx1"/>
                </a:solidFill>
                <a:ea typeface="宋体" panose="02010600030101010101" pitchFamily="2" charset="-122"/>
              </a:rPr>
              <a:t>本地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地区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主干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地区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本地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主机</a:t>
            </a:r>
            <a:r>
              <a:rPr kumimoji="1" lang="en-US" altLang="zh-CN" sz="1200">
                <a:solidFill>
                  <a:schemeClr val="tx1"/>
                </a:solidFill>
                <a:ea typeface="宋体" panose="02010600030101010101" pitchFamily="2" charset="-122"/>
              </a:rPr>
              <a:t>B</a:t>
            </a:r>
          </a:p>
        </p:txBody>
      </p:sp>
      <p:sp>
        <p:nvSpPr>
          <p:cNvPr id="48160" name="Rectangle 172">
            <a:extLst>
              <a:ext uri="{FF2B5EF4-FFF2-40B4-BE49-F238E27FC236}">
                <a16:creationId xmlns:a16="http://schemas.microsoft.com/office/drawing/2014/main" id="{A95F312B-60FA-F049-A1EA-E5822DA550DE}"/>
              </a:ext>
            </a:extLst>
          </p:cNvPr>
          <p:cNvSpPr>
            <a:spLocks noChangeArrowheads="1"/>
          </p:cNvSpPr>
          <p:nvPr/>
        </p:nvSpPr>
        <p:spPr bwMode="auto">
          <a:xfrm>
            <a:off x="1925241" y="4569619"/>
            <a:ext cx="5185172" cy="378619"/>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8161" name="Line 173">
            <a:extLst>
              <a:ext uri="{FF2B5EF4-FFF2-40B4-BE49-F238E27FC236}">
                <a16:creationId xmlns:a16="http://schemas.microsoft.com/office/drawing/2014/main" id="{202CB6E0-2D9D-2C45-A6CB-C8865BE0B014}"/>
              </a:ext>
            </a:extLst>
          </p:cNvPr>
          <p:cNvSpPr>
            <a:spLocks noChangeShapeType="1"/>
          </p:cNvSpPr>
          <p:nvPr/>
        </p:nvSpPr>
        <p:spPr bwMode="auto">
          <a:xfrm flipV="1">
            <a:off x="2897981" y="1447800"/>
            <a:ext cx="972741"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2" name="Line 174">
            <a:extLst>
              <a:ext uri="{FF2B5EF4-FFF2-40B4-BE49-F238E27FC236}">
                <a16:creationId xmlns:a16="http://schemas.microsoft.com/office/drawing/2014/main" id="{A6E700A3-9AC2-9844-A914-351C8821B20C}"/>
              </a:ext>
            </a:extLst>
          </p:cNvPr>
          <p:cNvSpPr>
            <a:spLocks noChangeShapeType="1"/>
          </p:cNvSpPr>
          <p:nvPr/>
        </p:nvSpPr>
        <p:spPr bwMode="auto">
          <a:xfrm>
            <a:off x="3113485" y="1933575"/>
            <a:ext cx="26467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463" name="Oval 175">
            <a:extLst>
              <a:ext uri="{FF2B5EF4-FFF2-40B4-BE49-F238E27FC236}">
                <a16:creationId xmlns:a16="http://schemas.microsoft.com/office/drawing/2014/main" id="{807D80D4-4F38-5749-AD70-362D57B1A30B}"/>
              </a:ext>
            </a:extLst>
          </p:cNvPr>
          <p:cNvSpPr>
            <a:spLocks noChangeArrowheads="1"/>
          </p:cNvSpPr>
          <p:nvPr/>
        </p:nvSpPr>
        <p:spPr bwMode="auto">
          <a:xfrm>
            <a:off x="7218760" y="3270647"/>
            <a:ext cx="709613" cy="285750"/>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75">
                <a:latin typeface="Times New Roman" charset="0"/>
                <a:ea typeface="宋体" charset="-122"/>
              </a:rPr>
              <a:t> </a:t>
            </a:r>
            <a:r>
              <a:rPr kumimoji="1" lang="en-US" altLang="zh-CN" sz="1200">
                <a:latin typeface="Times New Roman" charset="0"/>
                <a:ea typeface="宋体" charset="-122"/>
              </a:rPr>
              <a:t>ISP</a:t>
            </a:r>
          </a:p>
        </p:txBody>
      </p:sp>
      <p:sp>
        <p:nvSpPr>
          <p:cNvPr id="48164" name="Line 176">
            <a:extLst>
              <a:ext uri="{FF2B5EF4-FFF2-40B4-BE49-F238E27FC236}">
                <a16:creationId xmlns:a16="http://schemas.microsoft.com/office/drawing/2014/main" id="{EC99583D-D900-9346-865F-0EEC42E9E0A1}"/>
              </a:ext>
            </a:extLst>
          </p:cNvPr>
          <p:cNvSpPr>
            <a:spLocks noChangeShapeType="1"/>
          </p:cNvSpPr>
          <p:nvPr/>
        </p:nvSpPr>
        <p:spPr bwMode="auto">
          <a:xfrm flipH="1">
            <a:off x="5436394" y="2041923"/>
            <a:ext cx="539354" cy="53935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5" name="Line 177">
            <a:extLst>
              <a:ext uri="{FF2B5EF4-FFF2-40B4-BE49-F238E27FC236}">
                <a16:creationId xmlns:a16="http://schemas.microsoft.com/office/drawing/2014/main" id="{7E58E8B1-9B2E-B94D-8CEE-FB9FD8111C8C}"/>
              </a:ext>
            </a:extLst>
          </p:cNvPr>
          <p:cNvSpPr>
            <a:spLocks noChangeShapeType="1"/>
          </p:cNvSpPr>
          <p:nvPr/>
        </p:nvSpPr>
        <p:spPr bwMode="auto">
          <a:xfrm flipH="1" flipV="1">
            <a:off x="6569869" y="1987154"/>
            <a:ext cx="486966" cy="5405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466" name="Oval 178">
            <a:extLst>
              <a:ext uri="{FF2B5EF4-FFF2-40B4-BE49-F238E27FC236}">
                <a16:creationId xmlns:a16="http://schemas.microsoft.com/office/drawing/2014/main" id="{39BE9385-EA6A-5748-A7CD-A1FC55537495}"/>
              </a:ext>
            </a:extLst>
          </p:cNvPr>
          <p:cNvSpPr>
            <a:spLocks noChangeArrowheads="1"/>
          </p:cNvSpPr>
          <p:nvPr/>
        </p:nvSpPr>
        <p:spPr bwMode="auto">
          <a:xfrm>
            <a:off x="1709738" y="1716881"/>
            <a:ext cx="1457325" cy="377429"/>
          </a:xfrm>
          <a:prstGeom prst="ellipse">
            <a:avLst/>
          </a:prstGeom>
          <a:solidFill>
            <a:srgbClr val="EAEAEA"/>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主干 </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67" name="Oval 179">
            <a:extLst>
              <a:ext uri="{FF2B5EF4-FFF2-40B4-BE49-F238E27FC236}">
                <a16:creationId xmlns:a16="http://schemas.microsoft.com/office/drawing/2014/main" id="{DE9BB441-143F-F642-9138-D7BD5359D6B9}"/>
              </a:ext>
            </a:extLst>
          </p:cNvPr>
          <p:cNvSpPr>
            <a:spLocks noChangeArrowheads="1"/>
          </p:cNvSpPr>
          <p:nvPr/>
        </p:nvSpPr>
        <p:spPr bwMode="auto">
          <a:xfrm>
            <a:off x="2674144"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68" name="Oval 180">
            <a:extLst>
              <a:ext uri="{FF2B5EF4-FFF2-40B4-BE49-F238E27FC236}">
                <a16:creationId xmlns:a16="http://schemas.microsoft.com/office/drawing/2014/main" id="{AFCEA267-7C1C-FB4B-A4F6-0EF78B6CC189}"/>
              </a:ext>
            </a:extLst>
          </p:cNvPr>
          <p:cNvSpPr>
            <a:spLocks noChangeArrowheads="1"/>
          </p:cNvSpPr>
          <p:nvPr/>
        </p:nvSpPr>
        <p:spPr bwMode="auto">
          <a:xfrm>
            <a:off x="1594247"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69" name="Oval 181">
            <a:extLst>
              <a:ext uri="{FF2B5EF4-FFF2-40B4-BE49-F238E27FC236}">
                <a16:creationId xmlns:a16="http://schemas.microsoft.com/office/drawing/2014/main" id="{181BEBDE-B8A8-AE40-8581-DFB14AD275EE}"/>
              </a:ext>
            </a:extLst>
          </p:cNvPr>
          <p:cNvSpPr>
            <a:spLocks noChangeArrowheads="1"/>
          </p:cNvSpPr>
          <p:nvPr/>
        </p:nvSpPr>
        <p:spPr bwMode="auto">
          <a:xfrm>
            <a:off x="4950619"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396470" name="Oval 182">
            <a:extLst>
              <a:ext uri="{FF2B5EF4-FFF2-40B4-BE49-F238E27FC236}">
                <a16:creationId xmlns:a16="http://schemas.microsoft.com/office/drawing/2014/main" id="{79672246-0C7C-7C4D-9380-20C247D7F2A1}"/>
              </a:ext>
            </a:extLst>
          </p:cNvPr>
          <p:cNvSpPr>
            <a:spLocks noChangeArrowheads="1"/>
          </p:cNvSpPr>
          <p:nvPr/>
        </p:nvSpPr>
        <p:spPr bwMode="auto">
          <a:xfrm>
            <a:off x="3600450" y="1284685"/>
            <a:ext cx="1457325" cy="377428"/>
          </a:xfrm>
          <a:prstGeom prst="ellipse">
            <a:avLst/>
          </a:prstGeom>
          <a:solidFill>
            <a:srgbClr val="EAEAEA"/>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主干 </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71" name="Oval 183">
            <a:extLst>
              <a:ext uri="{FF2B5EF4-FFF2-40B4-BE49-F238E27FC236}">
                <a16:creationId xmlns:a16="http://schemas.microsoft.com/office/drawing/2014/main" id="{8F414183-D1A3-C04B-AFB6-92DC3E27BF67}"/>
              </a:ext>
            </a:extLst>
          </p:cNvPr>
          <p:cNvSpPr>
            <a:spLocks noChangeArrowheads="1"/>
          </p:cNvSpPr>
          <p:nvPr/>
        </p:nvSpPr>
        <p:spPr bwMode="auto">
          <a:xfrm>
            <a:off x="5489972" y="1716881"/>
            <a:ext cx="1457325" cy="377429"/>
          </a:xfrm>
          <a:prstGeom prst="ellipse">
            <a:avLst/>
          </a:prstGeom>
          <a:solidFill>
            <a:srgbClr val="EAEAEA"/>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主干 </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72" name="Oval 184">
            <a:extLst>
              <a:ext uri="{FF2B5EF4-FFF2-40B4-BE49-F238E27FC236}">
                <a16:creationId xmlns:a16="http://schemas.microsoft.com/office/drawing/2014/main" id="{B38CF23F-4CD2-6E48-81DD-D3263F681125}"/>
              </a:ext>
            </a:extLst>
          </p:cNvPr>
          <p:cNvSpPr>
            <a:spLocks noChangeArrowheads="1"/>
          </p:cNvSpPr>
          <p:nvPr/>
        </p:nvSpPr>
        <p:spPr bwMode="auto">
          <a:xfrm>
            <a:off x="6731794"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396473" name="Oval 185">
            <a:extLst>
              <a:ext uri="{FF2B5EF4-FFF2-40B4-BE49-F238E27FC236}">
                <a16:creationId xmlns:a16="http://schemas.microsoft.com/office/drawing/2014/main" id="{56258433-E81B-3D4F-A856-7DF2AC538245}"/>
              </a:ext>
            </a:extLst>
          </p:cNvPr>
          <p:cNvSpPr>
            <a:spLocks noChangeArrowheads="1"/>
          </p:cNvSpPr>
          <p:nvPr/>
        </p:nvSpPr>
        <p:spPr bwMode="auto">
          <a:xfrm>
            <a:off x="1223963"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396474" name="Oval 186">
            <a:extLst>
              <a:ext uri="{FF2B5EF4-FFF2-40B4-BE49-F238E27FC236}">
                <a16:creationId xmlns:a16="http://schemas.microsoft.com/office/drawing/2014/main" id="{97652336-0B38-AF42-84A8-B8E838B6A4FB}"/>
              </a:ext>
            </a:extLst>
          </p:cNvPr>
          <p:cNvSpPr>
            <a:spLocks noChangeArrowheads="1"/>
          </p:cNvSpPr>
          <p:nvPr/>
        </p:nvSpPr>
        <p:spPr bwMode="auto">
          <a:xfrm>
            <a:off x="2951560"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48175" name="Text Box 187">
            <a:extLst>
              <a:ext uri="{FF2B5EF4-FFF2-40B4-BE49-F238E27FC236}">
                <a16:creationId xmlns:a16="http://schemas.microsoft.com/office/drawing/2014/main" id="{0312C478-ECDE-A441-94B3-B2B26145C05E}"/>
              </a:ext>
            </a:extLst>
          </p:cNvPr>
          <p:cNvSpPr txBox="1">
            <a:spLocks noChangeArrowheads="1"/>
          </p:cNvSpPr>
          <p:nvPr/>
        </p:nvSpPr>
        <p:spPr bwMode="auto">
          <a:xfrm>
            <a:off x="2266951" y="2216944"/>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600">
                <a:solidFill>
                  <a:schemeClr val="tx1"/>
                </a:solidFill>
                <a:ea typeface="宋体" panose="02010600030101010101" pitchFamily="2" charset="-122"/>
                <a:sym typeface="Symbol" pitchFamily="2" charset="2"/>
              </a:rPr>
              <a:t></a:t>
            </a:r>
          </a:p>
        </p:txBody>
      </p:sp>
      <p:sp>
        <p:nvSpPr>
          <p:cNvPr id="48176" name="Text Box 188">
            <a:extLst>
              <a:ext uri="{FF2B5EF4-FFF2-40B4-BE49-F238E27FC236}">
                <a16:creationId xmlns:a16="http://schemas.microsoft.com/office/drawing/2014/main" id="{8E643092-CBE4-954D-A4A1-DA5EAA15FC26}"/>
              </a:ext>
            </a:extLst>
          </p:cNvPr>
          <p:cNvSpPr txBox="1">
            <a:spLocks noChangeArrowheads="1"/>
          </p:cNvSpPr>
          <p:nvPr/>
        </p:nvSpPr>
        <p:spPr bwMode="auto">
          <a:xfrm>
            <a:off x="4139804" y="2203848"/>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600">
                <a:solidFill>
                  <a:schemeClr val="tx1"/>
                </a:solidFill>
                <a:ea typeface="宋体" panose="02010600030101010101" pitchFamily="2" charset="-122"/>
                <a:sym typeface="Symbol" pitchFamily="2" charset="2"/>
              </a:rPr>
              <a:t></a:t>
            </a:r>
          </a:p>
        </p:txBody>
      </p:sp>
      <p:sp>
        <p:nvSpPr>
          <p:cNvPr id="396477" name="Oval 189">
            <a:extLst>
              <a:ext uri="{FF2B5EF4-FFF2-40B4-BE49-F238E27FC236}">
                <a16:creationId xmlns:a16="http://schemas.microsoft.com/office/drawing/2014/main" id="{84B7A265-EE2A-4B49-971E-55B0808F6FD6}"/>
              </a:ext>
            </a:extLst>
          </p:cNvPr>
          <p:cNvSpPr>
            <a:spLocks noChangeArrowheads="1"/>
          </p:cNvSpPr>
          <p:nvPr/>
        </p:nvSpPr>
        <p:spPr bwMode="auto">
          <a:xfrm>
            <a:off x="5543550"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78" name="Oval 190">
            <a:extLst>
              <a:ext uri="{FF2B5EF4-FFF2-40B4-BE49-F238E27FC236}">
                <a16:creationId xmlns:a16="http://schemas.microsoft.com/office/drawing/2014/main" id="{FD3501DB-C3A0-9742-9250-D9E1D2F20291}"/>
              </a:ext>
            </a:extLst>
          </p:cNvPr>
          <p:cNvSpPr>
            <a:spLocks noChangeArrowheads="1"/>
          </p:cNvSpPr>
          <p:nvPr/>
        </p:nvSpPr>
        <p:spPr bwMode="auto">
          <a:xfrm>
            <a:off x="3600450"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grpSp>
        <p:nvGrpSpPr>
          <p:cNvPr id="48179" name="Group 191">
            <a:extLst>
              <a:ext uri="{FF2B5EF4-FFF2-40B4-BE49-F238E27FC236}">
                <a16:creationId xmlns:a16="http://schemas.microsoft.com/office/drawing/2014/main" id="{FD22EA11-11CA-9349-9C3E-0243FBAC17FA}"/>
              </a:ext>
            </a:extLst>
          </p:cNvPr>
          <p:cNvGrpSpPr>
            <a:grpSpLocks/>
          </p:cNvGrpSpPr>
          <p:nvPr/>
        </p:nvGrpSpPr>
        <p:grpSpPr bwMode="auto">
          <a:xfrm>
            <a:off x="6137677" y="2538413"/>
            <a:ext cx="431007" cy="277415"/>
            <a:chOff x="3334" y="255"/>
            <a:chExt cx="362" cy="233"/>
          </a:xfrm>
        </p:grpSpPr>
        <p:pic>
          <p:nvPicPr>
            <p:cNvPr id="48194" name="Picture 192">
              <a:extLst>
                <a:ext uri="{FF2B5EF4-FFF2-40B4-BE49-F238E27FC236}">
                  <a16:creationId xmlns:a16="http://schemas.microsoft.com/office/drawing/2014/main" id="{1390F2B6-83DB-624A-B368-8830809AE4E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4" y="255"/>
              <a:ext cx="318"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5" name="Text Box 193">
              <a:extLst>
                <a:ext uri="{FF2B5EF4-FFF2-40B4-BE49-F238E27FC236}">
                  <a16:creationId xmlns:a16="http://schemas.microsoft.com/office/drawing/2014/main" id="{CDCF3492-340D-7246-A6E1-8BD60E44541F}"/>
                </a:ext>
              </a:extLst>
            </p:cNvPr>
            <p:cNvSpPr txBox="1">
              <a:spLocks noChangeArrowheads="1"/>
            </p:cNvSpPr>
            <p:nvPr/>
          </p:nvSpPr>
          <p:spPr bwMode="auto">
            <a:xfrm>
              <a:off x="3334" y="255"/>
              <a:ext cx="3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tx1"/>
                  </a:solidFill>
                  <a:ea typeface="宋体" panose="02010600030101010101" pitchFamily="2" charset="-122"/>
                </a:rPr>
                <a:t>IXP</a:t>
              </a:r>
            </a:p>
          </p:txBody>
        </p:sp>
      </p:grpSp>
      <p:sp>
        <p:nvSpPr>
          <p:cNvPr id="48180" name="Text Box 194">
            <a:extLst>
              <a:ext uri="{FF2B5EF4-FFF2-40B4-BE49-F238E27FC236}">
                <a16:creationId xmlns:a16="http://schemas.microsoft.com/office/drawing/2014/main" id="{3D751C78-ED4F-BE4D-AFA1-C97A0A0EE641}"/>
              </a:ext>
            </a:extLst>
          </p:cNvPr>
          <p:cNvSpPr txBox="1">
            <a:spLocks noChangeArrowheads="1"/>
          </p:cNvSpPr>
          <p:nvPr/>
        </p:nvSpPr>
        <p:spPr bwMode="auto">
          <a:xfrm>
            <a:off x="2293144" y="3064669"/>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1"/>
                </a:solidFill>
                <a:ea typeface="宋体" panose="02010600030101010101" pitchFamily="2" charset="-122"/>
                <a:sym typeface="Symbol" pitchFamily="2" charset="2"/>
              </a:rPr>
              <a:t></a:t>
            </a:r>
          </a:p>
        </p:txBody>
      </p:sp>
      <p:sp>
        <p:nvSpPr>
          <p:cNvPr id="396483" name="Oval 195">
            <a:extLst>
              <a:ext uri="{FF2B5EF4-FFF2-40B4-BE49-F238E27FC236}">
                <a16:creationId xmlns:a16="http://schemas.microsoft.com/office/drawing/2014/main" id="{B1FCB9E6-8092-EE48-8748-9A2BBD03460F}"/>
              </a:ext>
            </a:extLst>
          </p:cNvPr>
          <p:cNvSpPr>
            <a:spLocks noChangeArrowheads="1"/>
          </p:cNvSpPr>
          <p:nvPr/>
        </p:nvSpPr>
        <p:spPr bwMode="auto">
          <a:xfrm>
            <a:off x="6407944" y="3268266"/>
            <a:ext cx="709613" cy="285750"/>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75">
                <a:latin typeface="Times New Roman" charset="0"/>
                <a:ea typeface="宋体" charset="-122"/>
              </a:rPr>
              <a:t> </a:t>
            </a:r>
            <a:r>
              <a:rPr kumimoji="1" lang="en-US" altLang="zh-CN" sz="1200">
                <a:latin typeface="Times New Roman" charset="0"/>
                <a:ea typeface="宋体" charset="-122"/>
              </a:rPr>
              <a:t>ISP</a:t>
            </a:r>
          </a:p>
        </p:txBody>
      </p:sp>
      <p:grpSp>
        <p:nvGrpSpPr>
          <p:cNvPr id="48182" name="Group 196">
            <a:extLst>
              <a:ext uri="{FF2B5EF4-FFF2-40B4-BE49-F238E27FC236}">
                <a16:creationId xmlns:a16="http://schemas.microsoft.com/office/drawing/2014/main" id="{70684ABE-8740-7148-9B4D-3A69DB720D45}"/>
              </a:ext>
            </a:extLst>
          </p:cNvPr>
          <p:cNvGrpSpPr>
            <a:grpSpLocks/>
          </p:cNvGrpSpPr>
          <p:nvPr/>
        </p:nvGrpSpPr>
        <p:grpSpPr bwMode="auto">
          <a:xfrm>
            <a:off x="2274094" y="3769519"/>
            <a:ext cx="670322" cy="422672"/>
            <a:chOff x="295" y="2432"/>
            <a:chExt cx="563" cy="355"/>
          </a:xfrm>
        </p:grpSpPr>
        <p:pic>
          <p:nvPicPr>
            <p:cNvPr id="48192" name="Picture 197">
              <a:extLst>
                <a:ext uri="{FF2B5EF4-FFF2-40B4-BE49-F238E27FC236}">
                  <a16:creationId xmlns:a16="http://schemas.microsoft.com/office/drawing/2014/main" id="{923A84BB-0081-D743-A2A0-FEBA7109E25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3" name="Text Box 198">
              <a:extLst>
                <a:ext uri="{FF2B5EF4-FFF2-40B4-BE49-F238E27FC236}">
                  <a16:creationId xmlns:a16="http://schemas.microsoft.com/office/drawing/2014/main" id="{149F2917-79D7-2D4E-AF9D-AD4059208A4F}"/>
                </a:ext>
              </a:extLst>
            </p:cNvPr>
            <p:cNvSpPr txBox="1">
              <a:spLocks noChangeArrowheads="1"/>
            </p:cNvSpPr>
            <p:nvPr/>
          </p:nvSpPr>
          <p:spPr bwMode="auto">
            <a:xfrm>
              <a:off x="315" y="2513"/>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ea typeface="宋体" panose="02010600030101010101" pitchFamily="2" charset="-122"/>
                </a:rPr>
                <a:t>校园网</a:t>
              </a:r>
            </a:p>
          </p:txBody>
        </p:sp>
      </p:grpSp>
      <p:grpSp>
        <p:nvGrpSpPr>
          <p:cNvPr id="48183" name="Group 199">
            <a:extLst>
              <a:ext uri="{FF2B5EF4-FFF2-40B4-BE49-F238E27FC236}">
                <a16:creationId xmlns:a16="http://schemas.microsoft.com/office/drawing/2014/main" id="{4C46731D-2014-6D4B-BCCC-198CA0B2EDC5}"/>
              </a:ext>
            </a:extLst>
          </p:cNvPr>
          <p:cNvGrpSpPr>
            <a:grpSpLocks/>
          </p:cNvGrpSpPr>
          <p:nvPr/>
        </p:nvGrpSpPr>
        <p:grpSpPr bwMode="auto">
          <a:xfrm>
            <a:off x="2976562" y="3769519"/>
            <a:ext cx="670322" cy="422672"/>
            <a:chOff x="295" y="2432"/>
            <a:chExt cx="563" cy="355"/>
          </a:xfrm>
        </p:grpSpPr>
        <p:pic>
          <p:nvPicPr>
            <p:cNvPr id="48190" name="Picture 200">
              <a:extLst>
                <a:ext uri="{FF2B5EF4-FFF2-40B4-BE49-F238E27FC236}">
                  <a16:creationId xmlns:a16="http://schemas.microsoft.com/office/drawing/2014/main" id="{5B530EDD-E4F7-4F45-8A3B-F9C2F48454D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1" name="Text Box 201">
              <a:extLst>
                <a:ext uri="{FF2B5EF4-FFF2-40B4-BE49-F238E27FC236}">
                  <a16:creationId xmlns:a16="http://schemas.microsoft.com/office/drawing/2014/main" id="{D67582DD-1666-694B-9DA7-DC293513967F}"/>
                </a:ext>
              </a:extLst>
            </p:cNvPr>
            <p:cNvSpPr txBox="1">
              <a:spLocks noChangeArrowheads="1"/>
            </p:cNvSpPr>
            <p:nvPr/>
          </p:nvSpPr>
          <p:spPr bwMode="auto">
            <a:xfrm>
              <a:off x="315" y="2513"/>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ea typeface="宋体" panose="02010600030101010101" pitchFamily="2" charset="-122"/>
                </a:rPr>
                <a:t>校园网</a:t>
              </a:r>
            </a:p>
          </p:txBody>
        </p:sp>
      </p:grpSp>
      <p:sp>
        <p:nvSpPr>
          <p:cNvPr id="48184" name="Text Box 202">
            <a:extLst>
              <a:ext uri="{FF2B5EF4-FFF2-40B4-BE49-F238E27FC236}">
                <a16:creationId xmlns:a16="http://schemas.microsoft.com/office/drawing/2014/main" id="{E6A66543-1804-7046-81D7-7C6C70687A38}"/>
              </a:ext>
            </a:extLst>
          </p:cNvPr>
          <p:cNvSpPr txBox="1">
            <a:spLocks noChangeArrowheads="1"/>
          </p:cNvSpPr>
          <p:nvPr/>
        </p:nvSpPr>
        <p:spPr bwMode="auto">
          <a:xfrm>
            <a:off x="4976812" y="3715941"/>
            <a:ext cx="45397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1"/>
                </a:solidFill>
                <a:ea typeface="宋体" panose="02010600030101010101" pitchFamily="2" charset="-122"/>
                <a:sym typeface="Symbol" pitchFamily="2" charset="2"/>
              </a:rPr>
              <a:t></a:t>
            </a:r>
          </a:p>
        </p:txBody>
      </p:sp>
      <p:sp>
        <p:nvSpPr>
          <p:cNvPr id="48185" name="Text Box 203">
            <a:extLst>
              <a:ext uri="{FF2B5EF4-FFF2-40B4-BE49-F238E27FC236}">
                <a16:creationId xmlns:a16="http://schemas.microsoft.com/office/drawing/2014/main" id="{30B3E131-FB25-D84B-A419-D1B000D5F7D5}"/>
              </a:ext>
            </a:extLst>
          </p:cNvPr>
          <p:cNvSpPr txBox="1">
            <a:spLocks noChangeArrowheads="1"/>
          </p:cNvSpPr>
          <p:nvPr/>
        </p:nvSpPr>
        <p:spPr bwMode="auto">
          <a:xfrm>
            <a:off x="5706666" y="3607594"/>
            <a:ext cx="45397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1"/>
                </a:solidFill>
                <a:ea typeface="宋体" panose="02010600030101010101" pitchFamily="2" charset="-122"/>
                <a:sym typeface="Symbol" pitchFamily="2" charset="2"/>
              </a:rPr>
              <a:t></a:t>
            </a:r>
          </a:p>
        </p:txBody>
      </p:sp>
      <p:sp>
        <p:nvSpPr>
          <p:cNvPr id="48186" name="Freeform 204">
            <a:extLst>
              <a:ext uri="{FF2B5EF4-FFF2-40B4-BE49-F238E27FC236}">
                <a16:creationId xmlns:a16="http://schemas.microsoft.com/office/drawing/2014/main" id="{2285D545-4E02-F24D-8354-2542E827BD6C}"/>
              </a:ext>
            </a:extLst>
          </p:cNvPr>
          <p:cNvSpPr>
            <a:spLocks/>
          </p:cNvSpPr>
          <p:nvPr/>
        </p:nvSpPr>
        <p:spPr bwMode="auto">
          <a:xfrm>
            <a:off x="4891088" y="1987154"/>
            <a:ext cx="2781300" cy="1877615"/>
          </a:xfrm>
          <a:custGeom>
            <a:avLst/>
            <a:gdLst>
              <a:gd name="T0" fmla="*/ 0 w 2336"/>
              <a:gd name="T1" fmla="*/ 2147483646 h 1577"/>
              <a:gd name="T2" fmla="*/ 2147483646 w 2336"/>
              <a:gd name="T3" fmla="*/ 2147483646 h 1577"/>
              <a:gd name="T4" fmla="*/ 2147483646 w 2336"/>
              <a:gd name="T5" fmla="*/ 2147483646 h 1577"/>
              <a:gd name="T6" fmla="*/ 2147483646 w 2336"/>
              <a:gd name="T7" fmla="*/ 2147483646 h 1577"/>
              <a:gd name="T8" fmla="*/ 2147483646 w 2336"/>
              <a:gd name="T9" fmla="*/ 2147483646 h 1577"/>
              <a:gd name="T10" fmla="*/ 2147483646 w 2336"/>
              <a:gd name="T11" fmla="*/ 2147483646 h 1577"/>
              <a:gd name="T12" fmla="*/ 2147483646 w 2336"/>
              <a:gd name="T13" fmla="*/ 2147483646 h 15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C0000">
                <a:alpha val="50195"/>
              </a:srgbClr>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7" name="Line 205">
            <a:extLst>
              <a:ext uri="{FF2B5EF4-FFF2-40B4-BE49-F238E27FC236}">
                <a16:creationId xmlns:a16="http://schemas.microsoft.com/office/drawing/2014/main" id="{C98CCD68-1D81-974D-8F2B-9B539DD23D59}"/>
              </a:ext>
            </a:extLst>
          </p:cNvPr>
          <p:cNvSpPr>
            <a:spLocks noChangeShapeType="1"/>
          </p:cNvSpPr>
          <p:nvPr/>
        </p:nvSpPr>
        <p:spPr bwMode="auto">
          <a:xfrm>
            <a:off x="5485210" y="2774156"/>
            <a:ext cx="1620440" cy="0"/>
          </a:xfrm>
          <a:prstGeom prst="line">
            <a:avLst/>
          </a:prstGeom>
          <a:noFill/>
          <a:ln w="76200">
            <a:solidFill>
              <a:schemeClr val="tx2"/>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8188" name="Text Box 206">
            <a:extLst>
              <a:ext uri="{FF2B5EF4-FFF2-40B4-BE49-F238E27FC236}">
                <a16:creationId xmlns:a16="http://schemas.microsoft.com/office/drawing/2014/main" id="{4E0A1623-EBAD-9D41-A186-EE0E4B3F533E}"/>
              </a:ext>
            </a:extLst>
          </p:cNvPr>
          <p:cNvSpPr txBox="1">
            <a:spLocks noChangeArrowheads="1"/>
          </p:cNvSpPr>
          <p:nvPr/>
        </p:nvSpPr>
        <p:spPr bwMode="auto">
          <a:xfrm>
            <a:off x="117518" y="201235"/>
            <a:ext cx="890896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a:solidFill>
                  <a:schemeClr val="tx2"/>
                </a:solidFill>
                <a:latin typeface="微软雅黑" panose="020B0503020204020204" pitchFamily="34" charset="-122"/>
                <a:ea typeface="宋体" panose="02010600030101010101" pitchFamily="2" charset="-122"/>
              </a:rPr>
              <a:t>下面是具有三层 </a:t>
            </a:r>
            <a:r>
              <a:rPr lang="en-US" altLang="zh-CN">
                <a:solidFill>
                  <a:schemeClr val="tx2"/>
                </a:solidFill>
                <a:latin typeface="微软雅黑" panose="020B0503020204020204" pitchFamily="34" charset="-122"/>
                <a:ea typeface="宋体" panose="02010600030101010101" pitchFamily="2" charset="-122"/>
              </a:rPr>
              <a:t>ISP </a:t>
            </a:r>
            <a:r>
              <a:rPr lang="zh-CN" altLang="en-US">
                <a:solidFill>
                  <a:schemeClr val="tx2"/>
                </a:solidFill>
                <a:latin typeface="微软雅黑" panose="020B0503020204020204" pitchFamily="34" charset="-122"/>
                <a:ea typeface="宋体" panose="02010600030101010101" pitchFamily="2" charset="-122"/>
              </a:rPr>
              <a:t>结构的因特网的概念示意图 </a:t>
            </a:r>
          </a:p>
        </p:txBody>
      </p:sp>
      <p:sp>
        <p:nvSpPr>
          <p:cNvPr id="48189" name="幻灯片编号占位符 2">
            <a:extLst>
              <a:ext uri="{FF2B5EF4-FFF2-40B4-BE49-F238E27FC236}">
                <a16:creationId xmlns:a16="http://schemas.microsoft.com/office/drawing/2014/main" id="{63065F4A-AE21-0748-A84C-B6B231F2D3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A33DD2E-18DB-6542-8A29-1EA23DD10BE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49271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44AE4363-A266-A44D-A631-157AB94B293A}"/>
              </a:ext>
            </a:extLst>
          </p:cNvPr>
          <p:cNvSpPr>
            <a:spLocks noChangeArrowheads="1"/>
          </p:cNvSpPr>
          <p:nvPr/>
        </p:nvSpPr>
        <p:spPr bwMode="auto">
          <a:xfrm>
            <a:off x="1143001" y="1939506"/>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aphicFrame>
        <p:nvGraphicFramePr>
          <p:cNvPr id="50179" name="Object 5">
            <a:extLst>
              <a:ext uri="{FF2B5EF4-FFF2-40B4-BE49-F238E27FC236}">
                <a16:creationId xmlns:a16="http://schemas.microsoft.com/office/drawing/2014/main" id="{CFCD1BF4-E8F3-5042-93B9-419C15494942}"/>
              </a:ext>
            </a:extLst>
          </p:cNvPr>
          <p:cNvGraphicFramePr>
            <a:graphicFrameLocks noChangeAspect="1"/>
          </p:cNvGraphicFramePr>
          <p:nvPr/>
        </p:nvGraphicFramePr>
        <p:xfrm>
          <a:off x="1143000" y="1815704"/>
          <a:ext cx="6858000" cy="2314575"/>
        </p:xfrm>
        <a:graphic>
          <a:graphicData uri="http://schemas.openxmlformats.org/presentationml/2006/ole">
            <mc:AlternateContent xmlns:mc="http://schemas.openxmlformats.org/markup-compatibility/2006">
              <mc:Choice xmlns:v="urn:schemas-microsoft-com:vml" Requires="v">
                <p:oleObj spid="_x0000_s38929" name="演示文稿" r:id="rId4" imgW="4572000" imgH="3429000" progId="PowerPoint.Show.8">
                  <p:embed/>
                </p:oleObj>
              </mc:Choice>
              <mc:Fallback>
                <p:oleObj name="演示文稿" r:id="rId4" imgW="4572000" imgH="3429000" progId="PowerPoint.Show.8">
                  <p:embed/>
                  <p:pic>
                    <p:nvPicPr>
                      <p:cNvPr id="50179" name="Object 5">
                        <a:extLst>
                          <a:ext uri="{FF2B5EF4-FFF2-40B4-BE49-F238E27FC236}">
                            <a16:creationId xmlns:a16="http://schemas.microsoft.com/office/drawing/2014/main" id="{CFCD1BF4-E8F3-5042-93B9-419C154949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8540" t="29648" r="8069" b="32936"/>
                      <a:stretch>
                        <a:fillRect/>
                      </a:stretch>
                    </p:blipFill>
                    <p:spPr bwMode="auto">
                      <a:xfrm>
                        <a:off x="1143000" y="1815704"/>
                        <a:ext cx="68580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0" name="Text Box 7">
            <a:extLst>
              <a:ext uri="{FF2B5EF4-FFF2-40B4-BE49-F238E27FC236}">
                <a16:creationId xmlns:a16="http://schemas.microsoft.com/office/drawing/2014/main" id="{1D2F58B0-C2DF-FA42-A057-D926603C33C4}"/>
              </a:ext>
            </a:extLst>
          </p:cNvPr>
          <p:cNvSpPr txBox="1">
            <a:spLocks noChangeArrowheads="1"/>
          </p:cNvSpPr>
          <p:nvPr/>
        </p:nvSpPr>
        <p:spPr bwMode="auto">
          <a:xfrm>
            <a:off x="1507801" y="409575"/>
            <a:ext cx="6312947"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100">
                <a:solidFill>
                  <a:schemeClr val="tx2"/>
                </a:solidFill>
                <a:latin typeface="微软雅黑" panose="020B0503020204020204" pitchFamily="34" charset="-122"/>
                <a:ea typeface="宋体" panose="02010600030101010101" pitchFamily="2" charset="-122"/>
              </a:rPr>
              <a:t>到 </a:t>
            </a:r>
            <a:r>
              <a:rPr lang="en-US" altLang="zh-CN" sz="2100">
                <a:solidFill>
                  <a:schemeClr val="tx2"/>
                </a:solidFill>
                <a:latin typeface="微软雅黑" panose="020B0503020204020204" pitchFamily="34" charset="-122"/>
                <a:ea typeface="宋体" panose="02010600030101010101" pitchFamily="2" charset="-122"/>
              </a:rPr>
              <a:t>2012 </a:t>
            </a:r>
            <a:r>
              <a:rPr lang="zh-CN" altLang="en-US" sz="2100">
                <a:solidFill>
                  <a:schemeClr val="tx2"/>
                </a:solidFill>
                <a:latin typeface="微软雅黑" panose="020B0503020204020204" pitchFamily="34" charset="-122"/>
                <a:ea typeface="宋体" panose="02010600030101010101" pitchFamily="2" charset="-122"/>
              </a:rPr>
              <a:t>年 </a:t>
            </a:r>
            <a:r>
              <a:rPr lang="en-US" altLang="zh-CN" sz="2100">
                <a:solidFill>
                  <a:schemeClr val="tx2"/>
                </a:solidFill>
                <a:latin typeface="微软雅黑" panose="020B0503020204020204" pitchFamily="34" charset="-122"/>
                <a:ea typeface="宋体" panose="02010600030101010101" pitchFamily="2" charset="-122"/>
              </a:rPr>
              <a:t>3 </a:t>
            </a:r>
            <a:r>
              <a:rPr lang="zh-CN" altLang="en-US" sz="2100">
                <a:solidFill>
                  <a:schemeClr val="tx2"/>
                </a:solidFill>
                <a:latin typeface="微软雅黑" panose="020B0503020204020204" pitchFamily="34" charset="-122"/>
                <a:ea typeface="宋体" panose="02010600030101010101" pitchFamily="2" charset="-122"/>
              </a:rPr>
              <a:t>月，全球已经有 </a:t>
            </a:r>
            <a:r>
              <a:rPr lang="en-US" altLang="zh-CN" sz="2100">
                <a:solidFill>
                  <a:schemeClr val="tx2"/>
                </a:solidFill>
                <a:latin typeface="微软雅黑" panose="020B0503020204020204" pitchFamily="34" charset="-122"/>
                <a:ea typeface="宋体" panose="02010600030101010101" pitchFamily="2" charset="-122"/>
              </a:rPr>
              <a:t>91 </a:t>
            </a:r>
            <a:r>
              <a:rPr lang="zh-CN" altLang="en-US" sz="2100">
                <a:solidFill>
                  <a:schemeClr val="tx2"/>
                </a:solidFill>
                <a:latin typeface="微软雅黑" panose="020B0503020204020204" pitchFamily="34" charset="-122"/>
                <a:ea typeface="宋体" panose="02010600030101010101" pitchFamily="2" charset="-122"/>
              </a:rPr>
              <a:t>个国家拥有 </a:t>
            </a:r>
            <a:r>
              <a:rPr lang="en-US" altLang="zh-CN" sz="2100">
                <a:solidFill>
                  <a:schemeClr val="tx2"/>
                </a:solidFill>
                <a:latin typeface="微软雅黑" panose="020B0503020204020204" pitchFamily="34" charset="-122"/>
                <a:ea typeface="宋体" panose="02010600030101010101" pitchFamily="2" charset="-122"/>
              </a:rPr>
              <a:t>IXP</a:t>
            </a:r>
            <a:r>
              <a:rPr lang="zh-CN" altLang="en-US" sz="2100">
                <a:solidFill>
                  <a:schemeClr val="tx2"/>
                </a:solidFill>
                <a:latin typeface="微软雅黑" panose="020B0503020204020204" pitchFamily="34" charset="-122"/>
                <a:ea typeface="宋体" panose="02010600030101010101" pitchFamily="2" charset="-122"/>
              </a:rPr>
              <a:t>，</a:t>
            </a:r>
          </a:p>
          <a:p>
            <a:pPr algn="ctr" eaLnBrk="1" hangingPunct="1">
              <a:spcBef>
                <a:spcPct val="0"/>
              </a:spcBef>
              <a:buClrTx/>
              <a:buSzTx/>
              <a:buFontTx/>
              <a:buNone/>
            </a:pPr>
            <a:r>
              <a:rPr lang="zh-CN" altLang="en-US" sz="2100">
                <a:solidFill>
                  <a:schemeClr val="tx2"/>
                </a:solidFill>
                <a:latin typeface="微软雅黑" panose="020B0503020204020204" pitchFamily="34" charset="-122"/>
                <a:ea typeface="宋体" panose="02010600030101010101" pitchFamily="2" charset="-122"/>
              </a:rPr>
              <a:t>其中拥有 </a:t>
            </a:r>
            <a:r>
              <a:rPr lang="en-US" altLang="zh-CN" sz="2100">
                <a:solidFill>
                  <a:schemeClr val="tx2"/>
                </a:solidFill>
                <a:latin typeface="微软雅黑" panose="020B0503020204020204" pitchFamily="34" charset="-122"/>
                <a:ea typeface="宋体" panose="02010600030101010101" pitchFamily="2" charset="-122"/>
              </a:rPr>
              <a:t>10 </a:t>
            </a:r>
            <a:r>
              <a:rPr lang="zh-CN" altLang="en-US" sz="2100">
                <a:solidFill>
                  <a:schemeClr val="tx2"/>
                </a:solidFill>
                <a:latin typeface="微软雅黑" panose="020B0503020204020204" pitchFamily="34" charset="-122"/>
                <a:ea typeface="宋体" panose="02010600030101010101" pitchFamily="2" charset="-122"/>
              </a:rPr>
              <a:t>个以上 </a:t>
            </a:r>
            <a:r>
              <a:rPr lang="en-US" altLang="zh-CN" sz="2100">
                <a:solidFill>
                  <a:schemeClr val="tx2"/>
                </a:solidFill>
                <a:latin typeface="微软雅黑" panose="020B0503020204020204" pitchFamily="34" charset="-122"/>
                <a:ea typeface="宋体" panose="02010600030101010101" pitchFamily="2" charset="-122"/>
              </a:rPr>
              <a:t>IXP </a:t>
            </a:r>
            <a:r>
              <a:rPr lang="zh-CN" altLang="en-US" sz="2100">
                <a:solidFill>
                  <a:schemeClr val="tx2"/>
                </a:solidFill>
                <a:latin typeface="微软雅黑" panose="020B0503020204020204" pitchFamily="34" charset="-122"/>
                <a:ea typeface="宋体" panose="02010600030101010101" pitchFamily="2" charset="-122"/>
              </a:rPr>
              <a:t>的国家仅有 </a:t>
            </a:r>
            <a:r>
              <a:rPr lang="en-US" altLang="zh-CN" sz="2100">
                <a:solidFill>
                  <a:schemeClr val="tx2"/>
                </a:solidFill>
                <a:latin typeface="微软雅黑" panose="020B0503020204020204" pitchFamily="34" charset="-122"/>
                <a:ea typeface="宋体" panose="02010600030101010101" pitchFamily="2" charset="-122"/>
              </a:rPr>
              <a:t>9 </a:t>
            </a:r>
            <a:r>
              <a:rPr lang="zh-CN" altLang="en-US" sz="2100">
                <a:solidFill>
                  <a:schemeClr val="tx2"/>
                </a:solidFill>
                <a:latin typeface="微软雅黑" panose="020B0503020204020204" pitchFamily="34" charset="-122"/>
                <a:ea typeface="宋体" panose="02010600030101010101" pitchFamily="2" charset="-122"/>
              </a:rPr>
              <a:t>个，</a:t>
            </a:r>
          </a:p>
          <a:p>
            <a:pPr algn="ctr" eaLnBrk="1" hangingPunct="1">
              <a:spcBef>
                <a:spcPct val="0"/>
              </a:spcBef>
              <a:buClrTx/>
              <a:buSzTx/>
              <a:buFontTx/>
              <a:buNone/>
            </a:pPr>
            <a:r>
              <a:rPr lang="zh-CN" altLang="en-US" sz="2100">
                <a:solidFill>
                  <a:schemeClr val="tx2"/>
                </a:solidFill>
                <a:latin typeface="微软雅黑" panose="020B0503020204020204" pitchFamily="34" charset="-122"/>
                <a:ea typeface="宋体" panose="02010600030101010101" pitchFamily="2" charset="-122"/>
              </a:rPr>
              <a:t>而仅拥有一个 </a:t>
            </a:r>
            <a:r>
              <a:rPr lang="en-US" altLang="zh-CN" sz="2100">
                <a:solidFill>
                  <a:schemeClr val="tx2"/>
                </a:solidFill>
                <a:latin typeface="微软雅黑" panose="020B0503020204020204" pitchFamily="34" charset="-122"/>
                <a:ea typeface="宋体" panose="02010600030101010101" pitchFamily="2" charset="-122"/>
              </a:rPr>
              <a:t>IXP </a:t>
            </a:r>
            <a:r>
              <a:rPr lang="zh-CN" altLang="en-US" sz="2100">
                <a:solidFill>
                  <a:schemeClr val="tx2"/>
                </a:solidFill>
                <a:latin typeface="微软雅黑" panose="020B0503020204020204" pitchFamily="34" charset="-122"/>
                <a:ea typeface="宋体" panose="02010600030101010101" pitchFamily="2" charset="-122"/>
              </a:rPr>
              <a:t>的有 </a:t>
            </a:r>
            <a:r>
              <a:rPr lang="en-US" altLang="zh-CN" sz="2100">
                <a:solidFill>
                  <a:schemeClr val="tx2"/>
                </a:solidFill>
                <a:latin typeface="微软雅黑" panose="020B0503020204020204" pitchFamily="34" charset="-122"/>
                <a:ea typeface="宋体" panose="02010600030101010101" pitchFamily="2" charset="-122"/>
              </a:rPr>
              <a:t>48 </a:t>
            </a:r>
            <a:r>
              <a:rPr lang="zh-CN" altLang="en-US" sz="2100">
                <a:solidFill>
                  <a:schemeClr val="tx2"/>
                </a:solidFill>
                <a:latin typeface="微软雅黑" panose="020B0503020204020204" pitchFamily="34" charset="-122"/>
                <a:ea typeface="宋体" panose="02010600030101010101" pitchFamily="2" charset="-122"/>
              </a:rPr>
              <a:t>个国家。 </a:t>
            </a:r>
          </a:p>
        </p:txBody>
      </p:sp>
      <p:sp>
        <p:nvSpPr>
          <p:cNvPr id="50181" name="幻灯片编号占位符 1">
            <a:extLst>
              <a:ext uri="{FF2B5EF4-FFF2-40B4-BE49-F238E27FC236}">
                <a16:creationId xmlns:a16="http://schemas.microsoft.com/office/drawing/2014/main" id="{48288B32-F4A0-C148-AEB5-604D0D3FD0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6A33BD7-E9B9-4347-BD7B-E0E9AC7B0A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tx1"/>
              </a:solidFill>
              <a:latin typeface="Tahoma" panose="020B0604030504040204" pitchFamily="34" charset="0"/>
              <a:ea typeface="宋体" panose="02010600030101010101" pitchFamily="2" charset="-122"/>
            </a:endParaRPr>
          </a:p>
        </p:txBody>
      </p:sp>
      <p:sp>
        <p:nvSpPr>
          <p:cNvPr id="50182" name="矩形 2">
            <a:extLst>
              <a:ext uri="{FF2B5EF4-FFF2-40B4-BE49-F238E27FC236}">
                <a16:creationId xmlns:a16="http://schemas.microsoft.com/office/drawing/2014/main" id="{83041C3A-A421-164E-9E47-AE24893BA6D1}"/>
              </a:ext>
            </a:extLst>
          </p:cNvPr>
          <p:cNvSpPr>
            <a:spLocks noChangeArrowheads="1"/>
          </p:cNvSpPr>
          <p:nvPr/>
        </p:nvSpPr>
        <p:spPr bwMode="auto">
          <a:xfrm>
            <a:off x="3264694" y="4266010"/>
            <a:ext cx="30828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lang="zh-CN" altLang="en-US" sz="1800">
                <a:solidFill>
                  <a:srgbClr val="333333"/>
                </a:solidFill>
                <a:latin typeface="Arial" panose="020B0604020202020204" pitchFamily="34" charset="0"/>
                <a:ea typeface="宋体" panose="02010600030101010101" pitchFamily="2" charset="-122"/>
              </a:rPr>
              <a:t>互联网交换中心 </a:t>
            </a:r>
            <a:r>
              <a:rPr lang="en-US" altLang="zh-CN" sz="1800">
                <a:solidFill>
                  <a:srgbClr val="333333"/>
                </a:solidFill>
                <a:latin typeface="Arial" panose="020B0604020202020204" pitchFamily="34" charset="0"/>
                <a:ea typeface="宋体" panose="02010600030101010101" pitchFamily="2" charset="-122"/>
              </a:rPr>
              <a:t>(</a:t>
            </a:r>
            <a:r>
              <a:rPr lang="en-US" altLang="zh-CN" sz="1800">
                <a:solidFill>
                  <a:srgbClr val="CC0000"/>
                </a:solidFill>
                <a:latin typeface="Arial" panose="020B0604020202020204" pitchFamily="34" charset="0"/>
                <a:ea typeface="宋体" panose="02010600030101010101" pitchFamily="2" charset="-122"/>
              </a:rPr>
              <a:t>IXP</a:t>
            </a:r>
            <a:r>
              <a:rPr lang="en-US" altLang="zh-CN" sz="1800">
                <a:solidFill>
                  <a:srgbClr val="333333"/>
                </a:solidFill>
                <a:latin typeface="Arial" panose="020B0604020202020204" pitchFamily="34" charset="0"/>
                <a:ea typeface="宋体" panose="02010600030101010101" pitchFamily="2" charset="-122"/>
              </a:rPr>
              <a:t>)</a:t>
            </a:r>
            <a:r>
              <a:rPr lang="zh-CN" altLang="en-US" sz="1800">
                <a:solidFill>
                  <a:srgbClr val="333333"/>
                </a:solidFill>
                <a:latin typeface="Arial" panose="020B0604020202020204" pitchFamily="34" charset="0"/>
                <a:ea typeface="宋体" panose="02010600030101010101" pitchFamily="2" charset="-122"/>
              </a:rPr>
              <a:t>的分布</a:t>
            </a:r>
            <a:endParaRPr lang="zh-CN" altLang="en-US" sz="18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10670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80E780D-EBBA-3B4E-8505-D59F5A4B19B6}"/>
              </a:ext>
            </a:extLst>
          </p:cNvPr>
          <p:cNvSpPr>
            <a:spLocks noGrp="1" noChangeArrowheads="1"/>
          </p:cNvSpPr>
          <p:nvPr>
            <p:ph type="title"/>
          </p:nvPr>
        </p:nvSpPr>
        <p:spPr>
          <a:xfrm>
            <a:off x="204788" y="238806"/>
            <a:ext cx="8372474" cy="577622"/>
          </a:xfrm>
        </p:spPr>
        <p:txBody>
          <a:bodyPr/>
          <a:lstStyle/>
          <a:p>
            <a:pPr eaLnBrk="1" hangingPunct="1"/>
            <a:r>
              <a:rPr lang="zh-CN" altLang="en-US" dirty="0">
                <a:latin typeface="Times New Roman" panose="02020603050405020304" pitchFamily="18" charset="0"/>
                <a:ea typeface="宋体" panose="02010600030101010101" pitchFamily="2" charset="-122"/>
              </a:rPr>
              <a:t>万维网 </a:t>
            </a:r>
            <a:r>
              <a:rPr lang="en-US" altLang="zh-CN" dirty="0">
                <a:latin typeface="Times New Roman" panose="02020603050405020304" pitchFamily="18" charset="0"/>
                <a:ea typeface="宋体" panose="02010600030101010101" pitchFamily="2" charset="-122"/>
              </a:rPr>
              <a:t>WWW</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的问世</a:t>
            </a:r>
          </a:p>
        </p:txBody>
      </p:sp>
      <p:sp>
        <p:nvSpPr>
          <p:cNvPr id="52226" name="Rectangle 3">
            <a:extLst>
              <a:ext uri="{FF2B5EF4-FFF2-40B4-BE49-F238E27FC236}">
                <a16:creationId xmlns:a16="http://schemas.microsoft.com/office/drawing/2014/main" id="{E4BCAD78-C06D-B542-A41C-083053E48D93}"/>
              </a:ext>
            </a:extLst>
          </p:cNvPr>
          <p:cNvSpPr>
            <a:spLocks noGrp="1" noChangeArrowheads="1"/>
          </p:cNvSpPr>
          <p:nvPr>
            <p:ph type="body" idx="1"/>
          </p:nvPr>
        </p:nvSpPr>
        <p:spPr>
          <a:xfrm>
            <a:off x="209208" y="1033491"/>
            <a:ext cx="8632372" cy="3618309"/>
          </a:xfrm>
        </p:spPr>
        <p:txBody>
          <a:bodyPr/>
          <a:lstStyle/>
          <a:p>
            <a:pPr eaLnBrk="1" hangingPunct="1"/>
            <a:r>
              <a:rPr lang="zh-CN" altLang="en-US" dirty="0">
                <a:latin typeface="Times New Roman" panose="02020603050405020304" pitchFamily="18" charset="0"/>
                <a:ea typeface="宋体" panose="02010600030101010101" pitchFamily="2" charset="-122"/>
              </a:rPr>
              <a:t>因特网已经成为世界上规模最大和增长速率最快的计算机网络，没有人能够准确说出因特网究竟有多大。</a:t>
            </a:r>
          </a:p>
          <a:p>
            <a:pPr eaLnBrk="1" hangingPunct="1"/>
            <a:r>
              <a:rPr lang="zh-CN" altLang="en-US" dirty="0">
                <a:latin typeface="Times New Roman" panose="02020603050405020304" pitchFamily="18" charset="0"/>
                <a:ea typeface="宋体" panose="02010600030101010101" pitchFamily="2" charset="-122"/>
              </a:rPr>
              <a:t>因特网的迅猛发展始于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世纪 </a:t>
            </a:r>
            <a:r>
              <a:rPr lang="en-US" altLang="zh-CN" dirty="0">
                <a:latin typeface="Times New Roman" panose="02020603050405020304" pitchFamily="18" charset="0"/>
                <a:ea typeface="宋体" panose="02010600030101010101" pitchFamily="2" charset="-122"/>
              </a:rPr>
              <a:t>90 </a:t>
            </a:r>
            <a:r>
              <a:rPr lang="zh-CN" altLang="en-US" dirty="0">
                <a:latin typeface="Times New Roman" panose="02020603050405020304" pitchFamily="18" charset="0"/>
                <a:ea typeface="宋体" panose="02010600030101010101" pitchFamily="2" charset="-122"/>
              </a:rPr>
              <a:t>年代。由欧洲原子核研究组织 </a:t>
            </a:r>
            <a:r>
              <a:rPr lang="en-US" altLang="zh-CN" dirty="0">
                <a:latin typeface="Times New Roman" panose="02020603050405020304" pitchFamily="18" charset="0"/>
                <a:ea typeface="宋体" panose="02010600030101010101" pitchFamily="2" charset="-122"/>
              </a:rPr>
              <a:t>CERN </a:t>
            </a:r>
            <a:r>
              <a:rPr lang="zh-CN" altLang="en-US" dirty="0">
                <a:latin typeface="Times New Roman" panose="02020603050405020304" pitchFamily="18" charset="0"/>
                <a:ea typeface="宋体" panose="02010600030101010101" pitchFamily="2" charset="-122"/>
              </a:rPr>
              <a:t>开发的万维网 </a:t>
            </a:r>
            <a:r>
              <a:rPr lang="en-US" altLang="zh-CN" dirty="0">
                <a:latin typeface="Times New Roman" panose="02020603050405020304" pitchFamily="18" charset="0"/>
                <a:ea typeface="宋体" panose="02010600030101010101" pitchFamily="2" charset="-122"/>
              </a:rPr>
              <a:t>WWW (World Wide Web)</a:t>
            </a:r>
            <a:r>
              <a:rPr lang="zh-CN" altLang="en-US" dirty="0">
                <a:latin typeface="Times New Roman" panose="02020603050405020304" pitchFamily="18" charset="0"/>
                <a:ea typeface="宋体" panose="02010600030101010101" pitchFamily="2" charset="-122"/>
              </a:rPr>
              <a:t>被广泛使用在因特网上，大大方便了广大非网络专业人员对网络的使用，成为因特网的这种指数级增长的主要驱动力。 </a:t>
            </a:r>
          </a:p>
        </p:txBody>
      </p:sp>
      <p:sp>
        <p:nvSpPr>
          <p:cNvPr id="52227" name="幻灯片编号占位符 1">
            <a:extLst>
              <a:ext uri="{FF2B5EF4-FFF2-40B4-BE49-F238E27FC236}">
                <a16:creationId xmlns:a16="http://schemas.microsoft.com/office/drawing/2014/main" id="{CE777538-D1AB-F44C-BB31-BEE0CFC041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3C7ABF9-B683-B148-97FF-EDC423300DD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01068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87228655-842F-154A-99DA-64116A8DB7D8}"/>
              </a:ext>
            </a:extLst>
          </p:cNvPr>
          <p:cNvSpPr>
            <a:spLocks noGrp="1" noChangeArrowheads="1"/>
          </p:cNvSpPr>
          <p:nvPr>
            <p:ph type="title"/>
          </p:nvPr>
        </p:nvSpPr>
        <p:spPr>
          <a:xfrm>
            <a:off x="174173" y="33338"/>
            <a:ext cx="8931725" cy="989917"/>
          </a:xfrm>
        </p:spPr>
        <p:txBody>
          <a:bodyPr/>
          <a:lstStyle/>
          <a:p>
            <a:pPr eaLnBrk="1" hangingPunct="1"/>
            <a:r>
              <a:rPr lang="zh-CN" altLang="en-US" dirty="0">
                <a:latin typeface="Times New Roman" panose="02020603050405020304" pitchFamily="18" charset="0"/>
                <a:ea typeface="宋体" panose="02010600030101010101" pitchFamily="2" charset="-122"/>
              </a:rPr>
              <a:t>因特网的发展情况概况（统计到 </a:t>
            </a:r>
            <a:r>
              <a:rPr lang="en-US" altLang="zh-CN" dirty="0">
                <a:latin typeface="Times New Roman" panose="02020603050405020304" pitchFamily="18" charset="0"/>
                <a:ea typeface="宋体" panose="02010600030101010101" pitchFamily="2" charset="-122"/>
              </a:rPr>
              <a:t>2005 </a:t>
            </a:r>
            <a:r>
              <a:rPr lang="zh-CN" altLang="en-US" dirty="0">
                <a:latin typeface="Times New Roman" panose="02020603050405020304" pitchFamily="18" charset="0"/>
                <a:ea typeface="宋体" panose="02010600030101010101" pitchFamily="2" charset="-122"/>
              </a:rPr>
              <a:t>年）</a:t>
            </a:r>
          </a:p>
        </p:txBody>
      </p:sp>
      <p:sp>
        <p:nvSpPr>
          <p:cNvPr id="54274" name="Rectangle 3">
            <a:extLst>
              <a:ext uri="{FF2B5EF4-FFF2-40B4-BE49-F238E27FC236}">
                <a16:creationId xmlns:a16="http://schemas.microsoft.com/office/drawing/2014/main" id="{C9879F73-0D2D-0747-8BCA-563D7F1867A2}"/>
              </a:ext>
            </a:extLst>
          </p:cNvPr>
          <p:cNvSpPr>
            <a:spLocks noGrp="1" noChangeArrowheads="1"/>
          </p:cNvSpPr>
          <p:nvPr>
            <p:ph type="body" idx="1"/>
          </p:nvPr>
        </p:nvSpPr>
        <p:spPr>
          <a:xfrm>
            <a:off x="1277542" y="1113235"/>
            <a:ext cx="6611540" cy="3086100"/>
          </a:xfrm>
        </p:spPr>
        <p:txBody>
          <a:bodyPr/>
          <a:lstStyle/>
          <a:p>
            <a:pPr eaLnBrk="1" hangingPunct="1"/>
            <a:endParaRPr lang="en-US" altLang="zh-CN">
              <a:latin typeface="Times New Roman" panose="02020603050405020304" pitchFamily="18" charset="0"/>
              <a:ea typeface="宋体" panose="02010600030101010101" pitchFamily="2" charset="-122"/>
            </a:endParaRP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网络数   主机数   用户数   管理机构数</a:t>
            </a: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1980        10         10</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0</a:t>
            </a:r>
            <a:endParaRPr lang="en-US" altLang="zh-CN">
              <a:latin typeface="Times New Roman" panose="02020603050405020304" pitchFamily="18" charset="0"/>
              <a:ea typeface="宋体" panose="02010600030101010101" pitchFamily="2" charset="-122"/>
            </a:endParaRP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1990        10</a:t>
            </a:r>
            <a:r>
              <a:rPr lang="en-US" altLang="zh-CN" baseline="30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5</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 </a:t>
            </a: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2000        10</a:t>
            </a:r>
            <a:r>
              <a:rPr lang="en-US" altLang="zh-CN" baseline="30000">
                <a:latin typeface="Times New Roman" panose="02020603050405020304" pitchFamily="18" charset="0"/>
                <a:ea typeface="宋体" panose="02010600030101010101" pitchFamily="2" charset="-122"/>
              </a:rPr>
              <a:t>5</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7</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8               </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a:t>
            </a: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2005        10</a:t>
            </a:r>
            <a:r>
              <a:rPr lang="en-US" altLang="zh-CN" baseline="30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8</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9</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3</a:t>
            </a:r>
          </a:p>
        </p:txBody>
      </p:sp>
      <p:sp>
        <p:nvSpPr>
          <p:cNvPr id="54275" name="Line 4">
            <a:extLst>
              <a:ext uri="{FF2B5EF4-FFF2-40B4-BE49-F238E27FC236}">
                <a16:creationId xmlns:a16="http://schemas.microsoft.com/office/drawing/2014/main" id="{8FF12476-D350-DC45-828C-F98DABDE626A}"/>
              </a:ext>
            </a:extLst>
          </p:cNvPr>
          <p:cNvSpPr>
            <a:spLocks noChangeShapeType="1"/>
          </p:cNvSpPr>
          <p:nvPr/>
        </p:nvSpPr>
        <p:spPr bwMode="auto">
          <a:xfrm>
            <a:off x="1277541" y="1976438"/>
            <a:ext cx="6399609"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76" name="Line 5">
            <a:extLst>
              <a:ext uri="{FF2B5EF4-FFF2-40B4-BE49-F238E27FC236}">
                <a16:creationId xmlns:a16="http://schemas.microsoft.com/office/drawing/2014/main" id="{3DB60FAF-C4A4-9D44-A041-833360C3C015}"/>
              </a:ext>
            </a:extLst>
          </p:cNvPr>
          <p:cNvSpPr>
            <a:spLocks noChangeShapeType="1"/>
          </p:cNvSpPr>
          <p:nvPr/>
        </p:nvSpPr>
        <p:spPr bwMode="auto">
          <a:xfrm>
            <a:off x="2276475" y="1652588"/>
            <a:ext cx="0" cy="199906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77" name="幻灯片编号占位符 1">
            <a:extLst>
              <a:ext uri="{FF2B5EF4-FFF2-40B4-BE49-F238E27FC236}">
                <a16:creationId xmlns:a16="http://schemas.microsoft.com/office/drawing/2014/main" id="{F5ED8331-ED14-0248-A552-C03055C7DC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946474A-CE51-D94C-8B2C-19EAD520A2B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7954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908DAFAF-2597-C240-A211-291FE3999FAA}"/>
              </a:ext>
            </a:extLst>
          </p:cNvPr>
          <p:cNvSpPr>
            <a:spLocks noGrp="1" noChangeArrowheads="1"/>
          </p:cNvSpPr>
          <p:nvPr>
            <p:ph type="title"/>
          </p:nvPr>
        </p:nvSpPr>
        <p:spPr>
          <a:xfrm>
            <a:off x="163286" y="195262"/>
            <a:ext cx="6867355" cy="566738"/>
          </a:xfrm>
        </p:spPr>
        <p:txBody>
          <a:bodyPr/>
          <a:lstStyle/>
          <a:p>
            <a:pPr eaLnBrk="1" hangingPunct="1"/>
            <a:r>
              <a:rPr lang="en-US" altLang="zh-CN" dirty="0">
                <a:latin typeface="Times New Roman" panose="02020603050405020304" pitchFamily="18" charset="0"/>
                <a:ea typeface="宋体" panose="02010600030101010101" pitchFamily="2" charset="-122"/>
              </a:rPr>
              <a:t>1.3  </a:t>
            </a:r>
            <a:r>
              <a:rPr lang="zh-CN" altLang="en-US" dirty="0">
                <a:latin typeface="Times New Roman" panose="02020603050405020304" pitchFamily="18" charset="0"/>
                <a:ea typeface="宋体" panose="02010600030101010101" pitchFamily="2" charset="-122"/>
              </a:rPr>
              <a:t>因特网的组成 </a:t>
            </a:r>
          </a:p>
        </p:txBody>
      </p:sp>
      <p:sp>
        <p:nvSpPr>
          <p:cNvPr id="56322" name="Rectangle 3">
            <a:extLst>
              <a:ext uri="{FF2B5EF4-FFF2-40B4-BE49-F238E27FC236}">
                <a16:creationId xmlns:a16="http://schemas.microsoft.com/office/drawing/2014/main" id="{E5C26354-FC43-CE46-9FD9-AE18501D68D8}"/>
              </a:ext>
            </a:extLst>
          </p:cNvPr>
          <p:cNvSpPr>
            <a:spLocks noGrp="1" noChangeArrowheads="1"/>
          </p:cNvSpPr>
          <p:nvPr>
            <p:ph type="body" idx="1"/>
          </p:nvPr>
        </p:nvSpPr>
        <p:spPr>
          <a:xfrm>
            <a:off x="198322" y="1015604"/>
            <a:ext cx="8643258" cy="3725465"/>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从因特网的工作方式上看，可以划分为以下的两大块：</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(1) </a:t>
            </a:r>
            <a:r>
              <a:rPr lang="zh-CN" altLang="en-US" dirty="0">
                <a:solidFill>
                  <a:srgbClr val="CC0000"/>
                </a:solidFill>
                <a:latin typeface="Times New Roman" panose="02020603050405020304" pitchFamily="18" charset="0"/>
                <a:ea typeface="宋体" panose="02010600030101010101" pitchFamily="2" charset="-122"/>
              </a:rPr>
              <a:t>边缘部分</a:t>
            </a:r>
            <a:r>
              <a:rPr lang="zh-CN" altLang="en-US" dirty="0">
                <a:latin typeface="Times New Roman" panose="02020603050405020304" pitchFamily="18" charset="0"/>
                <a:ea typeface="宋体" panose="02010600030101010101" pitchFamily="2" charset="-122"/>
              </a:rPr>
              <a:t>  由所有连接在因特网上的主机组成。这部分是用户直接使用的，用来进行通信（传送数据、音频或视频）和资源共享。</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(2) </a:t>
            </a:r>
            <a:r>
              <a:rPr lang="zh-CN" altLang="en-US" dirty="0">
                <a:solidFill>
                  <a:srgbClr val="CC0000"/>
                </a:solidFill>
                <a:latin typeface="Times New Roman" panose="02020603050405020304" pitchFamily="18" charset="0"/>
                <a:ea typeface="宋体" panose="02010600030101010101" pitchFamily="2" charset="-122"/>
              </a:rPr>
              <a:t>核心部分</a:t>
            </a:r>
            <a:r>
              <a:rPr lang="zh-CN" altLang="en-US" dirty="0">
                <a:latin typeface="Times New Roman" panose="02020603050405020304" pitchFamily="18" charset="0"/>
                <a:ea typeface="宋体" panose="02010600030101010101" pitchFamily="2" charset="-122"/>
              </a:rPr>
              <a:t>  由大量网络和连接这些网络的路由器组成。这部分是为边缘部分提供服务的（提供连通性和交换）。</a:t>
            </a:r>
          </a:p>
        </p:txBody>
      </p:sp>
      <p:sp>
        <p:nvSpPr>
          <p:cNvPr id="56323" name="幻灯片编号占位符 1">
            <a:extLst>
              <a:ext uri="{FF2B5EF4-FFF2-40B4-BE49-F238E27FC236}">
                <a16:creationId xmlns:a16="http://schemas.microsoft.com/office/drawing/2014/main" id="{B198B6ED-837C-4B4E-AD72-E5C50A39165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F5D7D6-497A-9644-B238-D4DD95A3EAB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5670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69" name="Oval 4">
            <a:extLst>
              <a:ext uri="{FF2B5EF4-FFF2-40B4-BE49-F238E27FC236}">
                <a16:creationId xmlns:a16="http://schemas.microsoft.com/office/drawing/2014/main" id="{B7C619B7-3607-C44F-A9E4-DF05F3AA9499}"/>
              </a:ext>
            </a:extLst>
          </p:cNvPr>
          <p:cNvSpPr>
            <a:spLocks noChangeArrowheads="1"/>
          </p:cNvSpPr>
          <p:nvPr/>
        </p:nvSpPr>
        <p:spPr bwMode="auto">
          <a:xfrm>
            <a:off x="1306117" y="1329928"/>
            <a:ext cx="6506765" cy="3186113"/>
          </a:xfrm>
          <a:prstGeom prst="ellipse">
            <a:avLst/>
          </a:prstGeom>
          <a:solidFill>
            <a:srgbClr val="99CCFF"/>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70" name="Oval 5">
            <a:extLst>
              <a:ext uri="{FF2B5EF4-FFF2-40B4-BE49-F238E27FC236}">
                <a16:creationId xmlns:a16="http://schemas.microsoft.com/office/drawing/2014/main" id="{AFB94E52-4EA2-0041-818A-2E8D4CF9E7B9}"/>
              </a:ext>
            </a:extLst>
          </p:cNvPr>
          <p:cNvSpPr>
            <a:spLocks noChangeArrowheads="1"/>
          </p:cNvSpPr>
          <p:nvPr/>
        </p:nvSpPr>
        <p:spPr bwMode="auto">
          <a:xfrm>
            <a:off x="2541985" y="2071688"/>
            <a:ext cx="4036219" cy="1702594"/>
          </a:xfrm>
          <a:prstGeom prst="ellipse">
            <a:avLst/>
          </a:prstGeom>
          <a:solidFill>
            <a:schemeClr val="bg1"/>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pic>
        <p:nvPicPr>
          <p:cNvPr id="58371" name="Picture 6">
            <a:extLst>
              <a:ext uri="{FF2B5EF4-FFF2-40B4-BE49-F238E27FC236}">
                <a16:creationId xmlns:a16="http://schemas.microsoft.com/office/drawing/2014/main" id="{617CB82B-2119-6542-ADA8-34600F0FDE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0054" y="1996679"/>
            <a:ext cx="351234" cy="35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2" name="Picture 7">
            <a:extLst>
              <a:ext uri="{FF2B5EF4-FFF2-40B4-BE49-F238E27FC236}">
                <a16:creationId xmlns:a16="http://schemas.microsoft.com/office/drawing/2014/main" id="{0971923B-8BC7-C940-9B9D-EA6685A5645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4966" y="2511028"/>
            <a:ext cx="371475"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373" name="Group 8">
            <a:extLst>
              <a:ext uri="{FF2B5EF4-FFF2-40B4-BE49-F238E27FC236}">
                <a16:creationId xmlns:a16="http://schemas.microsoft.com/office/drawing/2014/main" id="{8D61467C-F302-2E41-8164-2266F89C1E68}"/>
              </a:ext>
            </a:extLst>
          </p:cNvPr>
          <p:cNvGrpSpPr>
            <a:grpSpLocks/>
          </p:cNvGrpSpPr>
          <p:nvPr/>
        </p:nvGrpSpPr>
        <p:grpSpPr bwMode="auto">
          <a:xfrm rot="21151335">
            <a:off x="2751535" y="2769394"/>
            <a:ext cx="541734" cy="365522"/>
            <a:chOff x="2949" y="196"/>
            <a:chExt cx="941" cy="598"/>
          </a:xfrm>
        </p:grpSpPr>
        <p:sp>
          <p:nvSpPr>
            <p:cNvPr id="58439" name="Oval 9">
              <a:extLst>
                <a:ext uri="{FF2B5EF4-FFF2-40B4-BE49-F238E27FC236}">
                  <a16:creationId xmlns:a16="http://schemas.microsoft.com/office/drawing/2014/main" id="{53C2239A-2382-A147-A780-668DCDE11269}"/>
                </a:ext>
              </a:extLst>
            </p:cNvPr>
            <p:cNvSpPr>
              <a:spLocks noChangeArrowheads="1"/>
            </p:cNvSpPr>
            <p:nvPr/>
          </p:nvSpPr>
          <p:spPr bwMode="auto">
            <a:xfrm>
              <a:off x="3162" y="185"/>
              <a:ext cx="399" cy="16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0" name="Oval 10">
              <a:extLst>
                <a:ext uri="{FF2B5EF4-FFF2-40B4-BE49-F238E27FC236}">
                  <a16:creationId xmlns:a16="http://schemas.microsoft.com/office/drawing/2014/main" id="{F25186CF-2A64-114F-B9D4-BDEAC33C8365}"/>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1" name="Oval 11">
              <a:extLst>
                <a:ext uri="{FF2B5EF4-FFF2-40B4-BE49-F238E27FC236}">
                  <a16:creationId xmlns:a16="http://schemas.microsoft.com/office/drawing/2014/main" id="{89FE3C4D-1E75-A547-9077-8992063C2A60}"/>
                </a:ext>
              </a:extLst>
            </p:cNvPr>
            <p:cNvSpPr>
              <a:spLocks noChangeArrowheads="1"/>
            </p:cNvSpPr>
            <p:nvPr/>
          </p:nvSpPr>
          <p:spPr bwMode="auto">
            <a:xfrm rot="1500000">
              <a:off x="3647" y="385"/>
              <a:ext cx="242"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2" name="Oval 12">
              <a:extLst>
                <a:ext uri="{FF2B5EF4-FFF2-40B4-BE49-F238E27FC236}">
                  <a16:creationId xmlns:a16="http://schemas.microsoft.com/office/drawing/2014/main" id="{684B822E-60BA-4E49-BF2E-5376CAEBFFFB}"/>
                </a:ext>
              </a:extLst>
            </p:cNvPr>
            <p:cNvSpPr>
              <a:spLocks noChangeArrowheads="1"/>
            </p:cNvSpPr>
            <p:nvPr/>
          </p:nvSpPr>
          <p:spPr bwMode="auto">
            <a:xfrm rot="-1560000">
              <a:off x="3566" y="521"/>
              <a:ext cx="292"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3" name="Oval 13">
              <a:extLst>
                <a:ext uri="{FF2B5EF4-FFF2-40B4-BE49-F238E27FC236}">
                  <a16:creationId xmlns:a16="http://schemas.microsoft.com/office/drawing/2014/main" id="{5A9A2790-6F15-864D-8CD4-1A0A2BEFF0B3}"/>
                </a:ext>
              </a:extLst>
            </p:cNvPr>
            <p:cNvSpPr>
              <a:spLocks noChangeArrowheads="1"/>
            </p:cNvSpPr>
            <p:nvPr/>
          </p:nvSpPr>
          <p:spPr bwMode="auto">
            <a:xfrm>
              <a:off x="3205" y="543"/>
              <a:ext cx="472"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4" name="Oval 14">
              <a:extLst>
                <a:ext uri="{FF2B5EF4-FFF2-40B4-BE49-F238E27FC236}">
                  <a16:creationId xmlns:a16="http://schemas.microsoft.com/office/drawing/2014/main" id="{E3334F38-2F85-2E4C-90E7-28983F5E1491}"/>
                </a:ext>
              </a:extLst>
            </p:cNvPr>
            <p:cNvSpPr>
              <a:spLocks noChangeArrowheads="1"/>
            </p:cNvSpPr>
            <p:nvPr/>
          </p:nvSpPr>
          <p:spPr bwMode="auto">
            <a:xfrm rot="1080000">
              <a:off x="3023" y="554"/>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5" name="Oval 15">
              <a:extLst>
                <a:ext uri="{FF2B5EF4-FFF2-40B4-BE49-F238E27FC236}">
                  <a16:creationId xmlns:a16="http://schemas.microsoft.com/office/drawing/2014/main" id="{3BD61DA2-6729-694E-8C3C-4F1EA68398DE}"/>
                </a:ext>
              </a:extLst>
            </p:cNvPr>
            <p:cNvSpPr>
              <a:spLocks noChangeArrowheads="1"/>
            </p:cNvSpPr>
            <p:nvPr/>
          </p:nvSpPr>
          <p:spPr bwMode="auto">
            <a:xfrm>
              <a:off x="2941" y="421"/>
              <a:ext cx="21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6" name="Oval 16">
              <a:extLst>
                <a:ext uri="{FF2B5EF4-FFF2-40B4-BE49-F238E27FC236}">
                  <a16:creationId xmlns:a16="http://schemas.microsoft.com/office/drawing/2014/main" id="{1186AEAF-6EE9-EF45-BCC3-F035E8D06360}"/>
                </a:ext>
              </a:extLst>
            </p:cNvPr>
            <p:cNvSpPr>
              <a:spLocks noChangeArrowheads="1"/>
            </p:cNvSpPr>
            <p:nvPr/>
          </p:nvSpPr>
          <p:spPr bwMode="auto">
            <a:xfrm rot="-1860000">
              <a:off x="2984"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7" name="Freeform 17">
              <a:extLst>
                <a:ext uri="{FF2B5EF4-FFF2-40B4-BE49-F238E27FC236}">
                  <a16:creationId xmlns:a16="http://schemas.microsoft.com/office/drawing/2014/main" id="{40CDC86D-138F-1D4B-A80C-C4C8ECC85C0F}"/>
                </a:ext>
              </a:extLst>
            </p:cNvPr>
            <p:cNvSpPr>
              <a:spLocks/>
            </p:cNvSpPr>
            <p:nvPr/>
          </p:nvSpPr>
          <p:spPr bwMode="auto">
            <a:xfrm>
              <a:off x="3050" y="291"/>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48" name="Freeform 18">
              <a:extLst>
                <a:ext uri="{FF2B5EF4-FFF2-40B4-BE49-F238E27FC236}">
                  <a16:creationId xmlns:a16="http://schemas.microsoft.com/office/drawing/2014/main" id="{B34DF033-5ED1-5847-B96F-04A747767E1A}"/>
                </a:ext>
              </a:extLst>
            </p:cNvPr>
            <p:cNvSpPr>
              <a:spLocks/>
            </p:cNvSpPr>
            <p:nvPr/>
          </p:nvSpPr>
          <p:spPr bwMode="auto">
            <a:xfrm>
              <a:off x="3190" y="260"/>
              <a:ext cx="120" cy="129"/>
            </a:xfrm>
            <a:custGeom>
              <a:avLst/>
              <a:gdLst>
                <a:gd name="T0" fmla="*/ 5 w 117"/>
                <a:gd name="T1" fmla="*/ 86 h 118"/>
                <a:gd name="T2" fmla="*/ 0 w 117"/>
                <a:gd name="T3" fmla="*/ 67 h 118"/>
                <a:gd name="T4" fmla="*/ 0 w 117"/>
                <a:gd name="T5" fmla="*/ 47 h 118"/>
                <a:gd name="T6" fmla="*/ 16 w 117"/>
                <a:gd name="T7" fmla="*/ 33 h 118"/>
                <a:gd name="T8" fmla="*/ 35 w 117"/>
                <a:gd name="T9" fmla="*/ 19 h 118"/>
                <a:gd name="T10" fmla="*/ 50 w 117"/>
                <a:gd name="T11" fmla="*/ 0 h 118"/>
                <a:gd name="T12" fmla="*/ 69 w 117"/>
                <a:gd name="T13" fmla="*/ 0 h 118"/>
                <a:gd name="T14" fmla="*/ 85 w 117"/>
                <a:gd name="T15" fmla="*/ 0 h 118"/>
                <a:gd name="T16" fmla="*/ 90 w 117"/>
                <a:gd name="T17" fmla="*/ 19 h 118"/>
                <a:gd name="T18" fmla="*/ 102 w 117"/>
                <a:gd name="T19" fmla="*/ 40 h 118"/>
                <a:gd name="T20" fmla="*/ 114 w 117"/>
                <a:gd name="T21" fmla="*/ 60 h 118"/>
                <a:gd name="T22" fmla="*/ 120 w 117"/>
                <a:gd name="T23" fmla="*/ 80 h 118"/>
                <a:gd name="T24" fmla="*/ 125 w 117"/>
                <a:gd name="T25" fmla="*/ 99 h 118"/>
                <a:gd name="T26" fmla="*/ 125 w 117"/>
                <a:gd name="T27" fmla="*/ 120 h 118"/>
                <a:gd name="T28" fmla="*/ 125 w 117"/>
                <a:gd name="T29" fmla="*/ 140 h 118"/>
                <a:gd name="T30" fmla="*/ 109 w 117"/>
                <a:gd name="T31" fmla="*/ 153 h 118"/>
                <a:gd name="T32" fmla="*/ 90 w 117"/>
                <a:gd name="T33" fmla="*/ 153 h 118"/>
                <a:gd name="T34" fmla="*/ 75 w 117"/>
                <a:gd name="T35" fmla="*/ 153 h 118"/>
                <a:gd name="T36" fmla="*/ 56 w 117"/>
                <a:gd name="T37" fmla="*/ 153 h 118"/>
                <a:gd name="T38" fmla="*/ 40 w 117"/>
                <a:gd name="T39" fmla="*/ 145 h 118"/>
                <a:gd name="T40" fmla="*/ 24 w 117"/>
                <a:gd name="T41" fmla="*/ 133 h 118"/>
                <a:gd name="T42" fmla="*/ 11 w 117"/>
                <a:gd name="T43" fmla="*/ 113 h 118"/>
                <a:gd name="T44" fmla="*/ 5 w 117"/>
                <a:gd name="T45" fmla="*/ 93 h 118"/>
                <a:gd name="T46" fmla="*/ 5 w 117"/>
                <a:gd name="T47" fmla="*/ 8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49" name="Freeform 19">
              <a:extLst>
                <a:ext uri="{FF2B5EF4-FFF2-40B4-BE49-F238E27FC236}">
                  <a16:creationId xmlns:a16="http://schemas.microsoft.com/office/drawing/2014/main" id="{482081F0-2499-4343-9869-FB21628EE3A0}"/>
                </a:ext>
              </a:extLst>
            </p:cNvPr>
            <p:cNvSpPr>
              <a:spLocks/>
            </p:cNvSpPr>
            <p:nvPr/>
          </p:nvSpPr>
          <p:spPr bwMode="auto">
            <a:xfrm>
              <a:off x="3465" y="238"/>
              <a:ext cx="85" cy="88"/>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9 h 87"/>
                <a:gd name="T12" fmla="*/ 90 w 82"/>
                <a:gd name="T13" fmla="*/ 64 h 87"/>
                <a:gd name="T14" fmla="*/ 90 w 82"/>
                <a:gd name="T15" fmla="*/ 79 h 87"/>
                <a:gd name="T16" fmla="*/ 72 w 82"/>
                <a:gd name="T17" fmla="*/ 89 h 87"/>
                <a:gd name="T18" fmla="*/ 55 w 82"/>
                <a:gd name="T19" fmla="*/ 89 h 87"/>
                <a:gd name="T20" fmla="*/ 30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4" name="Group 20">
            <a:extLst>
              <a:ext uri="{FF2B5EF4-FFF2-40B4-BE49-F238E27FC236}">
                <a16:creationId xmlns:a16="http://schemas.microsoft.com/office/drawing/2014/main" id="{DA636963-DF87-8145-9739-994A1A62C820}"/>
              </a:ext>
            </a:extLst>
          </p:cNvPr>
          <p:cNvGrpSpPr>
            <a:grpSpLocks/>
          </p:cNvGrpSpPr>
          <p:nvPr/>
        </p:nvGrpSpPr>
        <p:grpSpPr bwMode="auto">
          <a:xfrm rot="21151335">
            <a:off x="5945981" y="2647951"/>
            <a:ext cx="542925" cy="365522"/>
            <a:chOff x="2949" y="196"/>
            <a:chExt cx="941" cy="598"/>
          </a:xfrm>
        </p:grpSpPr>
        <p:sp>
          <p:nvSpPr>
            <p:cNvPr id="58428" name="Oval 21">
              <a:extLst>
                <a:ext uri="{FF2B5EF4-FFF2-40B4-BE49-F238E27FC236}">
                  <a16:creationId xmlns:a16="http://schemas.microsoft.com/office/drawing/2014/main" id="{0317288F-61F7-AA46-BA0D-C222DE93789D}"/>
                </a:ext>
              </a:extLst>
            </p:cNvPr>
            <p:cNvSpPr>
              <a:spLocks noChangeArrowheads="1"/>
            </p:cNvSpPr>
            <p:nvPr/>
          </p:nvSpPr>
          <p:spPr bwMode="auto">
            <a:xfrm>
              <a:off x="3162" y="183"/>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9" name="Oval 22">
              <a:extLst>
                <a:ext uri="{FF2B5EF4-FFF2-40B4-BE49-F238E27FC236}">
                  <a16:creationId xmlns:a16="http://schemas.microsoft.com/office/drawing/2014/main" id="{B345782F-8B23-9A4D-9F73-EEC2E5788BE4}"/>
                </a:ext>
              </a:extLst>
            </p:cNvPr>
            <p:cNvSpPr>
              <a:spLocks noChangeArrowheads="1"/>
            </p:cNvSpPr>
            <p:nvPr/>
          </p:nvSpPr>
          <p:spPr bwMode="auto">
            <a:xfrm rot="900000">
              <a:off x="3512" y="252"/>
              <a:ext cx="274"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0" name="Oval 23">
              <a:extLst>
                <a:ext uri="{FF2B5EF4-FFF2-40B4-BE49-F238E27FC236}">
                  <a16:creationId xmlns:a16="http://schemas.microsoft.com/office/drawing/2014/main" id="{038B8121-17B7-1645-A5E3-43C830F2778B}"/>
                </a:ext>
              </a:extLst>
            </p:cNvPr>
            <p:cNvSpPr>
              <a:spLocks noChangeArrowheads="1"/>
            </p:cNvSpPr>
            <p:nvPr/>
          </p:nvSpPr>
          <p:spPr bwMode="auto">
            <a:xfrm rot="1500000">
              <a:off x="3650" y="385"/>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1" name="Oval 24">
              <a:extLst>
                <a:ext uri="{FF2B5EF4-FFF2-40B4-BE49-F238E27FC236}">
                  <a16:creationId xmlns:a16="http://schemas.microsoft.com/office/drawing/2014/main" id="{45DE9973-8973-0048-AE61-56776A9D3FBC}"/>
                </a:ext>
              </a:extLst>
            </p:cNvPr>
            <p:cNvSpPr>
              <a:spLocks noChangeArrowheads="1"/>
            </p:cNvSpPr>
            <p:nvPr/>
          </p:nvSpPr>
          <p:spPr bwMode="auto">
            <a:xfrm rot="-1560000">
              <a:off x="3564" y="521"/>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2" name="Oval 25">
              <a:extLst>
                <a:ext uri="{FF2B5EF4-FFF2-40B4-BE49-F238E27FC236}">
                  <a16:creationId xmlns:a16="http://schemas.microsoft.com/office/drawing/2014/main" id="{E20233B4-5180-1744-B01D-00BE63ECA0B1}"/>
                </a:ext>
              </a:extLst>
            </p:cNvPr>
            <p:cNvSpPr>
              <a:spLocks noChangeArrowheads="1"/>
            </p:cNvSpPr>
            <p:nvPr/>
          </p:nvSpPr>
          <p:spPr bwMode="auto">
            <a:xfrm>
              <a:off x="3209" y="544"/>
              <a:ext cx="475"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3" name="Oval 26">
              <a:extLst>
                <a:ext uri="{FF2B5EF4-FFF2-40B4-BE49-F238E27FC236}">
                  <a16:creationId xmlns:a16="http://schemas.microsoft.com/office/drawing/2014/main" id="{16FA0194-5E39-AF46-A003-14B9A317366A}"/>
                </a:ext>
              </a:extLst>
            </p:cNvPr>
            <p:cNvSpPr>
              <a:spLocks noChangeArrowheads="1"/>
            </p:cNvSpPr>
            <p:nvPr/>
          </p:nvSpPr>
          <p:spPr bwMode="auto">
            <a:xfrm rot="1080000">
              <a:off x="3023" y="554"/>
              <a:ext cx="26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4" name="Oval 27">
              <a:extLst>
                <a:ext uri="{FF2B5EF4-FFF2-40B4-BE49-F238E27FC236}">
                  <a16:creationId xmlns:a16="http://schemas.microsoft.com/office/drawing/2014/main" id="{698C28B1-66EA-7D43-9387-8E4CAEA7FF3F}"/>
                </a:ext>
              </a:extLst>
            </p:cNvPr>
            <p:cNvSpPr>
              <a:spLocks noChangeArrowheads="1"/>
            </p:cNvSpPr>
            <p:nvPr/>
          </p:nvSpPr>
          <p:spPr bwMode="auto">
            <a:xfrm>
              <a:off x="2946" y="416"/>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5" name="Oval 28">
              <a:extLst>
                <a:ext uri="{FF2B5EF4-FFF2-40B4-BE49-F238E27FC236}">
                  <a16:creationId xmlns:a16="http://schemas.microsoft.com/office/drawing/2014/main" id="{59CEE2D8-860A-4040-8076-BD85576D0772}"/>
                </a:ext>
              </a:extLst>
            </p:cNvPr>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6" name="Freeform 29">
              <a:extLst>
                <a:ext uri="{FF2B5EF4-FFF2-40B4-BE49-F238E27FC236}">
                  <a16:creationId xmlns:a16="http://schemas.microsoft.com/office/drawing/2014/main" id="{9FE1D647-9B31-8845-9776-EBC93A107924}"/>
                </a:ext>
              </a:extLst>
            </p:cNvPr>
            <p:cNvSpPr>
              <a:spLocks/>
            </p:cNvSpPr>
            <p:nvPr/>
          </p:nvSpPr>
          <p:spPr bwMode="auto">
            <a:xfrm>
              <a:off x="3048" y="291"/>
              <a:ext cx="741" cy="407"/>
            </a:xfrm>
            <a:custGeom>
              <a:avLst/>
              <a:gdLst>
                <a:gd name="T0" fmla="*/ 108 w 738"/>
                <a:gd name="T1" fmla="*/ 82 h 407"/>
                <a:gd name="T2" fmla="*/ 148 w 738"/>
                <a:gd name="T3" fmla="*/ 77 h 407"/>
                <a:gd name="T4" fmla="*/ 186 w 738"/>
                <a:gd name="T5" fmla="*/ 72 h 407"/>
                <a:gd name="T6" fmla="*/ 218 w 738"/>
                <a:gd name="T7" fmla="*/ 67 h 407"/>
                <a:gd name="T8" fmla="*/ 240 w 738"/>
                <a:gd name="T9" fmla="*/ 46 h 407"/>
                <a:gd name="T10" fmla="*/ 207 w 738"/>
                <a:gd name="T11" fmla="*/ 41 h 407"/>
                <a:gd name="T12" fmla="*/ 175 w 738"/>
                <a:gd name="T13" fmla="*/ 46 h 407"/>
                <a:gd name="T14" fmla="*/ 159 w 738"/>
                <a:gd name="T15" fmla="*/ 46 h 407"/>
                <a:gd name="T16" fmla="*/ 191 w 738"/>
                <a:gd name="T17" fmla="*/ 26 h 407"/>
                <a:gd name="T18" fmla="*/ 229 w 738"/>
                <a:gd name="T19" fmla="*/ 15 h 407"/>
                <a:gd name="T20" fmla="*/ 261 w 738"/>
                <a:gd name="T21" fmla="*/ 10 h 407"/>
                <a:gd name="T22" fmla="*/ 293 w 738"/>
                <a:gd name="T23" fmla="*/ 5 h 407"/>
                <a:gd name="T24" fmla="*/ 326 w 738"/>
                <a:gd name="T25" fmla="*/ 0 h 407"/>
                <a:gd name="T26" fmla="*/ 358 w 738"/>
                <a:gd name="T27" fmla="*/ 0 h 407"/>
                <a:gd name="T28" fmla="*/ 393 w 738"/>
                <a:gd name="T29" fmla="*/ 0 h 407"/>
                <a:gd name="T30" fmla="*/ 469 w 738"/>
                <a:gd name="T31" fmla="*/ 0 h 407"/>
                <a:gd name="T32" fmla="*/ 512 w 738"/>
                <a:gd name="T33" fmla="*/ 0 h 407"/>
                <a:gd name="T34" fmla="*/ 549 w 738"/>
                <a:gd name="T35" fmla="*/ 15 h 407"/>
                <a:gd name="T36" fmla="*/ 576 w 738"/>
                <a:gd name="T37" fmla="*/ 36 h 407"/>
                <a:gd name="T38" fmla="*/ 609 w 738"/>
                <a:gd name="T39" fmla="*/ 51 h 407"/>
                <a:gd name="T40" fmla="*/ 644 w 738"/>
                <a:gd name="T41" fmla="*/ 57 h 407"/>
                <a:gd name="T42" fmla="*/ 676 w 738"/>
                <a:gd name="T43" fmla="*/ 77 h 407"/>
                <a:gd name="T44" fmla="*/ 703 w 738"/>
                <a:gd name="T45" fmla="*/ 98 h 407"/>
                <a:gd name="T46" fmla="*/ 724 w 738"/>
                <a:gd name="T47" fmla="*/ 128 h 407"/>
                <a:gd name="T48" fmla="*/ 730 w 738"/>
                <a:gd name="T49" fmla="*/ 164 h 407"/>
                <a:gd name="T50" fmla="*/ 735 w 738"/>
                <a:gd name="T51" fmla="*/ 195 h 407"/>
                <a:gd name="T52" fmla="*/ 735 w 738"/>
                <a:gd name="T53" fmla="*/ 226 h 407"/>
                <a:gd name="T54" fmla="*/ 735 w 738"/>
                <a:gd name="T55" fmla="*/ 257 h 407"/>
                <a:gd name="T56" fmla="*/ 746 w 738"/>
                <a:gd name="T57" fmla="*/ 288 h 407"/>
                <a:gd name="T58" fmla="*/ 746 w 738"/>
                <a:gd name="T59" fmla="*/ 319 h 407"/>
                <a:gd name="T60" fmla="*/ 724 w 738"/>
                <a:gd name="T61" fmla="*/ 349 h 407"/>
                <a:gd name="T62" fmla="*/ 687 w 738"/>
                <a:gd name="T63" fmla="*/ 365 h 407"/>
                <a:gd name="T64" fmla="*/ 655 w 738"/>
                <a:gd name="T65" fmla="*/ 380 h 407"/>
                <a:gd name="T66" fmla="*/ 621 w 738"/>
                <a:gd name="T67" fmla="*/ 396 h 407"/>
                <a:gd name="T68" fmla="*/ 587 w 738"/>
                <a:gd name="T69" fmla="*/ 401 h 407"/>
                <a:gd name="T70" fmla="*/ 544 w 738"/>
                <a:gd name="T71" fmla="*/ 406 h 407"/>
                <a:gd name="T72" fmla="*/ 506 w 738"/>
                <a:gd name="T73" fmla="*/ 406 h 407"/>
                <a:gd name="T74" fmla="*/ 474 w 738"/>
                <a:gd name="T75" fmla="*/ 406 h 407"/>
                <a:gd name="T76" fmla="*/ 442 w 738"/>
                <a:gd name="T77" fmla="*/ 406 h 407"/>
                <a:gd name="T78" fmla="*/ 409 w 738"/>
                <a:gd name="T79" fmla="*/ 406 h 407"/>
                <a:gd name="T80" fmla="*/ 377 w 738"/>
                <a:gd name="T81" fmla="*/ 406 h 407"/>
                <a:gd name="T82" fmla="*/ 342 w 738"/>
                <a:gd name="T83" fmla="*/ 406 h 407"/>
                <a:gd name="T84" fmla="*/ 310 w 738"/>
                <a:gd name="T85" fmla="*/ 406 h 407"/>
                <a:gd name="T86" fmla="*/ 272 w 738"/>
                <a:gd name="T87" fmla="*/ 406 h 407"/>
                <a:gd name="T88" fmla="*/ 240 w 738"/>
                <a:gd name="T89" fmla="*/ 406 h 407"/>
                <a:gd name="T90" fmla="*/ 207 w 738"/>
                <a:gd name="T91" fmla="*/ 406 h 407"/>
                <a:gd name="T92" fmla="*/ 175 w 738"/>
                <a:gd name="T93" fmla="*/ 391 h 407"/>
                <a:gd name="T94" fmla="*/ 143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32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37" name="Freeform 30">
              <a:extLst>
                <a:ext uri="{FF2B5EF4-FFF2-40B4-BE49-F238E27FC236}">
                  <a16:creationId xmlns:a16="http://schemas.microsoft.com/office/drawing/2014/main" id="{5F2C5049-C8C6-7F48-B398-8D52D034D2B3}"/>
                </a:ext>
              </a:extLst>
            </p:cNvPr>
            <p:cNvSpPr>
              <a:spLocks/>
            </p:cNvSpPr>
            <p:nvPr/>
          </p:nvSpPr>
          <p:spPr bwMode="auto">
            <a:xfrm>
              <a:off x="3186" y="257"/>
              <a:ext cx="120" cy="131"/>
            </a:xfrm>
            <a:custGeom>
              <a:avLst/>
              <a:gdLst>
                <a:gd name="T0" fmla="*/ 5 w 117"/>
                <a:gd name="T1" fmla="*/ 89 h 118"/>
                <a:gd name="T2" fmla="*/ 0 w 117"/>
                <a:gd name="T3" fmla="*/ 69 h 118"/>
                <a:gd name="T4" fmla="*/ 0 w 117"/>
                <a:gd name="T5" fmla="*/ 48 h 118"/>
                <a:gd name="T6" fmla="*/ 16 w 117"/>
                <a:gd name="T7" fmla="*/ 33 h 118"/>
                <a:gd name="T8" fmla="*/ 35 w 117"/>
                <a:gd name="T9" fmla="*/ 20 h 118"/>
                <a:gd name="T10" fmla="*/ 50 w 117"/>
                <a:gd name="T11" fmla="*/ 0 h 118"/>
                <a:gd name="T12" fmla="*/ 69 w 117"/>
                <a:gd name="T13" fmla="*/ 0 h 118"/>
                <a:gd name="T14" fmla="*/ 85 w 117"/>
                <a:gd name="T15" fmla="*/ 0 h 118"/>
                <a:gd name="T16" fmla="*/ 90 w 117"/>
                <a:gd name="T17" fmla="*/ 20 h 118"/>
                <a:gd name="T18" fmla="*/ 102 w 117"/>
                <a:gd name="T19" fmla="*/ 42 h 118"/>
                <a:gd name="T20" fmla="*/ 114 w 117"/>
                <a:gd name="T21" fmla="*/ 62 h 118"/>
                <a:gd name="T22" fmla="*/ 120 w 117"/>
                <a:gd name="T23" fmla="*/ 82 h 118"/>
                <a:gd name="T24" fmla="*/ 125 w 117"/>
                <a:gd name="T25" fmla="*/ 102 h 118"/>
                <a:gd name="T26" fmla="*/ 125 w 117"/>
                <a:gd name="T27" fmla="*/ 124 h 118"/>
                <a:gd name="T28" fmla="*/ 125 w 117"/>
                <a:gd name="T29" fmla="*/ 144 h 118"/>
                <a:gd name="T30" fmla="*/ 109 w 117"/>
                <a:gd name="T31" fmla="*/ 158 h 118"/>
                <a:gd name="T32" fmla="*/ 90 w 117"/>
                <a:gd name="T33" fmla="*/ 158 h 118"/>
                <a:gd name="T34" fmla="*/ 75 w 117"/>
                <a:gd name="T35" fmla="*/ 158 h 118"/>
                <a:gd name="T36" fmla="*/ 56 w 117"/>
                <a:gd name="T37" fmla="*/ 158 h 118"/>
                <a:gd name="T38" fmla="*/ 40 w 117"/>
                <a:gd name="T39" fmla="*/ 150 h 118"/>
                <a:gd name="T40" fmla="*/ 24 w 117"/>
                <a:gd name="T41" fmla="*/ 138 h 118"/>
                <a:gd name="T42" fmla="*/ 11 w 117"/>
                <a:gd name="T43" fmla="*/ 115 h 118"/>
                <a:gd name="T44" fmla="*/ 5 w 117"/>
                <a:gd name="T45" fmla="*/ 97 h 118"/>
                <a:gd name="T46" fmla="*/ 5 w 117"/>
                <a:gd name="T47" fmla="*/ 8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38" name="Freeform 31">
              <a:extLst>
                <a:ext uri="{FF2B5EF4-FFF2-40B4-BE49-F238E27FC236}">
                  <a16:creationId xmlns:a16="http://schemas.microsoft.com/office/drawing/2014/main" id="{FBB981B7-2856-BF44-BB16-01E65DF63F6F}"/>
                </a:ext>
              </a:extLst>
            </p:cNvPr>
            <p:cNvSpPr>
              <a:spLocks/>
            </p:cNvSpPr>
            <p:nvPr/>
          </p:nvSpPr>
          <p:spPr bwMode="auto">
            <a:xfrm>
              <a:off x="3468" y="238"/>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5" name="Group 32">
            <a:extLst>
              <a:ext uri="{FF2B5EF4-FFF2-40B4-BE49-F238E27FC236}">
                <a16:creationId xmlns:a16="http://schemas.microsoft.com/office/drawing/2014/main" id="{2B495B7F-6DAA-544F-85CD-7DD37D4E8277}"/>
              </a:ext>
            </a:extLst>
          </p:cNvPr>
          <p:cNvGrpSpPr>
            <a:grpSpLocks/>
          </p:cNvGrpSpPr>
          <p:nvPr/>
        </p:nvGrpSpPr>
        <p:grpSpPr bwMode="auto">
          <a:xfrm rot="21151335">
            <a:off x="3776663" y="3255169"/>
            <a:ext cx="542925" cy="365522"/>
            <a:chOff x="2949" y="196"/>
            <a:chExt cx="941" cy="598"/>
          </a:xfrm>
        </p:grpSpPr>
        <p:sp>
          <p:nvSpPr>
            <p:cNvPr id="58417" name="Oval 33">
              <a:extLst>
                <a:ext uri="{FF2B5EF4-FFF2-40B4-BE49-F238E27FC236}">
                  <a16:creationId xmlns:a16="http://schemas.microsoft.com/office/drawing/2014/main" id="{5FC2C687-C20F-C84D-B9C4-0C92329F36A1}"/>
                </a:ext>
              </a:extLst>
            </p:cNvPr>
            <p:cNvSpPr>
              <a:spLocks noChangeArrowheads="1"/>
            </p:cNvSpPr>
            <p:nvPr/>
          </p:nvSpPr>
          <p:spPr bwMode="auto">
            <a:xfrm>
              <a:off x="3162" y="183"/>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8" name="Oval 34">
              <a:extLst>
                <a:ext uri="{FF2B5EF4-FFF2-40B4-BE49-F238E27FC236}">
                  <a16:creationId xmlns:a16="http://schemas.microsoft.com/office/drawing/2014/main" id="{995026C4-ECC4-C944-82A5-823E0DB121DD}"/>
                </a:ext>
              </a:extLst>
            </p:cNvPr>
            <p:cNvSpPr>
              <a:spLocks noChangeArrowheads="1"/>
            </p:cNvSpPr>
            <p:nvPr/>
          </p:nvSpPr>
          <p:spPr bwMode="auto">
            <a:xfrm rot="900000">
              <a:off x="3512" y="252"/>
              <a:ext cx="274"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9" name="Oval 35">
              <a:extLst>
                <a:ext uri="{FF2B5EF4-FFF2-40B4-BE49-F238E27FC236}">
                  <a16:creationId xmlns:a16="http://schemas.microsoft.com/office/drawing/2014/main" id="{FF10CFB5-CF07-574E-9D63-A78C277DFB00}"/>
                </a:ext>
              </a:extLst>
            </p:cNvPr>
            <p:cNvSpPr>
              <a:spLocks noChangeArrowheads="1"/>
            </p:cNvSpPr>
            <p:nvPr/>
          </p:nvSpPr>
          <p:spPr bwMode="auto">
            <a:xfrm rot="1500000">
              <a:off x="3650" y="385"/>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0" name="Oval 36">
              <a:extLst>
                <a:ext uri="{FF2B5EF4-FFF2-40B4-BE49-F238E27FC236}">
                  <a16:creationId xmlns:a16="http://schemas.microsoft.com/office/drawing/2014/main" id="{96E8CC3B-3993-734C-9AB3-D29D15EB54B0}"/>
                </a:ext>
              </a:extLst>
            </p:cNvPr>
            <p:cNvSpPr>
              <a:spLocks noChangeArrowheads="1"/>
            </p:cNvSpPr>
            <p:nvPr/>
          </p:nvSpPr>
          <p:spPr bwMode="auto">
            <a:xfrm rot="-1560000">
              <a:off x="3564" y="521"/>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1" name="Oval 37">
              <a:extLst>
                <a:ext uri="{FF2B5EF4-FFF2-40B4-BE49-F238E27FC236}">
                  <a16:creationId xmlns:a16="http://schemas.microsoft.com/office/drawing/2014/main" id="{9AB593DC-C951-854C-AAE7-D1797C15AC8E}"/>
                </a:ext>
              </a:extLst>
            </p:cNvPr>
            <p:cNvSpPr>
              <a:spLocks noChangeArrowheads="1"/>
            </p:cNvSpPr>
            <p:nvPr/>
          </p:nvSpPr>
          <p:spPr bwMode="auto">
            <a:xfrm>
              <a:off x="3209" y="544"/>
              <a:ext cx="475"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2" name="Oval 38">
              <a:extLst>
                <a:ext uri="{FF2B5EF4-FFF2-40B4-BE49-F238E27FC236}">
                  <a16:creationId xmlns:a16="http://schemas.microsoft.com/office/drawing/2014/main" id="{1EF3D41E-D9C4-3647-8D14-855B1AC42E8E}"/>
                </a:ext>
              </a:extLst>
            </p:cNvPr>
            <p:cNvSpPr>
              <a:spLocks noChangeArrowheads="1"/>
            </p:cNvSpPr>
            <p:nvPr/>
          </p:nvSpPr>
          <p:spPr bwMode="auto">
            <a:xfrm rot="1080000">
              <a:off x="3023" y="554"/>
              <a:ext cx="26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3" name="Oval 39">
              <a:extLst>
                <a:ext uri="{FF2B5EF4-FFF2-40B4-BE49-F238E27FC236}">
                  <a16:creationId xmlns:a16="http://schemas.microsoft.com/office/drawing/2014/main" id="{7D3000A8-5C0C-384A-BE05-9352F9D02B8C}"/>
                </a:ext>
              </a:extLst>
            </p:cNvPr>
            <p:cNvSpPr>
              <a:spLocks noChangeArrowheads="1"/>
            </p:cNvSpPr>
            <p:nvPr/>
          </p:nvSpPr>
          <p:spPr bwMode="auto">
            <a:xfrm>
              <a:off x="2946" y="416"/>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4" name="Oval 40">
              <a:extLst>
                <a:ext uri="{FF2B5EF4-FFF2-40B4-BE49-F238E27FC236}">
                  <a16:creationId xmlns:a16="http://schemas.microsoft.com/office/drawing/2014/main" id="{5E8382BA-FDBC-6149-9E7F-A56D3BDD49FA}"/>
                </a:ext>
              </a:extLst>
            </p:cNvPr>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5" name="Freeform 41">
              <a:extLst>
                <a:ext uri="{FF2B5EF4-FFF2-40B4-BE49-F238E27FC236}">
                  <a16:creationId xmlns:a16="http://schemas.microsoft.com/office/drawing/2014/main" id="{C198F718-6AE7-3C4C-A7D1-7E97B14B773E}"/>
                </a:ext>
              </a:extLst>
            </p:cNvPr>
            <p:cNvSpPr>
              <a:spLocks/>
            </p:cNvSpPr>
            <p:nvPr/>
          </p:nvSpPr>
          <p:spPr bwMode="auto">
            <a:xfrm>
              <a:off x="3048" y="291"/>
              <a:ext cx="741" cy="407"/>
            </a:xfrm>
            <a:custGeom>
              <a:avLst/>
              <a:gdLst>
                <a:gd name="T0" fmla="*/ 108 w 738"/>
                <a:gd name="T1" fmla="*/ 82 h 407"/>
                <a:gd name="T2" fmla="*/ 148 w 738"/>
                <a:gd name="T3" fmla="*/ 77 h 407"/>
                <a:gd name="T4" fmla="*/ 186 w 738"/>
                <a:gd name="T5" fmla="*/ 72 h 407"/>
                <a:gd name="T6" fmla="*/ 218 w 738"/>
                <a:gd name="T7" fmla="*/ 67 h 407"/>
                <a:gd name="T8" fmla="*/ 240 w 738"/>
                <a:gd name="T9" fmla="*/ 46 h 407"/>
                <a:gd name="T10" fmla="*/ 207 w 738"/>
                <a:gd name="T11" fmla="*/ 41 h 407"/>
                <a:gd name="T12" fmla="*/ 175 w 738"/>
                <a:gd name="T13" fmla="*/ 46 h 407"/>
                <a:gd name="T14" fmla="*/ 159 w 738"/>
                <a:gd name="T15" fmla="*/ 46 h 407"/>
                <a:gd name="T16" fmla="*/ 191 w 738"/>
                <a:gd name="T17" fmla="*/ 26 h 407"/>
                <a:gd name="T18" fmla="*/ 229 w 738"/>
                <a:gd name="T19" fmla="*/ 15 h 407"/>
                <a:gd name="T20" fmla="*/ 261 w 738"/>
                <a:gd name="T21" fmla="*/ 10 h 407"/>
                <a:gd name="T22" fmla="*/ 293 w 738"/>
                <a:gd name="T23" fmla="*/ 5 h 407"/>
                <a:gd name="T24" fmla="*/ 326 w 738"/>
                <a:gd name="T25" fmla="*/ 0 h 407"/>
                <a:gd name="T26" fmla="*/ 358 w 738"/>
                <a:gd name="T27" fmla="*/ 0 h 407"/>
                <a:gd name="T28" fmla="*/ 393 w 738"/>
                <a:gd name="T29" fmla="*/ 0 h 407"/>
                <a:gd name="T30" fmla="*/ 469 w 738"/>
                <a:gd name="T31" fmla="*/ 0 h 407"/>
                <a:gd name="T32" fmla="*/ 512 w 738"/>
                <a:gd name="T33" fmla="*/ 0 h 407"/>
                <a:gd name="T34" fmla="*/ 549 w 738"/>
                <a:gd name="T35" fmla="*/ 15 h 407"/>
                <a:gd name="T36" fmla="*/ 576 w 738"/>
                <a:gd name="T37" fmla="*/ 36 h 407"/>
                <a:gd name="T38" fmla="*/ 609 w 738"/>
                <a:gd name="T39" fmla="*/ 51 h 407"/>
                <a:gd name="T40" fmla="*/ 644 w 738"/>
                <a:gd name="T41" fmla="*/ 57 h 407"/>
                <a:gd name="T42" fmla="*/ 676 w 738"/>
                <a:gd name="T43" fmla="*/ 77 h 407"/>
                <a:gd name="T44" fmla="*/ 703 w 738"/>
                <a:gd name="T45" fmla="*/ 98 h 407"/>
                <a:gd name="T46" fmla="*/ 724 w 738"/>
                <a:gd name="T47" fmla="*/ 128 h 407"/>
                <a:gd name="T48" fmla="*/ 730 w 738"/>
                <a:gd name="T49" fmla="*/ 164 h 407"/>
                <a:gd name="T50" fmla="*/ 735 w 738"/>
                <a:gd name="T51" fmla="*/ 195 h 407"/>
                <a:gd name="T52" fmla="*/ 735 w 738"/>
                <a:gd name="T53" fmla="*/ 226 h 407"/>
                <a:gd name="T54" fmla="*/ 735 w 738"/>
                <a:gd name="T55" fmla="*/ 257 h 407"/>
                <a:gd name="T56" fmla="*/ 746 w 738"/>
                <a:gd name="T57" fmla="*/ 288 h 407"/>
                <a:gd name="T58" fmla="*/ 746 w 738"/>
                <a:gd name="T59" fmla="*/ 319 h 407"/>
                <a:gd name="T60" fmla="*/ 724 w 738"/>
                <a:gd name="T61" fmla="*/ 349 h 407"/>
                <a:gd name="T62" fmla="*/ 687 w 738"/>
                <a:gd name="T63" fmla="*/ 365 h 407"/>
                <a:gd name="T64" fmla="*/ 655 w 738"/>
                <a:gd name="T65" fmla="*/ 380 h 407"/>
                <a:gd name="T66" fmla="*/ 621 w 738"/>
                <a:gd name="T67" fmla="*/ 396 h 407"/>
                <a:gd name="T68" fmla="*/ 587 w 738"/>
                <a:gd name="T69" fmla="*/ 401 h 407"/>
                <a:gd name="T70" fmla="*/ 544 w 738"/>
                <a:gd name="T71" fmla="*/ 406 h 407"/>
                <a:gd name="T72" fmla="*/ 506 w 738"/>
                <a:gd name="T73" fmla="*/ 406 h 407"/>
                <a:gd name="T74" fmla="*/ 474 w 738"/>
                <a:gd name="T75" fmla="*/ 406 h 407"/>
                <a:gd name="T76" fmla="*/ 442 w 738"/>
                <a:gd name="T77" fmla="*/ 406 h 407"/>
                <a:gd name="T78" fmla="*/ 409 w 738"/>
                <a:gd name="T79" fmla="*/ 406 h 407"/>
                <a:gd name="T80" fmla="*/ 377 w 738"/>
                <a:gd name="T81" fmla="*/ 406 h 407"/>
                <a:gd name="T82" fmla="*/ 342 w 738"/>
                <a:gd name="T83" fmla="*/ 406 h 407"/>
                <a:gd name="T84" fmla="*/ 310 w 738"/>
                <a:gd name="T85" fmla="*/ 406 h 407"/>
                <a:gd name="T86" fmla="*/ 272 w 738"/>
                <a:gd name="T87" fmla="*/ 406 h 407"/>
                <a:gd name="T88" fmla="*/ 240 w 738"/>
                <a:gd name="T89" fmla="*/ 406 h 407"/>
                <a:gd name="T90" fmla="*/ 207 w 738"/>
                <a:gd name="T91" fmla="*/ 406 h 407"/>
                <a:gd name="T92" fmla="*/ 175 w 738"/>
                <a:gd name="T93" fmla="*/ 391 h 407"/>
                <a:gd name="T94" fmla="*/ 143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32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26" name="Freeform 42">
              <a:extLst>
                <a:ext uri="{FF2B5EF4-FFF2-40B4-BE49-F238E27FC236}">
                  <a16:creationId xmlns:a16="http://schemas.microsoft.com/office/drawing/2014/main" id="{5E631989-8116-9946-9F2B-5175EC16AB3F}"/>
                </a:ext>
              </a:extLst>
            </p:cNvPr>
            <p:cNvSpPr>
              <a:spLocks/>
            </p:cNvSpPr>
            <p:nvPr/>
          </p:nvSpPr>
          <p:spPr bwMode="auto">
            <a:xfrm>
              <a:off x="3186" y="257"/>
              <a:ext cx="120" cy="131"/>
            </a:xfrm>
            <a:custGeom>
              <a:avLst/>
              <a:gdLst>
                <a:gd name="T0" fmla="*/ 5 w 117"/>
                <a:gd name="T1" fmla="*/ 89 h 118"/>
                <a:gd name="T2" fmla="*/ 0 w 117"/>
                <a:gd name="T3" fmla="*/ 69 h 118"/>
                <a:gd name="T4" fmla="*/ 0 w 117"/>
                <a:gd name="T5" fmla="*/ 48 h 118"/>
                <a:gd name="T6" fmla="*/ 16 w 117"/>
                <a:gd name="T7" fmla="*/ 33 h 118"/>
                <a:gd name="T8" fmla="*/ 35 w 117"/>
                <a:gd name="T9" fmla="*/ 20 h 118"/>
                <a:gd name="T10" fmla="*/ 50 w 117"/>
                <a:gd name="T11" fmla="*/ 0 h 118"/>
                <a:gd name="T12" fmla="*/ 69 w 117"/>
                <a:gd name="T13" fmla="*/ 0 h 118"/>
                <a:gd name="T14" fmla="*/ 85 w 117"/>
                <a:gd name="T15" fmla="*/ 0 h 118"/>
                <a:gd name="T16" fmla="*/ 90 w 117"/>
                <a:gd name="T17" fmla="*/ 20 h 118"/>
                <a:gd name="T18" fmla="*/ 102 w 117"/>
                <a:gd name="T19" fmla="*/ 42 h 118"/>
                <a:gd name="T20" fmla="*/ 114 w 117"/>
                <a:gd name="T21" fmla="*/ 62 h 118"/>
                <a:gd name="T22" fmla="*/ 120 w 117"/>
                <a:gd name="T23" fmla="*/ 82 h 118"/>
                <a:gd name="T24" fmla="*/ 125 w 117"/>
                <a:gd name="T25" fmla="*/ 102 h 118"/>
                <a:gd name="T26" fmla="*/ 125 w 117"/>
                <a:gd name="T27" fmla="*/ 124 h 118"/>
                <a:gd name="T28" fmla="*/ 125 w 117"/>
                <a:gd name="T29" fmla="*/ 144 h 118"/>
                <a:gd name="T30" fmla="*/ 109 w 117"/>
                <a:gd name="T31" fmla="*/ 158 h 118"/>
                <a:gd name="T32" fmla="*/ 90 w 117"/>
                <a:gd name="T33" fmla="*/ 158 h 118"/>
                <a:gd name="T34" fmla="*/ 75 w 117"/>
                <a:gd name="T35" fmla="*/ 158 h 118"/>
                <a:gd name="T36" fmla="*/ 56 w 117"/>
                <a:gd name="T37" fmla="*/ 158 h 118"/>
                <a:gd name="T38" fmla="*/ 40 w 117"/>
                <a:gd name="T39" fmla="*/ 150 h 118"/>
                <a:gd name="T40" fmla="*/ 24 w 117"/>
                <a:gd name="T41" fmla="*/ 138 h 118"/>
                <a:gd name="T42" fmla="*/ 11 w 117"/>
                <a:gd name="T43" fmla="*/ 115 h 118"/>
                <a:gd name="T44" fmla="*/ 5 w 117"/>
                <a:gd name="T45" fmla="*/ 97 h 118"/>
                <a:gd name="T46" fmla="*/ 5 w 117"/>
                <a:gd name="T47" fmla="*/ 8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27" name="Freeform 43">
              <a:extLst>
                <a:ext uri="{FF2B5EF4-FFF2-40B4-BE49-F238E27FC236}">
                  <a16:creationId xmlns:a16="http://schemas.microsoft.com/office/drawing/2014/main" id="{690C20D7-117B-AC49-99BB-86F851C5E12A}"/>
                </a:ext>
              </a:extLst>
            </p:cNvPr>
            <p:cNvSpPr>
              <a:spLocks/>
            </p:cNvSpPr>
            <p:nvPr/>
          </p:nvSpPr>
          <p:spPr bwMode="auto">
            <a:xfrm>
              <a:off x="3468" y="238"/>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6" name="Group 44">
            <a:extLst>
              <a:ext uri="{FF2B5EF4-FFF2-40B4-BE49-F238E27FC236}">
                <a16:creationId xmlns:a16="http://schemas.microsoft.com/office/drawing/2014/main" id="{81C1C1EF-368B-4D4E-B4F2-A810D00FAB9F}"/>
              </a:ext>
            </a:extLst>
          </p:cNvPr>
          <p:cNvGrpSpPr>
            <a:grpSpLocks/>
          </p:cNvGrpSpPr>
          <p:nvPr/>
        </p:nvGrpSpPr>
        <p:grpSpPr bwMode="auto">
          <a:xfrm rot="21151335">
            <a:off x="5162550" y="3255169"/>
            <a:ext cx="541735" cy="365522"/>
            <a:chOff x="2949" y="196"/>
            <a:chExt cx="941" cy="598"/>
          </a:xfrm>
        </p:grpSpPr>
        <p:sp>
          <p:nvSpPr>
            <p:cNvPr id="58406" name="Oval 45">
              <a:extLst>
                <a:ext uri="{FF2B5EF4-FFF2-40B4-BE49-F238E27FC236}">
                  <a16:creationId xmlns:a16="http://schemas.microsoft.com/office/drawing/2014/main" id="{99CE4A33-367E-F44B-8F8F-808C3974A1DB}"/>
                </a:ext>
              </a:extLst>
            </p:cNvPr>
            <p:cNvSpPr>
              <a:spLocks noChangeArrowheads="1"/>
            </p:cNvSpPr>
            <p:nvPr/>
          </p:nvSpPr>
          <p:spPr bwMode="auto">
            <a:xfrm>
              <a:off x="3162" y="185"/>
              <a:ext cx="399" cy="16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7" name="Oval 46">
              <a:extLst>
                <a:ext uri="{FF2B5EF4-FFF2-40B4-BE49-F238E27FC236}">
                  <a16:creationId xmlns:a16="http://schemas.microsoft.com/office/drawing/2014/main" id="{85CAAE65-5BCA-AA4C-A581-C34F4F742074}"/>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8" name="Oval 47">
              <a:extLst>
                <a:ext uri="{FF2B5EF4-FFF2-40B4-BE49-F238E27FC236}">
                  <a16:creationId xmlns:a16="http://schemas.microsoft.com/office/drawing/2014/main" id="{77708118-1D18-8341-BC17-98643E08FBC0}"/>
                </a:ext>
              </a:extLst>
            </p:cNvPr>
            <p:cNvSpPr>
              <a:spLocks noChangeArrowheads="1"/>
            </p:cNvSpPr>
            <p:nvPr/>
          </p:nvSpPr>
          <p:spPr bwMode="auto">
            <a:xfrm rot="1500000">
              <a:off x="3647" y="385"/>
              <a:ext cx="242"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9" name="Oval 48">
              <a:extLst>
                <a:ext uri="{FF2B5EF4-FFF2-40B4-BE49-F238E27FC236}">
                  <a16:creationId xmlns:a16="http://schemas.microsoft.com/office/drawing/2014/main" id="{187BBA4D-2116-D241-936C-1D8732C4CEE3}"/>
                </a:ext>
              </a:extLst>
            </p:cNvPr>
            <p:cNvSpPr>
              <a:spLocks noChangeArrowheads="1"/>
            </p:cNvSpPr>
            <p:nvPr/>
          </p:nvSpPr>
          <p:spPr bwMode="auto">
            <a:xfrm rot="-1560000">
              <a:off x="3566" y="521"/>
              <a:ext cx="292"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0" name="Oval 49">
              <a:extLst>
                <a:ext uri="{FF2B5EF4-FFF2-40B4-BE49-F238E27FC236}">
                  <a16:creationId xmlns:a16="http://schemas.microsoft.com/office/drawing/2014/main" id="{9B64C501-6446-2E45-92C7-EED054D17F57}"/>
                </a:ext>
              </a:extLst>
            </p:cNvPr>
            <p:cNvSpPr>
              <a:spLocks noChangeArrowheads="1"/>
            </p:cNvSpPr>
            <p:nvPr/>
          </p:nvSpPr>
          <p:spPr bwMode="auto">
            <a:xfrm>
              <a:off x="3205" y="543"/>
              <a:ext cx="472"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1" name="Oval 50">
              <a:extLst>
                <a:ext uri="{FF2B5EF4-FFF2-40B4-BE49-F238E27FC236}">
                  <a16:creationId xmlns:a16="http://schemas.microsoft.com/office/drawing/2014/main" id="{0E5D3C30-41CF-2A49-8A37-24976F5D8B59}"/>
                </a:ext>
              </a:extLst>
            </p:cNvPr>
            <p:cNvSpPr>
              <a:spLocks noChangeArrowheads="1"/>
            </p:cNvSpPr>
            <p:nvPr/>
          </p:nvSpPr>
          <p:spPr bwMode="auto">
            <a:xfrm rot="1080000">
              <a:off x="3023" y="554"/>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2" name="Oval 51">
              <a:extLst>
                <a:ext uri="{FF2B5EF4-FFF2-40B4-BE49-F238E27FC236}">
                  <a16:creationId xmlns:a16="http://schemas.microsoft.com/office/drawing/2014/main" id="{8DA3F66B-A6E3-FA49-9ED5-FD6DE90E19A1}"/>
                </a:ext>
              </a:extLst>
            </p:cNvPr>
            <p:cNvSpPr>
              <a:spLocks noChangeArrowheads="1"/>
            </p:cNvSpPr>
            <p:nvPr/>
          </p:nvSpPr>
          <p:spPr bwMode="auto">
            <a:xfrm>
              <a:off x="2941" y="421"/>
              <a:ext cx="21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3" name="Oval 52">
              <a:extLst>
                <a:ext uri="{FF2B5EF4-FFF2-40B4-BE49-F238E27FC236}">
                  <a16:creationId xmlns:a16="http://schemas.microsoft.com/office/drawing/2014/main" id="{A93B88F4-01A3-2841-8B49-3FD2A1B2EC3D}"/>
                </a:ext>
              </a:extLst>
            </p:cNvPr>
            <p:cNvSpPr>
              <a:spLocks noChangeArrowheads="1"/>
            </p:cNvSpPr>
            <p:nvPr/>
          </p:nvSpPr>
          <p:spPr bwMode="auto">
            <a:xfrm rot="-1860000">
              <a:off x="2984"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4" name="Freeform 53">
              <a:extLst>
                <a:ext uri="{FF2B5EF4-FFF2-40B4-BE49-F238E27FC236}">
                  <a16:creationId xmlns:a16="http://schemas.microsoft.com/office/drawing/2014/main" id="{C7C7D07F-42E0-7B42-AE3D-A324ED36AC3C}"/>
                </a:ext>
              </a:extLst>
            </p:cNvPr>
            <p:cNvSpPr>
              <a:spLocks/>
            </p:cNvSpPr>
            <p:nvPr/>
          </p:nvSpPr>
          <p:spPr bwMode="auto">
            <a:xfrm>
              <a:off x="3050" y="291"/>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15" name="Freeform 54">
              <a:extLst>
                <a:ext uri="{FF2B5EF4-FFF2-40B4-BE49-F238E27FC236}">
                  <a16:creationId xmlns:a16="http://schemas.microsoft.com/office/drawing/2014/main" id="{D68B140E-5543-2246-A130-D1B4EA09326C}"/>
                </a:ext>
              </a:extLst>
            </p:cNvPr>
            <p:cNvSpPr>
              <a:spLocks/>
            </p:cNvSpPr>
            <p:nvPr/>
          </p:nvSpPr>
          <p:spPr bwMode="auto">
            <a:xfrm>
              <a:off x="3190" y="260"/>
              <a:ext cx="120" cy="129"/>
            </a:xfrm>
            <a:custGeom>
              <a:avLst/>
              <a:gdLst>
                <a:gd name="T0" fmla="*/ 5 w 117"/>
                <a:gd name="T1" fmla="*/ 86 h 118"/>
                <a:gd name="T2" fmla="*/ 0 w 117"/>
                <a:gd name="T3" fmla="*/ 67 h 118"/>
                <a:gd name="T4" fmla="*/ 0 w 117"/>
                <a:gd name="T5" fmla="*/ 47 h 118"/>
                <a:gd name="T6" fmla="*/ 16 w 117"/>
                <a:gd name="T7" fmla="*/ 33 h 118"/>
                <a:gd name="T8" fmla="*/ 35 w 117"/>
                <a:gd name="T9" fmla="*/ 19 h 118"/>
                <a:gd name="T10" fmla="*/ 50 w 117"/>
                <a:gd name="T11" fmla="*/ 0 h 118"/>
                <a:gd name="T12" fmla="*/ 69 w 117"/>
                <a:gd name="T13" fmla="*/ 0 h 118"/>
                <a:gd name="T14" fmla="*/ 85 w 117"/>
                <a:gd name="T15" fmla="*/ 0 h 118"/>
                <a:gd name="T16" fmla="*/ 90 w 117"/>
                <a:gd name="T17" fmla="*/ 19 h 118"/>
                <a:gd name="T18" fmla="*/ 102 w 117"/>
                <a:gd name="T19" fmla="*/ 40 h 118"/>
                <a:gd name="T20" fmla="*/ 114 w 117"/>
                <a:gd name="T21" fmla="*/ 60 h 118"/>
                <a:gd name="T22" fmla="*/ 120 w 117"/>
                <a:gd name="T23" fmla="*/ 80 h 118"/>
                <a:gd name="T24" fmla="*/ 125 w 117"/>
                <a:gd name="T25" fmla="*/ 99 h 118"/>
                <a:gd name="T26" fmla="*/ 125 w 117"/>
                <a:gd name="T27" fmla="*/ 120 h 118"/>
                <a:gd name="T28" fmla="*/ 125 w 117"/>
                <a:gd name="T29" fmla="*/ 140 h 118"/>
                <a:gd name="T30" fmla="*/ 109 w 117"/>
                <a:gd name="T31" fmla="*/ 153 h 118"/>
                <a:gd name="T32" fmla="*/ 90 w 117"/>
                <a:gd name="T33" fmla="*/ 153 h 118"/>
                <a:gd name="T34" fmla="*/ 75 w 117"/>
                <a:gd name="T35" fmla="*/ 153 h 118"/>
                <a:gd name="T36" fmla="*/ 56 w 117"/>
                <a:gd name="T37" fmla="*/ 153 h 118"/>
                <a:gd name="T38" fmla="*/ 40 w 117"/>
                <a:gd name="T39" fmla="*/ 145 h 118"/>
                <a:gd name="T40" fmla="*/ 24 w 117"/>
                <a:gd name="T41" fmla="*/ 133 h 118"/>
                <a:gd name="T42" fmla="*/ 11 w 117"/>
                <a:gd name="T43" fmla="*/ 113 h 118"/>
                <a:gd name="T44" fmla="*/ 5 w 117"/>
                <a:gd name="T45" fmla="*/ 93 h 118"/>
                <a:gd name="T46" fmla="*/ 5 w 117"/>
                <a:gd name="T47" fmla="*/ 8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16" name="Freeform 55">
              <a:extLst>
                <a:ext uri="{FF2B5EF4-FFF2-40B4-BE49-F238E27FC236}">
                  <a16:creationId xmlns:a16="http://schemas.microsoft.com/office/drawing/2014/main" id="{63251CDB-0280-534D-83CD-B858DBBFE825}"/>
                </a:ext>
              </a:extLst>
            </p:cNvPr>
            <p:cNvSpPr>
              <a:spLocks/>
            </p:cNvSpPr>
            <p:nvPr/>
          </p:nvSpPr>
          <p:spPr bwMode="auto">
            <a:xfrm>
              <a:off x="3465" y="238"/>
              <a:ext cx="85" cy="88"/>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9 h 87"/>
                <a:gd name="T12" fmla="*/ 90 w 82"/>
                <a:gd name="T13" fmla="*/ 64 h 87"/>
                <a:gd name="T14" fmla="*/ 90 w 82"/>
                <a:gd name="T15" fmla="*/ 79 h 87"/>
                <a:gd name="T16" fmla="*/ 72 w 82"/>
                <a:gd name="T17" fmla="*/ 89 h 87"/>
                <a:gd name="T18" fmla="*/ 55 w 82"/>
                <a:gd name="T19" fmla="*/ 89 h 87"/>
                <a:gd name="T20" fmla="*/ 30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7" name="Group 56">
            <a:extLst>
              <a:ext uri="{FF2B5EF4-FFF2-40B4-BE49-F238E27FC236}">
                <a16:creationId xmlns:a16="http://schemas.microsoft.com/office/drawing/2014/main" id="{DA882521-6EEE-3D45-997F-F16FA542B864}"/>
              </a:ext>
            </a:extLst>
          </p:cNvPr>
          <p:cNvGrpSpPr>
            <a:grpSpLocks/>
          </p:cNvGrpSpPr>
          <p:nvPr/>
        </p:nvGrpSpPr>
        <p:grpSpPr bwMode="auto">
          <a:xfrm rot="21151335">
            <a:off x="4379119" y="2284810"/>
            <a:ext cx="541735" cy="364331"/>
            <a:chOff x="2949" y="196"/>
            <a:chExt cx="941" cy="598"/>
          </a:xfrm>
        </p:grpSpPr>
        <p:sp>
          <p:nvSpPr>
            <p:cNvPr id="58395" name="Oval 57">
              <a:extLst>
                <a:ext uri="{FF2B5EF4-FFF2-40B4-BE49-F238E27FC236}">
                  <a16:creationId xmlns:a16="http://schemas.microsoft.com/office/drawing/2014/main" id="{7237A19B-21B6-6F42-B7E5-30FF4FEC89D3}"/>
                </a:ext>
              </a:extLst>
            </p:cNvPr>
            <p:cNvSpPr>
              <a:spLocks noChangeArrowheads="1"/>
            </p:cNvSpPr>
            <p:nvPr/>
          </p:nvSpPr>
          <p:spPr bwMode="auto">
            <a:xfrm>
              <a:off x="3162" y="183"/>
              <a:ext cx="403"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6" name="Oval 58">
              <a:extLst>
                <a:ext uri="{FF2B5EF4-FFF2-40B4-BE49-F238E27FC236}">
                  <a16:creationId xmlns:a16="http://schemas.microsoft.com/office/drawing/2014/main" id="{9E3E8940-89F3-9645-9B6B-EBB3C940F713}"/>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7" name="Oval 59">
              <a:extLst>
                <a:ext uri="{FF2B5EF4-FFF2-40B4-BE49-F238E27FC236}">
                  <a16:creationId xmlns:a16="http://schemas.microsoft.com/office/drawing/2014/main" id="{CCDABCC6-59CA-B14F-9BC5-BC34E7C60AE9}"/>
                </a:ext>
              </a:extLst>
            </p:cNvPr>
            <p:cNvSpPr>
              <a:spLocks noChangeArrowheads="1"/>
            </p:cNvSpPr>
            <p:nvPr/>
          </p:nvSpPr>
          <p:spPr bwMode="auto">
            <a:xfrm rot="1500000">
              <a:off x="3648" y="385"/>
              <a:ext cx="242" cy="14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8" name="Oval 60">
              <a:extLst>
                <a:ext uri="{FF2B5EF4-FFF2-40B4-BE49-F238E27FC236}">
                  <a16:creationId xmlns:a16="http://schemas.microsoft.com/office/drawing/2014/main" id="{ECC2B1D7-7A72-944B-BE29-90347C973369}"/>
                </a:ext>
              </a:extLst>
            </p:cNvPr>
            <p:cNvSpPr>
              <a:spLocks noChangeArrowheads="1"/>
            </p:cNvSpPr>
            <p:nvPr/>
          </p:nvSpPr>
          <p:spPr bwMode="auto">
            <a:xfrm rot="-1560000">
              <a:off x="3566" y="520"/>
              <a:ext cx="292" cy="19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9" name="Oval 61">
              <a:extLst>
                <a:ext uri="{FF2B5EF4-FFF2-40B4-BE49-F238E27FC236}">
                  <a16:creationId xmlns:a16="http://schemas.microsoft.com/office/drawing/2014/main" id="{4AAC28D8-03C7-3544-8648-EAA85A59A779}"/>
                </a:ext>
              </a:extLst>
            </p:cNvPr>
            <p:cNvSpPr>
              <a:spLocks noChangeArrowheads="1"/>
            </p:cNvSpPr>
            <p:nvPr/>
          </p:nvSpPr>
          <p:spPr bwMode="auto">
            <a:xfrm>
              <a:off x="3210" y="545"/>
              <a:ext cx="472" cy="23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0" name="Oval 62">
              <a:extLst>
                <a:ext uri="{FF2B5EF4-FFF2-40B4-BE49-F238E27FC236}">
                  <a16:creationId xmlns:a16="http://schemas.microsoft.com/office/drawing/2014/main" id="{AFA32901-3DB9-0443-BD8F-C0C723E26FF1}"/>
                </a:ext>
              </a:extLst>
            </p:cNvPr>
            <p:cNvSpPr>
              <a:spLocks noChangeArrowheads="1"/>
            </p:cNvSpPr>
            <p:nvPr/>
          </p:nvSpPr>
          <p:spPr bwMode="auto">
            <a:xfrm rot="1080000">
              <a:off x="3023" y="556"/>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1" name="Oval 63">
              <a:extLst>
                <a:ext uri="{FF2B5EF4-FFF2-40B4-BE49-F238E27FC236}">
                  <a16:creationId xmlns:a16="http://schemas.microsoft.com/office/drawing/2014/main" id="{374B0DD9-47AF-9F4D-9842-BAA1CB4B44C6}"/>
                </a:ext>
              </a:extLst>
            </p:cNvPr>
            <p:cNvSpPr>
              <a:spLocks noChangeArrowheads="1"/>
            </p:cNvSpPr>
            <p:nvPr/>
          </p:nvSpPr>
          <p:spPr bwMode="auto">
            <a:xfrm>
              <a:off x="2943" y="420"/>
              <a:ext cx="213"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2" name="Oval 64">
              <a:extLst>
                <a:ext uri="{FF2B5EF4-FFF2-40B4-BE49-F238E27FC236}">
                  <a16:creationId xmlns:a16="http://schemas.microsoft.com/office/drawing/2014/main" id="{0660486D-F1A5-FE49-A160-823A6B37EEE2}"/>
                </a:ext>
              </a:extLst>
            </p:cNvPr>
            <p:cNvSpPr>
              <a:spLocks noChangeArrowheads="1"/>
            </p:cNvSpPr>
            <p:nvPr/>
          </p:nvSpPr>
          <p:spPr bwMode="auto">
            <a:xfrm rot="-1860000">
              <a:off x="2980" y="294"/>
              <a:ext cx="298"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3" name="Freeform 65">
              <a:extLst>
                <a:ext uri="{FF2B5EF4-FFF2-40B4-BE49-F238E27FC236}">
                  <a16:creationId xmlns:a16="http://schemas.microsoft.com/office/drawing/2014/main" id="{256529CB-C27B-754E-8452-C9EFF0E1C444}"/>
                </a:ext>
              </a:extLst>
            </p:cNvPr>
            <p:cNvSpPr>
              <a:spLocks/>
            </p:cNvSpPr>
            <p:nvPr/>
          </p:nvSpPr>
          <p:spPr bwMode="auto">
            <a:xfrm>
              <a:off x="3050" y="292"/>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3 h 407"/>
                <a:gd name="T54" fmla="*/ 726 w 738"/>
                <a:gd name="T55" fmla="*/ 254 h 407"/>
                <a:gd name="T56" fmla="*/ 737 w 738"/>
                <a:gd name="T57" fmla="*/ 285 h 407"/>
                <a:gd name="T58" fmla="*/ 737 w 738"/>
                <a:gd name="T59" fmla="*/ 316 h 407"/>
                <a:gd name="T60" fmla="*/ 715 w 738"/>
                <a:gd name="T61" fmla="*/ 346 h 407"/>
                <a:gd name="T62" fmla="*/ 678 w 738"/>
                <a:gd name="T63" fmla="*/ 362 h 407"/>
                <a:gd name="T64" fmla="*/ 646 w 738"/>
                <a:gd name="T65" fmla="*/ 377 h 407"/>
                <a:gd name="T66" fmla="*/ 613 w 738"/>
                <a:gd name="T67" fmla="*/ 393 h 407"/>
                <a:gd name="T68" fmla="*/ 581 w 738"/>
                <a:gd name="T69" fmla="*/ 398 h 407"/>
                <a:gd name="T70" fmla="*/ 538 w 738"/>
                <a:gd name="T71" fmla="*/ 403 h 407"/>
                <a:gd name="T72" fmla="*/ 500 w 738"/>
                <a:gd name="T73" fmla="*/ 403 h 407"/>
                <a:gd name="T74" fmla="*/ 468 w 738"/>
                <a:gd name="T75" fmla="*/ 403 h 407"/>
                <a:gd name="T76" fmla="*/ 436 w 738"/>
                <a:gd name="T77" fmla="*/ 403 h 407"/>
                <a:gd name="T78" fmla="*/ 403 w 738"/>
                <a:gd name="T79" fmla="*/ 403 h 407"/>
                <a:gd name="T80" fmla="*/ 371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04" name="Freeform 66">
              <a:extLst>
                <a:ext uri="{FF2B5EF4-FFF2-40B4-BE49-F238E27FC236}">
                  <a16:creationId xmlns:a16="http://schemas.microsoft.com/office/drawing/2014/main" id="{433C2910-87DF-9B48-8EBC-C909193B1687}"/>
                </a:ext>
              </a:extLst>
            </p:cNvPr>
            <p:cNvSpPr>
              <a:spLocks/>
            </p:cNvSpPr>
            <p:nvPr/>
          </p:nvSpPr>
          <p:spPr bwMode="auto">
            <a:xfrm>
              <a:off x="3190" y="268"/>
              <a:ext cx="120" cy="117"/>
            </a:xfrm>
            <a:custGeom>
              <a:avLst/>
              <a:gdLst>
                <a:gd name="T0" fmla="*/ 5 w 117"/>
                <a:gd name="T1" fmla="*/ 63 h 118"/>
                <a:gd name="T2" fmla="*/ 0 w 117"/>
                <a:gd name="T3" fmla="*/ 51 h 118"/>
                <a:gd name="T4" fmla="*/ 0 w 117"/>
                <a:gd name="T5" fmla="*/ 36 h 118"/>
                <a:gd name="T6" fmla="*/ 16 w 117"/>
                <a:gd name="T7" fmla="*/ 25 h 118"/>
                <a:gd name="T8" fmla="*/ 35 w 117"/>
                <a:gd name="T9" fmla="*/ 15 h 118"/>
                <a:gd name="T10" fmla="*/ 50 w 117"/>
                <a:gd name="T11" fmla="*/ 0 h 118"/>
                <a:gd name="T12" fmla="*/ 69 w 117"/>
                <a:gd name="T13" fmla="*/ 0 h 118"/>
                <a:gd name="T14" fmla="*/ 85 w 117"/>
                <a:gd name="T15" fmla="*/ 0 h 118"/>
                <a:gd name="T16" fmla="*/ 90 w 117"/>
                <a:gd name="T17" fmla="*/ 15 h 118"/>
                <a:gd name="T18" fmla="*/ 102 w 117"/>
                <a:gd name="T19" fmla="*/ 31 h 118"/>
                <a:gd name="T20" fmla="*/ 114 w 117"/>
                <a:gd name="T21" fmla="*/ 46 h 118"/>
                <a:gd name="T22" fmla="*/ 120 w 117"/>
                <a:gd name="T23" fmla="*/ 59 h 118"/>
                <a:gd name="T24" fmla="*/ 125 w 117"/>
                <a:gd name="T25" fmla="*/ 73 h 118"/>
                <a:gd name="T26" fmla="*/ 125 w 117"/>
                <a:gd name="T27" fmla="*/ 89 h 118"/>
                <a:gd name="T28" fmla="*/ 125 w 117"/>
                <a:gd name="T29" fmla="*/ 104 h 118"/>
                <a:gd name="T30" fmla="*/ 109 w 117"/>
                <a:gd name="T31" fmla="*/ 114 h 118"/>
                <a:gd name="T32" fmla="*/ 90 w 117"/>
                <a:gd name="T33" fmla="*/ 114 h 118"/>
                <a:gd name="T34" fmla="*/ 75 w 117"/>
                <a:gd name="T35" fmla="*/ 114 h 118"/>
                <a:gd name="T36" fmla="*/ 56 w 117"/>
                <a:gd name="T37" fmla="*/ 114 h 118"/>
                <a:gd name="T38" fmla="*/ 40 w 117"/>
                <a:gd name="T39" fmla="*/ 109 h 118"/>
                <a:gd name="T40" fmla="*/ 24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05" name="Freeform 67">
              <a:extLst>
                <a:ext uri="{FF2B5EF4-FFF2-40B4-BE49-F238E27FC236}">
                  <a16:creationId xmlns:a16="http://schemas.microsoft.com/office/drawing/2014/main" id="{6C18D9A2-7D5C-E94A-8115-507075B8D745}"/>
                </a:ext>
              </a:extLst>
            </p:cNvPr>
            <p:cNvSpPr>
              <a:spLocks/>
            </p:cNvSpPr>
            <p:nvPr/>
          </p:nvSpPr>
          <p:spPr bwMode="auto">
            <a:xfrm>
              <a:off x="3466" y="229"/>
              <a:ext cx="85" cy="98"/>
            </a:xfrm>
            <a:custGeom>
              <a:avLst/>
              <a:gdLst>
                <a:gd name="T0" fmla="*/ 0 w 82"/>
                <a:gd name="T1" fmla="*/ 0 h 87"/>
                <a:gd name="T2" fmla="*/ 19 w 82"/>
                <a:gd name="T3" fmla="*/ 14 h 87"/>
                <a:gd name="T4" fmla="*/ 35 w 82"/>
                <a:gd name="T5" fmla="*/ 29 h 87"/>
                <a:gd name="T6" fmla="*/ 55 w 82"/>
                <a:gd name="T7" fmla="*/ 29 h 87"/>
                <a:gd name="T8" fmla="*/ 72 w 82"/>
                <a:gd name="T9" fmla="*/ 43 h 87"/>
                <a:gd name="T10" fmla="*/ 85 w 82"/>
                <a:gd name="T11" fmla="*/ 66 h 87"/>
                <a:gd name="T12" fmla="*/ 90 w 82"/>
                <a:gd name="T13" fmla="*/ 88 h 87"/>
                <a:gd name="T14" fmla="*/ 90 w 82"/>
                <a:gd name="T15" fmla="*/ 109 h 87"/>
                <a:gd name="T16" fmla="*/ 72 w 82"/>
                <a:gd name="T17" fmla="*/ 123 h 87"/>
                <a:gd name="T18" fmla="*/ 55 w 82"/>
                <a:gd name="T19" fmla="*/ 123 h 87"/>
                <a:gd name="T20" fmla="*/ 30 w 82"/>
                <a:gd name="T21" fmla="*/ 116 h 87"/>
                <a:gd name="T22" fmla="*/ 11 w 82"/>
                <a:gd name="T23" fmla="*/ 101 h 87"/>
                <a:gd name="T24" fmla="*/ 5 w 82"/>
                <a:gd name="T25" fmla="*/ 80 h 87"/>
                <a:gd name="T26" fmla="*/ 0 w 82"/>
                <a:gd name="T27" fmla="*/ 57 h 87"/>
                <a:gd name="T28" fmla="*/ 0 w 82"/>
                <a:gd name="T29" fmla="*/ 36 h 87"/>
                <a:gd name="T30" fmla="*/ 11 w 82"/>
                <a:gd name="T31" fmla="*/ 14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58378" name="Picture 68">
            <a:extLst>
              <a:ext uri="{FF2B5EF4-FFF2-40B4-BE49-F238E27FC236}">
                <a16:creationId xmlns:a16="http://schemas.microsoft.com/office/drawing/2014/main" id="{E80C297A-47C1-B547-BBC3-2821C7013E8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4213" y="3134916"/>
            <a:ext cx="370285"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9" name="Picture 69">
            <a:extLst>
              <a:ext uri="{FF2B5EF4-FFF2-40B4-BE49-F238E27FC236}">
                <a16:creationId xmlns:a16="http://schemas.microsoft.com/office/drawing/2014/main" id="{84FCCF30-9C2E-BF40-B7F3-6B3C3061762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1291" y="3376613"/>
            <a:ext cx="370284"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0" name="Picture 70">
            <a:extLst>
              <a:ext uri="{FF2B5EF4-FFF2-40B4-BE49-F238E27FC236}">
                <a16:creationId xmlns:a16="http://schemas.microsoft.com/office/drawing/2014/main" id="{92E42C98-9637-814E-A8D8-5802270B508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5260" y="3115866"/>
            <a:ext cx="370284"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1" name="Picture 71">
            <a:extLst>
              <a:ext uri="{FF2B5EF4-FFF2-40B4-BE49-F238E27FC236}">
                <a16:creationId xmlns:a16="http://schemas.microsoft.com/office/drawing/2014/main" id="{4960295B-C25F-CD42-B7E8-D822AADD5C3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4469" y="2388394"/>
            <a:ext cx="370285"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2" name="Picture 72">
            <a:extLst>
              <a:ext uri="{FF2B5EF4-FFF2-40B4-BE49-F238E27FC236}">
                <a16:creationId xmlns:a16="http://schemas.microsoft.com/office/drawing/2014/main" id="{AA549361-B58A-3E47-9C42-B08FBBDDEB8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7210" y="3558779"/>
            <a:ext cx="350044" cy="34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3" name="Picture 73">
            <a:extLst>
              <a:ext uri="{FF2B5EF4-FFF2-40B4-BE49-F238E27FC236}">
                <a16:creationId xmlns:a16="http://schemas.microsoft.com/office/drawing/2014/main" id="{B9085B50-655D-6047-A73D-9C9EA78FCD1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8729" y="2724150"/>
            <a:ext cx="351234"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4" name="Picture 74">
            <a:extLst>
              <a:ext uri="{FF2B5EF4-FFF2-40B4-BE49-F238E27FC236}">
                <a16:creationId xmlns:a16="http://schemas.microsoft.com/office/drawing/2014/main" id="{CECCABFE-4B2B-EB42-A665-F4EA4F2014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735" y="1860948"/>
            <a:ext cx="351234" cy="34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5" name="Picture 75">
            <a:extLst>
              <a:ext uri="{FF2B5EF4-FFF2-40B4-BE49-F238E27FC236}">
                <a16:creationId xmlns:a16="http://schemas.microsoft.com/office/drawing/2014/main" id="{72B1B238-55A9-6144-9553-EF3A17B96E7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9329" y="3938587"/>
            <a:ext cx="350044"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6" name="Picture 76">
            <a:extLst>
              <a:ext uri="{FF2B5EF4-FFF2-40B4-BE49-F238E27FC236}">
                <a16:creationId xmlns:a16="http://schemas.microsoft.com/office/drawing/2014/main" id="{25A9D809-D10C-B14D-ABB0-65865919958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0560" y="3498057"/>
            <a:ext cx="351234" cy="35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7" name="Picture 77">
            <a:extLst>
              <a:ext uri="{FF2B5EF4-FFF2-40B4-BE49-F238E27FC236}">
                <a16:creationId xmlns:a16="http://schemas.microsoft.com/office/drawing/2014/main" id="{F251B57C-EB0B-114A-8BEE-BA8254EF95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8313" y="2603898"/>
            <a:ext cx="350044" cy="34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88" name="Text Box 78">
            <a:extLst>
              <a:ext uri="{FF2B5EF4-FFF2-40B4-BE49-F238E27FC236}">
                <a16:creationId xmlns:a16="http://schemas.microsoft.com/office/drawing/2014/main" id="{2232E59C-5AC6-BA49-B81A-6184426E24A4}"/>
              </a:ext>
            </a:extLst>
          </p:cNvPr>
          <p:cNvSpPr txBox="1">
            <a:spLocks noChangeArrowheads="1"/>
          </p:cNvSpPr>
          <p:nvPr/>
        </p:nvSpPr>
        <p:spPr bwMode="auto">
          <a:xfrm>
            <a:off x="3762375" y="2769394"/>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因特网的核心部分</a:t>
            </a:r>
          </a:p>
        </p:txBody>
      </p:sp>
      <p:sp>
        <p:nvSpPr>
          <p:cNvPr id="58389" name="Text Box 79">
            <a:extLst>
              <a:ext uri="{FF2B5EF4-FFF2-40B4-BE49-F238E27FC236}">
                <a16:creationId xmlns:a16="http://schemas.microsoft.com/office/drawing/2014/main" id="{079B9DC8-F86D-994C-9C02-A35137195214}"/>
              </a:ext>
            </a:extLst>
          </p:cNvPr>
          <p:cNvSpPr txBox="1">
            <a:spLocks noChangeArrowheads="1"/>
          </p:cNvSpPr>
          <p:nvPr/>
        </p:nvSpPr>
        <p:spPr bwMode="auto">
          <a:xfrm>
            <a:off x="3600450" y="1539479"/>
            <a:ext cx="2031325" cy="369332"/>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因特网的边缘部分</a:t>
            </a:r>
          </a:p>
        </p:txBody>
      </p:sp>
      <p:sp>
        <p:nvSpPr>
          <p:cNvPr id="58390" name="Text Box 80">
            <a:extLst>
              <a:ext uri="{FF2B5EF4-FFF2-40B4-BE49-F238E27FC236}">
                <a16:creationId xmlns:a16="http://schemas.microsoft.com/office/drawing/2014/main" id="{EE684A9D-B783-9A4E-8B0E-B961DB4CF4E4}"/>
              </a:ext>
            </a:extLst>
          </p:cNvPr>
          <p:cNvSpPr txBox="1">
            <a:spLocks noChangeArrowheads="1"/>
          </p:cNvSpPr>
          <p:nvPr/>
        </p:nvSpPr>
        <p:spPr bwMode="auto">
          <a:xfrm>
            <a:off x="2570560" y="1841897"/>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主机</a:t>
            </a:r>
          </a:p>
        </p:txBody>
      </p:sp>
      <p:sp>
        <p:nvSpPr>
          <p:cNvPr id="58391" name="Text Box 81">
            <a:extLst>
              <a:ext uri="{FF2B5EF4-FFF2-40B4-BE49-F238E27FC236}">
                <a16:creationId xmlns:a16="http://schemas.microsoft.com/office/drawing/2014/main" id="{19D30885-9F9D-CB44-BDDD-F862D0D0482A}"/>
              </a:ext>
            </a:extLst>
          </p:cNvPr>
          <p:cNvSpPr txBox="1">
            <a:spLocks noChangeArrowheads="1"/>
          </p:cNvSpPr>
          <p:nvPr/>
        </p:nvSpPr>
        <p:spPr bwMode="auto">
          <a:xfrm>
            <a:off x="2751535" y="24098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网络</a:t>
            </a:r>
          </a:p>
        </p:txBody>
      </p:sp>
      <p:sp>
        <p:nvSpPr>
          <p:cNvPr id="58392" name="Text Box 82">
            <a:extLst>
              <a:ext uri="{FF2B5EF4-FFF2-40B4-BE49-F238E27FC236}">
                <a16:creationId xmlns:a16="http://schemas.microsoft.com/office/drawing/2014/main" id="{F7B2CB5C-015A-4149-880F-0A24B1C8AC28}"/>
              </a:ext>
            </a:extLst>
          </p:cNvPr>
          <p:cNvSpPr txBox="1">
            <a:spLocks noChangeArrowheads="1"/>
          </p:cNvSpPr>
          <p:nvPr/>
        </p:nvSpPr>
        <p:spPr bwMode="auto">
          <a:xfrm>
            <a:off x="3355182" y="2145506"/>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路由器</a:t>
            </a:r>
          </a:p>
        </p:txBody>
      </p:sp>
      <p:sp>
        <p:nvSpPr>
          <p:cNvPr id="58393" name="Text Box 84">
            <a:extLst>
              <a:ext uri="{FF2B5EF4-FFF2-40B4-BE49-F238E27FC236}">
                <a16:creationId xmlns:a16="http://schemas.microsoft.com/office/drawing/2014/main" id="{BD83F1AF-674B-9D41-A7E3-B8F0913A3709}"/>
              </a:ext>
            </a:extLst>
          </p:cNvPr>
          <p:cNvSpPr txBox="1">
            <a:spLocks noChangeArrowheads="1"/>
          </p:cNvSpPr>
          <p:nvPr/>
        </p:nvSpPr>
        <p:spPr bwMode="auto">
          <a:xfrm>
            <a:off x="2195512" y="342901"/>
            <a:ext cx="468589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700">
                <a:latin typeface="微软雅黑" panose="020B0503020204020204" pitchFamily="34" charset="-122"/>
                <a:ea typeface="宋体" panose="02010600030101010101" pitchFamily="2" charset="-122"/>
              </a:rPr>
              <a:t>因特网的边缘部分与核心部分</a:t>
            </a:r>
          </a:p>
        </p:txBody>
      </p:sp>
      <p:sp>
        <p:nvSpPr>
          <p:cNvPr id="58394" name="幻灯片编号占位符 2">
            <a:extLst>
              <a:ext uri="{FF2B5EF4-FFF2-40B4-BE49-F238E27FC236}">
                <a16:creationId xmlns:a16="http://schemas.microsoft.com/office/drawing/2014/main" id="{3E877E65-E214-F842-BFB5-8B668F05FFE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8457F25-E6BC-EA4D-AAA8-F9E25A5F5AC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2501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E3D6C13-6059-EC47-81F9-FF82C8DA0910}"/>
              </a:ext>
            </a:extLst>
          </p:cNvPr>
          <p:cNvSpPr>
            <a:spLocks noGrp="1" noChangeArrowheads="1"/>
          </p:cNvSpPr>
          <p:nvPr>
            <p:ph type="title"/>
          </p:nvPr>
        </p:nvSpPr>
        <p:spPr>
          <a:xfrm>
            <a:off x="185057" y="160735"/>
            <a:ext cx="8305800" cy="612151"/>
          </a:xfrm>
        </p:spPr>
        <p:txBody>
          <a:bodyPr/>
          <a:lstStyle/>
          <a:p>
            <a:pPr eaLnBrk="1" hangingPunct="1"/>
            <a:r>
              <a:rPr lang="en-US" altLang="zh-CN" dirty="0">
                <a:latin typeface="Times New Roman" panose="02020603050405020304" pitchFamily="18" charset="0"/>
                <a:ea typeface="宋体" panose="02010600030101010101" pitchFamily="2" charset="-122"/>
              </a:rPr>
              <a:t>1.3.1  </a:t>
            </a:r>
            <a:r>
              <a:rPr lang="zh-CN" altLang="en-US" dirty="0">
                <a:latin typeface="Times New Roman" panose="02020603050405020304" pitchFamily="18" charset="0"/>
                <a:ea typeface="宋体" panose="02010600030101010101" pitchFamily="2" charset="-122"/>
              </a:rPr>
              <a:t>因特网的边缘部分</a:t>
            </a:r>
          </a:p>
        </p:txBody>
      </p:sp>
      <p:sp>
        <p:nvSpPr>
          <p:cNvPr id="60418" name="Rectangle 3">
            <a:extLst>
              <a:ext uri="{FF2B5EF4-FFF2-40B4-BE49-F238E27FC236}">
                <a16:creationId xmlns:a16="http://schemas.microsoft.com/office/drawing/2014/main" id="{67193778-3FFF-664A-8B99-1E3677DA33CC}"/>
              </a:ext>
            </a:extLst>
          </p:cNvPr>
          <p:cNvSpPr>
            <a:spLocks noGrp="1" noChangeArrowheads="1"/>
          </p:cNvSpPr>
          <p:nvPr>
            <p:ph type="body" idx="1"/>
          </p:nvPr>
        </p:nvSpPr>
        <p:spPr>
          <a:xfrm>
            <a:off x="185057" y="1113235"/>
            <a:ext cx="8719457" cy="3673078"/>
          </a:xfrm>
        </p:spPr>
        <p:txBody>
          <a:bodyPr/>
          <a:lstStyle/>
          <a:p>
            <a:pPr eaLnBrk="1" hangingPunct="1"/>
            <a:r>
              <a:rPr lang="zh-CN" altLang="en-US" dirty="0">
                <a:latin typeface="Times New Roman" panose="02020603050405020304" pitchFamily="18" charset="0"/>
                <a:ea typeface="宋体" panose="02010600030101010101" pitchFamily="2" charset="-122"/>
              </a:rPr>
              <a:t>处在因特网边缘的部分就是连接在因特网上的所有的主机。这些主机又称为</a:t>
            </a:r>
            <a:r>
              <a:rPr lang="zh-CN" altLang="en-US" dirty="0">
                <a:solidFill>
                  <a:srgbClr val="CC0000"/>
                </a:solidFill>
                <a:latin typeface="Times New Roman" panose="02020603050405020304" pitchFamily="18" charset="0"/>
                <a:ea typeface="宋体" panose="02010600030101010101" pitchFamily="2" charset="-122"/>
              </a:rPr>
              <a:t>端系统</a:t>
            </a:r>
            <a:r>
              <a:rPr lang="en-US" altLang="zh-CN" dirty="0">
                <a:latin typeface="Times New Roman" panose="02020603050405020304" pitchFamily="18" charset="0"/>
                <a:ea typeface="宋体" panose="02010600030101010101" pitchFamily="2" charset="-122"/>
              </a:rPr>
              <a:t>(end system)</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 “主机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和主机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进行通信”，实际上是指：“运行在主机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上的某个程序和运行在主机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上的另一个程序进行通信”。</a:t>
            </a:r>
          </a:p>
          <a:p>
            <a:pPr eaLnBrk="1" hangingPunct="1"/>
            <a:r>
              <a:rPr lang="zh-CN" altLang="en-US" dirty="0">
                <a:latin typeface="Times New Roman" panose="02020603050405020304" pitchFamily="18" charset="0"/>
                <a:ea typeface="宋体" panose="02010600030101010101" pitchFamily="2" charset="-122"/>
              </a:rPr>
              <a:t>即“主机 </a:t>
            </a:r>
            <a:r>
              <a:rPr lang="en-US" altLang="zh-CN" b="1"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的某个进程和主机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上的另一个进程进行通信”。或简称为“计算机之间通信” </a:t>
            </a:r>
          </a:p>
        </p:txBody>
      </p:sp>
      <p:sp>
        <p:nvSpPr>
          <p:cNvPr id="60419" name="幻灯片编号占位符 1">
            <a:extLst>
              <a:ext uri="{FF2B5EF4-FFF2-40B4-BE49-F238E27FC236}">
                <a16:creationId xmlns:a16="http://schemas.microsoft.com/office/drawing/2014/main" id="{2687CE75-0D59-E244-B97E-BB1C50D2CAF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AFAC36E-7083-5543-912B-25621AE0CFE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43847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F802ED84-6EA0-8743-AD3E-598953285628}"/>
              </a:ext>
            </a:extLst>
          </p:cNvPr>
          <p:cNvSpPr>
            <a:spLocks noGrp="1" noChangeArrowheads="1"/>
          </p:cNvSpPr>
          <p:nvPr>
            <p:ph type="title"/>
          </p:nvPr>
        </p:nvSpPr>
        <p:spPr>
          <a:xfrm>
            <a:off x="228600" y="160735"/>
            <a:ext cx="6557963" cy="612151"/>
          </a:xfrm>
        </p:spPr>
        <p:txBody>
          <a:bodyPr/>
          <a:lstStyle/>
          <a:p>
            <a:pPr eaLnBrk="1" hangingPunct="1"/>
            <a:r>
              <a:rPr lang="zh-CN" altLang="en-US" dirty="0">
                <a:latin typeface="Times New Roman" panose="02020603050405020304" pitchFamily="18" charset="0"/>
                <a:ea typeface="宋体" panose="02010600030101010101" pitchFamily="2" charset="-122"/>
              </a:rPr>
              <a:t>两种通信方式</a:t>
            </a:r>
          </a:p>
        </p:txBody>
      </p:sp>
      <p:sp>
        <p:nvSpPr>
          <p:cNvPr id="62466" name="Rectangle 3">
            <a:extLst>
              <a:ext uri="{FF2B5EF4-FFF2-40B4-BE49-F238E27FC236}">
                <a16:creationId xmlns:a16="http://schemas.microsoft.com/office/drawing/2014/main" id="{50A09364-5A5F-F240-B8C4-338AFAA7A7CB}"/>
              </a:ext>
            </a:extLst>
          </p:cNvPr>
          <p:cNvSpPr>
            <a:spLocks noGrp="1" noChangeArrowheads="1"/>
          </p:cNvSpPr>
          <p:nvPr>
            <p:ph type="body" idx="1"/>
          </p:nvPr>
        </p:nvSpPr>
        <p:spPr/>
        <p:txBody>
          <a:bodyPr/>
          <a:lstStyle/>
          <a:p>
            <a:pPr marL="9525" indent="-9525" eaLnBrk="1" hangingPunct="1">
              <a:buFont typeface="Wingdings" pitchFamily="2" charset="2"/>
              <a:buNone/>
            </a:pPr>
            <a:r>
              <a:rPr lang="zh-CN" altLang="en-US" dirty="0">
                <a:latin typeface="Times New Roman" panose="02020603050405020304" pitchFamily="18" charset="0"/>
                <a:ea typeface="宋体" panose="02010600030101010101" pitchFamily="2" charset="-122"/>
              </a:rPr>
              <a:t>在网络边缘的端系统中运行的程序之间的通信方式通常可划分为两大类：</a:t>
            </a:r>
          </a:p>
          <a:p>
            <a:pPr eaLnBrk="1" hangingPunct="1"/>
            <a:r>
              <a:rPr lang="zh-CN" altLang="en-US" dirty="0">
                <a:solidFill>
                  <a:srgbClr val="CC0000"/>
                </a:solidFill>
                <a:latin typeface="Times New Roman" panose="02020603050405020304" pitchFamily="18" charset="0"/>
                <a:ea typeface="宋体" panose="02010600030101010101" pitchFamily="2" charset="-122"/>
              </a:rPr>
              <a:t>客户</a:t>
            </a:r>
            <a:r>
              <a:rPr lang="zh-CN" altLang="en-US" dirty="0">
                <a:solidFill>
                  <a:srgbClr val="CC0000"/>
                </a:solidFill>
                <a:latin typeface="Times New Roman" panose="02020603050405020304" pitchFamily="18" charset="0"/>
                <a:ea typeface="宋体" panose="02010600030101010101" pitchFamily="2" charset="-122"/>
                <a:sym typeface="Symbol" pitchFamily="2" charset="2"/>
              </a:rPr>
              <a:t></a:t>
            </a:r>
            <a:r>
              <a:rPr lang="zh-CN" altLang="en-US" dirty="0">
                <a:solidFill>
                  <a:srgbClr val="CC0000"/>
                </a:solidFill>
                <a:latin typeface="Times New Roman" panose="02020603050405020304" pitchFamily="18" charset="0"/>
                <a:ea typeface="宋体" panose="02010600030101010101" pitchFamily="2" charset="-122"/>
              </a:rPr>
              <a:t>服务器方式</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C/S </a:t>
            </a:r>
            <a:r>
              <a:rPr lang="zh-CN" altLang="en-US" dirty="0">
                <a:latin typeface="Times New Roman" panose="02020603050405020304" pitchFamily="18" charset="0"/>
                <a:ea typeface="宋体" panose="02010600030101010101" pitchFamily="2" charset="-122"/>
              </a:rPr>
              <a:t>方式）</a:t>
            </a:r>
          </a:p>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   即</a:t>
            </a:r>
            <a:r>
              <a:rPr lang="en-US" altLang="zh-CN" dirty="0">
                <a:latin typeface="Times New Roman" panose="02020603050405020304" pitchFamily="18" charset="0"/>
                <a:ea typeface="宋体" panose="02010600030101010101" pitchFamily="2" charset="-122"/>
              </a:rPr>
              <a:t>Client/Server</a:t>
            </a:r>
            <a:r>
              <a:rPr lang="zh-CN" altLang="en-US" dirty="0">
                <a:latin typeface="Times New Roman" panose="02020603050405020304" pitchFamily="18" charset="0"/>
                <a:ea typeface="宋体" panose="02010600030101010101" pitchFamily="2" charset="-122"/>
              </a:rPr>
              <a:t>方式 </a:t>
            </a:r>
          </a:p>
          <a:p>
            <a:pPr eaLnBrk="1" hangingPunct="1"/>
            <a:r>
              <a:rPr lang="zh-CN" altLang="en-US" dirty="0">
                <a:solidFill>
                  <a:srgbClr val="CC0000"/>
                </a:solidFill>
                <a:latin typeface="Times New Roman" panose="02020603050405020304" pitchFamily="18" charset="0"/>
                <a:ea typeface="宋体" panose="02010600030101010101" pitchFamily="2" charset="-122"/>
              </a:rPr>
              <a:t>对等方式</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P2P </a:t>
            </a:r>
            <a:r>
              <a:rPr lang="zh-CN" altLang="en-US" dirty="0">
                <a:latin typeface="Times New Roman" panose="02020603050405020304" pitchFamily="18" charset="0"/>
                <a:ea typeface="宋体" panose="02010600030101010101" pitchFamily="2" charset="-122"/>
              </a:rPr>
              <a:t>方式）</a:t>
            </a:r>
          </a:p>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   即 </a:t>
            </a:r>
            <a:r>
              <a:rPr lang="en-US" altLang="zh-CN" dirty="0">
                <a:latin typeface="Times New Roman" panose="02020603050405020304" pitchFamily="18" charset="0"/>
                <a:ea typeface="宋体" panose="02010600030101010101" pitchFamily="2" charset="-122"/>
              </a:rPr>
              <a:t>Peer-to-Peer</a:t>
            </a:r>
            <a:r>
              <a:rPr lang="zh-CN" altLang="en-US" dirty="0">
                <a:latin typeface="Times New Roman" panose="02020603050405020304" pitchFamily="18" charset="0"/>
                <a:ea typeface="宋体" panose="02010600030101010101" pitchFamily="2" charset="-122"/>
              </a:rPr>
              <a:t>方式  </a:t>
            </a:r>
          </a:p>
        </p:txBody>
      </p:sp>
      <p:sp>
        <p:nvSpPr>
          <p:cNvPr id="62467" name="幻灯片编号占位符 1">
            <a:extLst>
              <a:ext uri="{FF2B5EF4-FFF2-40B4-BE49-F238E27FC236}">
                <a16:creationId xmlns:a16="http://schemas.microsoft.com/office/drawing/2014/main" id="{6A20BD2B-7DEB-9645-9124-C93D37E503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E465EE-8A6C-0B4C-92C9-5B7611E20A4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72180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D2884407-66AB-0F46-91D9-A3FDBFDBB591}"/>
              </a:ext>
            </a:extLst>
          </p:cNvPr>
          <p:cNvSpPr>
            <a:spLocks noGrp="1" noChangeArrowheads="1"/>
          </p:cNvSpPr>
          <p:nvPr>
            <p:ph type="title"/>
          </p:nvPr>
        </p:nvSpPr>
        <p:spPr>
          <a:xfrm>
            <a:off x="133563" y="160736"/>
            <a:ext cx="6706578" cy="644808"/>
          </a:xfrm>
        </p:spPr>
        <p:txBody>
          <a:bodyPr/>
          <a:lstStyle/>
          <a:p>
            <a:pPr marL="628650" indent="-628650"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客户服务器方式</a:t>
            </a:r>
          </a:p>
        </p:txBody>
      </p:sp>
      <p:sp>
        <p:nvSpPr>
          <p:cNvPr id="64514" name="Rectangle 3">
            <a:extLst>
              <a:ext uri="{FF2B5EF4-FFF2-40B4-BE49-F238E27FC236}">
                <a16:creationId xmlns:a16="http://schemas.microsoft.com/office/drawing/2014/main" id="{DFD8342B-A351-9246-8E60-86E128AC5F62}"/>
              </a:ext>
            </a:extLst>
          </p:cNvPr>
          <p:cNvSpPr>
            <a:spLocks noGrp="1" noChangeArrowheads="1"/>
          </p:cNvSpPr>
          <p:nvPr>
            <p:ph type="body" idx="1"/>
          </p:nvPr>
        </p:nvSpPr>
        <p:spPr/>
        <p:txBody>
          <a:bodyPr/>
          <a:lstStyle/>
          <a:p>
            <a:pPr eaLnBrk="1" hangingPunct="1"/>
            <a:r>
              <a:rPr lang="zh-CN" altLang="en-US">
                <a:solidFill>
                  <a:srgbClr val="CC0000"/>
                </a:solidFill>
                <a:latin typeface="Times New Roman" panose="02020603050405020304" pitchFamily="18" charset="0"/>
                <a:ea typeface="宋体" panose="02010600030101010101" pitchFamily="2" charset="-122"/>
              </a:rPr>
              <a:t>客户</a:t>
            </a:r>
            <a:r>
              <a:rPr lang="en-US" altLang="zh-CN">
                <a:latin typeface="Times New Roman" panose="02020603050405020304" pitchFamily="18" charset="0"/>
                <a:ea typeface="宋体" panose="02010600030101010101" pitchFamily="2" charset="-122"/>
              </a:rPr>
              <a:t>(client)</a:t>
            </a:r>
            <a:r>
              <a:rPr lang="zh-CN" altLang="en-US">
                <a:latin typeface="Times New Roman" panose="02020603050405020304" pitchFamily="18" charset="0"/>
                <a:ea typeface="宋体" panose="02010600030101010101" pitchFamily="2" charset="-122"/>
              </a:rPr>
              <a:t>和</a:t>
            </a:r>
            <a:r>
              <a:rPr lang="zh-CN" altLang="en-US">
                <a:solidFill>
                  <a:srgbClr val="CC0000"/>
                </a:solidFill>
                <a:latin typeface="Times New Roman" panose="02020603050405020304" pitchFamily="18" charset="0"/>
                <a:ea typeface="宋体" panose="02010600030101010101" pitchFamily="2" charset="-122"/>
              </a:rPr>
              <a:t>服务器</a:t>
            </a:r>
            <a:r>
              <a:rPr lang="en-US" altLang="zh-CN">
                <a:latin typeface="Times New Roman" panose="02020603050405020304" pitchFamily="18" charset="0"/>
                <a:ea typeface="宋体" panose="02010600030101010101" pitchFamily="2" charset="-122"/>
              </a:rPr>
              <a:t>(server)</a:t>
            </a:r>
            <a:r>
              <a:rPr lang="zh-CN" altLang="en-US">
                <a:latin typeface="Times New Roman" panose="02020603050405020304" pitchFamily="18" charset="0"/>
                <a:ea typeface="宋体" panose="02010600030101010101" pitchFamily="2" charset="-122"/>
              </a:rPr>
              <a:t>都是指通信中所涉及的两个应用进程。</a:t>
            </a:r>
          </a:p>
          <a:p>
            <a:pPr eaLnBrk="1" hangingPunct="1"/>
            <a:r>
              <a:rPr lang="zh-CN" altLang="en-US">
                <a:latin typeface="Times New Roman" panose="02020603050405020304" pitchFamily="18" charset="0"/>
                <a:ea typeface="宋体" panose="02010600030101010101" pitchFamily="2" charset="-122"/>
              </a:rPr>
              <a:t>客户</a:t>
            </a:r>
            <a:r>
              <a:rPr lang="zh-CN" altLang="en-US">
                <a:solidFill>
                  <a:schemeClr val="tx2"/>
                </a:solidFill>
                <a:latin typeface="Times New Roman" panose="02020603050405020304" pitchFamily="18" charset="0"/>
                <a:ea typeface="宋体" panose="02010600030101010101" pitchFamily="2" charset="-122"/>
                <a:sym typeface="Symbol" pitchFamily="2" charset="2"/>
              </a:rPr>
              <a:t></a:t>
            </a:r>
            <a:r>
              <a:rPr lang="zh-CN" altLang="en-US">
                <a:latin typeface="Times New Roman" panose="02020603050405020304" pitchFamily="18" charset="0"/>
                <a:ea typeface="宋体" panose="02010600030101010101" pitchFamily="2" charset="-122"/>
              </a:rPr>
              <a:t>服务器方式所描述的是进程之间服务和被服务的关系。</a:t>
            </a:r>
          </a:p>
          <a:p>
            <a:pPr eaLnBrk="1" hangingPunct="1"/>
            <a:r>
              <a:rPr lang="zh-CN" altLang="en-US">
                <a:latin typeface="Times New Roman" panose="02020603050405020304" pitchFamily="18" charset="0"/>
                <a:ea typeface="宋体" panose="02010600030101010101" pitchFamily="2" charset="-122"/>
              </a:rPr>
              <a:t>客户是</a:t>
            </a:r>
            <a:r>
              <a:rPr lang="zh-CN" altLang="en-US">
                <a:solidFill>
                  <a:schemeClr val="hlink"/>
                </a:solidFill>
                <a:latin typeface="Times New Roman" panose="02020603050405020304" pitchFamily="18" charset="0"/>
                <a:ea typeface="宋体" panose="02010600030101010101" pitchFamily="2" charset="-122"/>
              </a:rPr>
              <a:t>服务的请求方</a:t>
            </a:r>
            <a:r>
              <a:rPr lang="zh-CN" altLang="en-US">
                <a:latin typeface="Times New Roman" panose="02020603050405020304" pitchFamily="18" charset="0"/>
                <a:ea typeface="宋体" panose="02010600030101010101" pitchFamily="2" charset="-122"/>
              </a:rPr>
              <a:t>，服务器是</a:t>
            </a:r>
            <a:r>
              <a:rPr lang="zh-CN" altLang="en-US">
                <a:solidFill>
                  <a:schemeClr val="hlink"/>
                </a:solidFill>
                <a:latin typeface="Times New Roman" panose="02020603050405020304" pitchFamily="18" charset="0"/>
                <a:ea typeface="宋体" panose="02010600030101010101" pitchFamily="2" charset="-122"/>
              </a:rPr>
              <a:t>服务的提供方</a:t>
            </a:r>
            <a:r>
              <a:rPr lang="zh-CN" altLang="en-US">
                <a:latin typeface="Times New Roman" panose="02020603050405020304" pitchFamily="18" charset="0"/>
                <a:ea typeface="宋体" panose="02010600030101010101" pitchFamily="2" charset="-122"/>
              </a:rPr>
              <a:t>。</a:t>
            </a:r>
          </a:p>
        </p:txBody>
      </p:sp>
      <p:sp>
        <p:nvSpPr>
          <p:cNvPr id="64515" name="幻灯片编号占位符 1">
            <a:extLst>
              <a:ext uri="{FF2B5EF4-FFF2-40B4-BE49-F238E27FC236}">
                <a16:creationId xmlns:a16="http://schemas.microsoft.com/office/drawing/2014/main" id="{0853316C-FE58-A347-B8A7-E9A98963BA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4BE9BBF-424E-314C-9D0A-AE51EF2F0D6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03568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1" name="Oval 4">
            <a:extLst>
              <a:ext uri="{FF2B5EF4-FFF2-40B4-BE49-F238E27FC236}">
                <a16:creationId xmlns:a16="http://schemas.microsoft.com/office/drawing/2014/main" id="{D3906674-2F36-B74C-B110-F081DC82FC60}"/>
              </a:ext>
            </a:extLst>
          </p:cNvPr>
          <p:cNvSpPr>
            <a:spLocks noChangeArrowheads="1"/>
          </p:cNvSpPr>
          <p:nvPr/>
        </p:nvSpPr>
        <p:spPr bwMode="auto">
          <a:xfrm>
            <a:off x="1601391" y="145257"/>
            <a:ext cx="5261372" cy="3888581"/>
          </a:xfrm>
          <a:prstGeom prst="ellipse">
            <a:avLst/>
          </a:prstGeom>
          <a:solidFill>
            <a:srgbClr val="FFCCCC"/>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62" name="Line 5">
            <a:extLst>
              <a:ext uri="{FF2B5EF4-FFF2-40B4-BE49-F238E27FC236}">
                <a16:creationId xmlns:a16="http://schemas.microsoft.com/office/drawing/2014/main" id="{7C50E50B-219A-A044-AF40-E7572CE951B9}"/>
              </a:ext>
            </a:extLst>
          </p:cNvPr>
          <p:cNvSpPr>
            <a:spLocks noChangeShapeType="1"/>
          </p:cNvSpPr>
          <p:nvPr/>
        </p:nvSpPr>
        <p:spPr bwMode="auto">
          <a:xfrm flipV="1">
            <a:off x="2722960" y="2563416"/>
            <a:ext cx="590550" cy="3500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3" name="Line 6">
            <a:extLst>
              <a:ext uri="{FF2B5EF4-FFF2-40B4-BE49-F238E27FC236}">
                <a16:creationId xmlns:a16="http://schemas.microsoft.com/office/drawing/2014/main" id="{F4B440B4-685B-DD4B-8068-E043AC0F5FA1}"/>
              </a:ext>
            </a:extLst>
          </p:cNvPr>
          <p:cNvSpPr>
            <a:spLocks noChangeShapeType="1"/>
          </p:cNvSpPr>
          <p:nvPr/>
        </p:nvSpPr>
        <p:spPr bwMode="auto">
          <a:xfrm flipH="1" flipV="1">
            <a:off x="2441972" y="1770460"/>
            <a:ext cx="638175" cy="1654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4" name="Line 7">
            <a:extLst>
              <a:ext uri="{FF2B5EF4-FFF2-40B4-BE49-F238E27FC236}">
                <a16:creationId xmlns:a16="http://schemas.microsoft.com/office/drawing/2014/main" id="{C936E0A4-3311-D34E-9678-AB973516304C}"/>
              </a:ext>
            </a:extLst>
          </p:cNvPr>
          <p:cNvSpPr>
            <a:spLocks noChangeShapeType="1"/>
          </p:cNvSpPr>
          <p:nvPr/>
        </p:nvSpPr>
        <p:spPr bwMode="auto">
          <a:xfrm flipH="1">
            <a:off x="5393531" y="2184797"/>
            <a:ext cx="75842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5" name="Line 8">
            <a:extLst>
              <a:ext uri="{FF2B5EF4-FFF2-40B4-BE49-F238E27FC236}">
                <a16:creationId xmlns:a16="http://schemas.microsoft.com/office/drawing/2014/main" id="{36BD9973-18AE-4644-9FE2-C3BBD6CF9070}"/>
              </a:ext>
            </a:extLst>
          </p:cNvPr>
          <p:cNvSpPr>
            <a:spLocks noChangeShapeType="1"/>
          </p:cNvSpPr>
          <p:nvPr/>
        </p:nvSpPr>
        <p:spPr bwMode="auto">
          <a:xfrm flipH="1">
            <a:off x="4833938" y="944166"/>
            <a:ext cx="559594" cy="8262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6" name="Line 9">
            <a:extLst>
              <a:ext uri="{FF2B5EF4-FFF2-40B4-BE49-F238E27FC236}">
                <a16:creationId xmlns:a16="http://schemas.microsoft.com/office/drawing/2014/main" id="{72771020-A4A3-AB40-87DC-EA5FB5B94CD0}"/>
              </a:ext>
            </a:extLst>
          </p:cNvPr>
          <p:cNvSpPr>
            <a:spLocks noChangeShapeType="1"/>
          </p:cNvSpPr>
          <p:nvPr/>
        </p:nvSpPr>
        <p:spPr bwMode="auto">
          <a:xfrm flipH="1" flipV="1">
            <a:off x="4755357" y="2846785"/>
            <a:ext cx="421481" cy="52506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7" name="Line 10">
            <a:extLst>
              <a:ext uri="{FF2B5EF4-FFF2-40B4-BE49-F238E27FC236}">
                <a16:creationId xmlns:a16="http://schemas.microsoft.com/office/drawing/2014/main" id="{032A9B9B-A74F-EB46-9FD1-066551D7CC0C}"/>
              </a:ext>
            </a:extLst>
          </p:cNvPr>
          <p:cNvSpPr>
            <a:spLocks noChangeShapeType="1"/>
          </p:cNvSpPr>
          <p:nvPr/>
        </p:nvSpPr>
        <p:spPr bwMode="auto">
          <a:xfrm>
            <a:off x="3318272" y="1026319"/>
            <a:ext cx="357188" cy="60364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8" name="Line 11">
            <a:extLst>
              <a:ext uri="{FF2B5EF4-FFF2-40B4-BE49-F238E27FC236}">
                <a16:creationId xmlns:a16="http://schemas.microsoft.com/office/drawing/2014/main" id="{8E57F322-BC9D-A847-8F74-2F6D892738FC}"/>
              </a:ext>
            </a:extLst>
          </p:cNvPr>
          <p:cNvSpPr>
            <a:spLocks noChangeShapeType="1"/>
          </p:cNvSpPr>
          <p:nvPr/>
        </p:nvSpPr>
        <p:spPr bwMode="auto">
          <a:xfrm flipV="1">
            <a:off x="3557588" y="2764632"/>
            <a:ext cx="159544" cy="6072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66569" name="Picture 12">
            <a:extLst>
              <a:ext uri="{FF2B5EF4-FFF2-40B4-BE49-F238E27FC236}">
                <a16:creationId xmlns:a16="http://schemas.microsoft.com/office/drawing/2014/main" id="{40F239E6-DD66-494A-89B3-7849A859FFD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3254" y="61198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0" name="Picture 13">
            <a:extLst>
              <a:ext uri="{FF2B5EF4-FFF2-40B4-BE49-F238E27FC236}">
                <a16:creationId xmlns:a16="http://schemas.microsoft.com/office/drawing/2014/main" id="{BD8CE431-8C56-2D41-A0D0-C18FCAF1C70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0148" y="61198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1" name="Picture 14">
            <a:extLst>
              <a:ext uri="{FF2B5EF4-FFF2-40B4-BE49-F238E27FC236}">
                <a16:creationId xmlns:a16="http://schemas.microsoft.com/office/drawing/2014/main" id="{F0D9B154-8B72-114E-8CB0-BB9D93EFE86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3482" y="326112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2" name="Picture 15">
            <a:extLst>
              <a:ext uri="{FF2B5EF4-FFF2-40B4-BE49-F238E27FC236}">
                <a16:creationId xmlns:a16="http://schemas.microsoft.com/office/drawing/2014/main" id="{FD6E2F78-BEE3-134B-9EA8-D81F8BA2149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8273" y="326112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73" name="Text Box 16">
            <a:extLst>
              <a:ext uri="{FF2B5EF4-FFF2-40B4-BE49-F238E27FC236}">
                <a16:creationId xmlns:a16="http://schemas.microsoft.com/office/drawing/2014/main" id="{D8420AF2-DEB4-CD45-8370-8E7A75A1A8BF}"/>
              </a:ext>
            </a:extLst>
          </p:cNvPr>
          <p:cNvSpPr txBox="1">
            <a:spLocks noChangeArrowheads="1"/>
          </p:cNvSpPr>
          <p:nvPr/>
        </p:nvSpPr>
        <p:spPr bwMode="auto">
          <a:xfrm>
            <a:off x="591983" y="797227"/>
            <a:ext cx="723275"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运行</a:t>
            </a:r>
          </a:p>
          <a:p>
            <a:pP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客户</a:t>
            </a:r>
          </a:p>
          <a:p>
            <a:pP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程序</a:t>
            </a:r>
          </a:p>
        </p:txBody>
      </p:sp>
      <p:pic>
        <p:nvPicPr>
          <p:cNvPr id="66574" name="Picture 17">
            <a:extLst>
              <a:ext uri="{FF2B5EF4-FFF2-40B4-BE49-F238E27FC236}">
                <a16:creationId xmlns:a16="http://schemas.microsoft.com/office/drawing/2014/main" id="{BFF2A197-6834-CF47-BFD5-25BF93DB0C3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1923" y="1273969"/>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575" name="Group 18">
            <a:extLst>
              <a:ext uri="{FF2B5EF4-FFF2-40B4-BE49-F238E27FC236}">
                <a16:creationId xmlns:a16="http://schemas.microsoft.com/office/drawing/2014/main" id="{EEC81BBC-7426-7241-A4E9-86E1465EADDC}"/>
              </a:ext>
            </a:extLst>
          </p:cNvPr>
          <p:cNvGrpSpPr>
            <a:grpSpLocks/>
          </p:cNvGrpSpPr>
          <p:nvPr/>
        </p:nvGrpSpPr>
        <p:grpSpPr bwMode="auto">
          <a:xfrm>
            <a:off x="2761060" y="1026319"/>
            <a:ext cx="3036094" cy="2284810"/>
            <a:chOff x="1680" y="240"/>
            <a:chExt cx="2529" cy="1270"/>
          </a:xfrm>
        </p:grpSpPr>
        <p:sp>
          <p:nvSpPr>
            <p:cNvPr id="66595" name="Oval 19">
              <a:extLst>
                <a:ext uri="{FF2B5EF4-FFF2-40B4-BE49-F238E27FC236}">
                  <a16:creationId xmlns:a16="http://schemas.microsoft.com/office/drawing/2014/main" id="{35B6906C-D615-2E4D-9B8B-4855D7891A88}"/>
                </a:ext>
              </a:extLst>
            </p:cNvPr>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6" name="Oval 20">
              <a:extLst>
                <a:ext uri="{FF2B5EF4-FFF2-40B4-BE49-F238E27FC236}">
                  <a16:creationId xmlns:a16="http://schemas.microsoft.com/office/drawing/2014/main" id="{37F98257-4504-754F-A7C0-479BEDFABD8F}"/>
                </a:ext>
              </a:extLst>
            </p:cNvPr>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7" name="Oval 21">
              <a:extLst>
                <a:ext uri="{FF2B5EF4-FFF2-40B4-BE49-F238E27FC236}">
                  <a16:creationId xmlns:a16="http://schemas.microsoft.com/office/drawing/2014/main" id="{CA39187F-4407-1A46-B8C3-200397769B54}"/>
                </a:ext>
              </a:extLst>
            </p:cNvPr>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8" name="Oval 22">
              <a:extLst>
                <a:ext uri="{FF2B5EF4-FFF2-40B4-BE49-F238E27FC236}">
                  <a16:creationId xmlns:a16="http://schemas.microsoft.com/office/drawing/2014/main" id="{896324D7-C539-D84B-9B0B-7A85B4BF6E16}"/>
                </a:ext>
              </a:extLst>
            </p:cNvPr>
            <p:cNvSpPr>
              <a:spLocks noChangeArrowheads="1"/>
            </p:cNvSpPr>
            <p:nvPr/>
          </p:nvSpPr>
          <p:spPr bwMode="auto">
            <a:xfrm>
              <a:off x="1849" y="894"/>
              <a:ext cx="842"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9" name="Oval 23">
              <a:extLst>
                <a:ext uri="{FF2B5EF4-FFF2-40B4-BE49-F238E27FC236}">
                  <a16:creationId xmlns:a16="http://schemas.microsoft.com/office/drawing/2014/main" id="{10C85DC2-88CB-A241-A88F-2E0842E2C84C}"/>
                </a:ext>
              </a:extLst>
            </p:cNvPr>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0" name="Oval 24">
              <a:extLst>
                <a:ext uri="{FF2B5EF4-FFF2-40B4-BE49-F238E27FC236}">
                  <a16:creationId xmlns:a16="http://schemas.microsoft.com/office/drawing/2014/main" id="{CEA1FBA3-BB94-764A-9D9C-33947B9741AF}"/>
                </a:ext>
              </a:extLst>
            </p:cNvPr>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1" name="Oval 25">
              <a:extLst>
                <a:ext uri="{FF2B5EF4-FFF2-40B4-BE49-F238E27FC236}">
                  <a16:creationId xmlns:a16="http://schemas.microsoft.com/office/drawing/2014/main" id="{236B3CEE-9F13-8D4A-8731-C308BF34D0FA}"/>
                </a:ext>
              </a:extLst>
            </p:cNvPr>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2" name="Oval 26">
              <a:extLst>
                <a:ext uri="{FF2B5EF4-FFF2-40B4-BE49-F238E27FC236}">
                  <a16:creationId xmlns:a16="http://schemas.microsoft.com/office/drawing/2014/main" id="{044B9BDC-7CF7-A345-BD10-94F3B7F1D06F}"/>
                </a:ext>
              </a:extLst>
            </p:cNvPr>
            <p:cNvSpPr>
              <a:spLocks noChangeArrowheads="1"/>
            </p:cNvSpPr>
            <p:nvPr/>
          </p:nvSpPr>
          <p:spPr bwMode="auto">
            <a:xfrm>
              <a:off x="3335" y="753"/>
              <a:ext cx="789"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3" name="Oval 27">
              <a:extLst>
                <a:ext uri="{FF2B5EF4-FFF2-40B4-BE49-F238E27FC236}">
                  <a16:creationId xmlns:a16="http://schemas.microsoft.com/office/drawing/2014/main" id="{00F7C36C-EDE0-834F-BB14-05D2429261E3}"/>
                </a:ext>
              </a:extLst>
            </p:cNvPr>
            <p:cNvSpPr>
              <a:spLocks noChangeArrowheads="1"/>
            </p:cNvSpPr>
            <p:nvPr/>
          </p:nvSpPr>
          <p:spPr bwMode="auto">
            <a:xfrm>
              <a:off x="2140" y="548"/>
              <a:ext cx="1632"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66576" name="Text Box 28">
            <a:extLst>
              <a:ext uri="{FF2B5EF4-FFF2-40B4-BE49-F238E27FC236}">
                <a16:creationId xmlns:a16="http://schemas.microsoft.com/office/drawing/2014/main" id="{6A6F0ABD-E106-1347-8500-68B5AED6088A}"/>
              </a:ext>
            </a:extLst>
          </p:cNvPr>
          <p:cNvSpPr txBox="1">
            <a:spLocks noChangeArrowheads="1"/>
          </p:cNvSpPr>
          <p:nvPr/>
        </p:nvSpPr>
        <p:spPr bwMode="auto">
          <a:xfrm>
            <a:off x="3717131" y="245269"/>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网络边缘</a:t>
            </a:r>
          </a:p>
        </p:txBody>
      </p:sp>
      <p:sp>
        <p:nvSpPr>
          <p:cNvPr id="66577" name="Text Box 29">
            <a:extLst>
              <a:ext uri="{FF2B5EF4-FFF2-40B4-BE49-F238E27FC236}">
                <a16:creationId xmlns:a16="http://schemas.microsoft.com/office/drawing/2014/main" id="{7224EBD9-2146-CC49-A66C-88408A9946B2}"/>
              </a:ext>
            </a:extLst>
          </p:cNvPr>
          <p:cNvSpPr txBox="1">
            <a:spLocks noChangeArrowheads="1"/>
          </p:cNvSpPr>
          <p:nvPr/>
        </p:nvSpPr>
        <p:spPr bwMode="auto">
          <a:xfrm>
            <a:off x="3796904" y="2447925"/>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网络核心</a:t>
            </a:r>
          </a:p>
        </p:txBody>
      </p:sp>
      <p:graphicFrame>
        <p:nvGraphicFramePr>
          <p:cNvPr id="66578" name="Object 30">
            <a:hlinkClick r:id="" action="ppaction://ole?verb=0"/>
            <a:extLst>
              <a:ext uri="{FF2B5EF4-FFF2-40B4-BE49-F238E27FC236}">
                <a16:creationId xmlns:a16="http://schemas.microsoft.com/office/drawing/2014/main" id="{EDD6C21A-F71A-D34C-90A4-9D773F3DBC0C}"/>
              </a:ext>
            </a:extLst>
          </p:cNvPr>
          <p:cNvGraphicFramePr>
            <a:graphicFrameLocks/>
          </p:cNvGraphicFramePr>
          <p:nvPr/>
        </p:nvGraphicFramePr>
        <p:xfrm>
          <a:off x="6029325" y="1771650"/>
          <a:ext cx="561975" cy="787004"/>
        </p:xfrm>
        <a:graphic>
          <a:graphicData uri="http://schemas.openxmlformats.org/presentationml/2006/ole">
            <mc:AlternateContent xmlns:mc="http://schemas.openxmlformats.org/markup-compatibility/2006">
              <mc:Choice xmlns:v="urn:schemas-microsoft-com:vml" Requires="v">
                <p:oleObj spid="_x0000_s55313" name="Microsoft ClipArt Gallery" r:id="rId5" imgW="15748000" imgH="22034500" progId="MS_ClipArt_Gallery">
                  <p:embed/>
                </p:oleObj>
              </mc:Choice>
              <mc:Fallback>
                <p:oleObj name="Microsoft ClipArt Gallery" r:id="rId5" imgW="15748000" imgH="22034500" progId="MS_ClipArt_Gallery">
                  <p:embed/>
                  <p:pic>
                    <p:nvPicPr>
                      <p:cNvPr id="66578" name="Object 30">
                        <a:hlinkClick r:id="" action="ppaction://ole?verb=0"/>
                        <a:extLst>
                          <a:ext uri="{FF2B5EF4-FFF2-40B4-BE49-F238E27FC236}">
                            <a16:creationId xmlns:a16="http://schemas.microsoft.com/office/drawing/2014/main" id="{EDD6C21A-F71A-D34C-90A4-9D773F3DBC0C}"/>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29325" y="1771650"/>
                        <a:ext cx="561975" cy="787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6579" name="Text Box 31">
            <a:extLst>
              <a:ext uri="{FF2B5EF4-FFF2-40B4-BE49-F238E27FC236}">
                <a16:creationId xmlns:a16="http://schemas.microsoft.com/office/drawing/2014/main" id="{973D666D-7ECF-3746-91FC-8B633A36D6FB}"/>
              </a:ext>
            </a:extLst>
          </p:cNvPr>
          <p:cNvSpPr txBox="1">
            <a:spLocks noChangeArrowheads="1"/>
          </p:cNvSpPr>
          <p:nvPr/>
        </p:nvSpPr>
        <p:spPr bwMode="auto">
          <a:xfrm>
            <a:off x="7784306" y="1169276"/>
            <a:ext cx="99258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运行</a:t>
            </a:r>
          </a:p>
          <a:p>
            <a:pPr algn="ct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服务器</a:t>
            </a:r>
          </a:p>
          <a:p>
            <a:pPr algn="ct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程序</a:t>
            </a:r>
          </a:p>
        </p:txBody>
      </p:sp>
      <p:sp>
        <p:nvSpPr>
          <p:cNvPr id="66580" name="Line 33">
            <a:extLst>
              <a:ext uri="{FF2B5EF4-FFF2-40B4-BE49-F238E27FC236}">
                <a16:creationId xmlns:a16="http://schemas.microsoft.com/office/drawing/2014/main" id="{E4D20D30-E3BC-BA4A-8E76-8926C6157AB5}"/>
              </a:ext>
            </a:extLst>
          </p:cNvPr>
          <p:cNvSpPr>
            <a:spLocks noChangeShapeType="1"/>
          </p:cNvSpPr>
          <p:nvPr/>
        </p:nvSpPr>
        <p:spPr bwMode="auto">
          <a:xfrm>
            <a:off x="1209036" y="1485760"/>
            <a:ext cx="867966" cy="1154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1" name="Line 34">
            <a:extLst>
              <a:ext uri="{FF2B5EF4-FFF2-40B4-BE49-F238E27FC236}">
                <a16:creationId xmlns:a16="http://schemas.microsoft.com/office/drawing/2014/main" id="{451FC5E5-81E6-EE40-B875-D1D94E255354}"/>
              </a:ext>
            </a:extLst>
          </p:cNvPr>
          <p:cNvSpPr>
            <a:spLocks noChangeShapeType="1"/>
          </p:cNvSpPr>
          <p:nvPr/>
        </p:nvSpPr>
        <p:spPr bwMode="auto">
          <a:xfrm flipH="1">
            <a:off x="6552010" y="1761615"/>
            <a:ext cx="1197768" cy="332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2" name="Text Box 35">
            <a:extLst>
              <a:ext uri="{FF2B5EF4-FFF2-40B4-BE49-F238E27FC236}">
                <a16:creationId xmlns:a16="http://schemas.microsoft.com/office/drawing/2014/main" id="{335277F2-DF0B-E145-BE6B-9E36345B0BC1}"/>
              </a:ext>
            </a:extLst>
          </p:cNvPr>
          <p:cNvSpPr txBox="1">
            <a:spLocks noChangeArrowheads="1"/>
          </p:cNvSpPr>
          <p:nvPr/>
        </p:nvSpPr>
        <p:spPr bwMode="auto">
          <a:xfrm>
            <a:off x="2202656" y="934641"/>
            <a:ext cx="36420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A</a:t>
            </a:r>
          </a:p>
        </p:txBody>
      </p:sp>
      <p:sp>
        <p:nvSpPr>
          <p:cNvPr id="66583" name="Text Box 36">
            <a:extLst>
              <a:ext uri="{FF2B5EF4-FFF2-40B4-BE49-F238E27FC236}">
                <a16:creationId xmlns:a16="http://schemas.microsoft.com/office/drawing/2014/main" id="{0BB0E6E5-D925-7140-9530-2545C7A15EEB}"/>
              </a:ext>
            </a:extLst>
          </p:cNvPr>
          <p:cNvSpPr txBox="1">
            <a:spLocks noChangeArrowheads="1"/>
          </p:cNvSpPr>
          <p:nvPr/>
        </p:nvSpPr>
        <p:spPr bwMode="auto">
          <a:xfrm>
            <a:off x="6107906" y="1429941"/>
            <a:ext cx="36420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B</a:t>
            </a:r>
          </a:p>
        </p:txBody>
      </p:sp>
      <p:pic>
        <p:nvPicPr>
          <p:cNvPr id="66584" name="Picture 37">
            <a:extLst>
              <a:ext uri="{FF2B5EF4-FFF2-40B4-BE49-F238E27FC236}">
                <a16:creationId xmlns:a16="http://schemas.microsoft.com/office/drawing/2014/main" id="{80D67119-72CB-4F43-AC50-FBC4F6092FB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010" y="276463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4108" name="Group 44">
            <a:extLst>
              <a:ext uri="{FF2B5EF4-FFF2-40B4-BE49-F238E27FC236}">
                <a16:creationId xmlns:a16="http://schemas.microsoft.com/office/drawing/2014/main" id="{EB91B665-4DB1-5B44-B6AF-73675423945E}"/>
              </a:ext>
            </a:extLst>
          </p:cNvPr>
          <p:cNvGrpSpPr>
            <a:grpSpLocks/>
          </p:cNvGrpSpPr>
          <p:nvPr/>
        </p:nvGrpSpPr>
        <p:grpSpPr bwMode="auto">
          <a:xfrm>
            <a:off x="2520553" y="1202532"/>
            <a:ext cx="3508772" cy="651272"/>
            <a:chOff x="1157" y="1188"/>
            <a:chExt cx="2947" cy="547"/>
          </a:xfrm>
        </p:grpSpPr>
        <p:sp>
          <p:nvSpPr>
            <p:cNvPr id="66593" name="Freeform 32">
              <a:extLst>
                <a:ext uri="{FF2B5EF4-FFF2-40B4-BE49-F238E27FC236}">
                  <a16:creationId xmlns:a16="http://schemas.microsoft.com/office/drawing/2014/main" id="{3C97B225-1F31-AA42-9753-23FBE3668799}"/>
                </a:ext>
              </a:extLst>
            </p:cNvPr>
            <p:cNvSpPr>
              <a:spLocks/>
            </p:cNvSpPr>
            <p:nvPr/>
          </p:nvSpPr>
          <p:spPr bwMode="auto">
            <a:xfrm>
              <a:off x="1157" y="1319"/>
              <a:ext cx="2947" cy="416"/>
            </a:xfrm>
            <a:custGeom>
              <a:avLst/>
              <a:gdLst>
                <a:gd name="T0" fmla="*/ 0 w 2112"/>
                <a:gd name="T1" fmla="*/ 0 h 192"/>
                <a:gd name="T2" fmla="*/ 5738 w 2112"/>
                <a:gd name="T3" fmla="*/ 1952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57150" cap="flat" cmpd="sng">
              <a:solidFill>
                <a:schemeClr val="tx2">
                  <a:alpha val="56078"/>
                </a:scheme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94" name="Text Box 39">
              <a:extLst>
                <a:ext uri="{FF2B5EF4-FFF2-40B4-BE49-F238E27FC236}">
                  <a16:creationId xmlns:a16="http://schemas.microsoft.com/office/drawing/2014/main" id="{0CE82020-2106-F343-B692-D3A12F36CCA9}"/>
                </a:ext>
              </a:extLst>
            </p:cNvPr>
            <p:cNvSpPr txBox="1">
              <a:spLocks noChangeArrowheads="1"/>
            </p:cNvSpPr>
            <p:nvPr/>
          </p:nvSpPr>
          <p:spPr bwMode="auto">
            <a:xfrm rot="455053">
              <a:off x="2069" y="1188"/>
              <a:ext cx="139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黑体" panose="02010609060101010101" pitchFamily="49" charset="-122"/>
                  <a:ea typeface="宋体" panose="02010600030101010101" pitchFamily="2" charset="-122"/>
                </a:rPr>
                <a:t>① </a:t>
              </a:r>
              <a:r>
                <a:rPr kumimoji="1" lang="zh-CN" altLang="en-US" sz="2100">
                  <a:solidFill>
                    <a:schemeClr val="folHlink"/>
                  </a:solidFill>
                  <a:latin typeface="黑体" panose="02010609060101010101" pitchFamily="49" charset="-122"/>
                  <a:ea typeface="宋体" panose="02010600030101010101" pitchFamily="2" charset="-122"/>
                </a:rPr>
                <a:t>请求服务</a:t>
              </a:r>
            </a:p>
          </p:txBody>
        </p:sp>
      </p:grpSp>
      <p:grpSp>
        <p:nvGrpSpPr>
          <p:cNvPr id="344109" name="Group 45">
            <a:extLst>
              <a:ext uri="{FF2B5EF4-FFF2-40B4-BE49-F238E27FC236}">
                <a16:creationId xmlns:a16="http://schemas.microsoft.com/office/drawing/2014/main" id="{E7BBF332-3120-B747-94B3-70B29AF59163}"/>
              </a:ext>
            </a:extLst>
          </p:cNvPr>
          <p:cNvGrpSpPr>
            <a:grpSpLocks/>
          </p:cNvGrpSpPr>
          <p:nvPr/>
        </p:nvGrpSpPr>
        <p:grpSpPr bwMode="auto">
          <a:xfrm>
            <a:off x="2441972" y="1522809"/>
            <a:ext cx="3508772" cy="635793"/>
            <a:chOff x="1091" y="1457"/>
            <a:chExt cx="2947" cy="534"/>
          </a:xfrm>
        </p:grpSpPr>
        <p:sp>
          <p:nvSpPr>
            <p:cNvPr id="66591" name="Freeform 38">
              <a:extLst>
                <a:ext uri="{FF2B5EF4-FFF2-40B4-BE49-F238E27FC236}">
                  <a16:creationId xmlns:a16="http://schemas.microsoft.com/office/drawing/2014/main" id="{537E022B-4411-1748-BA57-E88A10FF3D0A}"/>
                </a:ext>
              </a:extLst>
            </p:cNvPr>
            <p:cNvSpPr>
              <a:spLocks/>
            </p:cNvSpPr>
            <p:nvPr/>
          </p:nvSpPr>
          <p:spPr bwMode="auto">
            <a:xfrm rot="10800000">
              <a:off x="1091" y="1457"/>
              <a:ext cx="2947" cy="416"/>
            </a:xfrm>
            <a:custGeom>
              <a:avLst/>
              <a:gdLst>
                <a:gd name="T0" fmla="*/ 0 w 2112"/>
                <a:gd name="T1" fmla="*/ 0 h 192"/>
                <a:gd name="T2" fmla="*/ 5738 w 2112"/>
                <a:gd name="T3" fmla="*/ 1952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57150" cap="flat" cmpd="sng">
              <a:solidFill>
                <a:schemeClr val="tx2">
                  <a:alpha val="56078"/>
                </a:scheme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92" name="Text Box 40">
              <a:extLst>
                <a:ext uri="{FF2B5EF4-FFF2-40B4-BE49-F238E27FC236}">
                  <a16:creationId xmlns:a16="http://schemas.microsoft.com/office/drawing/2014/main" id="{61BABDED-02CE-6D47-9DD5-F01729551389}"/>
                </a:ext>
              </a:extLst>
            </p:cNvPr>
            <p:cNvSpPr txBox="1">
              <a:spLocks noChangeArrowheads="1"/>
            </p:cNvSpPr>
            <p:nvPr/>
          </p:nvSpPr>
          <p:spPr bwMode="auto">
            <a:xfrm rot="499003">
              <a:off x="1949" y="1642"/>
              <a:ext cx="139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黑体" panose="02010609060101010101" pitchFamily="49" charset="-122"/>
                  <a:ea typeface="宋体" panose="02010600030101010101" pitchFamily="2" charset="-122"/>
                </a:rPr>
                <a:t>② </a:t>
              </a:r>
              <a:r>
                <a:rPr kumimoji="1" lang="zh-CN" altLang="en-US" sz="2100">
                  <a:solidFill>
                    <a:schemeClr val="folHlink"/>
                  </a:solidFill>
                  <a:latin typeface="黑体" panose="02010609060101010101" pitchFamily="49" charset="-122"/>
                  <a:ea typeface="宋体" panose="02010600030101010101" pitchFamily="2" charset="-122"/>
                </a:rPr>
                <a:t>得到服务</a:t>
              </a:r>
            </a:p>
          </p:txBody>
        </p:sp>
      </p:grpSp>
      <p:sp>
        <p:nvSpPr>
          <p:cNvPr id="66587" name="Text Box 41">
            <a:extLst>
              <a:ext uri="{FF2B5EF4-FFF2-40B4-BE49-F238E27FC236}">
                <a16:creationId xmlns:a16="http://schemas.microsoft.com/office/drawing/2014/main" id="{C7303C4F-5293-BC4C-B09A-33A529746B7D}"/>
              </a:ext>
            </a:extLst>
          </p:cNvPr>
          <p:cNvSpPr txBox="1">
            <a:spLocks noChangeArrowheads="1"/>
          </p:cNvSpPr>
          <p:nvPr/>
        </p:nvSpPr>
        <p:spPr bwMode="auto">
          <a:xfrm>
            <a:off x="1963342" y="1763316"/>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客户</a:t>
            </a:r>
          </a:p>
        </p:txBody>
      </p:sp>
      <p:sp>
        <p:nvSpPr>
          <p:cNvPr id="66588" name="Text Box 42">
            <a:extLst>
              <a:ext uri="{FF2B5EF4-FFF2-40B4-BE49-F238E27FC236}">
                <a16:creationId xmlns:a16="http://schemas.microsoft.com/office/drawing/2014/main" id="{B7A5DEAE-C156-6847-93DC-5CE46D62ED19}"/>
              </a:ext>
            </a:extLst>
          </p:cNvPr>
          <p:cNvSpPr txBox="1">
            <a:spLocks noChangeArrowheads="1"/>
          </p:cNvSpPr>
          <p:nvPr/>
        </p:nvSpPr>
        <p:spPr bwMode="auto">
          <a:xfrm>
            <a:off x="5869782" y="2511028"/>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服务器</a:t>
            </a:r>
          </a:p>
        </p:txBody>
      </p:sp>
      <p:sp>
        <p:nvSpPr>
          <p:cNvPr id="66589" name="Text Box 46">
            <a:extLst>
              <a:ext uri="{FF2B5EF4-FFF2-40B4-BE49-F238E27FC236}">
                <a16:creationId xmlns:a16="http://schemas.microsoft.com/office/drawing/2014/main" id="{53808F93-A3CD-6445-9E4F-8D45991F5DCB}"/>
              </a:ext>
            </a:extLst>
          </p:cNvPr>
          <p:cNvSpPr txBox="1">
            <a:spLocks noChangeArrowheads="1"/>
          </p:cNvSpPr>
          <p:nvPr/>
        </p:nvSpPr>
        <p:spPr bwMode="auto">
          <a:xfrm>
            <a:off x="2372917" y="4076700"/>
            <a:ext cx="49019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latin typeface="Arial" panose="020B0604020202020204" pitchFamily="34" charset="0"/>
                <a:ea typeface="宋体" panose="02010600030101010101" pitchFamily="2" charset="-122"/>
              </a:rPr>
              <a:t>客户 </a:t>
            </a:r>
            <a:r>
              <a:rPr lang="en-US" altLang="zh-CN" sz="2400">
                <a:latin typeface="Arial" panose="020B0604020202020204" pitchFamily="34" charset="0"/>
                <a:ea typeface="宋体" panose="02010600030101010101" pitchFamily="2" charset="-122"/>
              </a:rPr>
              <a:t>A </a:t>
            </a:r>
            <a:r>
              <a:rPr lang="zh-CN" altLang="en-US" sz="2400">
                <a:latin typeface="Arial" panose="020B0604020202020204" pitchFamily="34" charset="0"/>
                <a:ea typeface="宋体" panose="02010600030101010101" pitchFamily="2" charset="-122"/>
              </a:rPr>
              <a:t>向服务器 </a:t>
            </a:r>
            <a:r>
              <a:rPr lang="en-US" altLang="zh-CN" sz="2400">
                <a:latin typeface="Arial" panose="020B0604020202020204" pitchFamily="34" charset="0"/>
                <a:ea typeface="宋体" panose="02010600030101010101" pitchFamily="2" charset="-122"/>
              </a:rPr>
              <a:t>B </a:t>
            </a:r>
            <a:r>
              <a:rPr lang="zh-CN" altLang="en-US" sz="2400">
                <a:latin typeface="Arial" panose="020B0604020202020204" pitchFamily="34" charset="0"/>
                <a:ea typeface="宋体" panose="02010600030101010101" pitchFamily="2" charset="-122"/>
              </a:rPr>
              <a:t>发出请求服务，</a:t>
            </a:r>
          </a:p>
          <a:p>
            <a:pPr eaLnBrk="1" hangingPunct="1">
              <a:spcBef>
                <a:spcPct val="0"/>
              </a:spcBef>
              <a:buClrTx/>
              <a:buSzTx/>
              <a:buFontTx/>
              <a:buNone/>
            </a:pPr>
            <a:r>
              <a:rPr lang="zh-CN" altLang="en-US" sz="2400">
                <a:latin typeface="Arial" panose="020B0604020202020204" pitchFamily="34" charset="0"/>
                <a:ea typeface="宋体" panose="02010600030101010101" pitchFamily="2" charset="-122"/>
              </a:rPr>
              <a:t>而服务器 </a:t>
            </a:r>
            <a:r>
              <a:rPr lang="en-US" altLang="zh-CN" sz="2400">
                <a:latin typeface="Arial" panose="020B0604020202020204" pitchFamily="34" charset="0"/>
                <a:ea typeface="宋体" panose="02010600030101010101" pitchFamily="2" charset="-122"/>
              </a:rPr>
              <a:t>B </a:t>
            </a:r>
            <a:r>
              <a:rPr lang="zh-CN" altLang="en-US" sz="2400">
                <a:latin typeface="Arial" panose="020B0604020202020204" pitchFamily="34" charset="0"/>
                <a:ea typeface="宋体" panose="02010600030101010101" pitchFamily="2" charset="-122"/>
              </a:rPr>
              <a:t>向客户 </a:t>
            </a:r>
            <a:r>
              <a:rPr lang="en-US" altLang="zh-CN" sz="2400">
                <a:latin typeface="Arial" panose="020B0604020202020204" pitchFamily="34" charset="0"/>
                <a:ea typeface="宋体" panose="02010600030101010101" pitchFamily="2" charset="-122"/>
              </a:rPr>
              <a:t>A </a:t>
            </a:r>
            <a:r>
              <a:rPr lang="zh-CN" altLang="en-US" sz="2400">
                <a:latin typeface="Arial" panose="020B0604020202020204" pitchFamily="34" charset="0"/>
                <a:ea typeface="宋体" panose="02010600030101010101" pitchFamily="2" charset="-122"/>
              </a:rPr>
              <a:t>提供服务。</a:t>
            </a:r>
          </a:p>
        </p:txBody>
      </p:sp>
      <p:sp>
        <p:nvSpPr>
          <p:cNvPr id="66590" name="幻灯片编号占位符 2">
            <a:extLst>
              <a:ext uri="{FF2B5EF4-FFF2-40B4-BE49-F238E27FC236}">
                <a16:creationId xmlns:a16="http://schemas.microsoft.com/office/drawing/2014/main" id="{C34745B3-7C7D-1C41-9D49-B164C13091B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567233-2642-1548-AD20-FEF0E686195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919597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4108"/>
                                        </p:tgtEl>
                                        <p:attrNameLst>
                                          <p:attrName>style.visibility</p:attrName>
                                        </p:attrNameLst>
                                      </p:cBhvr>
                                      <p:to>
                                        <p:strVal val="visible"/>
                                      </p:to>
                                    </p:set>
                                    <p:animEffect transition="in" filter="wipe(left)">
                                      <p:cBhvr>
                                        <p:cTn id="7" dur="2000"/>
                                        <p:tgtEl>
                                          <p:spTgt spid="344108"/>
                                        </p:tgtEl>
                                      </p:cBhvr>
                                    </p:animEffect>
                                  </p:childTnLst>
                                </p:cTn>
                              </p:par>
                            </p:childTnLst>
                          </p:cTn>
                        </p:par>
                        <p:par>
                          <p:cTn id="8" fill="hold" nodeType="afterGroup">
                            <p:stCondLst>
                              <p:cond delay="2000"/>
                            </p:stCondLst>
                            <p:childTnLst>
                              <p:par>
                                <p:cTn id="9" presetID="22" presetClass="entr" presetSubtype="2" fill="hold" nodeType="afterEffect">
                                  <p:stCondLst>
                                    <p:cond delay="500"/>
                                  </p:stCondLst>
                                  <p:childTnLst>
                                    <p:set>
                                      <p:cBhvr>
                                        <p:cTn id="10" dur="1" fill="hold">
                                          <p:stCondLst>
                                            <p:cond delay="0"/>
                                          </p:stCondLst>
                                        </p:cTn>
                                        <p:tgtEl>
                                          <p:spTgt spid="344109"/>
                                        </p:tgtEl>
                                        <p:attrNameLst>
                                          <p:attrName>style.visibility</p:attrName>
                                        </p:attrNameLst>
                                      </p:cBhvr>
                                      <p:to>
                                        <p:strVal val="visible"/>
                                      </p:to>
                                    </p:set>
                                    <p:animEffect transition="in" filter="wipe(right)">
                                      <p:cBhvr>
                                        <p:cTn id="11" dur="2000"/>
                                        <p:tgtEl>
                                          <p:spTgt spid="34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4DBC865-25BD-BE42-8B6E-31E4BAFFC333}"/>
              </a:ext>
            </a:extLst>
          </p:cNvPr>
          <p:cNvSpPr>
            <a:spLocks noGrp="1" noChangeArrowheads="1"/>
          </p:cNvSpPr>
          <p:nvPr>
            <p:ph type="title"/>
          </p:nvPr>
        </p:nvSpPr>
        <p:spPr>
          <a:xfrm>
            <a:off x="217714" y="84535"/>
            <a:ext cx="6987949" cy="845344"/>
          </a:xfrm>
        </p:spPr>
        <p:txBody>
          <a:bodyPr/>
          <a:lstStyle/>
          <a:p>
            <a:pPr eaLnBrk="1" hangingPunct="1"/>
            <a:r>
              <a:rPr lang="zh-CN" altLang="en-US" dirty="0">
                <a:latin typeface="Times New Roman" panose="02020603050405020304" pitchFamily="18" charset="0"/>
                <a:ea typeface="宋体" panose="02010600030101010101" pitchFamily="2" charset="-122"/>
              </a:rPr>
              <a:t>客户软件的特点 </a:t>
            </a:r>
          </a:p>
        </p:txBody>
      </p:sp>
      <p:sp>
        <p:nvSpPr>
          <p:cNvPr id="338947" name="Rectangle 3">
            <a:extLst>
              <a:ext uri="{FF2B5EF4-FFF2-40B4-BE49-F238E27FC236}">
                <a16:creationId xmlns:a16="http://schemas.microsoft.com/office/drawing/2014/main" id="{66576A60-1587-6B40-9AED-FEB321F3B8A6}"/>
              </a:ext>
            </a:extLst>
          </p:cNvPr>
          <p:cNvSpPr>
            <a:spLocks noGrp="1" noChangeArrowheads="1"/>
          </p:cNvSpPr>
          <p:nvPr>
            <p:ph type="body" idx="1"/>
          </p:nvPr>
        </p:nvSpPr>
        <p:spPr>
          <a:xfrm>
            <a:off x="217714" y="929879"/>
            <a:ext cx="8610600" cy="2924175"/>
          </a:xfrm>
        </p:spPr>
        <p:txBody>
          <a:bodyPr/>
          <a:lstStyle/>
          <a:p>
            <a:pPr eaLnBrk="1" hangingPunct="1"/>
            <a:r>
              <a:rPr lang="zh-CN" altLang="en-US" dirty="0">
                <a:latin typeface="Times New Roman" panose="02020603050405020304" pitchFamily="18" charset="0"/>
                <a:ea typeface="宋体" panose="02010600030101010101" pitchFamily="2" charset="-122"/>
              </a:rPr>
              <a:t>被用户调用后运行，在打算通信时主动向远地服务器发起通信（请求服务）。因此，客户程序必须知道服务器程序的地址。</a:t>
            </a:r>
          </a:p>
          <a:p>
            <a:pPr eaLnBrk="1" hangingPunct="1"/>
            <a:r>
              <a:rPr lang="zh-CN" altLang="en-US" dirty="0">
                <a:latin typeface="Times New Roman" panose="02020603050405020304" pitchFamily="18" charset="0"/>
                <a:ea typeface="宋体" panose="02010600030101010101" pitchFamily="2" charset="-122"/>
              </a:rPr>
              <a:t>不需要特殊的硬件和很复杂的操作系统。 </a:t>
            </a:r>
          </a:p>
        </p:txBody>
      </p:sp>
      <p:sp>
        <p:nvSpPr>
          <p:cNvPr id="68611" name="幻灯片编号占位符 1">
            <a:extLst>
              <a:ext uri="{FF2B5EF4-FFF2-40B4-BE49-F238E27FC236}">
                <a16:creationId xmlns:a16="http://schemas.microsoft.com/office/drawing/2014/main" id="{6BF3CD6F-2B44-EF41-8D9E-C2FB7563EF0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4C03AE9-E22D-7547-BF2E-660D24119CA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107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B7ADFBCE-A68F-4047-B355-A78C9D408BA1}"/>
              </a:ext>
            </a:extLst>
          </p:cNvPr>
          <p:cNvSpPr>
            <a:spLocks noGrp="1" noChangeArrowheads="1"/>
          </p:cNvSpPr>
          <p:nvPr>
            <p:ph type="title"/>
          </p:nvPr>
        </p:nvSpPr>
        <p:spPr>
          <a:xfrm>
            <a:off x="185058" y="195264"/>
            <a:ext cx="7020606" cy="621166"/>
          </a:xfrm>
        </p:spPr>
        <p:txBody>
          <a:bodyPr/>
          <a:lstStyle/>
          <a:p>
            <a:pPr eaLnBrk="1" hangingPunct="1"/>
            <a:r>
              <a:rPr lang="zh-CN" altLang="en-US" dirty="0">
                <a:latin typeface="Times New Roman" panose="02020603050405020304" pitchFamily="18" charset="0"/>
                <a:ea typeface="宋体" panose="02010600030101010101" pitchFamily="2" charset="-122"/>
              </a:rPr>
              <a:t>服务器软件的特点 </a:t>
            </a:r>
          </a:p>
        </p:txBody>
      </p:sp>
      <p:sp>
        <p:nvSpPr>
          <p:cNvPr id="340995" name="Rectangle 3">
            <a:extLst>
              <a:ext uri="{FF2B5EF4-FFF2-40B4-BE49-F238E27FC236}">
                <a16:creationId xmlns:a16="http://schemas.microsoft.com/office/drawing/2014/main" id="{5D77D476-AD1F-6145-A6A3-8F88A036CC1F}"/>
              </a:ext>
            </a:extLst>
          </p:cNvPr>
          <p:cNvSpPr>
            <a:spLocks noGrp="1" noChangeArrowheads="1"/>
          </p:cNvSpPr>
          <p:nvPr>
            <p:ph type="body" idx="1"/>
          </p:nvPr>
        </p:nvSpPr>
        <p:spPr>
          <a:xfrm>
            <a:off x="185058" y="1019414"/>
            <a:ext cx="8708571" cy="3725465"/>
          </a:xfrm>
        </p:spPr>
        <p:txBody>
          <a:bodyPr/>
          <a:lstStyle/>
          <a:p>
            <a:pPr eaLnBrk="1" hangingPunct="1"/>
            <a:r>
              <a:rPr lang="zh-CN" altLang="en-US" dirty="0">
                <a:latin typeface="Times New Roman" panose="02020603050405020304" pitchFamily="18" charset="0"/>
                <a:ea typeface="宋体" panose="02010600030101010101" pitchFamily="2" charset="-122"/>
              </a:rPr>
              <a:t>一种专门用来提供某种服务的程序，可同时处理多个远地或本地客户的请求。</a:t>
            </a:r>
          </a:p>
          <a:p>
            <a:pPr eaLnBrk="1" hangingPunct="1"/>
            <a:r>
              <a:rPr lang="zh-CN" altLang="en-US" dirty="0">
                <a:latin typeface="Times New Roman" panose="02020603050405020304" pitchFamily="18" charset="0"/>
                <a:ea typeface="宋体" panose="02010600030101010101" pitchFamily="2" charset="-122"/>
              </a:rPr>
              <a:t>系统启动后即自动调用并</a:t>
            </a:r>
            <a:r>
              <a:rPr lang="zh-CN" altLang="en-US" dirty="0">
                <a:solidFill>
                  <a:srgbClr val="CC0000"/>
                </a:solidFill>
                <a:latin typeface="Times New Roman" panose="02020603050405020304" pitchFamily="18" charset="0"/>
                <a:ea typeface="宋体" panose="02010600030101010101" pitchFamily="2" charset="-122"/>
              </a:rPr>
              <a:t>一直不断地运行着</a:t>
            </a:r>
            <a:r>
              <a:rPr lang="zh-CN" altLang="en-US" dirty="0">
                <a:latin typeface="Times New Roman" panose="02020603050405020304" pitchFamily="18" charset="0"/>
                <a:ea typeface="宋体" panose="02010600030101010101" pitchFamily="2" charset="-122"/>
              </a:rPr>
              <a:t>，</a:t>
            </a:r>
            <a:r>
              <a:rPr lang="zh-CN" altLang="en-US" dirty="0">
                <a:solidFill>
                  <a:srgbClr val="CC0000"/>
                </a:solidFill>
                <a:latin typeface="Times New Roman" panose="02020603050405020304" pitchFamily="18" charset="0"/>
                <a:ea typeface="宋体" panose="02010600030101010101" pitchFamily="2" charset="-122"/>
              </a:rPr>
              <a:t>被动地等待</a:t>
            </a:r>
            <a:r>
              <a:rPr lang="zh-CN" altLang="en-US" dirty="0">
                <a:latin typeface="Times New Roman" panose="02020603050405020304" pitchFamily="18" charset="0"/>
                <a:ea typeface="宋体" panose="02010600030101010101" pitchFamily="2" charset="-122"/>
              </a:rPr>
              <a:t>并接受来自各地的客户的通信请求。因此，服务器程序不需要知道客户程序的地址。</a:t>
            </a:r>
          </a:p>
          <a:p>
            <a:pPr eaLnBrk="1" hangingPunct="1"/>
            <a:r>
              <a:rPr lang="zh-CN" altLang="en-US" dirty="0">
                <a:latin typeface="Times New Roman" panose="02020603050405020304" pitchFamily="18" charset="0"/>
                <a:ea typeface="宋体" panose="02010600030101010101" pitchFamily="2" charset="-122"/>
              </a:rPr>
              <a:t>一般需要强大的硬件和高级的操作系统支持。</a:t>
            </a:r>
          </a:p>
        </p:txBody>
      </p:sp>
      <p:sp>
        <p:nvSpPr>
          <p:cNvPr id="70659" name="幻灯片编号占位符 1">
            <a:extLst>
              <a:ext uri="{FF2B5EF4-FFF2-40B4-BE49-F238E27FC236}">
                <a16:creationId xmlns:a16="http://schemas.microsoft.com/office/drawing/2014/main" id="{01181165-F10C-CC47-B99B-AA0F824839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A4541E1-15E9-0542-9EDD-7C0E92E4E7C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90822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0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0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4DAC4B64-5F2F-EA4A-9D5D-D7D34BFB504D}"/>
              </a:ext>
            </a:extLst>
          </p:cNvPr>
          <p:cNvSpPr>
            <a:spLocks noGrp="1" noChangeArrowheads="1"/>
          </p:cNvSpPr>
          <p:nvPr>
            <p:ph type="title"/>
          </p:nvPr>
        </p:nvSpPr>
        <p:spPr>
          <a:xfrm>
            <a:off x="217714" y="263128"/>
            <a:ext cx="6758159" cy="575072"/>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对等连接方式 </a:t>
            </a:r>
          </a:p>
        </p:txBody>
      </p:sp>
      <p:sp>
        <p:nvSpPr>
          <p:cNvPr id="72706" name="Rectangle 3">
            <a:extLst>
              <a:ext uri="{FF2B5EF4-FFF2-40B4-BE49-F238E27FC236}">
                <a16:creationId xmlns:a16="http://schemas.microsoft.com/office/drawing/2014/main" id="{E18D6E82-67E1-BE4F-9AF1-725F75BB85ED}"/>
              </a:ext>
            </a:extLst>
          </p:cNvPr>
          <p:cNvSpPr>
            <a:spLocks noGrp="1" noChangeArrowheads="1"/>
          </p:cNvSpPr>
          <p:nvPr>
            <p:ph type="body" idx="1"/>
          </p:nvPr>
        </p:nvSpPr>
        <p:spPr/>
        <p:txBody>
          <a:bodyPr/>
          <a:lstStyle/>
          <a:p>
            <a:pPr eaLnBrk="1" hangingPunct="1">
              <a:lnSpc>
                <a:spcPct val="90000"/>
              </a:lnSpc>
            </a:pPr>
            <a:r>
              <a:rPr lang="zh-CN" altLang="en-US">
                <a:solidFill>
                  <a:srgbClr val="CC0000"/>
                </a:solidFill>
                <a:latin typeface="Times New Roman" panose="02020603050405020304" pitchFamily="18" charset="0"/>
                <a:ea typeface="宋体" panose="02010600030101010101" pitchFamily="2" charset="-122"/>
              </a:rPr>
              <a:t>对等连接</a:t>
            </a:r>
            <a:r>
              <a:rPr lang="en-US" altLang="zh-CN">
                <a:latin typeface="Times New Roman" panose="02020603050405020304" pitchFamily="18" charset="0"/>
                <a:ea typeface="宋体" panose="02010600030101010101" pitchFamily="2" charset="-122"/>
              </a:rPr>
              <a:t>(peer-to-peer</a:t>
            </a:r>
            <a:r>
              <a:rPr lang="zh-CN" altLang="en-US">
                <a:latin typeface="Times New Roman" panose="02020603050405020304" pitchFamily="18" charset="0"/>
                <a:ea typeface="宋体" panose="02010600030101010101" pitchFamily="2" charset="-122"/>
              </a:rPr>
              <a:t>，简写为 </a:t>
            </a:r>
            <a:r>
              <a:rPr lang="en-US" altLang="zh-CN">
                <a:solidFill>
                  <a:srgbClr val="CC0000"/>
                </a:solidFill>
                <a:latin typeface="Times New Roman" panose="02020603050405020304" pitchFamily="18" charset="0"/>
                <a:ea typeface="宋体" panose="02010600030101010101" pitchFamily="2" charset="-122"/>
              </a:rPr>
              <a:t>P2P</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是指两个主机在通信时并不区分哪一个是服务请求方还是服务提供方。</a:t>
            </a:r>
          </a:p>
          <a:p>
            <a:pPr eaLnBrk="1" hangingPunct="1">
              <a:lnSpc>
                <a:spcPct val="90000"/>
              </a:lnSpc>
            </a:pPr>
            <a:r>
              <a:rPr lang="zh-CN" altLang="en-US">
                <a:latin typeface="Times New Roman" panose="02020603050405020304" pitchFamily="18" charset="0"/>
                <a:ea typeface="宋体" panose="02010600030101010101" pitchFamily="2" charset="-122"/>
              </a:rPr>
              <a:t>只要两个主机都运行了对等连接软件（</a:t>
            </a:r>
            <a:r>
              <a:rPr lang="en-US" altLang="zh-CN">
                <a:latin typeface="Times New Roman" panose="02020603050405020304" pitchFamily="18" charset="0"/>
                <a:ea typeface="宋体" panose="02010600030101010101" pitchFamily="2" charset="-122"/>
              </a:rPr>
              <a:t>P2P </a:t>
            </a:r>
            <a:r>
              <a:rPr lang="zh-CN" altLang="en-US">
                <a:latin typeface="Times New Roman" panose="02020603050405020304" pitchFamily="18" charset="0"/>
                <a:ea typeface="宋体" panose="02010600030101010101" pitchFamily="2" charset="-122"/>
              </a:rPr>
              <a:t>软件），它们就可以进行</a:t>
            </a:r>
            <a:r>
              <a:rPr lang="zh-CN" altLang="en-US">
                <a:solidFill>
                  <a:srgbClr val="CC0000"/>
                </a:solidFill>
                <a:latin typeface="Times New Roman" panose="02020603050405020304" pitchFamily="18" charset="0"/>
                <a:ea typeface="宋体" panose="02010600030101010101" pitchFamily="2" charset="-122"/>
              </a:rPr>
              <a:t>平等的、对等连接通信</a:t>
            </a:r>
            <a:r>
              <a:rPr lang="zh-CN" altLang="en-US">
                <a:latin typeface="Times New Roman" panose="02020603050405020304" pitchFamily="18" charset="0"/>
                <a:ea typeface="宋体" panose="02010600030101010101" pitchFamily="2" charset="-122"/>
              </a:rPr>
              <a:t>。</a:t>
            </a:r>
          </a:p>
          <a:p>
            <a:pPr eaLnBrk="1" hangingPunct="1">
              <a:lnSpc>
                <a:spcPct val="90000"/>
              </a:lnSpc>
            </a:pPr>
            <a:r>
              <a:rPr lang="zh-CN" altLang="en-US">
                <a:latin typeface="Times New Roman" panose="02020603050405020304" pitchFamily="18" charset="0"/>
                <a:ea typeface="宋体" panose="02010600030101010101" pitchFamily="2" charset="-122"/>
              </a:rPr>
              <a:t>双方都可以下载对方已经存储在硬盘中的共享文档。 </a:t>
            </a:r>
          </a:p>
        </p:txBody>
      </p:sp>
      <p:sp>
        <p:nvSpPr>
          <p:cNvPr id="72707" name="幻灯片编号占位符 1">
            <a:extLst>
              <a:ext uri="{FF2B5EF4-FFF2-40B4-BE49-F238E27FC236}">
                <a16:creationId xmlns:a16="http://schemas.microsoft.com/office/drawing/2014/main" id="{6AAD3F01-BA07-2048-BF3F-3A2F14DC32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E170952-1887-CD40-80DF-D21115498D0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80711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E9AE09BE-AF46-C04D-B54E-660AC8E1CB5F}"/>
              </a:ext>
            </a:extLst>
          </p:cNvPr>
          <p:cNvSpPr>
            <a:spLocks noGrp="1" noChangeArrowheads="1"/>
          </p:cNvSpPr>
          <p:nvPr>
            <p:ph type="title"/>
          </p:nvPr>
        </p:nvSpPr>
        <p:spPr>
          <a:xfrm>
            <a:off x="217714" y="86916"/>
            <a:ext cx="6866505" cy="845344"/>
          </a:xfrm>
        </p:spPr>
        <p:txBody>
          <a:bodyPr/>
          <a:lstStyle/>
          <a:p>
            <a:pPr eaLnBrk="1" hangingPunct="1"/>
            <a:r>
              <a:rPr lang="zh-CN" altLang="en-US" dirty="0">
                <a:latin typeface="Times New Roman" panose="02020603050405020304" pitchFamily="18" charset="0"/>
                <a:ea typeface="宋体" panose="02010600030101010101" pitchFamily="2" charset="-122"/>
              </a:rPr>
              <a:t>对等连接方式的特点</a:t>
            </a:r>
          </a:p>
        </p:txBody>
      </p:sp>
      <p:sp>
        <p:nvSpPr>
          <p:cNvPr id="74754" name="Rectangle 3">
            <a:extLst>
              <a:ext uri="{FF2B5EF4-FFF2-40B4-BE49-F238E27FC236}">
                <a16:creationId xmlns:a16="http://schemas.microsoft.com/office/drawing/2014/main" id="{D19AAB07-EDFB-7943-91E5-47724C95DC8A}"/>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对等连接方式从本质上看仍然是使用客户服务器方式，只是对等连接中的每一个主机既是客户又同时是服务器。</a:t>
            </a:r>
          </a:p>
          <a:p>
            <a:pPr eaLnBrk="1" hangingPunct="1"/>
            <a:r>
              <a:rPr lang="zh-CN" altLang="en-US">
                <a:latin typeface="Times New Roman" panose="02020603050405020304" pitchFamily="18" charset="0"/>
                <a:ea typeface="宋体" panose="02010600030101010101" pitchFamily="2" charset="-122"/>
              </a:rPr>
              <a:t>例如主机 </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请求 </a:t>
            </a:r>
            <a:r>
              <a:rPr lang="en-US" altLang="zh-CN">
                <a:latin typeface="Times New Roman" panose="02020603050405020304" pitchFamily="18" charset="0"/>
                <a:ea typeface="宋体" panose="02010600030101010101" pitchFamily="2" charset="-122"/>
              </a:rPr>
              <a:t>D </a:t>
            </a:r>
            <a:r>
              <a:rPr lang="zh-CN" altLang="en-US">
                <a:latin typeface="Times New Roman" panose="02020603050405020304" pitchFamily="18" charset="0"/>
                <a:ea typeface="宋体" panose="02010600030101010101" pitchFamily="2" charset="-122"/>
              </a:rPr>
              <a:t>的服务时，</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是客户，</a:t>
            </a:r>
            <a:r>
              <a:rPr lang="en-US" altLang="zh-CN">
                <a:latin typeface="Times New Roman" panose="02020603050405020304" pitchFamily="18" charset="0"/>
                <a:ea typeface="宋体" panose="02010600030101010101" pitchFamily="2" charset="-122"/>
              </a:rPr>
              <a:t>D </a:t>
            </a:r>
            <a:r>
              <a:rPr lang="zh-CN" altLang="en-US">
                <a:latin typeface="Times New Roman" panose="02020603050405020304" pitchFamily="18" charset="0"/>
                <a:ea typeface="宋体" panose="02010600030101010101" pitchFamily="2" charset="-122"/>
              </a:rPr>
              <a:t>是服务器。但如果 </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又同时向 </a:t>
            </a:r>
            <a:r>
              <a:rPr lang="en-US" altLang="zh-CN">
                <a:latin typeface="Times New Roman" panose="02020603050405020304" pitchFamily="18" charset="0"/>
                <a:ea typeface="宋体" panose="02010600030101010101" pitchFamily="2" charset="-122"/>
              </a:rPr>
              <a:t>F</a:t>
            </a:r>
            <a:r>
              <a:rPr lang="zh-CN" altLang="en-US">
                <a:latin typeface="Times New Roman" panose="02020603050405020304" pitchFamily="18" charset="0"/>
                <a:ea typeface="宋体" panose="02010600030101010101" pitchFamily="2" charset="-122"/>
              </a:rPr>
              <a:t>提供服务，那么 </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又同时起着服务器的作用。</a:t>
            </a:r>
          </a:p>
        </p:txBody>
      </p:sp>
      <p:sp>
        <p:nvSpPr>
          <p:cNvPr id="74755" name="幻灯片编号占位符 1">
            <a:extLst>
              <a:ext uri="{FF2B5EF4-FFF2-40B4-BE49-F238E27FC236}">
                <a16:creationId xmlns:a16="http://schemas.microsoft.com/office/drawing/2014/main" id="{13EFF355-63E0-D548-B177-EAA2833E4C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DDCB99-78CD-4148-AEAE-518EBF5E95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78869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1" name="Oval 4">
            <a:extLst>
              <a:ext uri="{FF2B5EF4-FFF2-40B4-BE49-F238E27FC236}">
                <a16:creationId xmlns:a16="http://schemas.microsoft.com/office/drawing/2014/main" id="{25B330FF-C785-704C-BD4F-940CD69D0D31}"/>
              </a:ext>
            </a:extLst>
          </p:cNvPr>
          <p:cNvSpPr>
            <a:spLocks noChangeArrowheads="1"/>
          </p:cNvSpPr>
          <p:nvPr/>
        </p:nvSpPr>
        <p:spPr bwMode="auto">
          <a:xfrm>
            <a:off x="2102644" y="960835"/>
            <a:ext cx="4586288" cy="3183731"/>
          </a:xfrm>
          <a:prstGeom prst="ellipse">
            <a:avLst/>
          </a:prstGeom>
          <a:solidFill>
            <a:srgbClr val="FFCCFF"/>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02" name="Line 5">
            <a:extLst>
              <a:ext uri="{FF2B5EF4-FFF2-40B4-BE49-F238E27FC236}">
                <a16:creationId xmlns:a16="http://schemas.microsoft.com/office/drawing/2014/main" id="{A7B28C57-633F-6C40-8D77-198F9F0E6C7B}"/>
              </a:ext>
            </a:extLst>
          </p:cNvPr>
          <p:cNvSpPr>
            <a:spLocks noChangeShapeType="1"/>
          </p:cNvSpPr>
          <p:nvPr/>
        </p:nvSpPr>
        <p:spPr bwMode="auto">
          <a:xfrm flipV="1">
            <a:off x="3112294" y="2896791"/>
            <a:ext cx="515541" cy="285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3" name="Line 6">
            <a:extLst>
              <a:ext uri="{FF2B5EF4-FFF2-40B4-BE49-F238E27FC236}">
                <a16:creationId xmlns:a16="http://schemas.microsoft.com/office/drawing/2014/main" id="{884C6AFA-98D6-9345-A678-3881608978AE}"/>
              </a:ext>
            </a:extLst>
          </p:cNvPr>
          <p:cNvSpPr>
            <a:spLocks noChangeShapeType="1"/>
          </p:cNvSpPr>
          <p:nvPr/>
        </p:nvSpPr>
        <p:spPr bwMode="auto">
          <a:xfrm flipH="1" flipV="1">
            <a:off x="2867026" y="2246710"/>
            <a:ext cx="556022" cy="1357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4" name="Line 7">
            <a:extLst>
              <a:ext uri="{FF2B5EF4-FFF2-40B4-BE49-F238E27FC236}">
                <a16:creationId xmlns:a16="http://schemas.microsoft.com/office/drawing/2014/main" id="{5C901ACF-6B10-0B46-B0A4-ED71066E6975}"/>
              </a:ext>
            </a:extLst>
          </p:cNvPr>
          <p:cNvSpPr>
            <a:spLocks noChangeShapeType="1"/>
          </p:cNvSpPr>
          <p:nvPr/>
        </p:nvSpPr>
        <p:spPr bwMode="auto">
          <a:xfrm flipH="1">
            <a:off x="5439966" y="2584847"/>
            <a:ext cx="6619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5" name="Line 8">
            <a:extLst>
              <a:ext uri="{FF2B5EF4-FFF2-40B4-BE49-F238E27FC236}">
                <a16:creationId xmlns:a16="http://schemas.microsoft.com/office/drawing/2014/main" id="{07BFAE36-6174-5F41-9CCB-0E76EF4D2987}"/>
              </a:ext>
            </a:extLst>
          </p:cNvPr>
          <p:cNvSpPr>
            <a:spLocks noChangeShapeType="1"/>
          </p:cNvSpPr>
          <p:nvPr/>
        </p:nvSpPr>
        <p:spPr bwMode="auto">
          <a:xfrm flipH="1">
            <a:off x="4882754" y="1570435"/>
            <a:ext cx="486965" cy="676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6" name="Line 9">
            <a:extLst>
              <a:ext uri="{FF2B5EF4-FFF2-40B4-BE49-F238E27FC236}">
                <a16:creationId xmlns:a16="http://schemas.microsoft.com/office/drawing/2014/main" id="{D7541893-F049-3C44-BCAD-49CBADA2D462}"/>
              </a:ext>
            </a:extLst>
          </p:cNvPr>
          <p:cNvSpPr>
            <a:spLocks noChangeShapeType="1"/>
          </p:cNvSpPr>
          <p:nvPr/>
        </p:nvSpPr>
        <p:spPr bwMode="auto">
          <a:xfrm flipH="1" flipV="1">
            <a:off x="4883944" y="3127773"/>
            <a:ext cx="367904" cy="43100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7" name="Line 10">
            <a:extLst>
              <a:ext uri="{FF2B5EF4-FFF2-40B4-BE49-F238E27FC236}">
                <a16:creationId xmlns:a16="http://schemas.microsoft.com/office/drawing/2014/main" id="{5DDE4945-DDAD-254B-8A76-0A8CE855F83B}"/>
              </a:ext>
            </a:extLst>
          </p:cNvPr>
          <p:cNvSpPr>
            <a:spLocks noChangeShapeType="1"/>
          </p:cNvSpPr>
          <p:nvPr/>
        </p:nvSpPr>
        <p:spPr bwMode="auto">
          <a:xfrm>
            <a:off x="3631407" y="1637110"/>
            <a:ext cx="311944" cy="4953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8" name="Line 11">
            <a:extLst>
              <a:ext uri="{FF2B5EF4-FFF2-40B4-BE49-F238E27FC236}">
                <a16:creationId xmlns:a16="http://schemas.microsoft.com/office/drawing/2014/main" id="{F5D9A1C9-6EBA-BE48-9F6D-E2A58A782E92}"/>
              </a:ext>
            </a:extLst>
          </p:cNvPr>
          <p:cNvSpPr>
            <a:spLocks noChangeShapeType="1"/>
          </p:cNvSpPr>
          <p:nvPr/>
        </p:nvSpPr>
        <p:spPr bwMode="auto">
          <a:xfrm flipV="1">
            <a:off x="3839766" y="3061098"/>
            <a:ext cx="140494" cy="4976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76809" name="Picture 12">
            <a:extLst>
              <a:ext uri="{FF2B5EF4-FFF2-40B4-BE49-F238E27FC236}">
                <a16:creationId xmlns:a16="http://schemas.microsoft.com/office/drawing/2014/main" id="{9890E553-882C-7443-85C9-7C6056A3E1E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1360" y="1298972"/>
            <a:ext cx="42148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0" name="Picture 13">
            <a:extLst>
              <a:ext uri="{FF2B5EF4-FFF2-40B4-BE49-F238E27FC236}">
                <a16:creationId xmlns:a16="http://schemas.microsoft.com/office/drawing/2014/main" id="{4FD44A35-B1E6-C248-9FE8-BBF65AD07D7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048" y="1298972"/>
            <a:ext cx="42148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1" name="Picture 14">
            <a:extLst>
              <a:ext uri="{FF2B5EF4-FFF2-40B4-BE49-F238E27FC236}">
                <a16:creationId xmlns:a16="http://schemas.microsoft.com/office/drawing/2014/main" id="{CED5942C-5231-BF49-BBAB-2079EFEB20D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2304" y="3465910"/>
            <a:ext cx="421481" cy="426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2" name="Picture 15">
            <a:extLst>
              <a:ext uri="{FF2B5EF4-FFF2-40B4-BE49-F238E27FC236}">
                <a16:creationId xmlns:a16="http://schemas.microsoft.com/office/drawing/2014/main" id="{3F32A080-0730-6840-A5E8-95B7D5AF74D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1407" y="3465910"/>
            <a:ext cx="421481" cy="426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3" name="Picture 16">
            <a:extLst>
              <a:ext uri="{FF2B5EF4-FFF2-40B4-BE49-F238E27FC236}">
                <a16:creationId xmlns:a16="http://schemas.microsoft.com/office/drawing/2014/main" id="{D19E4421-E2D4-8B46-B052-58A66DE81BD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363" y="1839516"/>
            <a:ext cx="421481" cy="426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6814" name="Group 17">
            <a:extLst>
              <a:ext uri="{FF2B5EF4-FFF2-40B4-BE49-F238E27FC236}">
                <a16:creationId xmlns:a16="http://schemas.microsoft.com/office/drawing/2014/main" id="{28E45230-DA57-6E40-A814-78FAA04760A2}"/>
              </a:ext>
            </a:extLst>
          </p:cNvPr>
          <p:cNvGrpSpPr>
            <a:grpSpLocks/>
          </p:cNvGrpSpPr>
          <p:nvPr/>
        </p:nvGrpSpPr>
        <p:grpSpPr bwMode="auto">
          <a:xfrm>
            <a:off x="3145632" y="1637110"/>
            <a:ext cx="2646760" cy="1871663"/>
            <a:chOff x="1680" y="240"/>
            <a:chExt cx="2529" cy="1270"/>
          </a:xfrm>
        </p:grpSpPr>
        <p:sp>
          <p:nvSpPr>
            <p:cNvPr id="76835" name="Oval 18">
              <a:extLst>
                <a:ext uri="{FF2B5EF4-FFF2-40B4-BE49-F238E27FC236}">
                  <a16:creationId xmlns:a16="http://schemas.microsoft.com/office/drawing/2014/main" id="{F8A87EB4-5C38-9548-952F-860C5AF7193E}"/>
                </a:ext>
              </a:extLst>
            </p:cNvPr>
            <p:cNvSpPr>
              <a:spLocks noChangeArrowheads="1"/>
            </p:cNvSpPr>
            <p:nvPr/>
          </p:nvSpPr>
          <p:spPr bwMode="auto">
            <a:xfrm>
              <a:off x="2554" y="240"/>
              <a:ext cx="1089"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6" name="Oval 19">
              <a:extLst>
                <a:ext uri="{FF2B5EF4-FFF2-40B4-BE49-F238E27FC236}">
                  <a16:creationId xmlns:a16="http://schemas.microsoft.com/office/drawing/2014/main" id="{5B6310AA-141F-1344-A20E-751BB7CCF95D}"/>
                </a:ext>
              </a:extLst>
            </p:cNvPr>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7" name="Oval 20">
              <a:extLst>
                <a:ext uri="{FF2B5EF4-FFF2-40B4-BE49-F238E27FC236}">
                  <a16:creationId xmlns:a16="http://schemas.microsoft.com/office/drawing/2014/main" id="{744A9D10-875C-3F42-BC93-E6B0854CA271}"/>
                </a:ext>
              </a:extLst>
            </p:cNvPr>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8" name="Oval 21">
              <a:extLst>
                <a:ext uri="{FF2B5EF4-FFF2-40B4-BE49-F238E27FC236}">
                  <a16:creationId xmlns:a16="http://schemas.microsoft.com/office/drawing/2014/main" id="{7969F181-DE14-9B4B-9147-43223174EAC2}"/>
                </a:ext>
              </a:extLst>
            </p:cNvPr>
            <p:cNvSpPr>
              <a:spLocks noChangeArrowheads="1"/>
            </p:cNvSpPr>
            <p:nvPr/>
          </p:nvSpPr>
          <p:spPr bwMode="auto">
            <a:xfrm>
              <a:off x="1850" y="894"/>
              <a:ext cx="843"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9" name="Oval 22">
              <a:extLst>
                <a:ext uri="{FF2B5EF4-FFF2-40B4-BE49-F238E27FC236}">
                  <a16:creationId xmlns:a16="http://schemas.microsoft.com/office/drawing/2014/main" id="{C510FCD1-F5B0-034F-8AB3-F436E3902064}"/>
                </a:ext>
              </a:extLst>
            </p:cNvPr>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0" name="Oval 23">
              <a:extLst>
                <a:ext uri="{FF2B5EF4-FFF2-40B4-BE49-F238E27FC236}">
                  <a16:creationId xmlns:a16="http://schemas.microsoft.com/office/drawing/2014/main" id="{3D95210F-9EB3-964D-8512-023D2AACFD75}"/>
                </a:ext>
              </a:extLst>
            </p:cNvPr>
            <p:cNvSpPr>
              <a:spLocks noChangeArrowheads="1"/>
            </p:cNvSpPr>
            <p:nvPr/>
          </p:nvSpPr>
          <p:spPr bwMode="auto">
            <a:xfrm>
              <a:off x="3289" y="394"/>
              <a:ext cx="797" cy="39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1" name="Oval 24">
              <a:extLst>
                <a:ext uri="{FF2B5EF4-FFF2-40B4-BE49-F238E27FC236}">
                  <a16:creationId xmlns:a16="http://schemas.microsoft.com/office/drawing/2014/main" id="{6862BD80-B5EA-EE4F-9A19-03E61B339A84}"/>
                </a:ext>
              </a:extLst>
            </p:cNvPr>
            <p:cNvSpPr>
              <a:spLocks noChangeArrowheads="1"/>
            </p:cNvSpPr>
            <p:nvPr/>
          </p:nvSpPr>
          <p:spPr bwMode="auto">
            <a:xfrm>
              <a:off x="3412" y="663"/>
              <a:ext cx="797" cy="39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2" name="Oval 25">
              <a:extLst>
                <a:ext uri="{FF2B5EF4-FFF2-40B4-BE49-F238E27FC236}">
                  <a16:creationId xmlns:a16="http://schemas.microsoft.com/office/drawing/2014/main" id="{5F928ADD-1107-564F-BF74-B493A865ED59}"/>
                </a:ext>
              </a:extLst>
            </p:cNvPr>
            <p:cNvSpPr>
              <a:spLocks noChangeArrowheads="1"/>
            </p:cNvSpPr>
            <p:nvPr/>
          </p:nvSpPr>
          <p:spPr bwMode="auto">
            <a:xfrm>
              <a:off x="3335" y="753"/>
              <a:ext cx="795"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3" name="Oval 26">
              <a:extLst>
                <a:ext uri="{FF2B5EF4-FFF2-40B4-BE49-F238E27FC236}">
                  <a16:creationId xmlns:a16="http://schemas.microsoft.com/office/drawing/2014/main" id="{7E74A5BC-22CA-A04F-AF24-80DBD56D2431}"/>
                </a:ext>
              </a:extLst>
            </p:cNvPr>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76815" name="Text Box 27">
            <a:extLst>
              <a:ext uri="{FF2B5EF4-FFF2-40B4-BE49-F238E27FC236}">
                <a16:creationId xmlns:a16="http://schemas.microsoft.com/office/drawing/2014/main" id="{861F32B1-9E73-FA49-932F-70EF9F8EC4F1}"/>
              </a:ext>
            </a:extLst>
          </p:cNvPr>
          <p:cNvSpPr txBox="1">
            <a:spLocks noChangeArrowheads="1"/>
          </p:cNvSpPr>
          <p:nvPr/>
        </p:nvSpPr>
        <p:spPr bwMode="auto">
          <a:xfrm>
            <a:off x="3869531" y="1101328"/>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网络边缘</a:t>
            </a:r>
          </a:p>
        </p:txBody>
      </p:sp>
      <p:sp>
        <p:nvSpPr>
          <p:cNvPr id="76816" name="Text Box 28">
            <a:extLst>
              <a:ext uri="{FF2B5EF4-FFF2-40B4-BE49-F238E27FC236}">
                <a16:creationId xmlns:a16="http://schemas.microsoft.com/office/drawing/2014/main" id="{BFB707A7-26A4-994E-A603-5694F1733E65}"/>
              </a:ext>
            </a:extLst>
          </p:cNvPr>
          <p:cNvSpPr txBox="1">
            <a:spLocks noChangeArrowheads="1"/>
          </p:cNvSpPr>
          <p:nvPr/>
        </p:nvSpPr>
        <p:spPr bwMode="auto">
          <a:xfrm>
            <a:off x="3799120" y="2334267"/>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chemeClr val="folHlink"/>
                </a:solidFill>
                <a:latin typeface="Arial" panose="020B0604020202020204" pitchFamily="34" charset="0"/>
                <a:ea typeface="宋体" panose="02010600030101010101" pitchFamily="2" charset="-122"/>
              </a:rPr>
              <a:t>网络核心</a:t>
            </a:r>
          </a:p>
        </p:txBody>
      </p:sp>
      <p:graphicFrame>
        <p:nvGraphicFramePr>
          <p:cNvPr id="76817" name="Object 29">
            <a:hlinkClick r:id="" action="ppaction://ole?verb=0"/>
            <a:extLst>
              <a:ext uri="{FF2B5EF4-FFF2-40B4-BE49-F238E27FC236}">
                <a16:creationId xmlns:a16="http://schemas.microsoft.com/office/drawing/2014/main" id="{E30F696C-A200-D848-B1C7-E3F10046DA0D}"/>
              </a:ext>
            </a:extLst>
          </p:cNvPr>
          <p:cNvGraphicFramePr>
            <a:graphicFrameLocks/>
          </p:cNvGraphicFramePr>
          <p:nvPr/>
        </p:nvGraphicFramePr>
        <p:xfrm>
          <a:off x="5994797" y="2249091"/>
          <a:ext cx="490538" cy="642938"/>
        </p:xfrm>
        <a:graphic>
          <a:graphicData uri="http://schemas.openxmlformats.org/presentationml/2006/ole">
            <mc:AlternateContent xmlns:mc="http://schemas.openxmlformats.org/markup-compatibility/2006">
              <mc:Choice xmlns:v="urn:schemas-microsoft-com:vml" Requires="v">
                <p:oleObj spid="_x0000_s65553" name="Microsoft ClipArt Gallery" r:id="rId5" imgW="15748000" imgH="22034500" progId="MS_ClipArt_Gallery">
                  <p:embed/>
                </p:oleObj>
              </mc:Choice>
              <mc:Fallback>
                <p:oleObj name="Microsoft ClipArt Gallery" r:id="rId5" imgW="15748000" imgH="22034500" progId="MS_ClipArt_Gallery">
                  <p:embed/>
                  <p:pic>
                    <p:nvPicPr>
                      <p:cNvPr id="76817" name="Object 29">
                        <a:hlinkClick r:id="" action="ppaction://ole?verb=0"/>
                        <a:extLst>
                          <a:ext uri="{FF2B5EF4-FFF2-40B4-BE49-F238E27FC236}">
                            <a16:creationId xmlns:a16="http://schemas.microsoft.com/office/drawing/2014/main" id="{E30F696C-A200-D848-B1C7-E3F10046DA0D}"/>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4797" y="2249091"/>
                        <a:ext cx="490538"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6818" name="Text Box 30">
            <a:extLst>
              <a:ext uri="{FF2B5EF4-FFF2-40B4-BE49-F238E27FC236}">
                <a16:creationId xmlns:a16="http://schemas.microsoft.com/office/drawing/2014/main" id="{15FD2F41-D743-294D-BA68-AEBC5E5098B4}"/>
              </a:ext>
            </a:extLst>
          </p:cNvPr>
          <p:cNvSpPr txBox="1">
            <a:spLocks noChangeArrowheads="1"/>
          </p:cNvSpPr>
          <p:nvPr/>
        </p:nvSpPr>
        <p:spPr bwMode="auto">
          <a:xfrm>
            <a:off x="6158833" y="844154"/>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76819" name="Text Box 31">
            <a:extLst>
              <a:ext uri="{FF2B5EF4-FFF2-40B4-BE49-F238E27FC236}">
                <a16:creationId xmlns:a16="http://schemas.microsoft.com/office/drawing/2014/main" id="{4189439A-1653-5446-A8CD-6E94412A1298}"/>
              </a:ext>
            </a:extLst>
          </p:cNvPr>
          <p:cNvSpPr txBox="1">
            <a:spLocks noChangeArrowheads="1"/>
          </p:cNvSpPr>
          <p:nvPr/>
        </p:nvSpPr>
        <p:spPr bwMode="auto">
          <a:xfrm>
            <a:off x="6537452" y="3339704"/>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348192" name="Line 32">
            <a:extLst>
              <a:ext uri="{FF2B5EF4-FFF2-40B4-BE49-F238E27FC236}">
                <a16:creationId xmlns:a16="http://schemas.microsoft.com/office/drawing/2014/main" id="{5E809641-589D-084D-9E1D-ED69E81DAD0B}"/>
              </a:ext>
            </a:extLst>
          </p:cNvPr>
          <p:cNvSpPr>
            <a:spLocks noChangeShapeType="1"/>
          </p:cNvSpPr>
          <p:nvPr/>
        </p:nvSpPr>
        <p:spPr bwMode="auto">
          <a:xfrm flipH="1">
            <a:off x="5299472" y="1434704"/>
            <a:ext cx="70247" cy="2235994"/>
          </a:xfrm>
          <a:prstGeom prst="line">
            <a:avLst/>
          </a:prstGeom>
          <a:noFill/>
          <a:ln w="76200">
            <a:solidFill>
              <a:schemeClr val="folHlink">
                <a:alpha val="56078"/>
              </a:scheme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6821" name="Line 33">
            <a:extLst>
              <a:ext uri="{FF2B5EF4-FFF2-40B4-BE49-F238E27FC236}">
                <a16:creationId xmlns:a16="http://schemas.microsoft.com/office/drawing/2014/main" id="{383E04BD-D147-BC4F-AC21-4544384120E7}"/>
              </a:ext>
            </a:extLst>
          </p:cNvPr>
          <p:cNvSpPr>
            <a:spLocks noChangeShapeType="1"/>
          </p:cNvSpPr>
          <p:nvPr/>
        </p:nvSpPr>
        <p:spPr bwMode="auto">
          <a:xfrm flipH="1">
            <a:off x="5507832" y="1229916"/>
            <a:ext cx="626269" cy="204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2" name="Line 34">
            <a:extLst>
              <a:ext uri="{FF2B5EF4-FFF2-40B4-BE49-F238E27FC236}">
                <a16:creationId xmlns:a16="http://schemas.microsoft.com/office/drawing/2014/main" id="{7971F597-C700-D74C-9E5D-3594D8E59D82}"/>
              </a:ext>
            </a:extLst>
          </p:cNvPr>
          <p:cNvSpPr>
            <a:spLocks noChangeShapeType="1"/>
          </p:cNvSpPr>
          <p:nvPr/>
        </p:nvSpPr>
        <p:spPr bwMode="auto">
          <a:xfrm flipH="1" flipV="1">
            <a:off x="5438775" y="3604023"/>
            <a:ext cx="1401366" cy="547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3" name="Text Box 35">
            <a:extLst>
              <a:ext uri="{FF2B5EF4-FFF2-40B4-BE49-F238E27FC236}">
                <a16:creationId xmlns:a16="http://schemas.microsoft.com/office/drawing/2014/main" id="{F3AEB401-3AD1-6647-A9E7-A47EE07EC53B}"/>
              </a:ext>
            </a:extLst>
          </p:cNvPr>
          <p:cNvSpPr txBox="1">
            <a:spLocks noChangeArrowheads="1"/>
          </p:cNvSpPr>
          <p:nvPr/>
        </p:nvSpPr>
        <p:spPr bwMode="auto">
          <a:xfrm>
            <a:off x="4880372" y="3353991"/>
            <a:ext cx="37863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D</a:t>
            </a:r>
          </a:p>
        </p:txBody>
      </p:sp>
      <p:sp>
        <p:nvSpPr>
          <p:cNvPr id="76824" name="Text Box 36">
            <a:extLst>
              <a:ext uri="{FF2B5EF4-FFF2-40B4-BE49-F238E27FC236}">
                <a16:creationId xmlns:a16="http://schemas.microsoft.com/office/drawing/2014/main" id="{C03920A0-B27D-D143-B6E0-1880A818B2DA}"/>
              </a:ext>
            </a:extLst>
          </p:cNvPr>
          <p:cNvSpPr txBox="1">
            <a:spLocks noChangeArrowheads="1"/>
          </p:cNvSpPr>
          <p:nvPr/>
        </p:nvSpPr>
        <p:spPr bwMode="auto">
          <a:xfrm>
            <a:off x="5161360" y="937022"/>
            <a:ext cx="37863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C</a:t>
            </a:r>
          </a:p>
        </p:txBody>
      </p:sp>
      <p:pic>
        <p:nvPicPr>
          <p:cNvPr id="76825" name="Picture 37">
            <a:extLst>
              <a:ext uri="{FF2B5EF4-FFF2-40B4-BE49-F238E27FC236}">
                <a16:creationId xmlns:a16="http://schemas.microsoft.com/office/drawing/2014/main" id="{8F62913B-D1CB-784E-9365-F6B680525A7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6779" y="3061097"/>
            <a:ext cx="42148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8" name="Line 38">
            <a:extLst>
              <a:ext uri="{FF2B5EF4-FFF2-40B4-BE49-F238E27FC236}">
                <a16:creationId xmlns:a16="http://schemas.microsoft.com/office/drawing/2014/main" id="{1C595B67-966E-E54E-BCC1-1061226C5CFC}"/>
              </a:ext>
            </a:extLst>
          </p:cNvPr>
          <p:cNvSpPr>
            <a:spLocks noChangeShapeType="1"/>
          </p:cNvSpPr>
          <p:nvPr/>
        </p:nvSpPr>
        <p:spPr bwMode="auto">
          <a:xfrm flipH="1">
            <a:off x="3005138" y="1434704"/>
            <a:ext cx="626269" cy="1828800"/>
          </a:xfrm>
          <a:prstGeom prst="line">
            <a:avLst/>
          </a:prstGeom>
          <a:noFill/>
          <a:ln w="76200">
            <a:solidFill>
              <a:schemeClr val="folHlink">
                <a:alpha val="56078"/>
              </a:scheme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6827" name="Text Box 39">
            <a:extLst>
              <a:ext uri="{FF2B5EF4-FFF2-40B4-BE49-F238E27FC236}">
                <a16:creationId xmlns:a16="http://schemas.microsoft.com/office/drawing/2014/main" id="{4C664292-394C-F54E-B3E0-8DFECD2B931B}"/>
              </a:ext>
            </a:extLst>
          </p:cNvPr>
          <p:cNvSpPr txBox="1">
            <a:spLocks noChangeArrowheads="1"/>
          </p:cNvSpPr>
          <p:nvPr/>
        </p:nvSpPr>
        <p:spPr bwMode="auto">
          <a:xfrm>
            <a:off x="3473053" y="913210"/>
            <a:ext cx="36420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E</a:t>
            </a:r>
          </a:p>
        </p:txBody>
      </p:sp>
      <p:sp>
        <p:nvSpPr>
          <p:cNvPr id="76828" name="Text Box 40">
            <a:extLst>
              <a:ext uri="{FF2B5EF4-FFF2-40B4-BE49-F238E27FC236}">
                <a16:creationId xmlns:a16="http://schemas.microsoft.com/office/drawing/2014/main" id="{DC28F635-ECCA-034C-B4A4-40071711BA15}"/>
              </a:ext>
            </a:extLst>
          </p:cNvPr>
          <p:cNvSpPr txBox="1">
            <a:spLocks noChangeArrowheads="1"/>
          </p:cNvSpPr>
          <p:nvPr/>
        </p:nvSpPr>
        <p:spPr bwMode="auto">
          <a:xfrm>
            <a:off x="2547938" y="2880122"/>
            <a:ext cx="3497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F</a:t>
            </a:r>
          </a:p>
        </p:txBody>
      </p:sp>
      <p:sp>
        <p:nvSpPr>
          <p:cNvPr id="76829" name="Text Box 41">
            <a:extLst>
              <a:ext uri="{FF2B5EF4-FFF2-40B4-BE49-F238E27FC236}">
                <a16:creationId xmlns:a16="http://schemas.microsoft.com/office/drawing/2014/main" id="{FACD91E4-B1F0-0E48-8DD3-C031AE2341E5}"/>
              </a:ext>
            </a:extLst>
          </p:cNvPr>
          <p:cNvSpPr txBox="1">
            <a:spLocks noChangeArrowheads="1"/>
          </p:cNvSpPr>
          <p:nvPr/>
        </p:nvSpPr>
        <p:spPr bwMode="auto">
          <a:xfrm>
            <a:off x="1251077" y="898922"/>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76830" name="Text Box 42">
            <a:extLst>
              <a:ext uri="{FF2B5EF4-FFF2-40B4-BE49-F238E27FC236}">
                <a16:creationId xmlns:a16="http://schemas.microsoft.com/office/drawing/2014/main" id="{76D882B5-B472-9344-A4F0-B11C41EAF6A5}"/>
              </a:ext>
            </a:extLst>
          </p:cNvPr>
          <p:cNvSpPr txBox="1">
            <a:spLocks noChangeArrowheads="1"/>
          </p:cNvSpPr>
          <p:nvPr/>
        </p:nvSpPr>
        <p:spPr bwMode="auto">
          <a:xfrm>
            <a:off x="1405858" y="3380185"/>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76831" name="Line 43">
            <a:extLst>
              <a:ext uri="{FF2B5EF4-FFF2-40B4-BE49-F238E27FC236}">
                <a16:creationId xmlns:a16="http://schemas.microsoft.com/office/drawing/2014/main" id="{DDCF538C-8C72-E742-9CBC-6FBB1BEE2537}"/>
              </a:ext>
            </a:extLst>
          </p:cNvPr>
          <p:cNvSpPr>
            <a:spLocks noChangeShapeType="1"/>
          </p:cNvSpPr>
          <p:nvPr/>
        </p:nvSpPr>
        <p:spPr bwMode="auto">
          <a:xfrm>
            <a:off x="2195513" y="1227535"/>
            <a:ext cx="1296591" cy="2071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2" name="Line 44">
            <a:extLst>
              <a:ext uri="{FF2B5EF4-FFF2-40B4-BE49-F238E27FC236}">
                <a16:creationId xmlns:a16="http://schemas.microsoft.com/office/drawing/2014/main" id="{02C7D8DA-FF72-CB40-A5EC-C3CD5634A56C}"/>
              </a:ext>
            </a:extLst>
          </p:cNvPr>
          <p:cNvSpPr>
            <a:spLocks noChangeShapeType="1"/>
          </p:cNvSpPr>
          <p:nvPr/>
        </p:nvSpPr>
        <p:spPr bwMode="auto">
          <a:xfrm flipV="1">
            <a:off x="2450307" y="3465910"/>
            <a:ext cx="416719" cy="138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05" name="Line 45">
            <a:extLst>
              <a:ext uri="{FF2B5EF4-FFF2-40B4-BE49-F238E27FC236}">
                <a16:creationId xmlns:a16="http://schemas.microsoft.com/office/drawing/2014/main" id="{09CE9B39-521F-6C4E-A66A-6C2E6ABB79BD}"/>
              </a:ext>
            </a:extLst>
          </p:cNvPr>
          <p:cNvSpPr>
            <a:spLocks noChangeShapeType="1"/>
          </p:cNvSpPr>
          <p:nvPr/>
        </p:nvSpPr>
        <p:spPr bwMode="auto">
          <a:xfrm flipH="1">
            <a:off x="3213497" y="1434704"/>
            <a:ext cx="2085975" cy="1895475"/>
          </a:xfrm>
          <a:prstGeom prst="line">
            <a:avLst/>
          </a:prstGeom>
          <a:noFill/>
          <a:ln w="76200">
            <a:solidFill>
              <a:schemeClr val="folHlink">
                <a:alpha val="56078"/>
              </a:scheme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6834" name="幻灯片编号占位符 2">
            <a:extLst>
              <a:ext uri="{FF2B5EF4-FFF2-40B4-BE49-F238E27FC236}">
                <a16:creationId xmlns:a16="http://schemas.microsoft.com/office/drawing/2014/main" id="{B749EBE4-E609-5F4D-B7BD-E04A328ACD6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F4BCC46-E973-0A45-AFFC-C0019525093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72881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48192"/>
                                        </p:tgtEl>
                                        <p:attrNameLst>
                                          <p:attrName>style.visibility</p:attrName>
                                        </p:attrNameLst>
                                      </p:cBhvr>
                                      <p:to>
                                        <p:strVal val="visible"/>
                                      </p:to>
                                    </p:set>
                                    <p:animEffect transition="in" filter="wipe(up)">
                                      <p:cBhvr>
                                        <p:cTn id="7" dur="1000"/>
                                        <p:tgtEl>
                                          <p:spTgt spid="348192"/>
                                        </p:tgtEl>
                                      </p:cBhvr>
                                    </p:animEffect>
                                  </p:childTnLst>
                                </p:cTn>
                              </p:par>
                            </p:childTnLst>
                          </p:cTn>
                        </p:par>
                        <p:par>
                          <p:cTn id="8" fill="hold" nodeType="afterGroup">
                            <p:stCondLst>
                              <p:cond delay="1000"/>
                            </p:stCondLst>
                            <p:childTnLst>
                              <p:par>
                                <p:cTn id="9" presetID="22" presetClass="entr" presetSubtype="1" fill="hold" nodeType="afterEffect">
                                  <p:stCondLst>
                                    <p:cond delay="500"/>
                                  </p:stCondLst>
                                  <p:childTnLst>
                                    <p:set>
                                      <p:cBhvr>
                                        <p:cTn id="10" dur="1" fill="hold">
                                          <p:stCondLst>
                                            <p:cond delay="0"/>
                                          </p:stCondLst>
                                        </p:cTn>
                                        <p:tgtEl>
                                          <p:spTgt spid="348205"/>
                                        </p:tgtEl>
                                        <p:attrNameLst>
                                          <p:attrName>style.visibility</p:attrName>
                                        </p:attrNameLst>
                                      </p:cBhvr>
                                      <p:to>
                                        <p:strVal val="visible"/>
                                      </p:to>
                                    </p:set>
                                    <p:animEffect transition="in" filter="wipe(up)">
                                      <p:cBhvr>
                                        <p:cTn id="11" dur="1000"/>
                                        <p:tgtEl>
                                          <p:spTgt spid="348205"/>
                                        </p:tgtEl>
                                      </p:cBhvr>
                                    </p:animEffect>
                                  </p:childTnLst>
                                </p:cTn>
                              </p:par>
                            </p:childTnLst>
                          </p:cTn>
                        </p:par>
                        <p:par>
                          <p:cTn id="12" fill="hold" nodeType="afterGroup">
                            <p:stCondLst>
                              <p:cond delay="2500"/>
                            </p:stCondLst>
                            <p:childTnLst>
                              <p:par>
                                <p:cTn id="13" presetID="22" presetClass="entr" presetSubtype="4" fill="hold" nodeType="afterEffect">
                                  <p:stCondLst>
                                    <p:cond delay="500"/>
                                  </p:stCondLst>
                                  <p:childTnLst>
                                    <p:set>
                                      <p:cBhvr>
                                        <p:cTn id="14" dur="1" fill="hold">
                                          <p:stCondLst>
                                            <p:cond delay="0"/>
                                          </p:stCondLst>
                                        </p:cTn>
                                        <p:tgtEl>
                                          <p:spTgt spid="348198"/>
                                        </p:tgtEl>
                                        <p:attrNameLst>
                                          <p:attrName>style.visibility</p:attrName>
                                        </p:attrNameLst>
                                      </p:cBhvr>
                                      <p:to>
                                        <p:strVal val="visible"/>
                                      </p:to>
                                    </p:set>
                                    <p:animEffect transition="in" filter="wipe(down)">
                                      <p:cBhvr>
                                        <p:cTn id="15" dur="1000"/>
                                        <p:tgtEl>
                                          <p:spTgt spid="34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D7581018-F2CA-B540-A887-E0FF62C57207}"/>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1.3.2  </a:t>
            </a:r>
            <a:r>
              <a:rPr lang="zh-CN" altLang="en-US">
                <a:latin typeface="Times New Roman" panose="02020603050405020304" pitchFamily="18" charset="0"/>
                <a:ea typeface="宋体" panose="02010600030101010101" pitchFamily="2" charset="-122"/>
              </a:rPr>
              <a:t>因特网的核心部分</a:t>
            </a:r>
          </a:p>
        </p:txBody>
      </p:sp>
      <p:sp>
        <p:nvSpPr>
          <p:cNvPr id="78850" name="Rectangle 3">
            <a:extLst>
              <a:ext uri="{FF2B5EF4-FFF2-40B4-BE49-F238E27FC236}">
                <a16:creationId xmlns:a16="http://schemas.microsoft.com/office/drawing/2014/main" id="{D7FE6B0E-8D33-FE4F-86A9-3D32172D3507}"/>
              </a:ext>
            </a:extLst>
          </p:cNvPr>
          <p:cNvSpPr>
            <a:spLocks noGrp="1" noChangeArrowheads="1"/>
          </p:cNvSpPr>
          <p:nvPr>
            <p:ph type="body" idx="1"/>
          </p:nvPr>
        </p:nvSpPr>
        <p:spPr>
          <a:xfrm>
            <a:off x="133562" y="1030684"/>
            <a:ext cx="8804953" cy="3975497"/>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网络核心部分是因特网中最复杂的部分。</a:t>
            </a:r>
          </a:p>
          <a:p>
            <a:pPr eaLnBrk="1" hangingPunct="1">
              <a:lnSpc>
                <a:spcPct val="90000"/>
              </a:lnSpc>
            </a:pPr>
            <a:r>
              <a:rPr lang="zh-CN" altLang="en-US" dirty="0">
                <a:latin typeface="Times New Roman" panose="02020603050405020304" pitchFamily="18" charset="0"/>
                <a:ea typeface="宋体" panose="02010600030101010101" pitchFamily="2" charset="-122"/>
              </a:rPr>
              <a:t>网络中的核心部分要向网络边缘中的大量主机提供连通性，使边缘部分中的任何一个主机都能够向其他主机通信（即传送或接收各种形式的数据）。</a:t>
            </a:r>
          </a:p>
          <a:p>
            <a:pPr eaLnBrk="1" hangingPunct="1">
              <a:lnSpc>
                <a:spcPct val="90000"/>
              </a:lnSpc>
            </a:pPr>
            <a:r>
              <a:rPr lang="zh-CN" altLang="en-US" dirty="0">
                <a:latin typeface="Times New Roman" panose="02020603050405020304" pitchFamily="18" charset="0"/>
                <a:ea typeface="宋体" panose="02010600030101010101" pitchFamily="2" charset="-122"/>
              </a:rPr>
              <a:t>在网络核心部分起特殊作用的是</a:t>
            </a:r>
            <a:r>
              <a:rPr lang="zh-CN" altLang="en-US" dirty="0">
                <a:solidFill>
                  <a:srgbClr val="CC0000"/>
                </a:solidFill>
                <a:latin typeface="Times New Roman" panose="02020603050405020304" pitchFamily="18" charset="0"/>
                <a:ea typeface="宋体" panose="02010600030101010101" pitchFamily="2" charset="-122"/>
              </a:rPr>
              <a:t>路由器</a:t>
            </a:r>
            <a:r>
              <a:rPr lang="en-US" altLang="zh-CN" dirty="0">
                <a:latin typeface="Times New Roman" panose="02020603050405020304" pitchFamily="18" charset="0"/>
                <a:ea typeface="宋体" panose="02010600030101010101" pitchFamily="2" charset="-122"/>
              </a:rPr>
              <a:t>(router)</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路由器是实现</a:t>
            </a:r>
            <a:r>
              <a:rPr lang="zh-CN" altLang="en-US" dirty="0">
                <a:solidFill>
                  <a:srgbClr val="CC0000"/>
                </a:solidFill>
                <a:latin typeface="Times New Roman" panose="02020603050405020304" pitchFamily="18" charset="0"/>
                <a:ea typeface="宋体" panose="02010600030101010101" pitchFamily="2" charset="-122"/>
              </a:rPr>
              <a:t>分组交换</a:t>
            </a:r>
            <a:r>
              <a:rPr lang="en-US" altLang="zh-CN" dirty="0">
                <a:latin typeface="Times New Roman" panose="02020603050405020304" pitchFamily="18" charset="0"/>
                <a:ea typeface="宋体" panose="02010600030101010101" pitchFamily="2" charset="-122"/>
              </a:rPr>
              <a:t>(packet switching)</a:t>
            </a:r>
            <a:r>
              <a:rPr lang="zh-CN" altLang="en-US" dirty="0">
                <a:latin typeface="Times New Roman" panose="02020603050405020304" pitchFamily="18" charset="0"/>
                <a:ea typeface="宋体" panose="02010600030101010101" pitchFamily="2" charset="-122"/>
              </a:rPr>
              <a:t>的关键构件，其任务是转发收到的分组，这是网络核心部分最重要的功能。 </a:t>
            </a:r>
          </a:p>
        </p:txBody>
      </p:sp>
      <p:sp>
        <p:nvSpPr>
          <p:cNvPr id="78851" name="幻灯片编号占位符 1">
            <a:extLst>
              <a:ext uri="{FF2B5EF4-FFF2-40B4-BE49-F238E27FC236}">
                <a16:creationId xmlns:a16="http://schemas.microsoft.com/office/drawing/2014/main" id="{D209798C-69AC-AD40-AEE4-5F8E7A553C7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F3761B1-0AF2-2749-916D-855EE97E2F3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19493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82469D97-08CC-954A-B425-F7E2175BC021}"/>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电路交换的主要特点</a:t>
            </a:r>
          </a:p>
        </p:txBody>
      </p:sp>
      <p:sp>
        <p:nvSpPr>
          <p:cNvPr id="82946" name="Rectangle 3">
            <a:extLst>
              <a:ext uri="{FF2B5EF4-FFF2-40B4-BE49-F238E27FC236}">
                <a16:creationId xmlns:a16="http://schemas.microsoft.com/office/drawing/2014/main" id="{34174F31-29EC-F644-9044-45EE2759E6F8}"/>
              </a:ext>
            </a:extLst>
          </p:cNvPr>
          <p:cNvSpPr>
            <a:spLocks noGrp="1" noChangeArrowheads="1"/>
          </p:cNvSpPr>
          <p:nvPr>
            <p:ph type="body" idx="1"/>
          </p:nvPr>
        </p:nvSpPr>
        <p:spPr>
          <a:xfrm>
            <a:off x="133563" y="1151335"/>
            <a:ext cx="8804952" cy="1004888"/>
          </a:xfrm>
        </p:spPr>
        <p:txBody>
          <a:bodyPr/>
          <a:lstStyle/>
          <a:p>
            <a:pPr eaLnBrk="1" hangingPunct="1"/>
            <a:r>
              <a:rPr lang="zh-CN" altLang="en-US" dirty="0">
                <a:latin typeface="Times New Roman" panose="02020603050405020304" pitchFamily="18" charset="0"/>
                <a:ea typeface="宋体" panose="02010600030101010101" pitchFamily="2" charset="-122"/>
              </a:rPr>
              <a:t>两部电话机只需要用一对电线就能够互相连接起来。 </a:t>
            </a:r>
          </a:p>
        </p:txBody>
      </p:sp>
      <p:sp>
        <p:nvSpPr>
          <p:cNvPr id="82947" name="Text Box 4">
            <a:extLst>
              <a:ext uri="{FF2B5EF4-FFF2-40B4-BE49-F238E27FC236}">
                <a16:creationId xmlns:a16="http://schemas.microsoft.com/office/drawing/2014/main" id="{BD4B2E13-56AA-9848-A25D-15D859D1D7AF}"/>
              </a:ext>
            </a:extLst>
          </p:cNvPr>
          <p:cNvSpPr txBox="1">
            <a:spLocks noChangeArrowheads="1"/>
          </p:cNvSpPr>
          <p:nvPr/>
        </p:nvSpPr>
        <p:spPr bwMode="auto">
          <a:xfrm>
            <a:off x="5345907" y="2693194"/>
            <a:ext cx="6976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1"/>
                </a:solidFill>
                <a:ea typeface="宋体" panose="02010600030101010101" pitchFamily="2" charset="-122"/>
                <a:sym typeface="Wingdings" pitchFamily="2" charset="2"/>
              </a:rPr>
              <a:t></a:t>
            </a:r>
            <a:r>
              <a:rPr kumimoji="1" lang="en-US" altLang="zh-CN" sz="3000">
                <a:solidFill>
                  <a:schemeClr val="tx1"/>
                </a:solidFill>
                <a:ea typeface="宋体" panose="02010600030101010101" pitchFamily="2" charset="-122"/>
              </a:rPr>
              <a:t> </a:t>
            </a:r>
          </a:p>
        </p:txBody>
      </p:sp>
      <p:sp>
        <p:nvSpPr>
          <p:cNvPr id="82948" name="Text Box 5">
            <a:extLst>
              <a:ext uri="{FF2B5EF4-FFF2-40B4-BE49-F238E27FC236}">
                <a16:creationId xmlns:a16="http://schemas.microsoft.com/office/drawing/2014/main" id="{FCEC304B-EE1E-4444-ACC8-525DEA0DDEBE}"/>
              </a:ext>
            </a:extLst>
          </p:cNvPr>
          <p:cNvSpPr txBox="1">
            <a:spLocks noChangeArrowheads="1"/>
          </p:cNvSpPr>
          <p:nvPr/>
        </p:nvSpPr>
        <p:spPr bwMode="auto">
          <a:xfrm>
            <a:off x="3492104" y="2693194"/>
            <a:ext cx="6976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1"/>
                </a:solidFill>
                <a:ea typeface="宋体" panose="02010600030101010101" pitchFamily="2" charset="-122"/>
                <a:sym typeface="Wingdings" pitchFamily="2" charset="2"/>
              </a:rPr>
              <a:t></a:t>
            </a:r>
            <a:r>
              <a:rPr kumimoji="1" lang="en-US" altLang="zh-CN" sz="3000">
                <a:solidFill>
                  <a:schemeClr val="tx1"/>
                </a:solidFill>
                <a:ea typeface="宋体" panose="02010600030101010101" pitchFamily="2" charset="-122"/>
              </a:rPr>
              <a:t> </a:t>
            </a:r>
          </a:p>
        </p:txBody>
      </p:sp>
      <p:sp>
        <p:nvSpPr>
          <p:cNvPr id="82949" name="Line 6">
            <a:extLst>
              <a:ext uri="{FF2B5EF4-FFF2-40B4-BE49-F238E27FC236}">
                <a16:creationId xmlns:a16="http://schemas.microsoft.com/office/drawing/2014/main" id="{9BA0E832-36B6-2D4B-9367-3D9A9955FA76}"/>
              </a:ext>
            </a:extLst>
          </p:cNvPr>
          <p:cNvSpPr>
            <a:spLocks noChangeShapeType="1"/>
          </p:cNvSpPr>
          <p:nvPr/>
        </p:nvSpPr>
        <p:spPr bwMode="auto">
          <a:xfrm flipV="1">
            <a:off x="3720704" y="3031331"/>
            <a:ext cx="1840706" cy="11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0" name="幻灯片编号占位符 1">
            <a:extLst>
              <a:ext uri="{FF2B5EF4-FFF2-40B4-BE49-F238E27FC236}">
                <a16:creationId xmlns:a16="http://schemas.microsoft.com/office/drawing/2014/main" id="{A9208A74-0825-B049-888D-BC5A8CD55A3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C8C708-E20E-7549-93E3-3C687AA354A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56976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46B8CEC6-D5D8-3F4C-8F42-118E666D730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更多的电话机互相连通</a:t>
            </a:r>
          </a:p>
        </p:txBody>
      </p:sp>
      <p:sp>
        <p:nvSpPr>
          <p:cNvPr id="34819" name="Rectangle 3">
            <a:extLst>
              <a:ext uri="{FF2B5EF4-FFF2-40B4-BE49-F238E27FC236}">
                <a16:creationId xmlns:a16="http://schemas.microsoft.com/office/drawing/2014/main" id="{6A7D21B0-8360-DA4C-88D6-9C9ECCA246CB}"/>
              </a:ext>
            </a:extLst>
          </p:cNvPr>
          <p:cNvSpPr>
            <a:spLocks noGrp="1" noChangeArrowheads="1"/>
          </p:cNvSpPr>
          <p:nvPr>
            <p:ph type="body" idx="1"/>
          </p:nvPr>
        </p:nvSpPr>
        <p:spPr>
          <a:xfrm>
            <a:off x="203682" y="966788"/>
            <a:ext cx="8599713" cy="3921919"/>
          </a:xfrm>
        </p:spPr>
        <p:txBody>
          <a:bodyPr/>
          <a:lstStyle/>
          <a:p>
            <a:pPr eaLnBrk="1" hangingPunct="1"/>
            <a:r>
              <a:rPr lang="en-US" altLang="zh-CN" sz="2100" dirty="0">
                <a:ea typeface="宋体" panose="02010600030101010101" pitchFamily="2" charset="-122"/>
              </a:rPr>
              <a:t>5 </a:t>
            </a:r>
            <a:r>
              <a:rPr lang="zh-CN" altLang="en-US" sz="2100" dirty="0">
                <a:ea typeface="宋体" panose="02010600030101010101" pitchFamily="2" charset="-122"/>
              </a:rPr>
              <a:t>部电话机两两相连，需 </a:t>
            </a:r>
            <a:r>
              <a:rPr lang="en-US" altLang="zh-CN" sz="2100" dirty="0">
                <a:ea typeface="宋体" panose="02010600030101010101" pitchFamily="2" charset="-122"/>
              </a:rPr>
              <a:t>10 </a:t>
            </a:r>
            <a:r>
              <a:rPr lang="zh-CN" altLang="en-US" sz="2100" dirty="0">
                <a:ea typeface="宋体" panose="02010600030101010101" pitchFamily="2" charset="-122"/>
              </a:rPr>
              <a:t>对电线。</a:t>
            </a: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spcBef>
                <a:spcPct val="0"/>
              </a:spcBef>
            </a:pPr>
            <a:r>
              <a:rPr lang="en-US" altLang="zh-CN" sz="2100" i="1" dirty="0">
                <a:ea typeface="宋体" panose="02010600030101010101" pitchFamily="2" charset="-122"/>
              </a:rPr>
              <a:t>N </a:t>
            </a:r>
            <a:r>
              <a:rPr lang="zh-CN" altLang="en-US" sz="2100" dirty="0">
                <a:ea typeface="宋体" panose="02010600030101010101" pitchFamily="2" charset="-122"/>
              </a:rPr>
              <a:t>部电话机两两相连，需 </a:t>
            </a:r>
            <a:r>
              <a:rPr lang="en-US" altLang="zh-CN" sz="2100" i="1" dirty="0">
                <a:ea typeface="宋体" panose="02010600030101010101" pitchFamily="2" charset="-122"/>
              </a:rPr>
              <a:t>N</a:t>
            </a:r>
            <a:r>
              <a:rPr lang="en-US" altLang="zh-CN" sz="2100" dirty="0">
                <a:ea typeface="宋体" panose="02010600030101010101" pitchFamily="2" charset="-122"/>
              </a:rPr>
              <a:t>(</a:t>
            </a:r>
            <a:r>
              <a:rPr lang="en-US" altLang="zh-CN" sz="2100" i="1" dirty="0">
                <a:ea typeface="宋体" panose="02010600030101010101" pitchFamily="2" charset="-122"/>
              </a:rPr>
              <a:t>N</a:t>
            </a:r>
            <a:r>
              <a:rPr lang="en-US" altLang="zh-CN" sz="2100" dirty="0">
                <a:ea typeface="宋体" panose="02010600030101010101" pitchFamily="2" charset="-122"/>
              </a:rPr>
              <a:t> – 1)/2 </a:t>
            </a:r>
            <a:r>
              <a:rPr lang="zh-CN" altLang="en-US" sz="2100" dirty="0">
                <a:ea typeface="宋体" panose="02010600030101010101" pitchFamily="2" charset="-122"/>
              </a:rPr>
              <a:t>对电线。</a:t>
            </a:r>
          </a:p>
          <a:p>
            <a:pPr eaLnBrk="1" hangingPunct="1"/>
            <a:r>
              <a:rPr lang="zh-CN" altLang="en-US" sz="2100" dirty="0">
                <a:ea typeface="宋体" panose="02010600030101010101" pitchFamily="2" charset="-122"/>
              </a:rPr>
              <a:t>当电话机的数量很大时，这种连接方法需要的电线对的数量与电话机数的平方成正比。</a:t>
            </a:r>
          </a:p>
        </p:txBody>
      </p:sp>
      <p:grpSp>
        <p:nvGrpSpPr>
          <p:cNvPr id="34836" name="Group 20">
            <a:extLst>
              <a:ext uri="{FF2B5EF4-FFF2-40B4-BE49-F238E27FC236}">
                <a16:creationId xmlns:a16="http://schemas.microsoft.com/office/drawing/2014/main" id="{F1A436CE-450D-A848-ACD0-540E724E7429}"/>
              </a:ext>
            </a:extLst>
          </p:cNvPr>
          <p:cNvGrpSpPr>
            <a:grpSpLocks/>
          </p:cNvGrpSpPr>
          <p:nvPr/>
        </p:nvGrpSpPr>
        <p:grpSpPr bwMode="auto">
          <a:xfrm>
            <a:off x="3006329" y="1600201"/>
            <a:ext cx="3027760" cy="1835944"/>
            <a:chOff x="1824" y="1570"/>
            <a:chExt cx="2543" cy="1542"/>
          </a:xfrm>
        </p:grpSpPr>
        <p:sp>
          <p:nvSpPr>
            <p:cNvPr id="85007" name="Text Box 4">
              <a:extLst>
                <a:ext uri="{FF2B5EF4-FFF2-40B4-BE49-F238E27FC236}">
                  <a16:creationId xmlns:a16="http://schemas.microsoft.com/office/drawing/2014/main" id="{A5F269A7-B679-444B-8342-4B66DC5A5FE5}"/>
                </a:ext>
              </a:extLst>
            </p:cNvPr>
            <p:cNvSpPr txBox="1">
              <a:spLocks noChangeArrowheads="1"/>
            </p:cNvSpPr>
            <p:nvPr/>
          </p:nvSpPr>
          <p:spPr bwMode="auto">
            <a:xfrm>
              <a:off x="2792" y="1570"/>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08" name="Text Box 5">
              <a:extLst>
                <a:ext uri="{FF2B5EF4-FFF2-40B4-BE49-F238E27FC236}">
                  <a16:creationId xmlns:a16="http://schemas.microsoft.com/office/drawing/2014/main" id="{03B28528-764F-4145-949F-FB789D0AA6C8}"/>
                </a:ext>
              </a:extLst>
            </p:cNvPr>
            <p:cNvSpPr txBox="1">
              <a:spLocks noChangeArrowheads="1"/>
            </p:cNvSpPr>
            <p:nvPr/>
          </p:nvSpPr>
          <p:spPr bwMode="auto">
            <a:xfrm>
              <a:off x="1824" y="2058"/>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09" name="Text Box 6">
              <a:extLst>
                <a:ext uri="{FF2B5EF4-FFF2-40B4-BE49-F238E27FC236}">
                  <a16:creationId xmlns:a16="http://schemas.microsoft.com/office/drawing/2014/main" id="{71D6A1E7-2BE7-D245-9C79-254F36354C7C}"/>
                </a:ext>
              </a:extLst>
            </p:cNvPr>
            <p:cNvSpPr txBox="1">
              <a:spLocks noChangeArrowheads="1"/>
            </p:cNvSpPr>
            <p:nvPr/>
          </p:nvSpPr>
          <p:spPr bwMode="auto">
            <a:xfrm>
              <a:off x="2405" y="2685"/>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10" name="Text Box 7">
              <a:extLst>
                <a:ext uri="{FF2B5EF4-FFF2-40B4-BE49-F238E27FC236}">
                  <a16:creationId xmlns:a16="http://schemas.microsoft.com/office/drawing/2014/main" id="{59CD7B91-CB75-1344-A985-BC3989CE0E44}"/>
                </a:ext>
              </a:extLst>
            </p:cNvPr>
            <p:cNvSpPr txBox="1">
              <a:spLocks noChangeArrowheads="1"/>
            </p:cNvSpPr>
            <p:nvPr/>
          </p:nvSpPr>
          <p:spPr bwMode="auto">
            <a:xfrm>
              <a:off x="3824" y="2058"/>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11" name="Text Box 8">
              <a:extLst>
                <a:ext uri="{FF2B5EF4-FFF2-40B4-BE49-F238E27FC236}">
                  <a16:creationId xmlns:a16="http://schemas.microsoft.com/office/drawing/2014/main" id="{35E14E1F-3E31-E843-90A5-9CF97249CF0D}"/>
                </a:ext>
              </a:extLst>
            </p:cNvPr>
            <p:cNvSpPr txBox="1">
              <a:spLocks noChangeArrowheads="1"/>
            </p:cNvSpPr>
            <p:nvPr/>
          </p:nvSpPr>
          <p:spPr bwMode="auto">
            <a:xfrm>
              <a:off x="3244" y="2685"/>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grpSp>
      <p:sp>
        <p:nvSpPr>
          <p:cNvPr id="34825" name="Line 9">
            <a:extLst>
              <a:ext uri="{FF2B5EF4-FFF2-40B4-BE49-F238E27FC236}">
                <a16:creationId xmlns:a16="http://schemas.microsoft.com/office/drawing/2014/main" id="{350ED7BB-2676-5248-9A5D-22EA2FF88FF1}"/>
              </a:ext>
            </a:extLst>
          </p:cNvPr>
          <p:cNvSpPr>
            <a:spLocks noChangeShapeType="1"/>
          </p:cNvSpPr>
          <p:nvPr/>
        </p:nvSpPr>
        <p:spPr bwMode="auto">
          <a:xfrm flipV="1">
            <a:off x="3364706" y="1902619"/>
            <a:ext cx="1038225" cy="55006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6" name="Line 10">
            <a:extLst>
              <a:ext uri="{FF2B5EF4-FFF2-40B4-BE49-F238E27FC236}">
                <a16:creationId xmlns:a16="http://schemas.microsoft.com/office/drawing/2014/main" id="{4DEAAE13-4043-A34A-B042-75EE990F1384}"/>
              </a:ext>
            </a:extLst>
          </p:cNvPr>
          <p:cNvSpPr>
            <a:spLocks noChangeShapeType="1"/>
          </p:cNvSpPr>
          <p:nvPr/>
        </p:nvSpPr>
        <p:spPr bwMode="auto">
          <a:xfrm>
            <a:off x="4506516" y="1931194"/>
            <a:ext cx="1152525" cy="57983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7" name="Line 11">
            <a:extLst>
              <a:ext uri="{FF2B5EF4-FFF2-40B4-BE49-F238E27FC236}">
                <a16:creationId xmlns:a16="http://schemas.microsoft.com/office/drawing/2014/main" id="{5D6FFB70-A4EC-2E40-AB23-94F6F936EF91}"/>
              </a:ext>
            </a:extLst>
          </p:cNvPr>
          <p:cNvSpPr>
            <a:spLocks noChangeShapeType="1"/>
          </p:cNvSpPr>
          <p:nvPr/>
        </p:nvSpPr>
        <p:spPr bwMode="auto">
          <a:xfrm>
            <a:off x="3258741" y="2489598"/>
            <a:ext cx="642938" cy="71556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8" name="Line 12">
            <a:extLst>
              <a:ext uri="{FF2B5EF4-FFF2-40B4-BE49-F238E27FC236}">
                <a16:creationId xmlns:a16="http://schemas.microsoft.com/office/drawing/2014/main" id="{20676DCB-BE9A-714D-A9DE-AEF56D185172}"/>
              </a:ext>
            </a:extLst>
          </p:cNvPr>
          <p:cNvSpPr>
            <a:spLocks noChangeShapeType="1"/>
          </p:cNvSpPr>
          <p:nvPr/>
        </p:nvSpPr>
        <p:spPr bwMode="auto">
          <a:xfrm flipV="1">
            <a:off x="3987404" y="3257550"/>
            <a:ext cx="940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9" name="Line 13">
            <a:extLst>
              <a:ext uri="{FF2B5EF4-FFF2-40B4-BE49-F238E27FC236}">
                <a16:creationId xmlns:a16="http://schemas.microsoft.com/office/drawing/2014/main" id="{9D48DDA9-1E71-2F49-AB7D-F42C1516B01B}"/>
              </a:ext>
            </a:extLst>
          </p:cNvPr>
          <p:cNvSpPr>
            <a:spLocks noChangeShapeType="1"/>
          </p:cNvSpPr>
          <p:nvPr/>
        </p:nvSpPr>
        <p:spPr bwMode="auto">
          <a:xfrm flipV="1">
            <a:off x="4989910" y="2486025"/>
            <a:ext cx="671513" cy="7048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0" name="Line 14">
            <a:extLst>
              <a:ext uri="{FF2B5EF4-FFF2-40B4-BE49-F238E27FC236}">
                <a16:creationId xmlns:a16="http://schemas.microsoft.com/office/drawing/2014/main" id="{F8B86B7B-DC99-7848-8BC1-E86EFAD45EA4}"/>
              </a:ext>
            </a:extLst>
          </p:cNvPr>
          <p:cNvSpPr>
            <a:spLocks noChangeShapeType="1"/>
          </p:cNvSpPr>
          <p:nvPr/>
        </p:nvSpPr>
        <p:spPr bwMode="auto">
          <a:xfrm>
            <a:off x="4442222" y="1930003"/>
            <a:ext cx="470297" cy="132754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1" name="Line 15">
            <a:extLst>
              <a:ext uri="{FF2B5EF4-FFF2-40B4-BE49-F238E27FC236}">
                <a16:creationId xmlns:a16="http://schemas.microsoft.com/office/drawing/2014/main" id="{B4F316D7-D2DD-BD4D-9C74-E90C90773029}"/>
              </a:ext>
            </a:extLst>
          </p:cNvPr>
          <p:cNvSpPr>
            <a:spLocks noChangeShapeType="1"/>
          </p:cNvSpPr>
          <p:nvPr/>
        </p:nvSpPr>
        <p:spPr bwMode="auto">
          <a:xfrm flipH="1">
            <a:off x="3975497" y="1943100"/>
            <a:ext cx="365522" cy="13061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2" name="Line 16">
            <a:extLst>
              <a:ext uri="{FF2B5EF4-FFF2-40B4-BE49-F238E27FC236}">
                <a16:creationId xmlns:a16="http://schemas.microsoft.com/office/drawing/2014/main" id="{6EEDF331-F780-A943-96AA-A793F730848A}"/>
              </a:ext>
            </a:extLst>
          </p:cNvPr>
          <p:cNvSpPr>
            <a:spLocks noChangeShapeType="1"/>
          </p:cNvSpPr>
          <p:nvPr/>
        </p:nvSpPr>
        <p:spPr bwMode="auto">
          <a:xfrm>
            <a:off x="3384947" y="2483644"/>
            <a:ext cx="22371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3" name="Line 17">
            <a:extLst>
              <a:ext uri="{FF2B5EF4-FFF2-40B4-BE49-F238E27FC236}">
                <a16:creationId xmlns:a16="http://schemas.microsoft.com/office/drawing/2014/main" id="{6BC1012A-6469-7149-8403-7CE42ACCAFCF}"/>
              </a:ext>
            </a:extLst>
          </p:cNvPr>
          <p:cNvSpPr>
            <a:spLocks noChangeShapeType="1"/>
          </p:cNvSpPr>
          <p:nvPr/>
        </p:nvSpPr>
        <p:spPr bwMode="auto">
          <a:xfrm>
            <a:off x="3259931" y="2486025"/>
            <a:ext cx="1652588" cy="7572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4" name="Line 18">
            <a:extLst>
              <a:ext uri="{FF2B5EF4-FFF2-40B4-BE49-F238E27FC236}">
                <a16:creationId xmlns:a16="http://schemas.microsoft.com/office/drawing/2014/main" id="{5F1511E2-244F-5C4B-A134-98B86356A49E}"/>
              </a:ext>
            </a:extLst>
          </p:cNvPr>
          <p:cNvSpPr>
            <a:spLocks noChangeShapeType="1"/>
          </p:cNvSpPr>
          <p:nvPr/>
        </p:nvSpPr>
        <p:spPr bwMode="auto">
          <a:xfrm flipV="1">
            <a:off x="4011216" y="2521744"/>
            <a:ext cx="1594247" cy="7250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06" name="幻灯片编号占位符 1">
            <a:extLst>
              <a:ext uri="{FF2B5EF4-FFF2-40B4-BE49-F238E27FC236}">
                <a16:creationId xmlns:a16="http://schemas.microsoft.com/office/drawing/2014/main" id="{BB05B6DB-CC1F-9348-BB54-4288F1C1BC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2CEC836-AAB2-2248-A52F-B1CC5D77AFD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90296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36"/>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300"/>
                                  </p:stCondLst>
                                  <p:childTnLst>
                                    <p:set>
                                      <p:cBhvr>
                                        <p:cTn id="13" dur="1" fill="hold">
                                          <p:stCondLst>
                                            <p:cond delay="0"/>
                                          </p:stCondLst>
                                        </p:cTn>
                                        <p:tgtEl>
                                          <p:spTgt spid="34825"/>
                                        </p:tgtEl>
                                        <p:attrNameLst>
                                          <p:attrName>style.visibility</p:attrName>
                                        </p:attrNameLst>
                                      </p:cBhvr>
                                      <p:to>
                                        <p:strVal val="visible"/>
                                      </p:to>
                                    </p:set>
                                  </p:childTnLst>
                                </p:cTn>
                              </p:par>
                            </p:childTnLst>
                          </p:cTn>
                        </p:par>
                        <p:par>
                          <p:cTn id="14" fill="hold" nodeType="afterGroup">
                            <p:stCondLst>
                              <p:cond delay="300"/>
                            </p:stCondLst>
                            <p:childTnLst>
                              <p:par>
                                <p:cTn id="15" presetID="1" presetClass="entr" presetSubtype="0" fill="hold" nodeType="afterEffect">
                                  <p:stCondLst>
                                    <p:cond delay="300"/>
                                  </p:stCondLst>
                                  <p:childTnLst>
                                    <p:set>
                                      <p:cBhvr>
                                        <p:cTn id="16" dur="1" fill="hold">
                                          <p:stCondLst>
                                            <p:cond delay="0"/>
                                          </p:stCondLst>
                                        </p:cTn>
                                        <p:tgtEl>
                                          <p:spTgt spid="34832"/>
                                        </p:tgtEl>
                                        <p:attrNameLst>
                                          <p:attrName>style.visibility</p:attrName>
                                        </p:attrNameLst>
                                      </p:cBhvr>
                                      <p:to>
                                        <p:strVal val="visible"/>
                                      </p:to>
                                    </p:set>
                                  </p:childTnLst>
                                </p:cTn>
                              </p:par>
                            </p:childTnLst>
                          </p:cTn>
                        </p:par>
                        <p:par>
                          <p:cTn id="17" fill="hold" nodeType="afterGroup">
                            <p:stCondLst>
                              <p:cond delay="600"/>
                            </p:stCondLst>
                            <p:childTnLst>
                              <p:par>
                                <p:cTn id="18" presetID="1" presetClass="entr" presetSubtype="0" fill="hold" nodeType="afterEffect">
                                  <p:stCondLst>
                                    <p:cond delay="300"/>
                                  </p:stCondLst>
                                  <p:childTnLst>
                                    <p:set>
                                      <p:cBhvr>
                                        <p:cTn id="19" dur="1" fill="hold">
                                          <p:stCondLst>
                                            <p:cond delay="0"/>
                                          </p:stCondLst>
                                        </p:cTn>
                                        <p:tgtEl>
                                          <p:spTgt spid="34833"/>
                                        </p:tgtEl>
                                        <p:attrNameLst>
                                          <p:attrName>style.visibility</p:attrName>
                                        </p:attrNameLst>
                                      </p:cBhvr>
                                      <p:to>
                                        <p:strVal val="visible"/>
                                      </p:to>
                                    </p:set>
                                  </p:childTnLst>
                                </p:cTn>
                              </p:par>
                            </p:childTnLst>
                          </p:cTn>
                        </p:par>
                        <p:par>
                          <p:cTn id="20" fill="hold" nodeType="afterGroup">
                            <p:stCondLst>
                              <p:cond delay="900"/>
                            </p:stCondLst>
                            <p:childTnLst>
                              <p:par>
                                <p:cTn id="21" presetID="1" presetClass="entr" presetSubtype="0" fill="hold" nodeType="afterEffect">
                                  <p:stCondLst>
                                    <p:cond delay="300"/>
                                  </p:stCondLst>
                                  <p:childTnLst>
                                    <p:set>
                                      <p:cBhvr>
                                        <p:cTn id="22" dur="1" fill="hold">
                                          <p:stCondLst>
                                            <p:cond delay="0"/>
                                          </p:stCondLst>
                                        </p:cTn>
                                        <p:tgtEl>
                                          <p:spTgt spid="34827"/>
                                        </p:tgtEl>
                                        <p:attrNameLst>
                                          <p:attrName>style.visibility</p:attrName>
                                        </p:attrNameLst>
                                      </p:cBhvr>
                                      <p:to>
                                        <p:strVal val="visible"/>
                                      </p:to>
                                    </p:set>
                                  </p:childTnLst>
                                </p:cTn>
                              </p:par>
                            </p:childTnLst>
                          </p:cTn>
                        </p:par>
                        <p:par>
                          <p:cTn id="23" fill="hold" nodeType="afterGroup">
                            <p:stCondLst>
                              <p:cond delay="1200"/>
                            </p:stCondLst>
                            <p:childTnLst>
                              <p:par>
                                <p:cTn id="24" presetID="1" presetClass="entr" presetSubtype="0" fill="hold" nodeType="afterEffect">
                                  <p:stCondLst>
                                    <p:cond delay="300"/>
                                  </p:stCondLst>
                                  <p:childTnLst>
                                    <p:set>
                                      <p:cBhvr>
                                        <p:cTn id="25" dur="1" fill="hold">
                                          <p:stCondLst>
                                            <p:cond delay="0"/>
                                          </p:stCondLst>
                                        </p:cTn>
                                        <p:tgtEl>
                                          <p:spTgt spid="34831"/>
                                        </p:tgtEl>
                                        <p:attrNameLst>
                                          <p:attrName>style.visibility</p:attrName>
                                        </p:attrNameLst>
                                      </p:cBhvr>
                                      <p:to>
                                        <p:strVal val="visible"/>
                                      </p:to>
                                    </p:set>
                                  </p:childTnLst>
                                </p:cTn>
                              </p:par>
                            </p:childTnLst>
                          </p:cTn>
                        </p:par>
                        <p:par>
                          <p:cTn id="26" fill="hold" nodeType="afterGroup">
                            <p:stCondLst>
                              <p:cond delay="1500"/>
                            </p:stCondLst>
                            <p:childTnLst>
                              <p:par>
                                <p:cTn id="27" presetID="1" presetClass="entr" presetSubtype="0" fill="hold" nodeType="afterEffect">
                                  <p:stCondLst>
                                    <p:cond delay="300"/>
                                  </p:stCondLst>
                                  <p:childTnLst>
                                    <p:set>
                                      <p:cBhvr>
                                        <p:cTn id="28" dur="1" fill="hold">
                                          <p:stCondLst>
                                            <p:cond delay="0"/>
                                          </p:stCondLst>
                                        </p:cTn>
                                        <p:tgtEl>
                                          <p:spTgt spid="34830"/>
                                        </p:tgtEl>
                                        <p:attrNameLst>
                                          <p:attrName>style.visibility</p:attrName>
                                        </p:attrNameLst>
                                      </p:cBhvr>
                                      <p:to>
                                        <p:strVal val="visible"/>
                                      </p:to>
                                    </p:set>
                                  </p:childTnLst>
                                </p:cTn>
                              </p:par>
                            </p:childTnLst>
                          </p:cTn>
                        </p:par>
                        <p:par>
                          <p:cTn id="29" fill="hold" nodeType="afterGroup">
                            <p:stCondLst>
                              <p:cond delay="1800"/>
                            </p:stCondLst>
                            <p:childTnLst>
                              <p:par>
                                <p:cTn id="30" presetID="1" presetClass="entr" presetSubtype="0" fill="hold" nodeType="afterEffect">
                                  <p:stCondLst>
                                    <p:cond delay="300"/>
                                  </p:stCondLst>
                                  <p:childTnLst>
                                    <p:set>
                                      <p:cBhvr>
                                        <p:cTn id="31" dur="1" fill="hold">
                                          <p:stCondLst>
                                            <p:cond delay="0"/>
                                          </p:stCondLst>
                                        </p:cTn>
                                        <p:tgtEl>
                                          <p:spTgt spid="34826"/>
                                        </p:tgtEl>
                                        <p:attrNameLst>
                                          <p:attrName>style.visibility</p:attrName>
                                        </p:attrNameLst>
                                      </p:cBhvr>
                                      <p:to>
                                        <p:strVal val="visible"/>
                                      </p:to>
                                    </p:set>
                                  </p:childTnLst>
                                </p:cTn>
                              </p:par>
                            </p:childTnLst>
                          </p:cTn>
                        </p:par>
                        <p:par>
                          <p:cTn id="32" fill="hold" nodeType="afterGroup">
                            <p:stCondLst>
                              <p:cond delay="2100"/>
                            </p:stCondLst>
                            <p:childTnLst>
                              <p:par>
                                <p:cTn id="33" presetID="1" presetClass="entr" presetSubtype="0" fill="hold" nodeType="afterEffect">
                                  <p:stCondLst>
                                    <p:cond delay="300"/>
                                  </p:stCondLst>
                                  <p:childTnLst>
                                    <p:set>
                                      <p:cBhvr>
                                        <p:cTn id="34" dur="1" fill="hold">
                                          <p:stCondLst>
                                            <p:cond delay="0"/>
                                          </p:stCondLst>
                                        </p:cTn>
                                        <p:tgtEl>
                                          <p:spTgt spid="34834"/>
                                        </p:tgtEl>
                                        <p:attrNameLst>
                                          <p:attrName>style.visibility</p:attrName>
                                        </p:attrNameLst>
                                      </p:cBhvr>
                                      <p:to>
                                        <p:strVal val="visible"/>
                                      </p:to>
                                    </p:set>
                                  </p:childTnLst>
                                </p:cTn>
                              </p:par>
                            </p:childTnLst>
                          </p:cTn>
                        </p:par>
                        <p:par>
                          <p:cTn id="35" fill="hold" nodeType="afterGroup">
                            <p:stCondLst>
                              <p:cond delay="2400"/>
                            </p:stCondLst>
                            <p:childTnLst>
                              <p:par>
                                <p:cTn id="36" presetID="1" presetClass="entr" presetSubtype="0" fill="hold" nodeType="afterEffect">
                                  <p:stCondLst>
                                    <p:cond delay="300"/>
                                  </p:stCondLst>
                                  <p:childTnLst>
                                    <p:set>
                                      <p:cBhvr>
                                        <p:cTn id="37" dur="1" fill="hold">
                                          <p:stCondLst>
                                            <p:cond delay="0"/>
                                          </p:stCondLst>
                                        </p:cTn>
                                        <p:tgtEl>
                                          <p:spTgt spid="34828"/>
                                        </p:tgtEl>
                                        <p:attrNameLst>
                                          <p:attrName>style.visibility</p:attrName>
                                        </p:attrNameLst>
                                      </p:cBhvr>
                                      <p:to>
                                        <p:strVal val="visible"/>
                                      </p:to>
                                    </p:set>
                                  </p:childTnLst>
                                </p:cTn>
                              </p:par>
                            </p:childTnLst>
                          </p:cTn>
                        </p:par>
                        <p:par>
                          <p:cTn id="38" fill="hold" nodeType="afterGroup">
                            <p:stCondLst>
                              <p:cond delay="2700"/>
                            </p:stCondLst>
                            <p:childTnLst>
                              <p:par>
                                <p:cTn id="39" presetID="1" presetClass="entr" presetSubtype="0" fill="hold" nodeType="afterEffect">
                                  <p:stCondLst>
                                    <p:cond delay="300"/>
                                  </p:stCondLst>
                                  <p:childTnLst>
                                    <p:set>
                                      <p:cBhvr>
                                        <p:cTn id="40" dur="1" fill="hold">
                                          <p:stCondLst>
                                            <p:cond delay="0"/>
                                          </p:stCondLst>
                                        </p:cTn>
                                        <p:tgtEl>
                                          <p:spTgt spid="3482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819">
                                            <p:txEl>
                                              <p:pRg st="6" end="6"/>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48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0241A7A4-EE80-9441-8FD5-C1D7FF7C99E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使用交换机</a:t>
            </a:r>
          </a:p>
        </p:txBody>
      </p:sp>
      <p:sp>
        <p:nvSpPr>
          <p:cNvPr id="87042" name="Rectangle 3">
            <a:extLst>
              <a:ext uri="{FF2B5EF4-FFF2-40B4-BE49-F238E27FC236}">
                <a16:creationId xmlns:a16="http://schemas.microsoft.com/office/drawing/2014/main" id="{617B75E4-371F-8B42-9AE3-09DED5F82F79}"/>
              </a:ext>
            </a:extLst>
          </p:cNvPr>
          <p:cNvSpPr>
            <a:spLocks noGrp="1" noChangeArrowheads="1"/>
          </p:cNvSpPr>
          <p:nvPr>
            <p:ph type="body" idx="1"/>
          </p:nvPr>
        </p:nvSpPr>
        <p:spPr>
          <a:xfrm>
            <a:off x="179048" y="1073943"/>
            <a:ext cx="8804953" cy="3342084"/>
          </a:xfrm>
        </p:spPr>
        <p:txBody>
          <a:bodyPr/>
          <a:lstStyle/>
          <a:p>
            <a:pPr eaLnBrk="1" hangingPunct="1"/>
            <a:r>
              <a:rPr lang="zh-CN" altLang="en-US" dirty="0">
                <a:latin typeface="Times New Roman" panose="02020603050405020304" pitchFamily="18" charset="0"/>
                <a:ea typeface="宋体" panose="02010600030101010101" pitchFamily="2" charset="-122"/>
              </a:rPr>
              <a:t>当电话机的数量增多时，就要使用交换机来完成全网的交换任务。 </a:t>
            </a:r>
          </a:p>
        </p:txBody>
      </p:sp>
      <p:sp>
        <p:nvSpPr>
          <p:cNvPr id="87043" name="Text Box 19">
            <a:extLst>
              <a:ext uri="{FF2B5EF4-FFF2-40B4-BE49-F238E27FC236}">
                <a16:creationId xmlns:a16="http://schemas.microsoft.com/office/drawing/2014/main" id="{168C8CAF-177A-894F-BA71-A31E4015396F}"/>
              </a:ext>
            </a:extLst>
          </p:cNvPr>
          <p:cNvSpPr txBox="1">
            <a:spLocks noChangeArrowheads="1"/>
          </p:cNvSpPr>
          <p:nvPr/>
        </p:nvSpPr>
        <p:spPr bwMode="auto">
          <a:xfrm rot="1458061">
            <a:off x="5032862" y="2221201"/>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600" b="1">
                <a:ea typeface="宋体" panose="02010600030101010101" pitchFamily="2" charset="-122"/>
              </a:rPr>
              <a:t>…</a:t>
            </a:r>
          </a:p>
        </p:txBody>
      </p:sp>
      <p:sp>
        <p:nvSpPr>
          <p:cNvPr id="35844" name="Line 4">
            <a:extLst>
              <a:ext uri="{FF2B5EF4-FFF2-40B4-BE49-F238E27FC236}">
                <a16:creationId xmlns:a16="http://schemas.microsoft.com/office/drawing/2014/main" id="{2E74FF48-D3E0-B946-8106-E4E7F6892B8B}"/>
              </a:ext>
            </a:extLst>
          </p:cNvPr>
          <p:cNvSpPr>
            <a:spLocks noChangeShapeType="1"/>
          </p:cNvSpPr>
          <p:nvPr/>
        </p:nvSpPr>
        <p:spPr bwMode="auto">
          <a:xfrm flipH="1" flipV="1">
            <a:off x="4733925" y="3476625"/>
            <a:ext cx="948929" cy="3702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5" name="Line 5">
            <a:extLst>
              <a:ext uri="{FF2B5EF4-FFF2-40B4-BE49-F238E27FC236}">
                <a16:creationId xmlns:a16="http://schemas.microsoft.com/office/drawing/2014/main" id="{CB67CE06-1529-7343-AEAF-BF704329E906}"/>
              </a:ext>
            </a:extLst>
          </p:cNvPr>
          <p:cNvSpPr>
            <a:spLocks noChangeShapeType="1"/>
          </p:cNvSpPr>
          <p:nvPr/>
        </p:nvSpPr>
        <p:spPr bwMode="auto">
          <a:xfrm flipV="1">
            <a:off x="4463654" y="3476626"/>
            <a:ext cx="54769" cy="7548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6" name="Line 6">
            <a:extLst>
              <a:ext uri="{FF2B5EF4-FFF2-40B4-BE49-F238E27FC236}">
                <a16:creationId xmlns:a16="http://schemas.microsoft.com/office/drawing/2014/main" id="{5E97C775-FFAF-A645-92CF-106D99B7934C}"/>
              </a:ext>
            </a:extLst>
          </p:cNvPr>
          <p:cNvSpPr>
            <a:spLocks noChangeShapeType="1"/>
          </p:cNvSpPr>
          <p:nvPr/>
        </p:nvSpPr>
        <p:spPr bwMode="auto">
          <a:xfrm flipV="1">
            <a:off x="3168254" y="3476625"/>
            <a:ext cx="1188244" cy="195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7" name="Line 7">
            <a:extLst>
              <a:ext uri="{FF2B5EF4-FFF2-40B4-BE49-F238E27FC236}">
                <a16:creationId xmlns:a16="http://schemas.microsoft.com/office/drawing/2014/main" id="{3A5B067B-8E13-A844-9787-A9B0A4896975}"/>
              </a:ext>
            </a:extLst>
          </p:cNvPr>
          <p:cNvSpPr>
            <a:spLocks noChangeShapeType="1"/>
          </p:cNvSpPr>
          <p:nvPr/>
        </p:nvSpPr>
        <p:spPr bwMode="auto">
          <a:xfrm>
            <a:off x="3815953" y="2505075"/>
            <a:ext cx="461963" cy="6810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48" name="Text Box 8">
            <a:extLst>
              <a:ext uri="{FF2B5EF4-FFF2-40B4-BE49-F238E27FC236}">
                <a16:creationId xmlns:a16="http://schemas.microsoft.com/office/drawing/2014/main" id="{6897672C-069E-7249-974A-2CF5739D65A9}"/>
              </a:ext>
            </a:extLst>
          </p:cNvPr>
          <p:cNvSpPr txBox="1">
            <a:spLocks noChangeArrowheads="1"/>
          </p:cNvSpPr>
          <p:nvPr/>
        </p:nvSpPr>
        <p:spPr bwMode="auto">
          <a:xfrm>
            <a:off x="4327923" y="2139554"/>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49" name="Text Box 9">
            <a:extLst>
              <a:ext uri="{FF2B5EF4-FFF2-40B4-BE49-F238E27FC236}">
                <a16:creationId xmlns:a16="http://schemas.microsoft.com/office/drawing/2014/main" id="{6CC9BAB2-8D40-3E43-9AD7-7469B6E18DC7}"/>
              </a:ext>
            </a:extLst>
          </p:cNvPr>
          <p:cNvSpPr txBox="1">
            <a:spLocks noChangeArrowheads="1"/>
          </p:cNvSpPr>
          <p:nvPr/>
        </p:nvSpPr>
        <p:spPr bwMode="auto">
          <a:xfrm>
            <a:off x="2928938" y="2667001"/>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0" name="Text Box 10">
            <a:extLst>
              <a:ext uri="{FF2B5EF4-FFF2-40B4-BE49-F238E27FC236}">
                <a16:creationId xmlns:a16="http://schemas.microsoft.com/office/drawing/2014/main" id="{56E559E1-8FEF-5B44-B6CB-1F0CBD6A6AD0}"/>
              </a:ext>
            </a:extLst>
          </p:cNvPr>
          <p:cNvSpPr txBox="1">
            <a:spLocks noChangeArrowheads="1"/>
          </p:cNvSpPr>
          <p:nvPr/>
        </p:nvSpPr>
        <p:spPr bwMode="auto">
          <a:xfrm>
            <a:off x="3426619" y="3854054"/>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1" name="Text Box 11">
            <a:extLst>
              <a:ext uri="{FF2B5EF4-FFF2-40B4-BE49-F238E27FC236}">
                <a16:creationId xmlns:a16="http://schemas.microsoft.com/office/drawing/2014/main" id="{C04EB98E-9B0B-014C-BC1D-02D8F2EBED02}"/>
              </a:ext>
            </a:extLst>
          </p:cNvPr>
          <p:cNvSpPr txBox="1">
            <a:spLocks noChangeArrowheads="1"/>
          </p:cNvSpPr>
          <p:nvPr/>
        </p:nvSpPr>
        <p:spPr bwMode="auto">
          <a:xfrm>
            <a:off x="5656660" y="2876551"/>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2" name="Text Box 12">
            <a:extLst>
              <a:ext uri="{FF2B5EF4-FFF2-40B4-BE49-F238E27FC236}">
                <a16:creationId xmlns:a16="http://schemas.microsoft.com/office/drawing/2014/main" id="{0B248C1B-4BB9-524A-8301-FAC0129F9870}"/>
              </a:ext>
            </a:extLst>
          </p:cNvPr>
          <p:cNvSpPr txBox="1">
            <a:spLocks noChangeArrowheads="1"/>
          </p:cNvSpPr>
          <p:nvPr/>
        </p:nvSpPr>
        <p:spPr bwMode="auto">
          <a:xfrm>
            <a:off x="4895851" y="3806429"/>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35853" name="Line 13">
            <a:extLst>
              <a:ext uri="{FF2B5EF4-FFF2-40B4-BE49-F238E27FC236}">
                <a16:creationId xmlns:a16="http://schemas.microsoft.com/office/drawing/2014/main" id="{89C0B605-093C-1A43-86F8-9C34276B5AFA}"/>
              </a:ext>
            </a:extLst>
          </p:cNvPr>
          <p:cNvSpPr>
            <a:spLocks noChangeShapeType="1"/>
          </p:cNvSpPr>
          <p:nvPr/>
        </p:nvSpPr>
        <p:spPr bwMode="auto">
          <a:xfrm flipH="1" flipV="1">
            <a:off x="4572000" y="2396729"/>
            <a:ext cx="9525" cy="866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Line 14">
            <a:extLst>
              <a:ext uri="{FF2B5EF4-FFF2-40B4-BE49-F238E27FC236}">
                <a16:creationId xmlns:a16="http://schemas.microsoft.com/office/drawing/2014/main" id="{BFD25719-342E-3943-B826-93C9F2296AA8}"/>
              </a:ext>
            </a:extLst>
          </p:cNvPr>
          <p:cNvSpPr>
            <a:spLocks noChangeShapeType="1"/>
          </p:cNvSpPr>
          <p:nvPr/>
        </p:nvSpPr>
        <p:spPr bwMode="auto">
          <a:xfrm flipV="1">
            <a:off x="4842273" y="3152776"/>
            <a:ext cx="1069181" cy="1928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5" name="Line 15">
            <a:extLst>
              <a:ext uri="{FF2B5EF4-FFF2-40B4-BE49-F238E27FC236}">
                <a16:creationId xmlns:a16="http://schemas.microsoft.com/office/drawing/2014/main" id="{0317E4A9-8129-0D41-ADD7-E372BF8ED13C}"/>
              </a:ext>
            </a:extLst>
          </p:cNvPr>
          <p:cNvSpPr>
            <a:spLocks noChangeShapeType="1"/>
          </p:cNvSpPr>
          <p:nvPr/>
        </p:nvSpPr>
        <p:spPr bwMode="auto">
          <a:xfrm>
            <a:off x="3221831" y="2990851"/>
            <a:ext cx="1100138" cy="3464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6" name="Line 16">
            <a:extLst>
              <a:ext uri="{FF2B5EF4-FFF2-40B4-BE49-F238E27FC236}">
                <a16:creationId xmlns:a16="http://schemas.microsoft.com/office/drawing/2014/main" id="{14BC10DF-F8B8-BB4D-9064-77CF6408BB3C}"/>
              </a:ext>
            </a:extLst>
          </p:cNvPr>
          <p:cNvSpPr>
            <a:spLocks noChangeShapeType="1"/>
          </p:cNvSpPr>
          <p:nvPr/>
        </p:nvSpPr>
        <p:spPr bwMode="auto">
          <a:xfrm flipV="1">
            <a:off x="3707607" y="3531394"/>
            <a:ext cx="702469"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7" name="Line 17">
            <a:extLst>
              <a:ext uri="{FF2B5EF4-FFF2-40B4-BE49-F238E27FC236}">
                <a16:creationId xmlns:a16="http://schemas.microsoft.com/office/drawing/2014/main" id="{01AE93D0-6ADD-5B4E-B7BC-619F55493297}"/>
              </a:ext>
            </a:extLst>
          </p:cNvPr>
          <p:cNvSpPr>
            <a:spLocks noChangeShapeType="1"/>
          </p:cNvSpPr>
          <p:nvPr/>
        </p:nvSpPr>
        <p:spPr bwMode="auto">
          <a:xfrm flipH="1" flipV="1">
            <a:off x="4518422" y="3368279"/>
            <a:ext cx="638175" cy="7012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8" name="Text Box 20">
            <a:extLst>
              <a:ext uri="{FF2B5EF4-FFF2-40B4-BE49-F238E27FC236}">
                <a16:creationId xmlns:a16="http://schemas.microsoft.com/office/drawing/2014/main" id="{111649CB-3037-EB48-A877-8BE75C415A6F}"/>
              </a:ext>
            </a:extLst>
          </p:cNvPr>
          <p:cNvSpPr txBox="1">
            <a:spLocks noChangeArrowheads="1"/>
          </p:cNvSpPr>
          <p:nvPr/>
        </p:nvSpPr>
        <p:spPr bwMode="auto">
          <a:xfrm>
            <a:off x="2844404" y="3356373"/>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9" name="Text Box 21">
            <a:extLst>
              <a:ext uri="{FF2B5EF4-FFF2-40B4-BE49-F238E27FC236}">
                <a16:creationId xmlns:a16="http://schemas.microsoft.com/office/drawing/2014/main" id="{F5D73595-FC2F-4D45-BA90-BB23F8BED838}"/>
              </a:ext>
            </a:extLst>
          </p:cNvPr>
          <p:cNvSpPr txBox="1">
            <a:spLocks noChangeArrowheads="1"/>
          </p:cNvSpPr>
          <p:nvPr/>
        </p:nvSpPr>
        <p:spPr bwMode="auto">
          <a:xfrm>
            <a:off x="3580210" y="2245519"/>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60" name="Text Box 22">
            <a:extLst>
              <a:ext uri="{FF2B5EF4-FFF2-40B4-BE49-F238E27FC236}">
                <a16:creationId xmlns:a16="http://schemas.microsoft.com/office/drawing/2014/main" id="{E5566CA6-285B-784A-A80B-1AE6F0FBCEF8}"/>
              </a:ext>
            </a:extLst>
          </p:cNvPr>
          <p:cNvSpPr txBox="1">
            <a:spLocks noChangeArrowheads="1"/>
          </p:cNvSpPr>
          <p:nvPr/>
        </p:nvSpPr>
        <p:spPr bwMode="auto">
          <a:xfrm>
            <a:off x="4186238" y="3948113"/>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61" name="Text Box 23">
            <a:extLst>
              <a:ext uri="{FF2B5EF4-FFF2-40B4-BE49-F238E27FC236}">
                <a16:creationId xmlns:a16="http://schemas.microsoft.com/office/drawing/2014/main" id="{A981F7A8-4637-0345-8F03-8078228F30AA}"/>
              </a:ext>
            </a:extLst>
          </p:cNvPr>
          <p:cNvSpPr txBox="1">
            <a:spLocks noChangeArrowheads="1"/>
          </p:cNvSpPr>
          <p:nvPr/>
        </p:nvSpPr>
        <p:spPr bwMode="auto">
          <a:xfrm>
            <a:off x="5407819" y="3555207"/>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62" name="AutoShape 18">
            <a:extLst>
              <a:ext uri="{FF2B5EF4-FFF2-40B4-BE49-F238E27FC236}">
                <a16:creationId xmlns:a16="http://schemas.microsoft.com/office/drawing/2014/main" id="{8E6282B7-BF06-B44C-AED0-4144D99FF280}"/>
              </a:ext>
            </a:extLst>
          </p:cNvPr>
          <p:cNvSpPr>
            <a:spLocks noChangeArrowheads="1"/>
          </p:cNvSpPr>
          <p:nvPr/>
        </p:nvSpPr>
        <p:spPr bwMode="auto">
          <a:xfrm>
            <a:off x="4168378" y="3044428"/>
            <a:ext cx="889397" cy="547688"/>
          </a:xfrm>
          <a:prstGeom prst="cube">
            <a:avLst>
              <a:gd name="adj" fmla="val 25000"/>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800">
              <a:ea typeface="宋体" panose="02010600030101010101" pitchFamily="2" charset="-122"/>
            </a:endParaRPr>
          </a:p>
        </p:txBody>
      </p:sp>
      <p:sp>
        <p:nvSpPr>
          <p:cNvPr id="87063" name="Text Box 24">
            <a:extLst>
              <a:ext uri="{FF2B5EF4-FFF2-40B4-BE49-F238E27FC236}">
                <a16:creationId xmlns:a16="http://schemas.microsoft.com/office/drawing/2014/main" id="{C26BD43A-64F7-BC44-9F55-9EECDCD41C1A}"/>
              </a:ext>
            </a:extLst>
          </p:cNvPr>
          <p:cNvSpPr txBox="1">
            <a:spLocks noChangeArrowheads="1"/>
          </p:cNvSpPr>
          <p:nvPr/>
        </p:nvSpPr>
        <p:spPr bwMode="auto">
          <a:xfrm>
            <a:off x="4158854" y="3189685"/>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交换机</a:t>
            </a:r>
          </a:p>
        </p:txBody>
      </p:sp>
      <p:sp>
        <p:nvSpPr>
          <p:cNvPr id="87064" name="幻灯片编号占位符 1">
            <a:extLst>
              <a:ext uri="{FF2B5EF4-FFF2-40B4-BE49-F238E27FC236}">
                <a16:creationId xmlns:a16="http://schemas.microsoft.com/office/drawing/2014/main" id="{D4902372-34F8-CA43-9540-0C8F9769D0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3D9AE1E-CB4F-2C43-81FA-5F3D54058C0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94621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300"/>
                                  </p:stCondLst>
                                  <p:childTnLst>
                                    <p:set>
                                      <p:cBhvr>
                                        <p:cTn id="6" dur="1" fill="hold">
                                          <p:stCondLst>
                                            <p:cond delay="0"/>
                                          </p:stCondLst>
                                        </p:cTn>
                                        <p:tgtEl>
                                          <p:spTgt spid="35853"/>
                                        </p:tgtEl>
                                        <p:attrNameLst>
                                          <p:attrName>style.visibility</p:attrName>
                                        </p:attrNameLst>
                                      </p:cBhvr>
                                      <p:to>
                                        <p:strVal val="visible"/>
                                      </p:to>
                                    </p:set>
                                  </p:childTnLst>
                                </p:cTn>
                              </p:par>
                            </p:childTnLst>
                          </p:cTn>
                        </p:par>
                        <p:par>
                          <p:cTn id="7" fill="hold" nodeType="afterGroup">
                            <p:stCondLst>
                              <p:cond delay="300"/>
                            </p:stCondLst>
                            <p:childTnLst>
                              <p:par>
                                <p:cTn id="8" presetID="1" presetClass="entr" presetSubtype="0" fill="hold" nodeType="afterEffect">
                                  <p:stCondLst>
                                    <p:cond delay="300"/>
                                  </p:stCondLst>
                                  <p:childTnLst>
                                    <p:set>
                                      <p:cBhvr>
                                        <p:cTn id="9" dur="1" fill="hold">
                                          <p:stCondLst>
                                            <p:cond delay="0"/>
                                          </p:stCondLst>
                                        </p:cTn>
                                        <p:tgtEl>
                                          <p:spTgt spid="35847"/>
                                        </p:tgtEl>
                                        <p:attrNameLst>
                                          <p:attrName>style.visibility</p:attrName>
                                        </p:attrNameLst>
                                      </p:cBhvr>
                                      <p:to>
                                        <p:strVal val="visible"/>
                                      </p:to>
                                    </p:set>
                                  </p:childTnLst>
                                </p:cTn>
                              </p:par>
                            </p:childTnLst>
                          </p:cTn>
                        </p:par>
                        <p:par>
                          <p:cTn id="10" fill="hold" nodeType="afterGroup">
                            <p:stCondLst>
                              <p:cond delay="600"/>
                            </p:stCondLst>
                            <p:childTnLst>
                              <p:par>
                                <p:cTn id="11" presetID="1" presetClass="entr" presetSubtype="0" fill="hold" nodeType="afterEffect">
                                  <p:stCondLst>
                                    <p:cond delay="300"/>
                                  </p:stCondLst>
                                  <p:childTnLst>
                                    <p:set>
                                      <p:cBhvr>
                                        <p:cTn id="12" dur="1" fill="hold">
                                          <p:stCondLst>
                                            <p:cond delay="0"/>
                                          </p:stCondLst>
                                        </p:cTn>
                                        <p:tgtEl>
                                          <p:spTgt spid="35855"/>
                                        </p:tgtEl>
                                        <p:attrNameLst>
                                          <p:attrName>style.visibility</p:attrName>
                                        </p:attrNameLst>
                                      </p:cBhvr>
                                      <p:to>
                                        <p:strVal val="visible"/>
                                      </p:to>
                                    </p:set>
                                  </p:childTnLst>
                                </p:cTn>
                              </p:par>
                            </p:childTnLst>
                          </p:cTn>
                        </p:par>
                        <p:par>
                          <p:cTn id="13" fill="hold" nodeType="afterGroup">
                            <p:stCondLst>
                              <p:cond delay="900"/>
                            </p:stCondLst>
                            <p:childTnLst>
                              <p:par>
                                <p:cTn id="14" presetID="1" presetClass="entr" presetSubtype="0" fill="hold" nodeType="afterEffect">
                                  <p:stCondLst>
                                    <p:cond delay="300"/>
                                  </p:stCondLst>
                                  <p:childTnLst>
                                    <p:set>
                                      <p:cBhvr>
                                        <p:cTn id="15" dur="1" fill="hold">
                                          <p:stCondLst>
                                            <p:cond delay="0"/>
                                          </p:stCondLst>
                                        </p:cTn>
                                        <p:tgtEl>
                                          <p:spTgt spid="35846"/>
                                        </p:tgtEl>
                                        <p:attrNameLst>
                                          <p:attrName>style.visibility</p:attrName>
                                        </p:attrNameLst>
                                      </p:cBhvr>
                                      <p:to>
                                        <p:strVal val="visible"/>
                                      </p:to>
                                    </p:set>
                                  </p:childTnLst>
                                </p:cTn>
                              </p:par>
                            </p:childTnLst>
                          </p:cTn>
                        </p:par>
                        <p:par>
                          <p:cTn id="16" fill="hold" nodeType="afterGroup">
                            <p:stCondLst>
                              <p:cond delay="1200"/>
                            </p:stCondLst>
                            <p:childTnLst>
                              <p:par>
                                <p:cTn id="17" presetID="1" presetClass="entr" presetSubtype="0" fill="hold" nodeType="afterEffect">
                                  <p:stCondLst>
                                    <p:cond delay="300"/>
                                  </p:stCondLst>
                                  <p:childTnLst>
                                    <p:set>
                                      <p:cBhvr>
                                        <p:cTn id="18" dur="1" fill="hold">
                                          <p:stCondLst>
                                            <p:cond delay="0"/>
                                          </p:stCondLst>
                                        </p:cTn>
                                        <p:tgtEl>
                                          <p:spTgt spid="35856"/>
                                        </p:tgtEl>
                                        <p:attrNameLst>
                                          <p:attrName>style.visibility</p:attrName>
                                        </p:attrNameLst>
                                      </p:cBhvr>
                                      <p:to>
                                        <p:strVal val="visible"/>
                                      </p:to>
                                    </p:set>
                                  </p:childTnLst>
                                </p:cTn>
                              </p:par>
                            </p:childTnLst>
                          </p:cTn>
                        </p:par>
                        <p:par>
                          <p:cTn id="19" fill="hold" nodeType="afterGroup">
                            <p:stCondLst>
                              <p:cond delay="1500"/>
                            </p:stCondLst>
                            <p:childTnLst>
                              <p:par>
                                <p:cTn id="20" presetID="1" presetClass="entr" presetSubtype="0" fill="hold" nodeType="afterEffect">
                                  <p:stCondLst>
                                    <p:cond delay="300"/>
                                  </p:stCondLst>
                                  <p:childTnLst>
                                    <p:set>
                                      <p:cBhvr>
                                        <p:cTn id="21" dur="1" fill="hold">
                                          <p:stCondLst>
                                            <p:cond delay="0"/>
                                          </p:stCondLst>
                                        </p:cTn>
                                        <p:tgtEl>
                                          <p:spTgt spid="35845"/>
                                        </p:tgtEl>
                                        <p:attrNameLst>
                                          <p:attrName>style.visibility</p:attrName>
                                        </p:attrNameLst>
                                      </p:cBhvr>
                                      <p:to>
                                        <p:strVal val="visible"/>
                                      </p:to>
                                    </p:set>
                                  </p:childTnLst>
                                </p:cTn>
                              </p:par>
                            </p:childTnLst>
                          </p:cTn>
                        </p:par>
                        <p:par>
                          <p:cTn id="22" fill="hold" nodeType="afterGroup">
                            <p:stCondLst>
                              <p:cond delay="1800"/>
                            </p:stCondLst>
                            <p:childTnLst>
                              <p:par>
                                <p:cTn id="23" presetID="1" presetClass="entr" presetSubtype="0" fill="hold" nodeType="afterEffect">
                                  <p:stCondLst>
                                    <p:cond delay="300"/>
                                  </p:stCondLst>
                                  <p:childTnLst>
                                    <p:set>
                                      <p:cBhvr>
                                        <p:cTn id="24" dur="1" fill="hold">
                                          <p:stCondLst>
                                            <p:cond delay="0"/>
                                          </p:stCondLst>
                                        </p:cTn>
                                        <p:tgtEl>
                                          <p:spTgt spid="35857"/>
                                        </p:tgtEl>
                                        <p:attrNameLst>
                                          <p:attrName>style.visibility</p:attrName>
                                        </p:attrNameLst>
                                      </p:cBhvr>
                                      <p:to>
                                        <p:strVal val="visible"/>
                                      </p:to>
                                    </p:set>
                                  </p:childTnLst>
                                </p:cTn>
                              </p:par>
                            </p:childTnLst>
                          </p:cTn>
                        </p:par>
                        <p:par>
                          <p:cTn id="25" fill="hold" nodeType="afterGroup">
                            <p:stCondLst>
                              <p:cond delay="2100"/>
                            </p:stCondLst>
                            <p:childTnLst>
                              <p:par>
                                <p:cTn id="26" presetID="1" presetClass="entr" presetSubtype="0" fill="hold" nodeType="afterEffect">
                                  <p:stCondLst>
                                    <p:cond delay="300"/>
                                  </p:stCondLst>
                                  <p:childTnLst>
                                    <p:set>
                                      <p:cBhvr>
                                        <p:cTn id="27" dur="1" fill="hold">
                                          <p:stCondLst>
                                            <p:cond delay="0"/>
                                          </p:stCondLst>
                                        </p:cTn>
                                        <p:tgtEl>
                                          <p:spTgt spid="35844"/>
                                        </p:tgtEl>
                                        <p:attrNameLst>
                                          <p:attrName>style.visibility</p:attrName>
                                        </p:attrNameLst>
                                      </p:cBhvr>
                                      <p:to>
                                        <p:strVal val="visible"/>
                                      </p:to>
                                    </p:set>
                                  </p:childTnLst>
                                </p:cTn>
                              </p:par>
                            </p:childTnLst>
                          </p:cTn>
                        </p:par>
                        <p:par>
                          <p:cTn id="28" fill="hold" nodeType="afterGroup">
                            <p:stCondLst>
                              <p:cond delay="2400"/>
                            </p:stCondLst>
                            <p:childTnLst>
                              <p:par>
                                <p:cTn id="29" presetID="1" presetClass="entr" presetSubtype="0" fill="hold" nodeType="afterEffect">
                                  <p:stCondLst>
                                    <p:cond delay="300"/>
                                  </p:stCondLst>
                                  <p:childTnLst>
                                    <p:set>
                                      <p:cBhvr>
                                        <p:cTn id="30" dur="1" fill="hold">
                                          <p:stCondLst>
                                            <p:cond delay="0"/>
                                          </p:stCondLst>
                                        </p:cTn>
                                        <p:tgtEl>
                                          <p:spTgt spid="358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8FD5FE15-4743-A74B-944C-08A4949A64C4}"/>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交换”的含义</a:t>
            </a:r>
          </a:p>
        </p:txBody>
      </p:sp>
      <p:sp>
        <p:nvSpPr>
          <p:cNvPr id="40963" name="Rectangle 3">
            <a:extLst>
              <a:ext uri="{FF2B5EF4-FFF2-40B4-BE49-F238E27FC236}">
                <a16:creationId xmlns:a16="http://schemas.microsoft.com/office/drawing/2014/main" id="{BFB69FDD-F154-1847-9809-A7145ADF2517}"/>
              </a:ext>
            </a:extLst>
          </p:cNvPr>
          <p:cNvSpPr>
            <a:spLocks noGrp="1" noChangeArrowheads="1"/>
          </p:cNvSpPr>
          <p:nvPr>
            <p:ph type="body" idx="1"/>
          </p:nvPr>
        </p:nvSpPr>
        <p:spPr>
          <a:xfrm>
            <a:off x="217714" y="1063087"/>
            <a:ext cx="8720801" cy="3518297"/>
          </a:xfrm>
        </p:spPr>
        <p:txBody>
          <a:bodyPr/>
          <a:lstStyle/>
          <a:p>
            <a:pPr eaLnBrk="1" hangingPunct="1"/>
            <a:r>
              <a:rPr lang="zh-CN" altLang="en-US" dirty="0">
                <a:latin typeface="Times New Roman" panose="02020603050405020304" pitchFamily="18" charset="0"/>
                <a:ea typeface="宋体" panose="02010600030101010101" pitchFamily="2" charset="-122"/>
              </a:rPr>
              <a:t>在这里，“</a:t>
            </a:r>
            <a:r>
              <a:rPr lang="zh-CN" altLang="en-US" dirty="0">
                <a:solidFill>
                  <a:schemeClr val="hlink"/>
                </a:solidFill>
                <a:latin typeface="Times New Roman" panose="02020603050405020304" pitchFamily="18" charset="0"/>
                <a:ea typeface="宋体" panose="02010600030101010101" pitchFamily="2" charset="-122"/>
              </a:rPr>
              <a:t>交换</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(switching)</a:t>
            </a:r>
            <a:r>
              <a:rPr lang="zh-CN" altLang="en-US" dirty="0">
                <a:latin typeface="Times New Roman" panose="02020603050405020304" pitchFamily="18" charset="0"/>
                <a:ea typeface="宋体" panose="02010600030101010101" pitchFamily="2" charset="-122"/>
              </a:rPr>
              <a:t>的含义就是</a:t>
            </a:r>
            <a:r>
              <a:rPr lang="zh-CN" altLang="en-US" dirty="0">
                <a:solidFill>
                  <a:schemeClr val="hlink"/>
                </a:solidFill>
                <a:latin typeface="Times New Roman" panose="02020603050405020304" pitchFamily="18" charset="0"/>
                <a:ea typeface="宋体" panose="02010600030101010101" pitchFamily="2" charset="-122"/>
              </a:rPr>
              <a:t>转接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把一条电话线转接到另一条电话线，使它们连通起来。</a:t>
            </a:r>
          </a:p>
          <a:p>
            <a:pPr eaLnBrk="1" hangingPunct="1"/>
            <a:r>
              <a:rPr lang="zh-CN" altLang="en-US" dirty="0">
                <a:latin typeface="Times New Roman" panose="02020603050405020304" pitchFamily="18" charset="0"/>
                <a:ea typeface="宋体" panose="02010600030101010101" pitchFamily="2" charset="-122"/>
              </a:rPr>
              <a:t>从通信资源的分配角度来看，“交换”就是按照某种方式</a:t>
            </a:r>
            <a:r>
              <a:rPr lang="zh-CN" altLang="en-US" dirty="0">
                <a:solidFill>
                  <a:schemeClr val="hlink"/>
                </a:solidFill>
                <a:latin typeface="Times New Roman" panose="02020603050405020304" pitchFamily="18" charset="0"/>
                <a:ea typeface="宋体" panose="02010600030101010101" pitchFamily="2" charset="-122"/>
              </a:rPr>
              <a:t>动态地分配</a:t>
            </a:r>
            <a:r>
              <a:rPr lang="zh-CN" altLang="en-US" dirty="0">
                <a:latin typeface="Times New Roman" panose="02020603050405020304" pitchFamily="18" charset="0"/>
                <a:ea typeface="宋体" panose="02010600030101010101" pitchFamily="2" charset="-122"/>
              </a:rPr>
              <a:t>传输线路的资源。 </a:t>
            </a:r>
          </a:p>
        </p:txBody>
      </p:sp>
      <p:sp>
        <p:nvSpPr>
          <p:cNvPr id="89091" name="幻灯片编号占位符 1">
            <a:extLst>
              <a:ext uri="{FF2B5EF4-FFF2-40B4-BE49-F238E27FC236}">
                <a16:creationId xmlns:a16="http://schemas.microsoft.com/office/drawing/2014/main" id="{ECB83F1C-E4F9-3346-B487-E859493148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552C70D-7A8F-A444-A9DF-831F92C097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714823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F6365D8D-CE93-2648-9E6E-BCFCF374DC6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电路交换的特点</a:t>
            </a:r>
          </a:p>
        </p:txBody>
      </p:sp>
      <p:sp>
        <p:nvSpPr>
          <p:cNvPr id="41987" name="Rectangle 3">
            <a:extLst>
              <a:ext uri="{FF2B5EF4-FFF2-40B4-BE49-F238E27FC236}">
                <a16:creationId xmlns:a16="http://schemas.microsoft.com/office/drawing/2014/main" id="{A707962B-92E6-FC4E-8876-063EFAA870C1}"/>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电路交换必定是面向连接的。 </a:t>
            </a:r>
          </a:p>
          <a:p>
            <a:pPr eaLnBrk="1" hangingPunct="1"/>
            <a:r>
              <a:rPr lang="zh-CN" altLang="en-US">
                <a:latin typeface="Times New Roman" panose="02020603050405020304" pitchFamily="18" charset="0"/>
                <a:ea typeface="宋体" panose="02010600030101010101" pitchFamily="2" charset="-122"/>
              </a:rPr>
              <a:t>电路交换的三个阶段：</a:t>
            </a:r>
          </a:p>
          <a:p>
            <a:pPr lvl="1" eaLnBrk="1" hangingPunct="1"/>
            <a:r>
              <a:rPr lang="zh-CN" altLang="en-US">
                <a:solidFill>
                  <a:srgbClr val="333399"/>
                </a:solidFill>
                <a:latin typeface="Times New Roman" panose="02020603050405020304" pitchFamily="18" charset="0"/>
                <a:ea typeface="宋体" panose="02010600030101010101" pitchFamily="2" charset="-122"/>
              </a:rPr>
              <a:t>建立连接</a:t>
            </a:r>
          </a:p>
          <a:p>
            <a:pPr lvl="1" eaLnBrk="1" hangingPunct="1"/>
            <a:r>
              <a:rPr lang="zh-CN" altLang="en-US">
                <a:solidFill>
                  <a:srgbClr val="333399"/>
                </a:solidFill>
                <a:latin typeface="Times New Roman" panose="02020603050405020304" pitchFamily="18" charset="0"/>
                <a:ea typeface="宋体" panose="02010600030101010101" pitchFamily="2" charset="-122"/>
              </a:rPr>
              <a:t>通信</a:t>
            </a:r>
          </a:p>
          <a:p>
            <a:pPr lvl="1" eaLnBrk="1" hangingPunct="1"/>
            <a:r>
              <a:rPr lang="zh-CN" altLang="en-US">
                <a:solidFill>
                  <a:srgbClr val="333399"/>
                </a:solidFill>
                <a:latin typeface="Times New Roman" panose="02020603050405020304" pitchFamily="18" charset="0"/>
                <a:ea typeface="宋体" panose="02010600030101010101" pitchFamily="2" charset="-122"/>
              </a:rPr>
              <a:t>释放连接</a:t>
            </a:r>
          </a:p>
        </p:txBody>
      </p:sp>
      <p:sp>
        <p:nvSpPr>
          <p:cNvPr id="91139" name="幻灯片编号占位符 1">
            <a:extLst>
              <a:ext uri="{FF2B5EF4-FFF2-40B4-BE49-F238E27FC236}">
                <a16:creationId xmlns:a16="http://schemas.microsoft.com/office/drawing/2014/main" id="{97F9E10A-D23C-A44E-BD67-E4358F48B4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36D22B-2FFB-6141-AF31-6525C05935C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89361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EDBE33F8-A551-314E-B5DD-068CFE88C9B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电路交换举例</a:t>
            </a:r>
          </a:p>
        </p:txBody>
      </p:sp>
      <p:sp>
        <p:nvSpPr>
          <p:cNvPr id="43011" name="Rectangle 3">
            <a:extLst>
              <a:ext uri="{FF2B5EF4-FFF2-40B4-BE49-F238E27FC236}">
                <a16:creationId xmlns:a16="http://schemas.microsoft.com/office/drawing/2014/main" id="{C2C83509-9D13-EC45-98FA-D5191FFE10E8}"/>
              </a:ext>
            </a:extLst>
          </p:cNvPr>
          <p:cNvSpPr>
            <a:spLocks noGrp="1" noChangeArrowheads="1"/>
          </p:cNvSpPr>
          <p:nvPr>
            <p:ph type="body" idx="1"/>
          </p:nvPr>
        </p:nvSpPr>
        <p:spPr/>
        <p:txBody>
          <a:bodyPr/>
          <a:lstStyle/>
          <a:p>
            <a:pPr eaLnBrk="1" hangingPunct="1"/>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和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通话经过四个交换机</a:t>
            </a:r>
          </a:p>
          <a:p>
            <a:pPr eaLnBrk="1" hangingPunct="1"/>
            <a:r>
              <a:rPr lang="zh-CN" altLang="en-US">
                <a:latin typeface="Times New Roman" panose="02020603050405020304" pitchFamily="18" charset="0"/>
                <a:ea typeface="宋体" panose="02010600030101010101" pitchFamily="2" charset="-122"/>
              </a:rPr>
              <a:t>通话在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到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的连接上进行</a:t>
            </a:r>
          </a:p>
        </p:txBody>
      </p:sp>
      <p:sp>
        <p:nvSpPr>
          <p:cNvPr id="93187" name="Rectangle 80">
            <a:extLst>
              <a:ext uri="{FF2B5EF4-FFF2-40B4-BE49-F238E27FC236}">
                <a16:creationId xmlns:a16="http://schemas.microsoft.com/office/drawing/2014/main" id="{4937D98B-B78C-7943-8B51-B1349C6EDD1A}"/>
              </a:ext>
            </a:extLst>
          </p:cNvPr>
          <p:cNvSpPr>
            <a:spLocks noChangeArrowheads="1"/>
          </p:cNvSpPr>
          <p:nvPr/>
        </p:nvSpPr>
        <p:spPr bwMode="auto">
          <a:xfrm>
            <a:off x="1143001" y="198236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aphicFrame>
        <p:nvGraphicFramePr>
          <p:cNvPr id="93188" name="Object 79">
            <a:extLst>
              <a:ext uri="{FF2B5EF4-FFF2-40B4-BE49-F238E27FC236}">
                <a16:creationId xmlns:a16="http://schemas.microsoft.com/office/drawing/2014/main" id="{ED43AFFB-6670-9541-9614-6499DD9C1A3F}"/>
              </a:ext>
            </a:extLst>
          </p:cNvPr>
          <p:cNvGraphicFramePr>
            <a:graphicFrameLocks noChangeAspect="1"/>
          </p:cNvGraphicFramePr>
          <p:nvPr/>
        </p:nvGraphicFramePr>
        <p:xfrm>
          <a:off x="1143000" y="2139553"/>
          <a:ext cx="6723460" cy="2041922"/>
        </p:xfrm>
        <a:graphic>
          <a:graphicData uri="http://schemas.openxmlformats.org/presentationml/2006/ole">
            <mc:AlternateContent xmlns:mc="http://schemas.openxmlformats.org/markup-compatibility/2006">
              <mc:Choice xmlns:v="urn:schemas-microsoft-com:vml" Requires="v">
                <p:oleObj spid="_x0000_s81937" name="演示文稿" r:id="rId4" imgW="4572000" imgH="3429000" progId="PowerPoint.Show.8">
                  <p:embed/>
                </p:oleObj>
              </mc:Choice>
              <mc:Fallback>
                <p:oleObj name="演示文稿" r:id="rId4" imgW="4572000" imgH="3429000" progId="PowerPoint.Show.8">
                  <p:embed/>
                  <p:pic>
                    <p:nvPicPr>
                      <p:cNvPr id="93188" name="Object 79">
                        <a:extLst>
                          <a:ext uri="{FF2B5EF4-FFF2-40B4-BE49-F238E27FC236}">
                            <a16:creationId xmlns:a16="http://schemas.microsoft.com/office/drawing/2014/main" id="{ED43AFFB-6670-9541-9614-6499DD9C1A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9038" t="14148" r="6569" b="51807"/>
                      <a:stretch>
                        <a:fillRect/>
                      </a:stretch>
                    </p:blipFill>
                    <p:spPr bwMode="auto">
                      <a:xfrm>
                        <a:off x="1143000" y="2139553"/>
                        <a:ext cx="6723460" cy="204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89" name="幻灯片编号占位符 1">
            <a:extLst>
              <a:ext uri="{FF2B5EF4-FFF2-40B4-BE49-F238E27FC236}">
                <a16:creationId xmlns:a16="http://schemas.microsoft.com/office/drawing/2014/main" id="{0661FA91-763B-4D49-B908-C0D2418275F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EFEC7E-8F58-8A4C-8837-8602202C6E3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099973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0F8F53C6-AB38-3447-A257-F2E01B613629}"/>
              </a:ext>
            </a:extLst>
          </p:cNvPr>
          <p:cNvSpPr>
            <a:spLocks noGrp="1" noChangeArrowheads="1"/>
          </p:cNvSpPr>
          <p:nvPr>
            <p:ph type="title"/>
          </p:nvPr>
        </p:nvSpPr>
        <p:spPr>
          <a:xfrm>
            <a:off x="163286" y="98823"/>
            <a:ext cx="7537677" cy="845344"/>
          </a:xfrm>
        </p:spPr>
        <p:txBody>
          <a:bodyPr/>
          <a:lstStyle/>
          <a:p>
            <a:pPr eaLnBrk="1" hangingPunct="1"/>
            <a:r>
              <a:rPr lang="zh-CN" altLang="en-US" dirty="0">
                <a:latin typeface="Times New Roman" panose="02020603050405020304" pitchFamily="18" charset="0"/>
                <a:ea typeface="宋体" panose="02010600030101010101" pitchFamily="2" charset="-122"/>
              </a:rPr>
              <a:t>电路交换传送计算机数据效率低</a:t>
            </a:r>
          </a:p>
        </p:txBody>
      </p:sp>
      <p:sp>
        <p:nvSpPr>
          <p:cNvPr id="47107" name="Rectangle 3">
            <a:extLst>
              <a:ext uri="{FF2B5EF4-FFF2-40B4-BE49-F238E27FC236}">
                <a16:creationId xmlns:a16="http://schemas.microsoft.com/office/drawing/2014/main" id="{68A0D177-0580-2549-B863-CFBC9E5CB8E3}"/>
              </a:ext>
            </a:extLst>
          </p:cNvPr>
          <p:cNvSpPr>
            <a:spLocks noGrp="1" noChangeArrowheads="1"/>
          </p:cNvSpPr>
          <p:nvPr>
            <p:ph type="body" idx="1"/>
          </p:nvPr>
        </p:nvSpPr>
        <p:spPr>
          <a:xfrm>
            <a:off x="163286" y="1066800"/>
            <a:ext cx="8741228" cy="2422923"/>
          </a:xfrm>
        </p:spPr>
        <p:txBody>
          <a:bodyPr/>
          <a:lstStyle/>
          <a:p>
            <a:pPr eaLnBrk="1" hangingPunct="1"/>
            <a:r>
              <a:rPr lang="zh-CN" altLang="en-US" dirty="0">
                <a:latin typeface="Times New Roman" panose="02020603050405020304" pitchFamily="18" charset="0"/>
                <a:ea typeface="宋体" panose="02010600030101010101" pitchFamily="2" charset="-122"/>
              </a:rPr>
              <a:t>计算机数据具有突发性。</a:t>
            </a:r>
          </a:p>
          <a:p>
            <a:pPr eaLnBrk="1" hangingPunct="1"/>
            <a:r>
              <a:rPr lang="zh-CN" altLang="en-US" dirty="0">
                <a:latin typeface="Times New Roman" panose="02020603050405020304" pitchFamily="18" charset="0"/>
                <a:ea typeface="宋体" panose="02010600030101010101" pitchFamily="2" charset="-122"/>
              </a:rPr>
              <a:t>这导致通信线路的利用率很低。</a:t>
            </a:r>
          </a:p>
        </p:txBody>
      </p:sp>
      <p:sp>
        <p:nvSpPr>
          <p:cNvPr id="95235" name="幻灯片编号占位符 1">
            <a:extLst>
              <a:ext uri="{FF2B5EF4-FFF2-40B4-BE49-F238E27FC236}">
                <a16:creationId xmlns:a16="http://schemas.microsoft.com/office/drawing/2014/main" id="{63CD8379-05D3-A64C-8512-7E3C61D34F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12CE383-1531-F94F-A859-EBFAE069CC5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079185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Line 8">
            <a:extLst>
              <a:ext uri="{FF2B5EF4-FFF2-40B4-BE49-F238E27FC236}">
                <a16:creationId xmlns:a16="http://schemas.microsoft.com/office/drawing/2014/main" id="{2EF2599B-F1EE-154E-A40E-F28A431178B7}"/>
              </a:ext>
            </a:extLst>
          </p:cNvPr>
          <p:cNvSpPr>
            <a:spLocks noChangeShapeType="1"/>
          </p:cNvSpPr>
          <p:nvPr/>
        </p:nvSpPr>
        <p:spPr bwMode="auto">
          <a:xfrm>
            <a:off x="2627710" y="2464594"/>
            <a:ext cx="3888581"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2" name="Text Box 9">
            <a:extLst>
              <a:ext uri="{FF2B5EF4-FFF2-40B4-BE49-F238E27FC236}">
                <a16:creationId xmlns:a16="http://schemas.microsoft.com/office/drawing/2014/main" id="{F660A13D-A1CD-9D49-B348-FFA758BB9F8E}"/>
              </a:ext>
            </a:extLst>
          </p:cNvPr>
          <p:cNvSpPr txBox="1">
            <a:spLocks noChangeArrowheads="1"/>
          </p:cNvSpPr>
          <p:nvPr/>
        </p:nvSpPr>
        <p:spPr bwMode="auto">
          <a:xfrm>
            <a:off x="4356498" y="2284810"/>
            <a:ext cx="569387"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报文</a:t>
            </a:r>
          </a:p>
        </p:txBody>
      </p:sp>
      <p:sp>
        <p:nvSpPr>
          <p:cNvPr id="97283" name="Rectangle 2">
            <a:extLst>
              <a:ext uri="{FF2B5EF4-FFF2-40B4-BE49-F238E27FC236}">
                <a16:creationId xmlns:a16="http://schemas.microsoft.com/office/drawing/2014/main" id="{D37DF06A-33C0-F64F-9CDC-ECCF1876647C}"/>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分组交换的主要特点 </a:t>
            </a:r>
          </a:p>
        </p:txBody>
      </p:sp>
      <p:sp>
        <p:nvSpPr>
          <p:cNvPr id="97284" name="Rectangle 3">
            <a:extLst>
              <a:ext uri="{FF2B5EF4-FFF2-40B4-BE49-F238E27FC236}">
                <a16:creationId xmlns:a16="http://schemas.microsoft.com/office/drawing/2014/main" id="{A482C6CD-B26D-2443-8918-C9DBB3B777C1}"/>
              </a:ext>
            </a:extLst>
          </p:cNvPr>
          <p:cNvSpPr>
            <a:spLocks noGrp="1" noChangeArrowheads="1"/>
          </p:cNvSpPr>
          <p:nvPr>
            <p:ph type="body" idx="1"/>
          </p:nvPr>
        </p:nvSpPr>
        <p:spPr>
          <a:xfrm>
            <a:off x="193477" y="967978"/>
            <a:ext cx="8745038" cy="3348038"/>
          </a:xfrm>
        </p:spPr>
        <p:txBody>
          <a:bodyPr/>
          <a:lstStyle/>
          <a:p>
            <a:pPr eaLnBrk="1" hangingPunct="1"/>
            <a:r>
              <a:rPr lang="zh-CN" altLang="en-US" dirty="0">
                <a:latin typeface="Times New Roman" panose="02020603050405020304" pitchFamily="18" charset="0"/>
                <a:ea typeface="宋体" panose="02010600030101010101" pitchFamily="2" charset="-122"/>
              </a:rPr>
              <a:t>在发送端，先把较长的报文</a:t>
            </a:r>
            <a:r>
              <a:rPr lang="zh-CN" altLang="en-US" dirty="0">
                <a:solidFill>
                  <a:schemeClr val="hlink"/>
                </a:solidFill>
                <a:latin typeface="Times New Roman" panose="02020603050405020304" pitchFamily="18" charset="0"/>
                <a:ea typeface="宋体" panose="02010600030101010101" pitchFamily="2" charset="-122"/>
              </a:rPr>
              <a:t>划分成较短的、固定长度的数据段</a:t>
            </a:r>
            <a:r>
              <a:rPr lang="zh-CN" altLang="en-US" dirty="0">
                <a:latin typeface="Times New Roman" panose="02020603050405020304" pitchFamily="18" charset="0"/>
                <a:ea typeface="宋体" panose="02010600030101010101" pitchFamily="2" charset="-122"/>
              </a:rPr>
              <a:t>。 </a:t>
            </a:r>
          </a:p>
        </p:txBody>
      </p:sp>
      <p:grpSp>
        <p:nvGrpSpPr>
          <p:cNvPr id="97285" name="Group 77">
            <a:extLst>
              <a:ext uri="{FF2B5EF4-FFF2-40B4-BE49-F238E27FC236}">
                <a16:creationId xmlns:a16="http://schemas.microsoft.com/office/drawing/2014/main" id="{85EB1DE9-0EA9-9747-A1C1-19BD2B9B0B35}"/>
              </a:ext>
            </a:extLst>
          </p:cNvPr>
          <p:cNvGrpSpPr>
            <a:grpSpLocks/>
          </p:cNvGrpSpPr>
          <p:nvPr/>
        </p:nvGrpSpPr>
        <p:grpSpPr bwMode="auto">
          <a:xfrm>
            <a:off x="2574132" y="2626519"/>
            <a:ext cx="3955257" cy="323850"/>
            <a:chOff x="1202" y="2206"/>
            <a:chExt cx="3322" cy="272"/>
          </a:xfrm>
        </p:grpSpPr>
        <p:grpSp>
          <p:nvGrpSpPr>
            <p:cNvPr id="97290" name="Group 75">
              <a:extLst>
                <a:ext uri="{FF2B5EF4-FFF2-40B4-BE49-F238E27FC236}">
                  <a16:creationId xmlns:a16="http://schemas.microsoft.com/office/drawing/2014/main" id="{5BA1FF12-F8BE-5B4F-8618-DD6BC97ECBA6}"/>
                </a:ext>
              </a:extLst>
            </p:cNvPr>
            <p:cNvGrpSpPr>
              <a:grpSpLocks/>
            </p:cNvGrpSpPr>
            <p:nvPr/>
          </p:nvGrpSpPr>
          <p:grpSpPr bwMode="auto">
            <a:xfrm>
              <a:off x="1247" y="2206"/>
              <a:ext cx="3266" cy="272"/>
              <a:chOff x="1247" y="2931"/>
              <a:chExt cx="3266" cy="272"/>
            </a:xfrm>
          </p:grpSpPr>
          <p:sp>
            <p:nvSpPr>
              <p:cNvPr id="97292" name="Rectangle 70">
                <a:extLst>
                  <a:ext uri="{FF2B5EF4-FFF2-40B4-BE49-F238E27FC236}">
                    <a16:creationId xmlns:a16="http://schemas.microsoft.com/office/drawing/2014/main" id="{82C86293-CE6C-5A4C-9628-804E8AC881DB}"/>
                  </a:ext>
                </a:extLst>
              </p:cNvPr>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97293" name="Rectangle 71">
                <a:extLst>
                  <a:ext uri="{FF2B5EF4-FFF2-40B4-BE49-F238E27FC236}">
                    <a16:creationId xmlns:a16="http://schemas.microsoft.com/office/drawing/2014/main" id="{B5DF0C8C-4948-BE4B-862F-F52420913FF1}"/>
                  </a:ext>
                </a:extLst>
              </p:cNvPr>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Tahoma" panose="020B0604030504040204" pitchFamily="34" charset="0"/>
                  <a:ea typeface="黑体" panose="02010609060101010101" pitchFamily="49" charset="-122"/>
                  <a:cs typeface="黑体" panose="02010609060101010101" pitchFamily="49" charset="-122"/>
                </a:endParaRPr>
              </a:p>
            </p:txBody>
          </p:sp>
          <p:sp>
            <p:nvSpPr>
              <p:cNvPr id="97294" name="Rectangle 72">
                <a:extLst>
                  <a:ext uri="{FF2B5EF4-FFF2-40B4-BE49-F238E27FC236}">
                    <a16:creationId xmlns:a16="http://schemas.microsoft.com/office/drawing/2014/main" id="{F04DA2D2-0FA3-2F43-A2F9-4B4D33E4E513}"/>
                  </a:ext>
                </a:extLst>
              </p:cNvPr>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97295" name="Rectangle 74">
                <a:extLst>
                  <a:ext uri="{FF2B5EF4-FFF2-40B4-BE49-F238E27FC236}">
                    <a16:creationId xmlns:a16="http://schemas.microsoft.com/office/drawing/2014/main" id="{E8E8EC03-1C58-CD43-830E-58C94464C4DA}"/>
                  </a:ext>
                </a:extLst>
              </p:cNvPr>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97291" name="Text Box 76">
              <a:extLst>
                <a:ext uri="{FF2B5EF4-FFF2-40B4-BE49-F238E27FC236}">
                  <a16:creationId xmlns:a16="http://schemas.microsoft.com/office/drawing/2014/main" id="{DCB56CA2-85B1-D541-B945-275D7B8CBF78}"/>
                </a:ext>
              </a:extLst>
            </p:cNvPr>
            <p:cNvSpPr txBox="1">
              <a:spLocks noChangeArrowheads="1"/>
            </p:cNvSpPr>
            <p:nvPr/>
          </p:nvSpPr>
          <p:spPr bwMode="auto">
            <a:xfrm>
              <a:off x="1202" y="2219"/>
              <a:ext cx="3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a:latin typeface="Arial" panose="020B0604020202020204" pitchFamily="34" charset="0"/>
                  <a:ea typeface="宋体" panose="02010600030101010101" pitchFamily="2" charset="-122"/>
                </a:rPr>
                <a:t>1101000110101010110101011100010011010010</a:t>
              </a:r>
            </a:p>
          </p:txBody>
        </p:sp>
      </p:grpSp>
      <p:grpSp>
        <p:nvGrpSpPr>
          <p:cNvPr id="49233" name="Group 81">
            <a:extLst>
              <a:ext uri="{FF2B5EF4-FFF2-40B4-BE49-F238E27FC236}">
                <a16:creationId xmlns:a16="http://schemas.microsoft.com/office/drawing/2014/main" id="{AEAC0A8E-C169-8546-9AC4-A633175BD993}"/>
              </a:ext>
            </a:extLst>
          </p:cNvPr>
          <p:cNvGrpSpPr>
            <a:grpSpLocks/>
          </p:cNvGrpSpPr>
          <p:nvPr/>
        </p:nvGrpSpPr>
        <p:grpSpPr bwMode="auto">
          <a:xfrm>
            <a:off x="3377804" y="2950370"/>
            <a:ext cx="2339579" cy="1090613"/>
            <a:chOff x="1877" y="2478"/>
            <a:chExt cx="1965" cy="916"/>
          </a:xfrm>
        </p:grpSpPr>
        <p:sp>
          <p:nvSpPr>
            <p:cNvPr id="97288" name="Text Box 78">
              <a:extLst>
                <a:ext uri="{FF2B5EF4-FFF2-40B4-BE49-F238E27FC236}">
                  <a16:creationId xmlns:a16="http://schemas.microsoft.com/office/drawing/2014/main" id="{86D7D9FD-F6BE-1940-9B5A-B0D6E6DB7963}"/>
                </a:ext>
              </a:extLst>
            </p:cNvPr>
            <p:cNvSpPr txBox="1">
              <a:spLocks noChangeArrowheads="1"/>
            </p:cNvSpPr>
            <p:nvPr/>
          </p:nvSpPr>
          <p:spPr bwMode="auto">
            <a:xfrm>
              <a:off x="1877" y="2774"/>
              <a:ext cx="1965" cy="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假定这个报文较长</a:t>
              </a:r>
            </a:p>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不便于传输</a:t>
              </a:r>
            </a:p>
          </p:txBody>
        </p:sp>
        <p:sp>
          <p:nvSpPr>
            <p:cNvPr id="97289" name="Line 79">
              <a:extLst>
                <a:ext uri="{FF2B5EF4-FFF2-40B4-BE49-F238E27FC236}">
                  <a16:creationId xmlns:a16="http://schemas.microsoft.com/office/drawing/2014/main" id="{1F803E79-245D-3740-986E-99D423BE573D}"/>
                </a:ext>
              </a:extLst>
            </p:cNvPr>
            <p:cNvSpPr>
              <a:spLocks noChangeShapeType="1"/>
            </p:cNvSpPr>
            <p:nvPr/>
          </p:nvSpPr>
          <p:spPr bwMode="auto">
            <a:xfrm flipV="1">
              <a:off x="2789" y="2478"/>
              <a:ext cx="91" cy="36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7287" name="幻灯片编号占位符 1">
            <a:extLst>
              <a:ext uri="{FF2B5EF4-FFF2-40B4-BE49-F238E27FC236}">
                <a16:creationId xmlns:a16="http://schemas.microsoft.com/office/drawing/2014/main" id="{2E4530A1-0D1D-0643-8C58-D612A63D4B7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1F02B5-9B7C-3F4D-AE12-EFC7B120B82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808856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60" name="Rectangle 12">
            <a:extLst>
              <a:ext uri="{FF2B5EF4-FFF2-40B4-BE49-F238E27FC236}">
                <a16:creationId xmlns:a16="http://schemas.microsoft.com/office/drawing/2014/main" id="{4F86DD67-CAA8-CB4C-8A67-51B9734B0B82}"/>
              </a:ext>
            </a:extLst>
          </p:cNvPr>
          <p:cNvSpPr>
            <a:spLocks noChangeArrowheads="1"/>
          </p:cNvSpPr>
          <p:nvPr/>
        </p:nvSpPr>
        <p:spPr bwMode="auto">
          <a:xfrm>
            <a:off x="2627710" y="1941910"/>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数     据</a:t>
            </a:r>
          </a:p>
        </p:txBody>
      </p:sp>
      <p:sp>
        <p:nvSpPr>
          <p:cNvPr id="53261" name="Rectangle 13">
            <a:extLst>
              <a:ext uri="{FF2B5EF4-FFF2-40B4-BE49-F238E27FC236}">
                <a16:creationId xmlns:a16="http://schemas.microsoft.com/office/drawing/2014/main" id="{AF6682FA-3B56-F84F-B1E7-86A3A7615AC4}"/>
              </a:ext>
            </a:extLst>
          </p:cNvPr>
          <p:cNvSpPr>
            <a:spLocks noChangeArrowheads="1"/>
          </p:cNvSpPr>
          <p:nvPr/>
        </p:nvSpPr>
        <p:spPr bwMode="auto">
          <a:xfrm>
            <a:off x="3924300" y="1941910"/>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数     据</a:t>
            </a:r>
          </a:p>
        </p:txBody>
      </p:sp>
      <p:sp>
        <p:nvSpPr>
          <p:cNvPr id="53262" name="Rectangle 14">
            <a:extLst>
              <a:ext uri="{FF2B5EF4-FFF2-40B4-BE49-F238E27FC236}">
                <a16:creationId xmlns:a16="http://schemas.microsoft.com/office/drawing/2014/main" id="{CDDC7BDA-CCBC-7040-9C7F-323623B55308}"/>
              </a:ext>
            </a:extLst>
          </p:cNvPr>
          <p:cNvSpPr>
            <a:spLocks noChangeArrowheads="1"/>
          </p:cNvSpPr>
          <p:nvPr/>
        </p:nvSpPr>
        <p:spPr bwMode="auto">
          <a:xfrm>
            <a:off x="5220891" y="1941910"/>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grpSp>
        <p:nvGrpSpPr>
          <p:cNvPr id="53263" name="Group 15">
            <a:extLst>
              <a:ext uri="{FF2B5EF4-FFF2-40B4-BE49-F238E27FC236}">
                <a16:creationId xmlns:a16="http://schemas.microsoft.com/office/drawing/2014/main" id="{1D11D6DC-378A-9C4F-8911-625130DD24DA}"/>
              </a:ext>
            </a:extLst>
          </p:cNvPr>
          <p:cNvGrpSpPr>
            <a:grpSpLocks/>
          </p:cNvGrpSpPr>
          <p:nvPr/>
        </p:nvGrpSpPr>
        <p:grpSpPr bwMode="auto">
          <a:xfrm>
            <a:off x="2627710" y="1600200"/>
            <a:ext cx="3888581" cy="322660"/>
            <a:chOff x="1247" y="1737"/>
            <a:chExt cx="3266" cy="271"/>
          </a:xfrm>
        </p:grpSpPr>
        <p:sp>
          <p:nvSpPr>
            <p:cNvPr id="99349" name="Line 2">
              <a:extLst>
                <a:ext uri="{FF2B5EF4-FFF2-40B4-BE49-F238E27FC236}">
                  <a16:creationId xmlns:a16="http://schemas.microsoft.com/office/drawing/2014/main" id="{A2BB4B80-A00B-DD48-A4E3-EA923FE726A7}"/>
                </a:ext>
              </a:extLst>
            </p:cNvPr>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0" name="Text Box 3">
              <a:extLst>
                <a:ext uri="{FF2B5EF4-FFF2-40B4-BE49-F238E27FC236}">
                  <a16:creationId xmlns:a16="http://schemas.microsoft.com/office/drawing/2014/main" id="{AB3E0E6F-7662-5B40-8247-3497A8EE9704}"/>
                </a:ext>
              </a:extLst>
            </p:cNvPr>
            <p:cNvSpPr txBox="1">
              <a:spLocks noChangeArrowheads="1"/>
            </p:cNvSpPr>
            <p:nvPr/>
          </p:nvSpPr>
          <p:spPr bwMode="auto">
            <a:xfrm>
              <a:off x="2699" y="1737"/>
              <a:ext cx="47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报文</a:t>
              </a:r>
            </a:p>
          </p:txBody>
        </p:sp>
      </p:grpSp>
      <p:sp>
        <p:nvSpPr>
          <p:cNvPr id="99333" name="Rectangle 4">
            <a:extLst>
              <a:ext uri="{FF2B5EF4-FFF2-40B4-BE49-F238E27FC236}">
                <a16:creationId xmlns:a16="http://schemas.microsoft.com/office/drawing/2014/main" id="{3BA415F7-19AF-2F4C-8E66-88217977B328}"/>
              </a:ext>
            </a:extLst>
          </p:cNvPr>
          <p:cNvSpPr>
            <a:spLocks noGrp="1" noChangeArrowheads="1"/>
          </p:cNvSpPr>
          <p:nvPr>
            <p:ph type="title"/>
          </p:nvPr>
        </p:nvSpPr>
        <p:spPr>
          <a:xfrm>
            <a:off x="163286" y="160736"/>
            <a:ext cx="7379324" cy="613768"/>
          </a:xfrm>
        </p:spPr>
        <p:txBody>
          <a:bodyPr/>
          <a:lstStyle/>
          <a:p>
            <a:pPr eaLnBrk="1" hangingPunct="1"/>
            <a:r>
              <a:rPr lang="zh-CN" altLang="en-US" dirty="0">
                <a:latin typeface="Times New Roman" panose="02020603050405020304" pitchFamily="18" charset="0"/>
                <a:ea typeface="宋体" panose="02010600030101010101" pitchFamily="2" charset="-122"/>
              </a:rPr>
              <a:t>添加首部构成分组</a:t>
            </a:r>
          </a:p>
        </p:txBody>
      </p:sp>
      <p:sp>
        <p:nvSpPr>
          <p:cNvPr id="99334" name="Rectangle 5">
            <a:extLst>
              <a:ext uri="{FF2B5EF4-FFF2-40B4-BE49-F238E27FC236}">
                <a16:creationId xmlns:a16="http://schemas.microsoft.com/office/drawing/2014/main" id="{91E820CC-D76F-2F49-8E65-0F6DB5E109CF}"/>
              </a:ext>
            </a:extLst>
          </p:cNvPr>
          <p:cNvSpPr>
            <a:spLocks noGrp="1" noChangeArrowheads="1"/>
          </p:cNvSpPr>
          <p:nvPr>
            <p:ph type="body" idx="1"/>
          </p:nvPr>
        </p:nvSpPr>
        <p:spPr>
          <a:xfrm>
            <a:off x="163286" y="1049536"/>
            <a:ext cx="8719457" cy="3294460"/>
          </a:xfrm>
        </p:spPr>
        <p:txBody>
          <a:bodyPr/>
          <a:lstStyle/>
          <a:p>
            <a:pPr eaLnBrk="1" hangingPunct="1"/>
            <a:r>
              <a:rPr lang="zh-CN" altLang="en-US" dirty="0">
                <a:latin typeface="Times New Roman" panose="02020603050405020304" pitchFamily="18" charset="0"/>
                <a:ea typeface="宋体" panose="02010600030101010101" pitchFamily="2" charset="-122"/>
              </a:rPr>
              <a:t>每一个数据段前面添加上</a:t>
            </a:r>
            <a:r>
              <a:rPr lang="zh-CN" altLang="en-US" dirty="0">
                <a:solidFill>
                  <a:schemeClr val="hlink"/>
                </a:solidFill>
                <a:latin typeface="Times New Roman" panose="02020603050405020304" pitchFamily="18" charset="0"/>
                <a:ea typeface="宋体" panose="02010600030101010101" pitchFamily="2" charset="-122"/>
              </a:rPr>
              <a:t>首部</a:t>
            </a:r>
            <a:r>
              <a:rPr lang="zh-CN" altLang="en-US" dirty="0">
                <a:latin typeface="Times New Roman" panose="02020603050405020304" pitchFamily="18" charset="0"/>
                <a:ea typeface="宋体" panose="02010600030101010101" pitchFamily="2" charset="-122"/>
              </a:rPr>
              <a:t>构成分组。</a:t>
            </a:r>
          </a:p>
        </p:txBody>
      </p:sp>
      <p:sp>
        <p:nvSpPr>
          <p:cNvPr id="53264" name="Rectangle 16">
            <a:extLst>
              <a:ext uri="{FF2B5EF4-FFF2-40B4-BE49-F238E27FC236}">
                <a16:creationId xmlns:a16="http://schemas.microsoft.com/office/drawing/2014/main" id="{77B6BB47-16E6-EB41-B304-16159F6A7960}"/>
              </a:ext>
            </a:extLst>
          </p:cNvPr>
          <p:cNvSpPr>
            <a:spLocks noChangeArrowheads="1"/>
          </p:cNvSpPr>
          <p:nvPr/>
        </p:nvSpPr>
        <p:spPr bwMode="auto">
          <a:xfrm>
            <a:off x="2195513" y="2696766"/>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sp>
        <p:nvSpPr>
          <p:cNvPr id="53267" name="Rectangle 19">
            <a:extLst>
              <a:ext uri="{FF2B5EF4-FFF2-40B4-BE49-F238E27FC236}">
                <a16:creationId xmlns:a16="http://schemas.microsoft.com/office/drawing/2014/main" id="{793F18A1-24F9-EA42-86AB-DC437F0ACA92}"/>
              </a:ext>
            </a:extLst>
          </p:cNvPr>
          <p:cNvSpPr>
            <a:spLocks noChangeArrowheads="1"/>
          </p:cNvSpPr>
          <p:nvPr/>
        </p:nvSpPr>
        <p:spPr bwMode="auto">
          <a:xfrm>
            <a:off x="3492103" y="3345656"/>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首部</a:t>
            </a:r>
          </a:p>
        </p:txBody>
      </p:sp>
      <p:sp>
        <p:nvSpPr>
          <p:cNvPr id="53268" name="Rectangle 20">
            <a:extLst>
              <a:ext uri="{FF2B5EF4-FFF2-40B4-BE49-F238E27FC236}">
                <a16:creationId xmlns:a16="http://schemas.microsoft.com/office/drawing/2014/main" id="{C53B113F-6DAB-C44E-B863-D497345D557A}"/>
              </a:ext>
            </a:extLst>
          </p:cNvPr>
          <p:cNvSpPr>
            <a:spLocks noChangeArrowheads="1"/>
          </p:cNvSpPr>
          <p:nvPr/>
        </p:nvSpPr>
        <p:spPr bwMode="auto">
          <a:xfrm>
            <a:off x="4787503" y="3982641"/>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首部</a:t>
            </a:r>
          </a:p>
        </p:txBody>
      </p:sp>
      <p:grpSp>
        <p:nvGrpSpPr>
          <p:cNvPr id="53273" name="Group 25">
            <a:extLst>
              <a:ext uri="{FF2B5EF4-FFF2-40B4-BE49-F238E27FC236}">
                <a16:creationId xmlns:a16="http://schemas.microsoft.com/office/drawing/2014/main" id="{095B67A7-DAF2-6544-9800-D17CFA4B820A}"/>
              </a:ext>
            </a:extLst>
          </p:cNvPr>
          <p:cNvGrpSpPr>
            <a:grpSpLocks/>
          </p:cNvGrpSpPr>
          <p:nvPr/>
        </p:nvGrpSpPr>
        <p:grpSpPr bwMode="auto">
          <a:xfrm>
            <a:off x="2187178" y="2293533"/>
            <a:ext cx="1727597" cy="371483"/>
            <a:chOff x="1965" y="2652"/>
            <a:chExt cx="1451" cy="312"/>
          </a:xfrm>
        </p:grpSpPr>
        <p:sp>
          <p:nvSpPr>
            <p:cNvPr id="99347" name="AutoShape 21">
              <a:extLst>
                <a:ext uri="{FF2B5EF4-FFF2-40B4-BE49-F238E27FC236}">
                  <a16:creationId xmlns:a16="http://schemas.microsoft.com/office/drawing/2014/main" id="{CB8801ED-96B8-2F4E-9191-E0B2F198358F}"/>
                </a:ext>
              </a:extLst>
            </p:cNvPr>
            <p:cNvSpPr>
              <a:spLocks/>
            </p:cNvSpPr>
            <p:nvPr/>
          </p:nvSpPr>
          <p:spPr bwMode="auto">
            <a:xfrm rot="5400000">
              <a:off x="2646" y="219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9348" name="Text Box 24">
              <a:extLst>
                <a:ext uri="{FF2B5EF4-FFF2-40B4-BE49-F238E27FC236}">
                  <a16:creationId xmlns:a16="http://schemas.microsoft.com/office/drawing/2014/main" id="{1DD5C4E0-262D-EE46-8448-03318AA75A63}"/>
                </a:ext>
              </a:extLst>
            </p:cNvPr>
            <p:cNvSpPr txBox="1">
              <a:spLocks noChangeArrowheads="1"/>
            </p:cNvSpPr>
            <p:nvPr/>
          </p:nvSpPr>
          <p:spPr bwMode="auto">
            <a:xfrm>
              <a:off x="2489" y="265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分组</a:t>
              </a:r>
              <a:r>
                <a:rPr lang="zh-CN" altLang="en-US" sz="750" dirty="0">
                  <a:latin typeface="Arial" panose="020B0604020202020204" pitchFamily="34" charset="0"/>
                  <a:ea typeface="宋体" panose="02010600030101010101" pitchFamily="2" charset="-122"/>
                </a:rPr>
                <a:t> </a:t>
              </a:r>
              <a:r>
                <a:rPr lang="en-US" altLang="zh-CN" sz="1500" dirty="0">
                  <a:latin typeface="Arial" panose="020B0604020202020204" pitchFamily="34" charset="0"/>
                  <a:ea typeface="宋体" panose="02010600030101010101" pitchFamily="2" charset="-122"/>
                </a:rPr>
                <a:t>1</a:t>
              </a:r>
            </a:p>
          </p:txBody>
        </p:sp>
      </p:grpSp>
      <p:grpSp>
        <p:nvGrpSpPr>
          <p:cNvPr id="53274" name="Group 26">
            <a:extLst>
              <a:ext uri="{FF2B5EF4-FFF2-40B4-BE49-F238E27FC236}">
                <a16:creationId xmlns:a16="http://schemas.microsoft.com/office/drawing/2014/main" id="{A57DB8AE-D45D-C44F-B69E-77BF044A1A7C}"/>
              </a:ext>
            </a:extLst>
          </p:cNvPr>
          <p:cNvGrpSpPr>
            <a:grpSpLocks/>
          </p:cNvGrpSpPr>
          <p:nvPr/>
        </p:nvGrpSpPr>
        <p:grpSpPr bwMode="auto">
          <a:xfrm>
            <a:off x="3482578" y="2771805"/>
            <a:ext cx="1727597" cy="542931"/>
            <a:chOff x="1965" y="2532"/>
            <a:chExt cx="1451" cy="456"/>
          </a:xfrm>
        </p:grpSpPr>
        <p:sp>
          <p:nvSpPr>
            <p:cNvPr id="99345" name="AutoShape 27">
              <a:extLst>
                <a:ext uri="{FF2B5EF4-FFF2-40B4-BE49-F238E27FC236}">
                  <a16:creationId xmlns:a16="http://schemas.microsoft.com/office/drawing/2014/main" id="{A033F76F-4A06-0140-9BCC-2BDDC48C6986}"/>
                </a:ext>
              </a:extLst>
            </p:cNvPr>
            <p:cNvSpPr>
              <a:spLocks/>
            </p:cNvSpPr>
            <p:nvPr/>
          </p:nvSpPr>
          <p:spPr bwMode="auto">
            <a:xfrm rot="5400000">
              <a:off x="2646" y="2217"/>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9346" name="Text Box 28">
              <a:extLst>
                <a:ext uri="{FF2B5EF4-FFF2-40B4-BE49-F238E27FC236}">
                  <a16:creationId xmlns:a16="http://schemas.microsoft.com/office/drawing/2014/main" id="{CAF4AE77-130C-EF4D-942C-EFD0CD00A6E1}"/>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分组</a:t>
              </a:r>
              <a:r>
                <a:rPr lang="zh-CN" altLang="en-US" sz="750" dirty="0">
                  <a:latin typeface="Arial" panose="020B0604020202020204" pitchFamily="34" charset="0"/>
                  <a:ea typeface="宋体" panose="02010600030101010101" pitchFamily="2" charset="-122"/>
                </a:rPr>
                <a:t> </a:t>
              </a:r>
              <a:r>
                <a:rPr lang="en-US" altLang="zh-CN" sz="1500" dirty="0">
                  <a:latin typeface="Arial" panose="020B0604020202020204" pitchFamily="34" charset="0"/>
                  <a:ea typeface="宋体" panose="02010600030101010101" pitchFamily="2" charset="-122"/>
                </a:rPr>
                <a:t>2</a:t>
              </a:r>
            </a:p>
          </p:txBody>
        </p:sp>
      </p:grpSp>
      <p:grpSp>
        <p:nvGrpSpPr>
          <p:cNvPr id="53277" name="Group 29">
            <a:extLst>
              <a:ext uri="{FF2B5EF4-FFF2-40B4-BE49-F238E27FC236}">
                <a16:creationId xmlns:a16="http://schemas.microsoft.com/office/drawing/2014/main" id="{373D4CE7-124C-A04E-AD3D-689ED62D33C8}"/>
              </a:ext>
            </a:extLst>
          </p:cNvPr>
          <p:cNvGrpSpPr>
            <a:grpSpLocks/>
          </p:cNvGrpSpPr>
          <p:nvPr/>
        </p:nvGrpSpPr>
        <p:grpSpPr bwMode="auto">
          <a:xfrm>
            <a:off x="4777978" y="3599585"/>
            <a:ext cx="1727597" cy="371475"/>
            <a:chOff x="1965" y="2532"/>
            <a:chExt cx="1451" cy="312"/>
          </a:xfrm>
        </p:grpSpPr>
        <p:sp>
          <p:nvSpPr>
            <p:cNvPr id="99343" name="AutoShape 30">
              <a:extLst>
                <a:ext uri="{FF2B5EF4-FFF2-40B4-BE49-F238E27FC236}">
                  <a16:creationId xmlns:a16="http://schemas.microsoft.com/office/drawing/2014/main" id="{E0DBEC80-8444-F34C-9D47-B74D23614679}"/>
                </a:ext>
              </a:extLst>
            </p:cNvPr>
            <p:cNvSpPr>
              <a:spLocks/>
            </p:cNvSpPr>
            <p:nvPr/>
          </p:nvSpPr>
          <p:spPr bwMode="auto">
            <a:xfrm rot="5400000">
              <a:off x="2646" y="207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9344" name="Text Box 31">
              <a:extLst>
                <a:ext uri="{FF2B5EF4-FFF2-40B4-BE49-F238E27FC236}">
                  <a16:creationId xmlns:a16="http://schemas.microsoft.com/office/drawing/2014/main" id="{E7B9A938-7426-5C4C-8798-153D3F5C209E}"/>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3</a:t>
              </a:r>
            </a:p>
          </p:txBody>
        </p:sp>
      </p:grpSp>
      <p:sp>
        <p:nvSpPr>
          <p:cNvPr id="53281" name="Text Box 33">
            <a:extLst>
              <a:ext uri="{FF2B5EF4-FFF2-40B4-BE49-F238E27FC236}">
                <a16:creationId xmlns:a16="http://schemas.microsoft.com/office/drawing/2014/main" id="{45784AAE-2825-6C4F-926F-9077107B2B03}"/>
              </a:ext>
            </a:extLst>
          </p:cNvPr>
          <p:cNvSpPr txBox="1">
            <a:spLocks noChangeArrowheads="1"/>
          </p:cNvSpPr>
          <p:nvPr/>
        </p:nvSpPr>
        <p:spPr bwMode="auto">
          <a:xfrm>
            <a:off x="1925241" y="4462462"/>
            <a:ext cx="368562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solidFill>
                  <a:schemeClr val="hlink"/>
                </a:solidFill>
                <a:latin typeface="Tahoma" panose="020B0604030504040204" pitchFamily="34" charset="0"/>
                <a:ea typeface="宋体" panose="02010600030101010101" pitchFamily="2" charset="-122"/>
              </a:rPr>
              <a:t>请注意：现在左边是</a:t>
            </a:r>
            <a:r>
              <a:rPr lang="zh-CN" altLang="en-US" sz="2100">
                <a:solidFill>
                  <a:schemeClr val="hlink"/>
                </a:solidFill>
                <a:latin typeface="Arial" panose="020B0604020202020204" pitchFamily="34" charset="0"/>
                <a:ea typeface="宋体" panose="02010600030101010101" pitchFamily="2" charset="-122"/>
              </a:rPr>
              <a:t>“</a:t>
            </a:r>
            <a:r>
              <a:rPr lang="zh-CN" altLang="en-US" sz="2100">
                <a:solidFill>
                  <a:schemeClr val="hlink"/>
                </a:solidFill>
                <a:latin typeface="Tahoma" panose="020B0604030504040204" pitchFamily="34" charset="0"/>
                <a:ea typeface="宋体" panose="02010600030101010101" pitchFamily="2" charset="-122"/>
              </a:rPr>
              <a:t>前面</a:t>
            </a:r>
            <a:r>
              <a:rPr lang="zh-CN" altLang="en-US" sz="2100">
                <a:solidFill>
                  <a:schemeClr val="hlink"/>
                </a:solidFill>
                <a:latin typeface="Arial" panose="020B0604020202020204" pitchFamily="34" charset="0"/>
                <a:ea typeface="宋体" panose="02010600030101010101" pitchFamily="2" charset="-122"/>
              </a:rPr>
              <a:t>”</a:t>
            </a:r>
            <a:endParaRPr lang="zh-CN" altLang="en-US" sz="2100">
              <a:solidFill>
                <a:schemeClr val="hlink"/>
              </a:solidFill>
              <a:latin typeface="Tahoma" panose="020B0604030504040204" pitchFamily="34" charset="0"/>
              <a:ea typeface="宋体" panose="02010600030101010101" pitchFamily="2" charset="-122"/>
            </a:endParaRPr>
          </a:p>
        </p:txBody>
      </p:sp>
      <p:sp>
        <p:nvSpPr>
          <p:cNvPr id="99342" name="幻灯片编号占位符 1">
            <a:extLst>
              <a:ext uri="{FF2B5EF4-FFF2-40B4-BE49-F238E27FC236}">
                <a16:creationId xmlns:a16="http://schemas.microsoft.com/office/drawing/2014/main" id="{4DBDA8B1-BD97-C84F-93C9-6C00F83343D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5E9B9D-4F1F-B642-BD1C-2943CDD047C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55671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3263"/>
                                        </p:tgtEl>
                                        <p:attrNameLst>
                                          <p:attrName>style.visibility</p:attrName>
                                        </p:attrNameLst>
                                      </p:cBhvr>
                                      <p:to>
                                        <p:strVal val="hidden"/>
                                      </p:to>
                                    </p:set>
                                  </p:childTnLst>
                                </p:cTn>
                              </p:par>
                            </p:childTnLst>
                          </p:cTn>
                        </p:par>
                        <p:par>
                          <p:cTn id="7" fill="hold" nodeType="afterGroup">
                            <p:stCondLst>
                              <p:cond delay="0"/>
                            </p:stCondLst>
                            <p:childTnLst>
                              <p:par>
                                <p:cTn id="8" presetID="42" presetClass="path" presetSubtype="0" accel="50000" decel="50000" fill="hold" grpId="0" nodeType="afterEffect">
                                  <p:stCondLst>
                                    <p:cond delay="0"/>
                                  </p:stCondLst>
                                  <p:childTnLst>
                                    <p:animMotion origin="layout" path="M 2.77778E-7 0.04969 L 2.77778E-7 0.1463 " pathEditMode="relative" rAng="0" ptsTypes="AA">
                                      <p:cBhvr>
                                        <p:cTn id="9" dur="1000" fill="hold"/>
                                        <p:tgtEl>
                                          <p:spTgt spid="53260"/>
                                        </p:tgtEl>
                                        <p:attrNameLst>
                                          <p:attrName>ppt_x</p:attrName>
                                          <p:attrName>ppt_y</p:attrName>
                                        </p:attrNameLst>
                                      </p:cBhvr>
                                      <p:rCtr x="0" y="4815"/>
                                    </p:animMotion>
                                  </p:childTnLst>
                                </p:cTn>
                              </p:par>
                            </p:childTnLst>
                          </p:cTn>
                        </p:par>
                        <p:par>
                          <p:cTn id="10" fill="hold" nodeType="afterGroup">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53264"/>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nodeType="afterEffect">
                                  <p:stCondLst>
                                    <p:cond delay="500"/>
                                  </p:stCondLst>
                                  <p:childTnLst>
                                    <p:set>
                                      <p:cBhvr>
                                        <p:cTn id="15" dur="1" fill="hold">
                                          <p:stCondLst>
                                            <p:cond delay="0"/>
                                          </p:stCondLst>
                                        </p:cTn>
                                        <p:tgtEl>
                                          <p:spTgt spid="53273"/>
                                        </p:tgtEl>
                                        <p:attrNameLst>
                                          <p:attrName>style.visibility</p:attrName>
                                        </p:attrNameLst>
                                      </p:cBhvr>
                                      <p:to>
                                        <p:strVal val="visible"/>
                                      </p:to>
                                    </p:set>
                                  </p:childTnLst>
                                </p:cTn>
                              </p:par>
                            </p:childTnLst>
                          </p:cTn>
                        </p:par>
                        <p:par>
                          <p:cTn id="16" fill="hold" nodeType="afterGroup">
                            <p:stCondLst>
                              <p:cond delay="2000"/>
                            </p:stCondLst>
                            <p:childTnLst>
                              <p:par>
                                <p:cTn id="17" presetID="42" presetClass="path" presetSubtype="0" accel="50000" decel="50000" fill="hold" grpId="0" nodeType="afterEffect">
                                  <p:stCondLst>
                                    <p:cond delay="500"/>
                                  </p:stCondLst>
                                  <p:childTnLst>
                                    <p:animMotion origin="layout" path="M 0 4.5679E-6 L 0 0.27346 " pathEditMode="relative" rAng="0" ptsTypes="AA">
                                      <p:cBhvr>
                                        <p:cTn id="18" dur="1000" fill="hold"/>
                                        <p:tgtEl>
                                          <p:spTgt spid="53261"/>
                                        </p:tgtEl>
                                        <p:attrNameLst>
                                          <p:attrName>ppt_x</p:attrName>
                                          <p:attrName>ppt_y</p:attrName>
                                        </p:attrNameLst>
                                      </p:cBhvr>
                                      <p:rCtr x="0" y="14167"/>
                                    </p:animMotion>
                                  </p:childTnLst>
                                </p:cTn>
                              </p:par>
                            </p:childTnLst>
                          </p:cTn>
                        </p:par>
                        <p:par>
                          <p:cTn id="19" fill="hold" nodeType="afterGroup">
                            <p:stCondLst>
                              <p:cond delay="3500"/>
                            </p:stCondLst>
                            <p:childTnLst>
                              <p:par>
                                <p:cTn id="20" presetID="1" presetClass="entr" presetSubtype="0" fill="hold" grpId="0" nodeType="afterEffect">
                                  <p:stCondLst>
                                    <p:cond delay="500"/>
                                  </p:stCondLst>
                                  <p:childTnLst>
                                    <p:set>
                                      <p:cBhvr>
                                        <p:cTn id="21" dur="1" fill="hold">
                                          <p:stCondLst>
                                            <p:cond delay="0"/>
                                          </p:stCondLst>
                                        </p:cTn>
                                        <p:tgtEl>
                                          <p:spTgt spid="53267"/>
                                        </p:tgtEl>
                                        <p:attrNameLst>
                                          <p:attrName>style.visibility</p:attrName>
                                        </p:attrNameLst>
                                      </p:cBhvr>
                                      <p:to>
                                        <p:strVal val="visible"/>
                                      </p:to>
                                    </p:set>
                                  </p:childTnLst>
                                </p:cTn>
                              </p:par>
                            </p:childTnLst>
                          </p:cTn>
                        </p:par>
                        <p:par>
                          <p:cTn id="22" fill="hold" nodeType="afterGroup">
                            <p:stCondLst>
                              <p:cond delay="4000"/>
                            </p:stCondLst>
                            <p:childTnLst>
                              <p:par>
                                <p:cTn id="23" presetID="1" presetClass="entr" presetSubtype="0" fill="hold" nodeType="afterEffect">
                                  <p:stCondLst>
                                    <p:cond delay="500"/>
                                  </p:stCondLst>
                                  <p:childTnLst>
                                    <p:set>
                                      <p:cBhvr>
                                        <p:cTn id="24" dur="1" fill="hold">
                                          <p:stCondLst>
                                            <p:cond delay="0"/>
                                          </p:stCondLst>
                                        </p:cTn>
                                        <p:tgtEl>
                                          <p:spTgt spid="53274"/>
                                        </p:tgtEl>
                                        <p:attrNameLst>
                                          <p:attrName>style.visibility</p:attrName>
                                        </p:attrNameLst>
                                      </p:cBhvr>
                                      <p:to>
                                        <p:strVal val="visible"/>
                                      </p:to>
                                    </p:set>
                                  </p:childTnLst>
                                </p:cTn>
                              </p:par>
                            </p:childTnLst>
                          </p:cTn>
                        </p:par>
                        <p:par>
                          <p:cTn id="25" fill="hold" nodeType="afterGroup">
                            <p:stCondLst>
                              <p:cond delay="4500"/>
                            </p:stCondLst>
                            <p:childTnLst>
                              <p:par>
                                <p:cTn id="26" presetID="42" presetClass="path" presetSubtype="0" accel="50000" decel="50000" fill="hold" grpId="0" nodeType="afterEffect">
                                  <p:stCondLst>
                                    <p:cond delay="500"/>
                                  </p:stCondLst>
                                  <p:childTnLst>
                                    <p:animMotion origin="layout" path="M -2.77778E-6 1.23457E-7 L -0.00069 0.39784 " pathEditMode="relative" rAng="0" ptsTypes="AA">
                                      <p:cBhvr>
                                        <p:cTn id="27" dur="1000" fill="hold"/>
                                        <p:tgtEl>
                                          <p:spTgt spid="53262"/>
                                        </p:tgtEl>
                                        <p:attrNameLst>
                                          <p:attrName>ppt_x</p:attrName>
                                          <p:attrName>ppt_y</p:attrName>
                                        </p:attrNameLst>
                                      </p:cBhvr>
                                      <p:rCtr x="-434" y="19414"/>
                                    </p:animMotion>
                                  </p:childTnLst>
                                </p:cTn>
                              </p:par>
                            </p:childTnLst>
                          </p:cTn>
                        </p:par>
                        <p:par>
                          <p:cTn id="28" fill="hold" nodeType="afterGroup">
                            <p:stCondLst>
                              <p:cond delay="6000"/>
                            </p:stCondLst>
                            <p:childTnLst>
                              <p:par>
                                <p:cTn id="29" presetID="1" presetClass="entr" presetSubtype="0" fill="hold" grpId="0" nodeType="afterEffect">
                                  <p:stCondLst>
                                    <p:cond delay="500"/>
                                  </p:stCondLst>
                                  <p:childTnLst>
                                    <p:set>
                                      <p:cBhvr>
                                        <p:cTn id="30" dur="1" fill="hold">
                                          <p:stCondLst>
                                            <p:cond delay="0"/>
                                          </p:stCondLst>
                                        </p:cTn>
                                        <p:tgtEl>
                                          <p:spTgt spid="53268"/>
                                        </p:tgtEl>
                                        <p:attrNameLst>
                                          <p:attrName>style.visibility</p:attrName>
                                        </p:attrNameLst>
                                      </p:cBhvr>
                                      <p:to>
                                        <p:strVal val="visible"/>
                                      </p:to>
                                    </p:set>
                                  </p:childTnLst>
                                </p:cTn>
                              </p:par>
                            </p:childTnLst>
                          </p:cTn>
                        </p:par>
                        <p:par>
                          <p:cTn id="31" fill="hold" nodeType="afterGroup">
                            <p:stCondLst>
                              <p:cond delay="6500"/>
                            </p:stCondLst>
                            <p:childTnLst>
                              <p:par>
                                <p:cTn id="32" presetID="1" presetClass="entr" presetSubtype="0" fill="hold" nodeType="afterEffect">
                                  <p:stCondLst>
                                    <p:cond delay="500"/>
                                  </p:stCondLst>
                                  <p:childTnLst>
                                    <p:set>
                                      <p:cBhvr>
                                        <p:cTn id="33" dur="1" fill="hold">
                                          <p:stCondLst>
                                            <p:cond delay="0"/>
                                          </p:stCondLst>
                                        </p:cTn>
                                        <p:tgtEl>
                                          <p:spTgt spid="53277"/>
                                        </p:tgtEl>
                                        <p:attrNameLst>
                                          <p:attrName>style.visibility</p:attrName>
                                        </p:attrNameLst>
                                      </p:cBhvr>
                                      <p:to>
                                        <p:strVal val="visible"/>
                                      </p:to>
                                    </p:set>
                                  </p:childTnLst>
                                </p:cTn>
                              </p:par>
                            </p:childTnLst>
                          </p:cTn>
                        </p:par>
                        <p:par>
                          <p:cTn id="34" fill="hold" nodeType="afterGroup">
                            <p:stCondLst>
                              <p:cond delay="7000"/>
                            </p:stCondLst>
                            <p:childTnLst>
                              <p:par>
                                <p:cTn id="35" presetID="1" presetClass="entr" presetSubtype="0" fill="hold" grpId="0" nodeType="afterEffect">
                                  <p:stCondLst>
                                    <p:cond delay="0"/>
                                  </p:stCondLst>
                                  <p:childTnLst>
                                    <p:set>
                                      <p:cBhvr>
                                        <p:cTn id="36" dur="1" fill="hold">
                                          <p:stCondLst>
                                            <p:cond delay="0"/>
                                          </p:stCondLst>
                                        </p:cTn>
                                        <p:tgtEl>
                                          <p:spTgt spid="53281"/>
                                        </p:tgtEl>
                                        <p:attrNameLst>
                                          <p:attrName>style.visibility</p:attrName>
                                        </p:attrNameLst>
                                      </p:cBhvr>
                                      <p:to>
                                        <p:strVal val="visible"/>
                                      </p:to>
                                    </p:set>
                                  </p:childTnLst>
                                </p:cTn>
                              </p:par>
                            </p:childTnLst>
                          </p:cTn>
                        </p:par>
                        <p:par>
                          <p:cTn id="37" fill="hold" nodeType="afterGroup">
                            <p:stCondLst>
                              <p:cond delay="7000"/>
                            </p:stCondLst>
                            <p:childTnLst>
                              <p:par>
                                <p:cTn id="38" presetID="35" presetClass="emph" presetSubtype="0" repeatCount="3000" fill="hold" grpId="1" nodeType="afterEffect">
                                  <p:stCondLst>
                                    <p:cond delay="0"/>
                                  </p:stCondLst>
                                  <p:childTnLst>
                                    <p:anim calcmode="discrete" valueType="str">
                                      <p:cBhvr>
                                        <p:cTn id="39" dur="1000" fill="hold"/>
                                        <p:tgtEl>
                                          <p:spTgt spid="5328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0" grpId="0" animBg="1"/>
      <p:bldP spid="53261" grpId="0" animBg="1"/>
      <p:bldP spid="53262" grpId="0" animBg="1"/>
      <p:bldP spid="53264" grpId="0" animBg="1"/>
      <p:bldP spid="53267" grpId="0" animBg="1"/>
      <p:bldP spid="53268" grpId="0" animBg="1"/>
      <p:bldP spid="53281" grpId="0"/>
      <p:bldP spid="53281"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8">
            <a:extLst>
              <a:ext uri="{FF2B5EF4-FFF2-40B4-BE49-F238E27FC236}">
                <a16:creationId xmlns:a16="http://schemas.microsoft.com/office/drawing/2014/main" id="{E59B7F83-0E5F-414D-A4B1-3A7E110BECE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分组交换的传输单元</a:t>
            </a:r>
          </a:p>
        </p:txBody>
      </p:sp>
      <p:sp>
        <p:nvSpPr>
          <p:cNvPr id="57353" name="Rectangle 9">
            <a:extLst>
              <a:ext uri="{FF2B5EF4-FFF2-40B4-BE49-F238E27FC236}">
                <a16:creationId xmlns:a16="http://schemas.microsoft.com/office/drawing/2014/main" id="{7AEF6B45-F007-054C-B14B-F4153BBBF628}"/>
              </a:ext>
            </a:extLst>
          </p:cNvPr>
          <p:cNvSpPr>
            <a:spLocks noGrp="1" noChangeArrowheads="1"/>
          </p:cNvSpPr>
          <p:nvPr>
            <p:ph type="body" idx="1"/>
          </p:nvPr>
        </p:nvSpPr>
        <p:spPr>
          <a:xfrm>
            <a:off x="217715" y="1050131"/>
            <a:ext cx="8720800" cy="3509963"/>
          </a:xfrm>
        </p:spPr>
        <p:txBody>
          <a:bodyPr/>
          <a:lstStyle/>
          <a:p>
            <a:pPr eaLnBrk="1" hangingPunct="1">
              <a:spcBef>
                <a:spcPct val="10000"/>
              </a:spcBef>
            </a:pPr>
            <a:r>
              <a:rPr lang="zh-CN" altLang="en-US" dirty="0">
                <a:latin typeface="Times New Roman" panose="02020603050405020304" pitchFamily="18" charset="0"/>
                <a:ea typeface="宋体" panose="02010600030101010101" pitchFamily="2" charset="-122"/>
              </a:rPr>
              <a:t>分组交换网以“</a:t>
            </a:r>
            <a:r>
              <a:rPr lang="zh-CN" altLang="en-US" dirty="0">
                <a:solidFill>
                  <a:schemeClr val="hlink"/>
                </a:solidFill>
                <a:latin typeface="Times New Roman" panose="02020603050405020304" pitchFamily="18" charset="0"/>
                <a:ea typeface="宋体" panose="02010600030101010101" pitchFamily="2" charset="-122"/>
              </a:rPr>
              <a:t>分组</a:t>
            </a:r>
            <a:r>
              <a:rPr lang="zh-CN" altLang="en-US" dirty="0">
                <a:latin typeface="Times New Roman" panose="02020603050405020304" pitchFamily="18" charset="0"/>
                <a:ea typeface="宋体" panose="02010600030101010101" pitchFamily="2" charset="-122"/>
              </a:rPr>
              <a:t>”作为数据传输单元。</a:t>
            </a:r>
          </a:p>
          <a:p>
            <a:pPr eaLnBrk="1" hangingPunct="1">
              <a:spcBef>
                <a:spcPct val="10000"/>
              </a:spcBef>
            </a:pPr>
            <a:r>
              <a:rPr lang="zh-CN" altLang="en-US" dirty="0">
                <a:solidFill>
                  <a:schemeClr val="hlink"/>
                </a:solidFill>
                <a:latin typeface="Times New Roman" panose="02020603050405020304" pitchFamily="18" charset="0"/>
                <a:ea typeface="宋体" panose="02010600030101010101" pitchFamily="2" charset="-122"/>
              </a:rPr>
              <a:t>依次</a:t>
            </a:r>
            <a:r>
              <a:rPr lang="zh-CN" altLang="en-US" dirty="0">
                <a:latin typeface="Times New Roman" panose="02020603050405020304" pitchFamily="18" charset="0"/>
                <a:ea typeface="宋体" panose="02010600030101010101" pitchFamily="2" charset="-122"/>
              </a:rPr>
              <a:t>把各分组发送到接收端（假定接收端在左边）。</a:t>
            </a:r>
          </a:p>
        </p:txBody>
      </p:sp>
      <p:grpSp>
        <p:nvGrpSpPr>
          <p:cNvPr id="57366" name="Group 22">
            <a:extLst>
              <a:ext uri="{FF2B5EF4-FFF2-40B4-BE49-F238E27FC236}">
                <a16:creationId xmlns:a16="http://schemas.microsoft.com/office/drawing/2014/main" id="{448E3263-59C8-C24A-9872-F61CA90BA871}"/>
              </a:ext>
            </a:extLst>
          </p:cNvPr>
          <p:cNvGrpSpPr>
            <a:grpSpLocks/>
          </p:cNvGrpSpPr>
          <p:nvPr/>
        </p:nvGrpSpPr>
        <p:grpSpPr bwMode="auto">
          <a:xfrm>
            <a:off x="2187179" y="2699148"/>
            <a:ext cx="1735931" cy="745331"/>
            <a:chOff x="877" y="2078"/>
            <a:chExt cx="1458" cy="626"/>
          </a:xfrm>
        </p:grpSpPr>
        <p:sp>
          <p:nvSpPr>
            <p:cNvPr id="101393" name="Rectangle 2">
              <a:extLst>
                <a:ext uri="{FF2B5EF4-FFF2-40B4-BE49-F238E27FC236}">
                  <a16:creationId xmlns:a16="http://schemas.microsoft.com/office/drawing/2014/main" id="{785724A3-3FCC-084D-B009-424498B02914}"/>
                </a:ext>
              </a:extLst>
            </p:cNvPr>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1394" name="Rectangle 10">
              <a:extLst>
                <a:ext uri="{FF2B5EF4-FFF2-40B4-BE49-F238E27FC236}">
                  <a16:creationId xmlns:a16="http://schemas.microsoft.com/office/drawing/2014/main" id="{5DC13072-D7BD-7E40-A52D-712D4B1117AC}"/>
                </a:ext>
              </a:extLst>
            </p:cNvPr>
            <p:cNvSpPr>
              <a:spLocks noChangeArrowheads="1"/>
            </p:cNvSpPr>
            <p:nvPr/>
          </p:nvSpPr>
          <p:spPr bwMode="auto">
            <a:xfrm>
              <a:off x="884" y="2432"/>
              <a:ext cx="363" cy="272"/>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101395" name="Group 13">
              <a:extLst>
                <a:ext uri="{FF2B5EF4-FFF2-40B4-BE49-F238E27FC236}">
                  <a16:creationId xmlns:a16="http://schemas.microsoft.com/office/drawing/2014/main" id="{BFEA2E2F-C93D-EB4E-BEED-39F7A5AB5E27}"/>
                </a:ext>
              </a:extLst>
            </p:cNvPr>
            <p:cNvGrpSpPr>
              <a:grpSpLocks/>
            </p:cNvGrpSpPr>
            <p:nvPr/>
          </p:nvGrpSpPr>
          <p:grpSpPr bwMode="auto">
            <a:xfrm>
              <a:off x="877" y="2078"/>
              <a:ext cx="1451" cy="315"/>
              <a:chOff x="1965" y="2532"/>
              <a:chExt cx="1451" cy="315"/>
            </a:xfrm>
          </p:grpSpPr>
          <p:sp>
            <p:nvSpPr>
              <p:cNvPr id="101396" name="AutoShape 14">
                <a:extLst>
                  <a:ext uri="{FF2B5EF4-FFF2-40B4-BE49-F238E27FC236}">
                    <a16:creationId xmlns:a16="http://schemas.microsoft.com/office/drawing/2014/main" id="{0A624ADF-F513-BE4A-9ED0-8567B266B8CF}"/>
                  </a:ext>
                </a:extLst>
              </p:cNvPr>
              <p:cNvSpPr>
                <a:spLocks/>
              </p:cNvSpPr>
              <p:nvPr/>
            </p:nvSpPr>
            <p:spPr bwMode="auto">
              <a:xfrm rot="5400000">
                <a:off x="2646" y="2076"/>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1397" name="Text Box 15">
                <a:extLst>
                  <a:ext uri="{FF2B5EF4-FFF2-40B4-BE49-F238E27FC236}">
                    <a16:creationId xmlns:a16="http://schemas.microsoft.com/office/drawing/2014/main" id="{1CC5E998-4325-E84A-9A62-FB5710555D66}"/>
                  </a:ext>
                </a:extLst>
              </p:cNvPr>
              <p:cNvSpPr txBox="1">
                <a:spLocks noChangeArrowheads="1"/>
              </p:cNvSpPr>
              <p:nvPr/>
            </p:nvSpPr>
            <p:spPr bwMode="auto">
              <a:xfrm>
                <a:off x="2489" y="2532"/>
                <a:ext cx="6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1050">
                    <a:latin typeface="Tahoma" panose="020B060403050404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1</a:t>
                </a:r>
              </a:p>
            </p:txBody>
          </p:sp>
        </p:grpSp>
      </p:grpSp>
      <p:grpSp>
        <p:nvGrpSpPr>
          <p:cNvPr id="57367" name="Group 23">
            <a:extLst>
              <a:ext uri="{FF2B5EF4-FFF2-40B4-BE49-F238E27FC236}">
                <a16:creationId xmlns:a16="http://schemas.microsoft.com/office/drawing/2014/main" id="{62A30F90-67FD-8148-975D-84163C43111F}"/>
              </a:ext>
            </a:extLst>
          </p:cNvPr>
          <p:cNvGrpSpPr>
            <a:grpSpLocks/>
          </p:cNvGrpSpPr>
          <p:nvPr/>
        </p:nvGrpSpPr>
        <p:grpSpPr bwMode="auto">
          <a:xfrm>
            <a:off x="3482578" y="3348038"/>
            <a:ext cx="1737122" cy="745331"/>
            <a:chOff x="1965" y="2623"/>
            <a:chExt cx="1459" cy="626"/>
          </a:xfrm>
        </p:grpSpPr>
        <p:sp>
          <p:nvSpPr>
            <p:cNvPr id="101388" name="Rectangle 3">
              <a:extLst>
                <a:ext uri="{FF2B5EF4-FFF2-40B4-BE49-F238E27FC236}">
                  <a16:creationId xmlns:a16="http://schemas.microsoft.com/office/drawing/2014/main" id="{FBE404D8-2E8D-0042-8BF1-9D4223F2CCF7}"/>
                </a:ext>
              </a:extLst>
            </p:cNvPr>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1389" name="Rectangle 11">
              <a:extLst>
                <a:ext uri="{FF2B5EF4-FFF2-40B4-BE49-F238E27FC236}">
                  <a16:creationId xmlns:a16="http://schemas.microsoft.com/office/drawing/2014/main" id="{A38FF669-14D3-034E-ABF9-554EBDCA1A4F}"/>
                </a:ext>
              </a:extLst>
            </p:cNvPr>
            <p:cNvSpPr>
              <a:spLocks noChangeArrowheads="1"/>
            </p:cNvSpPr>
            <p:nvPr/>
          </p:nvSpPr>
          <p:spPr bwMode="auto">
            <a:xfrm>
              <a:off x="1973" y="2977"/>
              <a:ext cx="363" cy="272"/>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101390" name="Group 16">
              <a:extLst>
                <a:ext uri="{FF2B5EF4-FFF2-40B4-BE49-F238E27FC236}">
                  <a16:creationId xmlns:a16="http://schemas.microsoft.com/office/drawing/2014/main" id="{FD358EE8-C953-5A4E-BAD7-0A6D454E58F6}"/>
                </a:ext>
              </a:extLst>
            </p:cNvPr>
            <p:cNvGrpSpPr>
              <a:grpSpLocks/>
            </p:cNvGrpSpPr>
            <p:nvPr/>
          </p:nvGrpSpPr>
          <p:grpSpPr bwMode="auto">
            <a:xfrm>
              <a:off x="1965" y="2623"/>
              <a:ext cx="1451" cy="312"/>
              <a:chOff x="1965" y="2532"/>
              <a:chExt cx="1451" cy="312"/>
            </a:xfrm>
          </p:grpSpPr>
          <p:sp>
            <p:nvSpPr>
              <p:cNvPr id="101391" name="AutoShape 17">
                <a:extLst>
                  <a:ext uri="{FF2B5EF4-FFF2-40B4-BE49-F238E27FC236}">
                    <a16:creationId xmlns:a16="http://schemas.microsoft.com/office/drawing/2014/main" id="{AD10B589-682C-C247-ABCF-767455627F99}"/>
                  </a:ext>
                </a:extLst>
              </p:cNvPr>
              <p:cNvSpPr>
                <a:spLocks/>
              </p:cNvSpPr>
              <p:nvPr/>
            </p:nvSpPr>
            <p:spPr bwMode="auto">
              <a:xfrm rot="5400000">
                <a:off x="2646" y="207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1392" name="Text Box 18">
                <a:extLst>
                  <a:ext uri="{FF2B5EF4-FFF2-40B4-BE49-F238E27FC236}">
                    <a16:creationId xmlns:a16="http://schemas.microsoft.com/office/drawing/2014/main" id="{5D49CA8E-BCCD-7A48-8EB7-59BB9CE6DDF2}"/>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2</a:t>
                </a:r>
              </a:p>
            </p:txBody>
          </p:sp>
        </p:grpSp>
      </p:grpSp>
      <p:grpSp>
        <p:nvGrpSpPr>
          <p:cNvPr id="57368" name="Group 24">
            <a:extLst>
              <a:ext uri="{FF2B5EF4-FFF2-40B4-BE49-F238E27FC236}">
                <a16:creationId xmlns:a16="http://schemas.microsoft.com/office/drawing/2014/main" id="{055654E9-4655-5A40-AA6D-862BFCB62C0B}"/>
              </a:ext>
            </a:extLst>
          </p:cNvPr>
          <p:cNvGrpSpPr>
            <a:grpSpLocks/>
          </p:cNvGrpSpPr>
          <p:nvPr/>
        </p:nvGrpSpPr>
        <p:grpSpPr bwMode="auto">
          <a:xfrm>
            <a:off x="4777979" y="3995738"/>
            <a:ext cx="1741884" cy="735806"/>
            <a:chOff x="3053" y="3167"/>
            <a:chExt cx="1463" cy="618"/>
          </a:xfrm>
        </p:grpSpPr>
        <p:sp>
          <p:nvSpPr>
            <p:cNvPr id="101383" name="Rectangle 4">
              <a:extLst>
                <a:ext uri="{FF2B5EF4-FFF2-40B4-BE49-F238E27FC236}">
                  <a16:creationId xmlns:a16="http://schemas.microsoft.com/office/drawing/2014/main" id="{6AD66252-F191-464D-B633-463AB6B1D4D5}"/>
                </a:ext>
              </a:extLst>
            </p:cNvPr>
            <p:cNvSpPr>
              <a:spLocks noChangeArrowheads="1"/>
            </p:cNvSpPr>
            <p:nvPr/>
          </p:nvSpPr>
          <p:spPr bwMode="auto">
            <a:xfrm>
              <a:off x="3428" y="3513"/>
              <a:ext cx="1088" cy="272"/>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1384" name="Rectangle 12">
              <a:extLst>
                <a:ext uri="{FF2B5EF4-FFF2-40B4-BE49-F238E27FC236}">
                  <a16:creationId xmlns:a16="http://schemas.microsoft.com/office/drawing/2014/main" id="{808A796E-4CBB-5C45-93E3-D0F81239E702}"/>
                </a:ext>
              </a:extLst>
            </p:cNvPr>
            <p:cNvSpPr>
              <a:spLocks noChangeArrowheads="1"/>
            </p:cNvSpPr>
            <p:nvPr/>
          </p:nvSpPr>
          <p:spPr bwMode="auto">
            <a:xfrm>
              <a:off x="3061" y="3512"/>
              <a:ext cx="363" cy="272"/>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101385" name="Group 19">
              <a:extLst>
                <a:ext uri="{FF2B5EF4-FFF2-40B4-BE49-F238E27FC236}">
                  <a16:creationId xmlns:a16="http://schemas.microsoft.com/office/drawing/2014/main" id="{4EEB00C7-ABD9-7349-B55C-7B6834D31B4C}"/>
                </a:ext>
              </a:extLst>
            </p:cNvPr>
            <p:cNvGrpSpPr>
              <a:grpSpLocks/>
            </p:cNvGrpSpPr>
            <p:nvPr/>
          </p:nvGrpSpPr>
          <p:grpSpPr bwMode="auto">
            <a:xfrm>
              <a:off x="3053" y="3167"/>
              <a:ext cx="1451" cy="312"/>
              <a:chOff x="1965" y="2532"/>
              <a:chExt cx="1451" cy="312"/>
            </a:xfrm>
          </p:grpSpPr>
          <p:sp>
            <p:nvSpPr>
              <p:cNvPr id="101386" name="AutoShape 20">
                <a:extLst>
                  <a:ext uri="{FF2B5EF4-FFF2-40B4-BE49-F238E27FC236}">
                    <a16:creationId xmlns:a16="http://schemas.microsoft.com/office/drawing/2014/main" id="{8DB02872-9E87-C543-B997-8A8E27C51644}"/>
                  </a:ext>
                </a:extLst>
              </p:cNvPr>
              <p:cNvSpPr>
                <a:spLocks/>
              </p:cNvSpPr>
              <p:nvPr/>
            </p:nvSpPr>
            <p:spPr bwMode="auto">
              <a:xfrm rot="5400000">
                <a:off x="2646" y="207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1387" name="Text Box 21">
                <a:extLst>
                  <a:ext uri="{FF2B5EF4-FFF2-40B4-BE49-F238E27FC236}">
                    <a16:creationId xmlns:a16="http://schemas.microsoft.com/office/drawing/2014/main" id="{3073981C-6C41-9945-BC68-10339C45BBBE}"/>
                  </a:ext>
                </a:extLst>
              </p:cNvPr>
              <p:cNvSpPr txBox="1">
                <a:spLocks noChangeArrowheads="1"/>
              </p:cNvSpPr>
              <p:nvPr/>
            </p:nvSpPr>
            <p:spPr bwMode="auto">
              <a:xfrm>
                <a:off x="2489" y="2532"/>
                <a:ext cx="59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90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3</a:t>
                </a:r>
              </a:p>
            </p:txBody>
          </p:sp>
        </p:grpSp>
      </p:grpSp>
      <p:sp>
        <p:nvSpPr>
          <p:cNvPr id="101382" name="幻灯片编号占位符 1">
            <a:extLst>
              <a:ext uri="{FF2B5EF4-FFF2-40B4-BE49-F238E27FC236}">
                <a16:creationId xmlns:a16="http://schemas.microsoft.com/office/drawing/2014/main" id="{51E14091-72BB-A74A-87A0-C4A5D849AEF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9C6A4F4-3CA0-FA4B-83E9-47A7D05EB6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29065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6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57367"/>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5736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353">
                                            <p:txEl>
                                              <p:pRg st="1" end="1"/>
                                            </p:txEl>
                                          </p:spTgt>
                                        </p:tgtEl>
                                        <p:attrNameLst>
                                          <p:attrName>style.visibility</p:attrName>
                                        </p:attrNameLst>
                                      </p:cBhvr>
                                      <p:to>
                                        <p:strVal val="visible"/>
                                      </p:to>
                                    </p:set>
                                  </p:childTnLst>
                                </p:cTn>
                              </p:par>
                            </p:childTnLst>
                          </p:cTn>
                        </p:par>
                        <p:par>
                          <p:cTn id="17" fill="hold" nodeType="afterGroup">
                            <p:stCondLst>
                              <p:cond delay="0"/>
                            </p:stCondLst>
                            <p:childTnLst>
                              <p:par>
                                <p:cTn id="18" presetID="2" presetClass="exit" presetSubtype="8" fill="hold" nodeType="afterEffect">
                                  <p:stCondLst>
                                    <p:cond delay="500"/>
                                  </p:stCondLst>
                                  <p:childTnLst>
                                    <p:anim calcmode="lin" valueType="num">
                                      <p:cBhvr additive="base">
                                        <p:cTn id="19" dur="2000"/>
                                        <p:tgtEl>
                                          <p:spTgt spid="57366"/>
                                        </p:tgtEl>
                                        <p:attrNameLst>
                                          <p:attrName>ppt_x</p:attrName>
                                        </p:attrNameLst>
                                      </p:cBhvr>
                                      <p:tavLst>
                                        <p:tav tm="0">
                                          <p:val>
                                            <p:strVal val="ppt_x"/>
                                          </p:val>
                                        </p:tav>
                                        <p:tav tm="100000">
                                          <p:val>
                                            <p:strVal val="0-ppt_w/2"/>
                                          </p:val>
                                        </p:tav>
                                      </p:tavLst>
                                    </p:anim>
                                    <p:anim calcmode="lin" valueType="num">
                                      <p:cBhvr additive="base">
                                        <p:cTn id="20" dur="2000"/>
                                        <p:tgtEl>
                                          <p:spTgt spid="57366"/>
                                        </p:tgtEl>
                                        <p:attrNameLst>
                                          <p:attrName>ppt_y</p:attrName>
                                        </p:attrNameLst>
                                      </p:cBhvr>
                                      <p:tavLst>
                                        <p:tav tm="0">
                                          <p:val>
                                            <p:strVal val="ppt_y"/>
                                          </p:val>
                                        </p:tav>
                                        <p:tav tm="100000">
                                          <p:val>
                                            <p:strVal val="ppt_y"/>
                                          </p:val>
                                        </p:tav>
                                      </p:tavLst>
                                    </p:anim>
                                    <p:set>
                                      <p:cBhvr>
                                        <p:cTn id="21" dur="1" fill="hold">
                                          <p:stCondLst>
                                            <p:cond delay="1999"/>
                                          </p:stCondLst>
                                        </p:cTn>
                                        <p:tgtEl>
                                          <p:spTgt spid="57366"/>
                                        </p:tgtEl>
                                        <p:attrNameLst>
                                          <p:attrName>style.visibility</p:attrName>
                                        </p:attrNameLst>
                                      </p:cBhvr>
                                      <p:to>
                                        <p:strVal val="hidden"/>
                                      </p:to>
                                    </p:set>
                                  </p:childTnLst>
                                </p:cTn>
                              </p:par>
                            </p:childTnLst>
                          </p:cTn>
                        </p:par>
                        <p:par>
                          <p:cTn id="22" fill="hold" nodeType="afterGroup">
                            <p:stCondLst>
                              <p:cond delay="2500"/>
                            </p:stCondLst>
                            <p:childTnLst>
                              <p:par>
                                <p:cTn id="23" presetID="2" presetClass="exit" presetSubtype="8" fill="hold" nodeType="afterEffect">
                                  <p:stCondLst>
                                    <p:cond delay="500"/>
                                  </p:stCondLst>
                                  <p:childTnLst>
                                    <p:anim calcmode="lin" valueType="num">
                                      <p:cBhvr additive="base">
                                        <p:cTn id="24" dur="2000"/>
                                        <p:tgtEl>
                                          <p:spTgt spid="57367"/>
                                        </p:tgtEl>
                                        <p:attrNameLst>
                                          <p:attrName>ppt_x</p:attrName>
                                        </p:attrNameLst>
                                      </p:cBhvr>
                                      <p:tavLst>
                                        <p:tav tm="0">
                                          <p:val>
                                            <p:strVal val="ppt_x"/>
                                          </p:val>
                                        </p:tav>
                                        <p:tav tm="100000">
                                          <p:val>
                                            <p:strVal val="0-ppt_w/2"/>
                                          </p:val>
                                        </p:tav>
                                      </p:tavLst>
                                    </p:anim>
                                    <p:anim calcmode="lin" valueType="num">
                                      <p:cBhvr additive="base">
                                        <p:cTn id="25" dur="2000"/>
                                        <p:tgtEl>
                                          <p:spTgt spid="57367"/>
                                        </p:tgtEl>
                                        <p:attrNameLst>
                                          <p:attrName>ppt_y</p:attrName>
                                        </p:attrNameLst>
                                      </p:cBhvr>
                                      <p:tavLst>
                                        <p:tav tm="0">
                                          <p:val>
                                            <p:strVal val="ppt_y"/>
                                          </p:val>
                                        </p:tav>
                                        <p:tav tm="100000">
                                          <p:val>
                                            <p:strVal val="ppt_y"/>
                                          </p:val>
                                        </p:tav>
                                      </p:tavLst>
                                    </p:anim>
                                    <p:set>
                                      <p:cBhvr>
                                        <p:cTn id="26" dur="1" fill="hold">
                                          <p:stCondLst>
                                            <p:cond delay="1999"/>
                                          </p:stCondLst>
                                        </p:cTn>
                                        <p:tgtEl>
                                          <p:spTgt spid="57367"/>
                                        </p:tgtEl>
                                        <p:attrNameLst>
                                          <p:attrName>style.visibility</p:attrName>
                                        </p:attrNameLst>
                                      </p:cBhvr>
                                      <p:to>
                                        <p:strVal val="hidden"/>
                                      </p:to>
                                    </p:set>
                                  </p:childTnLst>
                                </p:cTn>
                              </p:par>
                            </p:childTnLst>
                          </p:cTn>
                        </p:par>
                        <p:par>
                          <p:cTn id="27" fill="hold" nodeType="afterGroup">
                            <p:stCondLst>
                              <p:cond delay="5000"/>
                            </p:stCondLst>
                            <p:childTnLst>
                              <p:par>
                                <p:cTn id="28" presetID="2" presetClass="exit" presetSubtype="8" fill="hold" nodeType="afterEffect">
                                  <p:stCondLst>
                                    <p:cond delay="500"/>
                                  </p:stCondLst>
                                  <p:childTnLst>
                                    <p:anim calcmode="lin" valueType="num">
                                      <p:cBhvr additive="base">
                                        <p:cTn id="29" dur="2000"/>
                                        <p:tgtEl>
                                          <p:spTgt spid="57368"/>
                                        </p:tgtEl>
                                        <p:attrNameLst>
                                          <p:attrName>ppt_x</p:attrName>
                                        </p:attrNameLst>
                                      </p:cBhvr>
                                      <p:tavLst>
                                        <p:tav tm="0">
                                          <p:val>
                                            <p:strVal val="ppt_x"/>
                                          </p:val>
                                        </p:tav>
                                        <p:tav tm="100000">
                                          <p:val>
                                            <p:strVal val="0-ppt_w/2"/>
                                          </p:val>
                                        </p:tav>
                                      </p:tavLst>
                                    </p:anim>
                                    <p:anim calcmode="lin" valueType="num">
                                      <p:cBhvr additive="base">
                                        <p:cTn id="30" dur="2000"/>
                                        <p:tgtEl>
                                          <p:spTgt spid="57368"/>
                                        </p:tgtEl>
                                        <p:attrNameLst>
                                          <p:attrName>ppt_y</p:attrName>
                                        </p:attrNameLst>
                                      </p:cBhvr>
                                      <p:tavLst>
                                        <p:tav tm="0">
                                          <p:val>
                                            <p:strVal val="ppt_y"/>
                                          </p:val>
                                        </p:tav>
                                        <p:tav tm="100000">
                                          <p:val>
                                            <p:strVal val="ppt_y"/>
                                          </p:val>
                                        </p:tav>
                                      </p:tavLst>
                                    </p:anim>
                                    <p:set>
                                      <p:cBhvr>
                                        <p:cTn id="31" dur="1" fill="hold">
                                          <p:stCondLst>
                                            <p:cond delay="1999"/>
                                          </p:stCondLst>
                                        </p:cTn>
                                        <p:tgtEl>
                                          <p:spTgt spid="573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1B06058A-795E-D14C-8FDC-03CEB553CE9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分组首部的重要性</a:t>
            </a:r>
          </a:p>
        </p:txBody>
      </p:sp>
      <p:sp>
        <p:nvSpPr>
          <p:cNvPr id="58371" name="Rectangle 3">
            <a:extLst>
              <a:ext uri="{FF2B5EF4-FFF2-40B4-BE49-F238E27FC236}">
                <a16:creationId xmlns:a16="http://schemas.microsoft.com/office/drawing/2014/main" id="{B4FC3969-111F-1C41-A649-538C9D50A050}"/>
              </a:ext>
            </a:extLst>
          </p:cNvPr>
          <p:cNvSpPr>
            <a:spLocks noGrp="1" noChangeArrowheads="1"/>
          </p:cNvSpPr>
          <p:nvPr>
            <p:ph type="body" idx="1"/>
          </p:nvPr>
        </p:nvSpPr>
        <p:spPr>
          <a:xfrm>
            <a:off x="239486" y="1037372"/>
            <a:ext cx="8699029" cy="3509963"/>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每一个</a:t>
            </a:r>
            <a:r>
              <a:rPr lang="zh-CN" altLang="en-US" dirty="0">
                <a:latin typeface="Times New Roman" panose="02020603050405020304" pitchFamily="18" charset="0"/>
                <a:ea typeface="宋体" panose="02010600030101010101" pitchFamily="2" charset="-122"/>
              </a:rPr>
              <a:t>分组的首部都含有</a:t>
            </a:r>
            <a:r>
              <a:rPr lang="zh-CN" altLang="en-US" dirty="0">
                <a:solidFill>
                  <a:schemeClr val="hlink"/>
                </a:solidFill>
                <a:latin typeface="Times New Roman" panose="02020603050405020304" pitchFamily="18" charset="0"/>
                <a:ea typeface="宋体" panose="02010600030101010101" pitchFamily="2" charset="-122"/>
              </a:rPr>
              <a:t>地址</a:t>
            </a:r>
            <a:r>
              <a:rPr lang="zh-CN" altLang="en-US" dirty="0">
                <a:latin typeface="Times New Roman" panose="02020603050405020304" pitchFamily="18" charset="0"/>
                <a:ea typeface="宋体" panose="02010600030101010101" pitchFamily="2" charset="-122"/>
              </a:rPr>
              <a:t>等控制信息。</a:t>
            </a:r>
          </a:p>
          <a:p>
            <a:pPr eaLnBrk="1" hangingPunct="1"/>
            <a:r>
              <a:rPr lang="zh-CN" altLang="en-US" dirty="0">
                <a:latin typeface="Times New Roman" panose="02020603050405020304" pitchFamily="18" charset="0"/>
                <a:ea typeface="宋体" panose="02010600030101010101" pitchFamily="2" charset="-122"/>
              </a:rPr>
              <a:t>分组交换网中的结点交换机根据收到的分组的首部中的</a:t>
            </a:r>
            <a:r>
              <a:rPr lang="zh-CN" altLang="en-US" dirty="0">
                <a:solidFill>
                  <a:schemeClr val="hlink"/>
                </a:solidFill>
                <a:latin typeface="Times New Roman" panose="02020603050405020304" pitchFamily="18" charset="0"/>
                <a:ea typeface="宋体" panose="02010600030101010101" pitchFamily="2" charset="-122"/>
              </a:rPr>
              <a:t>地址信息</a:t>
            </a:r>
            <a:r>
              <a:rPr lang="zh-CN" altLang="en-US" dirty="0">
                <a:latin typeface="Times New Roman" panose="02020603050405020304" pitchFamily="18" charset="0"/>
                <a:ea typeface="宋体" panose="02010600030101010101" pitchFamily="2" charset="-122"/>
              </a:rPr>
              <a:t>，把分组</a:t>
            </a:r>
            <a:r>
              <a:rPr lang="zh-CN" altLang="en-US" dirty="0">
                <a:solidFill>
                  <a:schemeClr val="hlink"/>
                </a:solidFill>
                <a:latin typeface="Times New Roman" panose="02020603050405020304" pitchFamily="18" charset="0"/>
                <a:ea typeface="宋体" panose="02010600030101010101" pitchFamily="2" charset="-122"/>
              </a:rPr>
              <a:t>转发</a:t>
            </a:r>
            <a:r>
              <a:rPr lang="zh-CN" altLang="en-US" dirty="0">
                <a:latin typeface="Times New Roman" panose="02020603050405020304" pitchFamily="18" charset="0"/>
                <a:ea typeface="宋体" panose="02010600030101010101" pitchFamily="2" charset="-122"/>
              </a:rPr>
              <a:t>到下一个结点交换机。</a:t>
            </a:r>
          </a:p>
          <a:p>
            <a:pPr eaLnBrk="1" hangingPunct="1"/>
            <a:r>
              <a:rPr lang="zh-CN" altLang="en-US" dirty="0">
                <a:latin typeface="Times New Roman" panose="02020603050405020304" pitchFamily="18" charset="0"/>
                <a:ea typeface="宋体" panose="02010600030101010101" pitchFamily="2" charset="-122"/>
              </a:rPr>
              <a:t>用这样的</a:t>
            </a:r>
            <a:r>
              <a:rPr lang="zh-CN" altLang="en-US" dirty="0">
                <a:solidFill>
                  <a:schemeClr val="hlink"/>
                </a:solidFill>
                <a:latin typeface="Times New Roman" panose="02020603050405020304" pitchFamily="18" charset="0"/>
                <a:ea typeface="宋体" panose="02010600030101010101" pitchFamily="2" charset="-122"/>
              </a:rPr>
              <a:t>存储转发</a:t>
            </a:r>
            <a:r>
              <a:rPr lang="zh-CN" altLang="en-US" dirty="0">
                <a:latin typeface="Times New Roman" panose="02020603050405020304" pitchFamily="18" charset="0"/>
                <a:ea typeface="宋体" panose="02010600030101010101" pitchFamily="2" charset="-122"/>
              </a:rPr>
              <a:t>方式，最后分组就能到达</a:t>
            </a:r>
            <a:r>
              <a:rPr lang="zh-CN" altLang="en-US" dirty="0">
                <a:solidFill>
                  <a:schemeClr val="hlink"/>
                </a:solidFill>
                <a:latin typeface="Times New Roman" panose="02020603050405020304" pitchFamily="18" charset="0"/>
                <a:ea typeface="宋体" panose="02010600030101010101" pitchFamily="2" charset="-122"/>
              </a:rPr>
              <a:t>最终目的地</a:t>
            </a:r>
            <a:r>
              <a:rPr lang="zh-CN" altLang="en-US" dirty="0">
                <a:latin typeface="Times New Roman" panose="02020603050405020304" pitchFamily="18" charset="0"/>
                <a:ea typeface="宋体" panose="02010600030101010101" pitchFamily="2" charset="-122"/>
              </a:rPr>
              <a:t>。</a:t>
            </a:r>
          </a:p>
        </p:txBody>
      </p:sp>
      <p:sp>
        <p:nvSpPr>
          <p:cNvPr id="103427" name="幻灯片编号占位符 1">
            <a:extLst>
              <a:ext uri="{FF2B5EF4-FFF2-40B4-BE49-F238E27FC236}">
                <a16:creationId xmlns:a16="http://schemas.microsoft.com/office/drawing/2014/main" id="{7757A641-B461-6A41-99C8-07D2F4D44DF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2D7820-EC41-C140-852B-8FE15C8D9A5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777101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8D97113D-8642-4E42-9469-CC5E62B7AC9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收到分组后剥去首部</a:t>
            </a:r>
          </a:p>
        </p:txBody>
      </p:sp>
      <p:sp>
        <p:nvSpPr>
          <p:cNvPr id="105474" name="Rectangle 3">
            <a:extLst>
              <a:ext uri="{FF2B5EF4-FFF2-40B4-BE49-F238E27FC236}">
                <a16:creationId xmlns:a16="http://schemas.microsoft.com/office/drawing/2014/main" id="{37B6AFBA-64D9-0640-B03E-3EA39229E416}"/>
              </a:ext>
            </a:extLst>
          </p:cNvPr>
          <p:cNvSpPr>
            <a:spLocks noGrp="1" noChangeArrowheads="1"/>
          </p:cNvSpPr>
          <p:nvPr>
            <p:ph type="body" idx="1"/>
          </p:nvPr>
        </p:nvSpPr>
        <p:spPr>
          <a:xfrm>
            <a:off x="228601" y="1059996"/>
            <a:ext cx="8709914" cy="1078706"/>
          </a:xfrm>
        </p:spPr>
        <p:txBody>
          <a:bodyPr/>
          <a:lstStyle/>
          <a:p>
            <a:pPr eaLnBrk="1" hangingPunct="1"/>
            <a:r>
              <a:rPr lang="zh-CN" altLang="en-US" dirty="0">
                <a:latin typeface="Times New Roman" panose="02020603050405020304" pitchFamily="18" charset="0"/>
                <a:ea typeface="宋体" panose="02010600030101010101" pitchFamily="2" charset="-122"/>
              </a:rPr>
              <a:t>接收端收到分组后剥去首部还原成报文。</a:t>
            </a:r>
          </a:p>
        </p:txBody>
      </p:sp>
      <p:sp>
        <p:nvSpPr>
          <p:cNvPr id="59397" name="Rectangle 5">
            <a:extLst>
              <a:ext uri="{FF2B5EF4-FFF2-40B4-BE49-F238E27FC236}">
                <a16:creationId xmlns:a16="http://schemas.microsoft.com/office/drawing/2014/main" id="{4B6AB368-CD7C-D04A-B49A-3CD6C6B9B161}"/>
              </a:ext>
            </a:extLst>
          </p:cNvPr>
          <p:cNvSpPr>
            <a:spLocks noChangeArrowheads="1"/>
          </p:cNvSpPr>
          <p:nvPr/>
        </p:nvSpPr>
        <p:spPr bwMode="auto">
          <a:xfrm>
            <a:off x="3164681" y="2301479"/>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59398" name="Rectangle 6">
            <a:extLst>
              <a:ext uri="{FF2B5EF4-FFF2-40B4-BE49-F238E27FC236}">
                <a16:creationId xmlns:a16="http://schemas.microsoft.com/office/drawing/2014/main" id="{C96FAFD5-02F9-1749-AEE5-119ABB436745}"/>
              </a:ext>
            </a:extLst>
          </p:cNvPr>
          <p:cNvSpPr>
            <a:spLocks noChangeArrowheads="1"/>
          </p:cNvSpPr>
          <p:nvPr/>
        </p:nvSpPr>
        <p:spPr bwMode="auto">
          <a:xfrm>
            <a:off x="2732485" y="2301479"/>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59399" name="Group 7">
            <a:extLst>
              <a:ext uri="{FF2B5EF4-FFF2-40B4-BE49-F238E27FC236}">
                <a16:creationId xmlns:a16="http://schemas.microsoft.com/office/drawing/2014/main" id="{67B8992C-B847-B444-B227-D3BC8D19C4D9}"/>
              </a:ext>
            </a:extLst>
          </p:cNvPr>
          <p:cNvGrpSpPr>
            <a:grpSpLocks/>
          </p:cNvGrpSpPr>
          <p:nvPr/>
        </p:nvGrpSpPr>
        <p:grpSpPr bwMode="auto">
          <a:xfrm>
            <a:off x="2733676" y="1880000"/>
            <a:ext cx="1727597" cy="367904"/>
            <a:chOff x="1973" y="2532"/>
            <a:chExt cx="1451" cy="309"/>
          </a:xfrm>
        </p:grpSpPr>
        <p:sp>
          <p:nvSpPr>
            <p:cNvPr id="105490" name="AutoShape 8">
              <a:extLst>
                <a:ext uri="{FF2B5EF4-FFF2-40B4-BE49-F238E27FC236}">
                  <a16:creationId xmlns:a16="http://schemas.microsoft.com/office/drawing/2014/main" id="{000E4071-FEAB-DD4A-85E4-D70993865409}"/>
                </a:ext>
              </a:extLst>
            </p:cNvPr>
            <p:cNvSpPr>
              <a:spLocks/>
            </p:cNvSpPr>
            <p:nvPr/>
          </p:nvSpPr>
          <p:spPr bwMode="auto">
            <a:xfrm rot="5400000">
              <a:off x="2654" y="2070"/>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91" name="Text Box 9">
              <a:extLst>
                <a:ext uri="{FF2B5EF4-FFF2-40B4-BE49-F238E27FC236}">
                  <a16:creationId xmlns:a16="http://schemas.microsoft.com/office/drawing/2014/main" id="{4C41D6EB-E893-2140-9983-B487F79233F3}"/>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1</a:t>
              </a:r>
            </a:p>
          </p:txBody>
        </p:sp>
      </p:grpSp>
      <p:sp>
        <p:nvSpPr>
          <p:cNvPr id="59403" name="Rectangle 11">
            <a:extLst>
              <a:ext uri="{FF2B5EF4-FFF2-40B4-BE49-F238E27FC236}">
                <a16:creationId xmlns:a16="http://schemas.microsoft.com/office/drawing/2014/main" id="{0B013C76-96A1-964D-ABFC-B86E239E8C4D}"/>
              </a:ext>
            </a:extLst>
          </p:cNvPr>
          <p:cNvSpPr>
            <a:spLocks noChangeArrowheads="1"/>
          </p:cNvSpPr>
          <p:nvPr/>
        </p:nvSpPr>
        <p:spPr bwMode="auto">
          <a:xfrm>
            <a:off x="4461272" y="2950369"/>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59404" name="Rectangle 12">
            <a:extLst>
              <a:ext uri="{FF2B5EF4-FFF2-40B4-BE49-F238E27FC236}">
                <a16:creationId xmlns:a16="http://schemas.microsoft.com/office/drawing/2014/main" id="{0061B6A7-2C6F-7940-B59D-5C89E83AB2BD}"/>
              </a:ext>
            </a:extLst>
          </p:cNvPr>
          <p:cNvSpPr>
            <a:spLocks noChangeArrowheads="1"/>
          </p:cNvSpPr>
          <p:nvPr/>
        </p:nvSpPr>
        <p:spPr bwMode="auto">
          <a:xfrm>
            <a:off x="4029076" y="2950369"/>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59405" name="Group 13">
            <a:extLst>
              <a:ext uri="{FF2B5EF4-FFF2-40B4-BE49-F238E27FC236}">
                <a16:creationId xmlns:a16="http://schemas.microsoft.com/office/drawing/2014/main" id="{D69A318D-6965-244C-BDAB-51F2D1BB5213}"/>
              </a:ext>
            </a:extLst>
          </p:cNvPr>
          <p:cNvGrpSpPr>
            <a:grpSpLocks/>
          </p:cNvGrpSpPr>
          <p:nvPr/>
        </p:nvGrpSpPr>
        <p:grpSpPr bwMode="auto">
          <a:xfrm>
            <a:off x="4029076" y="2528887"/>
            <a:ext cx="1727597" cy="376238"/>
            <a:chOff x="1973" y="2532"/>
            <a:chExt cx="1451" cy="316"/>
          </a:xfrm>
        </p:grpSpPr>
        <p:sp>
          <p:nvSpPr>
            <p:cNvPr id="105488" name="AutoShape 14">
              <a:extLst>
                <a:ext uri="{FF2B5EF4-FFF2-40B4-BE49-F238E27FC236}">
                  <a16:creationId xmlns:a16="http://schemas.microsoft.com/office/drawing/2014/main" id="{1EE93B65-D925-4D49-9BDB-FFEBD6E34057}"/>
                </a:ext>
              </a:extLst>
            </p:cNvPr>
            <p:cNvSpPr>
              <a:spLocks/>
            </p:cNvSpPr>
            <p:nvPr/>
          </p:nvSpPr>
          <p:spPr bwMode="auto">
            <a:xfrm rot="5400000">
              <a:off x="2654" y="2077"/>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9" name="Text Box 15">
              <a:extLst>
                <a:ext uri="{FF2B5EF4-FFF2-40B4-BE49-F238E27FC236}">
                  <a16:creationId xmlns:a16="http://schemas.microsoft.com/office/drawing/2014/main" id="{F170A2E1-042E-5046-AD52-0D380AA1EF2F}"/>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2</a:t>
              </a:r>
            </a:p>
          </p:txBody>
        </p:sp>
      </p:grpSp>
      <p:sp>
        <p:nvSpPr>
          <p:cNvPr id="59409" name="Rectangle 17">
            <a:extLst>
              <a:ext uri="{FF2B5EF4-FFF2-40B4-BE49-F238E27FC236}">
                <a16:creationId xmlns:a16="http://schemas.microsoft.com/office/drawing/2014/main" id="{F7495A53-D816-8C47-AD21-84ABF8AC9D9C}"/>
              </a:ext>
            </a:extLst>
          </p:cNvPr>
          <p:cNvSpPr>
            <a:spLocks noChangeArrowheads="1"/>
          </p:cNvSpPr>
          <p:nvPr/>
        </p:nvSpPr>
        <p:spPr bwMode="auto">
          <a:xfrm>
            <a:off x="5761435" y="3588544"/>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59410" name="Rectangle 18">
            <a:extLst>
              <a:ext uri="{FF2B5EF4-FFF2-40B4-BE49-F238E27FC236}">
                <a16:creationId xmlns:a16="http://schemas.microsoft.com/office/drawing/2014/main" id="{1112AED5-7606-C940-B929-90DA27526273}"/>
              </a:ext>
            </a:extLst>
          </p:cNvPr>
          <p:cNvSpPr>
            <a:spLocks noChangeArrowheads="1"/>
          </p:cNvSpPr>
          <p:nvPr/>
        </p:nvSpPr>
        <p:spPr bwMode="auto">
          <a:xfrm>
            <a:off x="5324476" y="3587354"/>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59423" name="Group 31">
            <a:extLst>
              <a:ext uri="{FF2B5EF4-FFF2-40B4-BE49-F238E27FC236}">
                <a16:creationId xmlns:a16="http://schemas.microsoft.com/office/drawing/2014/main" id="{C792C89B-2BE4-7346-BCE1-4ABABEB29481}"/>
              </a:ext>
            </a:extLst>
          </p:cNvPr>
          <p:cNvGrpSpPr>
            <a:grpSpLocks/>
          </p:cNvGrpSpPr>
          <p:nvPr/>
        </p:nvGrpSpPr>
        <p:grpSpPr bwMode="auto">
          <a:xfrm>
            <a:off x="5324476" y="3176587"/>
            <a:ext cx="1727597" cy="376238"/>
            <a:chOff x="3061" y="2668"/>
            <a:chExt cx="1451" cy="316"/>
          </a:xfrm>
        </p:grpSpPr>
        <p:sp>
          <p:nvSpPr>
            <p:cNvPr id="105486" name="AutoShape 20">
              <a:extLst>
                <a:ext uri="{FF2B5EF4-FFF2-40B4-BE49-F238E27FC236}">
                  <a16:creationId xmlns:a16="http://schemas.microsoft.com/office/drawing/2014/main" id="{C2F4B590-4760-554D-8C23-EAB662151C50}"/>
                </a:ext>
              </a:extLst>
            </p:cNvPr>
            <p:cNvSpPr>
              <a:spLocks/>
            </p:cNvSpPr>
            <p:nvPr/>
          </p:nvSpPr>
          <p:spPr bwMode="auto">
            <a:xfrm rot="5400000">
              <a:off x="3742" y="221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7" name="Text Box 21">
              <a:extLst>
                <a:ext uri="{FF2B5EF4-FFF2-40B4-BE49-F238E27FC236}">
                  <a16:creationId xmlns:a16="http://schemas.microsoft.com/office/drawing/2014/main" id="{55982A79-4B53-DB48-916D-791A73E9B415}"/>
                </a:ext>
              </a:extLst>
            </p:cNvPr>
            <p:cNvSpPr txBox="1">
              <a:spLocks noChangeArrowheads="1"/>
            </p:cNvSpPr>
            <p:nvPr/>
          </p:nvSpPr>
          <p:spPr bwMode="auto">
            <a:xfrm>
              <a:off x="3577" y="2668"/>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3</a:t>
              </a:r>
            </a:p>
          </p:txBody>
        </p:sp>
      </p:grpSp>
      <p:sp>
        <p:nvSpPr>
          <p:cNvPr id="59424" name="Text Box 32">
            <a:extLst>
              <a:ext uri="{FF2B5EF4-FFF2-40B4-BE49-F238E27FC236}">
                <a16:creationId xmlns:a16="http://schemas.microsoft.com/office/drawing/2014/main" id="{7EDD3188-78F9-0B4A-8167-E5A1E0B3C600}"/>
              </a:ext>
            </a:extLst>
          </p:cNvPr>
          <p:cNvSpPr txBox="1">
            <a:spLocks noChangeArrowheads="1"/>
          </p:cNvSpPr>
          <p:nvPr/>
        </p:nvSpPr>
        <p:spPr bwMode="auto">
          <a:xfrm>
            <a:off x="794657" y="4192191"/>
            <a:ext cx="204855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r" eaLnBrk="1" hangingPunct="1">
              <a:spcBef>
                <a:spcPct val="50000"/>
              </a:spcBef>
              <a:buClrTx/>
              <a:buSzTx/>
              <a:buFontTx/>
              <a:buNone/>
            </a:pPr>
            <a:r>
              <a:rPr lang="zh-CN" altLang="en-US" sz="2100" dirty="0">
                <a:latin typeface="Tahoma" panose="020B0604030504040204" pitchFamily="34" charset="0"/>
                <a:ea typeface="宋体" panose="02010600030101010101" pitchFamily="2" charset="-122"/>
              </a:rPr>
              <a:t>收到的数据</a:t>
            </a:r>
          </a:p>
        </p:txBody>
      </p:sp>
      <p:sp>
        <p:nvSpPr>
          <p:cNvPr id="105485" name="幻灯片编号占位符 1">
            <a:extLst>
              <a:ext uri="{FF2B5EF4-FFF2-40B4-BE49-F238E27FC236}">
                <a16:creationId xmlns:a16="http://schemas.microsoft.com/office/drawing/2014/main" id="{46E3505D-6A4F-D84F-A6AD-5DBEC6404DD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EC9EC0A-C2CC-7242-A6BE-ED322F32CEF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21935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9399"/>
                                        </p:tgtEl>
                                        <p:attrNameLst>
                                          <p:attrName>style.visibility</p:attrName>
                                        </p:attrNameLst>
                                      </p:cBhvr>
                                      <p:to>
                                        <p:strVal val="hidden"/>
                                      </p:to>
                                    </p:set>
                                  </p:childTnLst>
                                </p:cTn>
                              </p:par>
                            </p:childTnLst>
                          </p:cTn>
                        </p:par>
                        <p:par>
                          <p:cTn id="7" fill="hold" nodeType="afterGroup">
                            <p:stCondLst>
                              <p:cond delay="0"/>
                            </p:stCondLst>
                            <p:childTnLst>
                              <p:par>
                                <p:cTn id="8" presetID="29" presetClass="exit" presetSubtype="0" fill="hold" grpId="0" nodeType="afterEffect">
                                  <p:stCondLst>
                                    <p:cond delay="500"/>
                                  </p:stCondLst>
                                  <p:childTnLst>
                                    <p:anim calcmode="lin" valueType="num">
                                      <p:cBhvr>
                                        <p:cTn id="9" dur="1000"/>
                                        <p:tgtEl>
                                          <p:spTgt spid="59398"/>
                                        </p:tgtEl>
                                        <p:attrNameLst>
                                          <p:attrName>ppt_x</p:attrName>
                                        </p:attrNameLst>
                                      </p:cBhvr>
                                      <p:tavLst>
                                        <p:tav tm="0">
                                          <p:val>
                                            <p:strVal val="ppt_x"/>
                                          </p:val>
                                        </p:tav>
                                        <p:tav tm="100000">
                                          <p:val>
                                            <p:strVal val="ppt_x-.2"/>
                                          </p:val>
                                        </p:tav>
                                      </p:tavLst>
                                    </p:anim>
                                    <p:anim calcmode="lin" valueType="num">
                                      <p:cBhvr>
                                        <p:cTn id="10" dur="1000"/>
                                        <p:tgtEl>
                                          <p:spTgt spid="59398"/>
                                        </p:tgtEl>
                                        <p:attrNameLst>
                                          <p:attrName>ppt_y</p:attrName>
                                        </p:attrNameLst>
                                      </p:cBhvr>
                                      <p:tavLst>
                                        <p:tav tm="0">
                                          <p:val>
                                            <p:strVal val="ppt_y"/>
                                          </p:val>
                                        </p:tav>
                                        <p:tav tm="100000">
                                          <p:val>
                                            <p:strVal val="ppt_y"/>
                                          </p:val>
                                        </p:tav>
                                      </p:tavLst>
                                    </p:anim>
                                    <p:animEffect transition="out" filter="fade">
                                      <p:cBhvr>
                                        <p:cTn id="11" dur="1000"/>
                                        <p:tgtEl>
                                          <p:spTgt spid="59398"/>
                                        </p:tgtEl>
                                      </p:cBhvr>
                                    </p:animEffect>
                                    <p:set>
                                      <p:cBhvr>
                                        <p:cTn id="12" dur="1" fill="hold">
                                          <p:stCondLst>
                                            <p:cond delay="999"/>
                                          </p:stCondLst>
                                        </p:cTn>
                                        <p:tgtEl>
                                          <p:spTgt spid="59398"/>
                                        </p:tgtEl>
                                        <p:attrNameLst>
                                          <p:attrName>style.visibility</p:attrName>
                                        </p:attrNameLst>
                                      </p:cBhvr>
                                      <p:to>
                                        <p:strVal val="hidden"/>
                                      </p:to>
                                    </p:set>
                                  </p:childTnLst>
                                </p:cTn>
                              </p:par>
                            </p:childTnLst>
                          </p:cTn>
                        </p:par>
                        <p:par>
                          <p:cTn id="13" fill="hold" nodeType="afterGroup">
                            <p:stCondLst>
                              <p:cond delay="1500"/>
                            </p:stCondLst>
                            <p:childTnLst>
                              <p:par>
                                <p:cTn id="14" presetID="42" presetClass="path" presetSubtype="0" accel="50000" decel="50000" fill="hold" grpId="0" nodeType="afterEffect">
                                  <p:stCondLst>
                                    <p:cond delay="0"/>
                                  </p:stCondLst>
                                  <p:childTnLst>
                                    <p:animMotion origin="layout" path="M 2.5E-6 -1.50289E-6 L 2.5E-6 0.37757 " pathEditMode="relative" rAng="0" ptsTypes="AA">
                                      <p:cBhvr>
                                        <p:cTn id="15" dur="1000" fill="hold"/>
                                        <p:tgtEl>
                                          <p:spTgt spid="59397"/>
                                        </p:tgtEl>
                                        <p:attrNameLst>
                                          <p:attrName>ppt_x</p:attrName>
                                          <p:attrName>ppt_y</p:attrName>
                                        </p:attrNameLst>
                                      </p:cBhvr>
                                      <p:rCtr x="0" y="18867"/>
                                    </p:animMotion>
                                  </p:childTnLst>
                                </p:cTn>
                              </p:par>
                            </p:childTnLst>
                          </p:cTn>
                        </p:par>
                        <p:par>
                          <p:cTn id="16" fill="hold" nodeType="afterGroup">
                            <p:stCondLst>
                              <p:cond delay="2500"/>
                            </p:stCondLst>
                            <p:childTnLst>
                              <p:par>
                                <p:cTn id="17" presetID="1" presetClass="exit" presetSubtype="0" fill="hold" nodeType="afterEffect">
                                  <p:stCondLst>
                                    <p:cond delay="500"/>
                                  </p:stCondLst>
                                  <p:childTnLst>
                                    <p:set>
                                      <p:cBhvr>
                                        <p:cTn id="18" dur="1" fill="hold">
                                          <p:stCondLst>
                                            <p:cond delay="0"/>
                                          </p:stCondLst>
                                        </p:cTn>
                                        <p:tgtEl>
                                          <p:spTgt spid="59405"/>
                                        </p:tgtEl>
                                        <p:attrNameLst>
                                          <p:attrName>style.visibility</p:attrName>
                                        </p:attrNameLst>
                                      </p:cBhvr>
                                      <p:to>
                                        <p:strVal val="hidden"/>
                                      </p:to>
                                    </p:set>
                                  </p:childTnLst>
                                </p:cTn>
                              </p:par>
                            </p:childTnLst>
                          </p:cTn>
                        </p:par>
                        <p:par>
                          <p:cTn id="19" fill="hold" nodeType="afterGroup">
                            <p:stCondLst>
                              <p:cond delay="3000"/>
                            </p:stCondLst>
                            <p:childTnLst>
                              <p:par>
                                <p:cTn id="20" presetID="29" presetClass="exit" presetSubtype="0" fill="hold" grpId="0" nodeType="afterEffect">
                                  <p:stCondLst>
                                    <p:cond delay="500"/>
                                  </p:stCondLst>
                                  <p:childTnLst>
                                    <p:anim calcmode="lin" valueType="num">
                                      <p:cBhvr>
                                        <p:cTn id="21" dur="500"/>
                                        <p:tgtEl>
                                          <p:spTgt spid="59404"/>
                                        </p:tgtEl>
                                        <p:attrNameLst>
                                          <p:attrName>ppt_x</p:attrName>
                                        </p:attrNameLst>
                                      </p:cBhvr>
                                      <p:tavLst>
                                        <p:tav tm="0">
                                          <p:val>
                                            <p:strVal val="ppt_x"/>
                                          </p:val>
                                        </p:tav>
                                        <p:tav tm="100000">
                                          <p:val>
                                            <p:strVal val="ppt_x-.2"/>
                                          </p:val>
                                        </p:tav>
                                      </p:tavLst>
                                    </p:anim>
                                    <p:anim calcmode="lin" valueType="num">
                                      <p:cBhvr>
                                        <p:cTn id="22" dur="500"/>
                                        <p:tgtEl>
                                          <p:spTgt spid="59404"/>
                                        </p:tgtEl>
                                        <p:attrNameLst>
                                          <p:attrName>ppt_y</p:attrName>
                                        </p:attrNameLst>
                                      </p:cBhvr>
                                      <p:tavLst>
                                        <p:tav tm="0">
                                          <p:val>
                                            <p:strVal val="ppt_y"/>
                                          </p:val>
                                        </p:tav>
                                        <p:tav tm="100000">
                                          <p:val>
                                            <p:strVal val="ppt_y"/>
                                          </p:val>
                                        </p:tav>
                                      </p:tavLst>
                                    </p:anim>
                                    <p:animEffect transition="out" filter="fade">
                                      <p:cBhvr>
                                        <p:cTn id="23" dur="500"/>
                                        <p:tgtEl>
                                          <p:spTgt spid="59404"/>
                                        </p:tgtEl>
                                      </p:cBhvr>
                                    </p:animEffect>
                                    <p:set>
                                      <p:cBhvr>
                                        <p:cTn id="24" dur="1" fill="hold">
                                          <p:stCondLst>
                                            <p:cond delay="499"/>
                                          </p:stCondLst>
                                        </p:cTn>
                                        <p:tgtEl>
                                          <p:spTgt spid="59404"/>
                                        </p:tgtEl>
                                        <p:attrNameLst>
                                          <p:attrName>style.visibility</p:attrName>
                                        </p:attrNameLst>
                                      </p:cBhvr>
                                      <p:to>
                                        <p:strVal val="hidden"/>
                                      </p:to>
                                    </p:set>
                                  </p:childTnLst>
                                </p:cTn>
                              </p:par>
                            </p:childTnLst>
                          </p:cTn>
                        </p:par>
                        <p:par>
                          <p:cTn id="25" fill="hold" nodeType="afterGroup">
                            <p:stCondLst>
                              <p:cond delay="4000"/>
                            </p:stCondLst>
                            <p:childTnLst>
                              <p:par>
                                <p:cTn id="26" presetID="42" presetClass="path" presetSubtype="0" accel="50000" decel="50000" fill="hold" grpId="0" nodeType="afterEffect">
                                  <p:stCondLst>
                                    <p:cond delay="0"/>
                                  </p:stCondLst>
                                  <p:childTnLst>
                                    <p:animMotion origin="layout" path="M 0.0 -3.06358E-6 L 0.0 0.25156 " pathEditMode="relative" rAng="0" ptsTypes="AA">
                                      <p:cBhvr>
                                        <p:cTn id="27" dur="1000" fill="hold"/>
                                        <p:tgtEl>
                                          <p:spTgt spid="59403"/>
                                        </p:tgtEl>
                                        <p:attrNameLst>
                                          <p:attrName>ppt_x</p:attrName>
                                          <p:attrName>ppt_y</p:attrName>
                                        </p:attrNameLst>
                                      </p:cBhvr>
                                      <p:rCtr x="0" y="12578"/>
                                    </p:animMotion>
                                  </p:childTnLst>
                                </p:cTn>
                              </p:par>
                            </p:childTnLst>
                          </p:cTn>
                        </p:par>
                        <p:par>
                          <p:cTn id="28" fill="hold" nodeType="afterGroup">
                            <p:stCondLst>
                              <p:cond delay="5000"/>
                            </p:stCondLst>
                            <p:childTnLst>
                              <p:par>
                                <p:cTn id="29" presetID="1" presetClass="exit" presetSubtype="0" fill="hold" nodeType="afterEffect">
                                  <p:stCondLst>
                                    <p:cond delay="500"/>
                                  </p:stCondLst>
                                  <p:childTnLst>
                                    <p:set>
                                      <p:cBhvr>
                                        <p:cTn id="30" dur="1" fill="hold">
                                          <p:stCondLst>
                                            <p:cond delay="0"/>
                                          </p:stCondLst>
                                        </p:cTn>
                                        <p:tgtEl>
                                          <p:spTgt spid="59423"/>
                                        </p:tgtEl>
                                        <p:attrNameLst>
                                          <p:attrName>style.visibility</p:attrName>
                                        </p:attrNameLst>
                                      </p:cBhvr>
                                      <p:to>
                                        <p:strVal val="hidden"/>
                                      </p:to>
                                    </p:set>
                                  </p:childTnLst>
                                </p:cTn>
                              </p:par>
                            </p:childTnLst>
                          </p:cTn>
                        </p:par>
                        <p:par>
                          <p:cTn id="31" fill="hold" nodeType="afterGroup">
                            <p:stCondLst>
                              <p:cond delay="5500"/>
                            </p:stCondLst>
                            <p:childTnLst>
                              <p:par>
                                <p:cTn id="32" presetID="29" presetClass="exit" presetSubtype="0" fill="hold" grpId="0" nodeType="afterEffect">
                                  <p:stCondLst>
                                    <p:cond delay="500"/>
                                  </p:stCondLst>
                                  <p:childTnLst>
                                    <p:anim calcmode="lin" valueType="num">
                                      <p:cBhvr>
                                        <p:cTn id="33" dur="500"/>
                                        <p:tgtEl>
                                          <p:spTgt spid="59410"/>
                                        </p:tgtEl>
                                        <p:attrNameLst>
                                          <p:attrName>ppt_x</p:attrName>
                                        </p:attrNameLst>
                                      </p:cBhvr>
                                      <p:tavLst>
                                        <p:tav tm="0">
                                          <p:val>
                                            <p:strVal val="ppt_x"/>
                                          </p:val>
                                        </p:tav>
                                        <p:tav tm="100000">
                                          <p:val>
                                            <p:strVal val="ppt_x-.2"/>
                                          </p:val>
                                        </p:tav>
                                      </p:tavLst>
                                    </p:anim>
                                    <p:anim calcmode="lin" valueType="num">
                                      <p:cBhvr>
                                        <p:cTn id="34" dur="500"/>
                                        <p:tgtEl>
                                          <p:spTgt spid="59410"/>
                                        </p:tgtEl>
                                        <p:attrNameLst>
                                          <p:attrName>ppt_y</p:attrName>
                                        </p:attrNameLst>
                                      </p:cBhvr>
                                      <p:tavLst>
                                        <p:tav tm="0">
                                          <p:val>
                                            <p:strVal val="ppt_y"/>
                                          </p:val>
                                        </p:tav>
                                        <p:tav tm="100000">
                                          <p:val>
                                            <p:strVal val="ppt_y"/>
                                          </p:val>
                                        </p:tav>
                                      </p:tavLst>
                                    </p:anim>
                                    <p:animEffect transition="out" filter="fade">
                                      <p:cBhvr>
                                        <p:cTn id="35" dur="500"/>
                                        <p:tgtEl>
                                          <p:spTgt spid="59410"/>
                                        </p:tgtEl>
                                      </p:cBhvr>
                                    </p:animEffect>
                                    <p:set>
                                      <p:cBhvr>
                                        <p:cTn id="36" dur="1" fill="hold">
                                          <p:stCondLst>
                                            <p:cond delay="499"/>
                                          </p:stCondLst>
                                        </p:cTn>
                                        <p:tgtEl>
                                          <p:spTgt spid="59410"/>
                                        </p:tgtEl>
                                        <p:attrNameLst>
                                          <p:attrName>style.visibility</p:attrName>
                                        </p:attrNameLst>
                                      </p:cBhvr>
                                      <p:to>
                                        <p:strVal val="hidden"/>
                                      </p:to>
                                    </p:set>
                                  </p:childTnLst>
                                </p:cTn>
                              </p:par>
                            </p:childTnLst>
                          </p:cTn>
                        </p:par>
                        <p:par>
                          <p:cTn id="37" fill="hold" nodeType="afterGroup">
                            <p:stCondLst>
                              <p:cond delay="6500"/>
                            </p:stCondLst>
                            <p:childTnLst>
                              <p:par>
                                <p:cTn id="38" presetID="42" presetClass="path" presetSubtype="0" accel="50000" decel="50000" fill="hold" grpId="0" nodeType="afterEffect">
                                  <p:stCondLst>
                                    <p:cond delay="0"/>
                                  </p:stCondLst>
                                  <p:childTnLst>
                                    <p:animMotion origin="layout" path="M -3.33333E-6 -3.69942E-6 L -0.00052 0.12763 " pathEditMode="relative" rAng="0" ptsTypes="AA">
                                      <p:cBhvr>
                                        <p:cTn id="39" dur="1000" fill="hold"/>
                                        <p:tgtEl>
                                          <p:spTgt spid="59409"/>
                                        </p:tgtEl>
                                        <p:attrNameLst>
                                          <p:attrName>ppt_x</p:attrName>
                                          <p:attrName>ppt_y</p:attrName>
                                        </p:attrNameLst>
                                      </p:cBhvr>
                                      <p:rCtr x="-35" y="6382"/>
                                    </p:animMotion>
                                  </p:childTnLst>
                                </p:cTn>
                              </p:par>
                            </p:childTnLst>
                          </p:cTn>
                        </p:par>
                        <p:par>
                          <p:cTn id="40" fill="hold" nodeType="afterGroup">
                            <p:stCondLst>
                              <p:cond delay="7500"/>
                            </p:stCondLst>
                            <p:childTnLst>
                              <p:par>
                                <p:cTn id="41" presetID="1" presetClass="entr" presetSubtype="0" fill="hold" grpId="0" nodeType="afterEffect">
                                  <p:stCondLst>
                                    <p:cond delay="0"/>
                                  </p:stCondLst>
                                  <p:childTnLst>
                                    <p:set>
                                      <p:cBhvr>
                                        <p:cTn id="42" dur="1" fill="hold">
                                          <p:stCondLst>
                                            <p:cond delay="0"/>
                                          </p:stCondLst>
                                        </p:cTn>
                                        <p:tgtEl>
                                          <p:spTgt spid="59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P spid="59398" grpId="0" animBg="1"/>
      <p:bldP spid="59403" grpId="0" animBg="1"/>
      <p:bldP spid="59404" grpId="0" animBg="1"/>
      <p:bldP spid="59409" grpId="0" animBg="1"/>
      <p:bldP spid="59410" grpId="0" animBg="1"/>
      <p:bldP spid="594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0FBB7C68-7E21-1D4E-B3E0-59CCD414B1D3}"/>
              </a:ext>
            </a:extLst>
          </p:cNvPr>
          <p:cNvSpPr>
            <a:spLocks noChangeArrowheads="1"/>
          </p:cNvSpPr>
          <p:nvPr/>
        </p:nvSpPr>
        <p:spPr bwMode="auto">
          <a:xfrm>
            <a:off x="2431767" y="1971846"/>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7522" name="Rectangle 3">
            <a:extLst>
              <a:ext uri="{FF2B5EF4-FFF2-40B4-BE49-F238E27FC236}">
                <a16:creationId xmlns:a16="http://schemas.microsoft.com/office/drawing/2014/main" id="{D1E6CB69-6827-9F49-927B-B4FF932B3380}"/>
              </a:ext>
            </a:extLst>
          </p:cNvPr>
          <p:cNvSpPr>
            <a:spLocks noChangeArrowheads="1"/>
          </p:cNvSpPr>
          <p:nvPr/>
        </p:nvSpPr>
        <p:spPr bwMode="auto">
          <a:xfrm>
            <a:off x="3728357" y="1971846"/>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7523" name="Rectangle 4">
            <a:extLst>
              <a:ext uri="{FF2B5EF4-FFF2-40B4-BE49-F238E27FC236}">
                <a16:creationId xmlns:a16="http://schemas.microsoft.com/office/drawing/2014/main" id="{667EE113-4CDE-AC4E-9CCD-015D2E6DACA7}"/>
              </a:ext>
            </a:extLst>
          </p:cNvPr>
          <p:cNvSpPr>
            <a:spLocks noChangeArrowheads="1"/>
          </p:cNvSpPr>
          <p:nvPr/>
        </p:nvSpPr>
        <p:spPr bwMode="auto">
          <a:xfrm>
            <a:off x="5024948" y="1971846"/>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7524" name="Rectangle 8">
            <a:extLst>
              <a:ext uri="{FF2B5EF4-FFF2-40B4-BE49-F238E27FC236}">
                <a16:creationId xmlns:a16="http://schemas.microsoft.com/office/drawing/2014/main" id="{20BEBABF-2F2D-9142-90B7-24B1565E69D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最后还原成原来的报文</a:t>
            </a:r>
          </a:p>
        </p:txBody>
      </p:sp>
      <p:sp>
        <p:nvSpPr>
          <p:cNvPr id="60425" name="Rectangle 9">
            <a:extLst>
              <a:ext uri="{FF2B5EF4-FFF2-40B4-BE49-F238E27FC236}">
                <a16:creationId xmlns:a16="http://schemas.microsoft.com/office/drawing/2014/main" id="{262B3C6D-5AD7-C644-A908-DB7672A949BB}"/>
              </a:ext>
            </a:extLst>
          </p:cNvPr>
          <p:cNvSpPr>
            <a:spLocks noGrp="1" noChangeArrowheads="1"/>
          </p:cNvSpPr>
          <p:nvPr>
            <p:ph type="body" idx="1"/>
          </p:nvPr>
        </p:nvSpPr>
        <p:spPr>
          <a:xfrm>
            <a:off x="133562" y="1113235"/>
            <a:ext cx="8727409" cy="3402806"/>
          </a:xfrm>
        </p:spPr>
        <p:txBody>
          <a:bodyPr/>
          <a:lstStyle/>
          <a:p>
            <a:pPr eaLnBrk="1" hangingPunct="1"/>
            <a:r>
              <a:rPr lang="zh-CN" altLang="en-US" dirty="0">
                <a:latin typeface="Times New Roman" panose="02020603050405020304" pitchFamily="18" charset="0"/>
                <a:ea typeface="宋体" panose="02010600030101010101" pitchFamily="2" charset="-122"/>
              </a:rPr>
              <a:t>最后，在接收端把收到的数据</a:t>
            </a:r>
            <a:r>
              <a:rPr lang="zh-CN" altLang="en-US" dirty="0">
                <a:solidFill>
                  <a:schemeClr val="hlink"/>
                </a:solidFill>
                <a:latin typeface="Times New Roman" panose="02020603050405020304" pitchFamily="18" charset="0"/>
                <a:ea typeface="宋体" panose="02010600030101010101" pitchFamily="2" charset="-122"/>
              </a:rPr>
              <a:t>恢复成为原来的报文</a:t>
            </a:r>
            <a:r>
              <a:rPr lang="zh-CN" altLang="en-US" dirty="0">
                <a:latin typeface="Times New Roman" panose="02020603050405020304" pitchFamily="18" charset="0"/>
                <a:ea typeface="宋体" panose="02010600030101010101" pitchFamily="2" charset="-122"/>
              </a:rPr>
              <a:t>。</a:t>
            </a:r>
          </a:p>
          <a:p>
            <a:pPr eaLnBrk="1" hangingPunct="1"/>
            <a:endParaRPr lang="zh-CN" altLang="en-US" dirty="0">
              <a:latin typeface="Times New Roman" panose="02020603050405020304" pitchFamily="18" charset="0"/>
              <a:ea typeface="宋体" panose="02010600030101010101" pitchFamily="2" charset="-122"/>
            </a:endParaRPr>
          </a:p>
          <a:p>
            <a:pPr eaLnBrk="1" hangingPunct="1"/>
            <a:endParaRPr lang="zh-CN" altLang="en-US" dirty="0">
              <a:latin typeface="Times New Roman" panose="02020603050405020304" pitchFamily="18" charset="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这里我们假定分组在传输过程中没有出现差错，在转发时也没有被丢弃。</a:t>
            </a:r>
          </a:p>
        </p:txBody>
      </p:sp>
      <p:grpSp>
        <p:nvGrpSpPr>
          <p:cNvPr id="60446" name="Group 30">
            <a:extLst>
              <a:ext uri="{FF2B5EF4-FFF2-40B4-BE49-F238E27FC236}">
                <a16:creationId xmlns:a16="http://schemas.microsoft.com/office/drawing/2014/main" id="{41F43B76-E98E-134C-8292-6E3DD0B27120}"/>
              </a:ext>
            </a:extLst>
          </p:cNvPr>
          <p:cNvGrpSpPr>
            <a:grpSpLocks/>
          </p:cNvGrpSpPr>
          <p:nvPr/>
        </p:nvGrpSpPr>
        <p:grpSpPr bwMode="auto">
          <a:xfrm>
            <a:off x="2378189" y="1630136"/>
            <a:ext cx="3955257" cy="665560"/>
            <a:chOff x="1202" y="1919"/>
            <a:chExt cx="3322" cy="559"/>
          </a:xfrm>
        </p:grpSpPr>
        <p:grpSp>
          <p:nvGrpSpPr>
            <p:cNvPr id="107528" name="Group 5">
              <a:extLst>
                <a:ext uri="{FF2B5EF4-FFF2-40B4-BE49-F238E27FC236}">
                  <a16:creationId xmlns:a16="http://schemas.microsoft.com/office/drawing/2014/main" id="{D83D513B-7831-BE43-AAD4-C1B647A5CF62}"/>
                </a:ext>
              </a:extLst>
            </p:cNvPr>
            <p:cNvGrpSpPr>
              <a:grpSpLocks/>
            </p:cNvGrpSpPr>
            <p:nvPr/>
          </p:nvGrpSpPr>
          <p:grpSpPr bwMode="auto">
            <a:xfrm>
              <a:off x="1247" y="1919"/>
              <a:ext cx="3266" cy="271"/>
              <a:chOff x="1247" y="1737"/>
              <a:chExt cx="3266" cy="271"/>
            </a:xfrm>
          </p:grpSpPr>
          <p:sp>
            <p:nvSpPr>
              <p:cNvPr id="107536" name="Line 6">
                <a:extLst>
                  <a:ext uri="{FF2B5EF4-FFF2-40B4-BE49-F238E27FC236}">
                    <a16:creationId xmlns:a16="http://schemas.microsoft.com/office/drawing/2014/main" id="{1036BE5D-5942-3E4E-B160-A9ECAD34617D}"/>
                  </a:ext>
                </a:extLst>
              </p:cNvPr>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7" name="Text Box 7">
                <a:extLst>
                  <a:ext uri="{FF2B5EF4-FFF2-40B4-BE49-F238E27FC236}">
                    <a16:creationId xmlns:a16="http://schemas.microsoft.com/office/drawing/2014/main" id="{AA1F027C-B6B7-3841-98B5-4B8F82906028}"/>
                  </a:ext>
                </a:extLst>
              </p:cNvPr>
              <p:cNvSpPr txBox="1">
                <a:spLocks noChangeArrowheads="1"/>
              </p:cNvSpPr>
              <p:nvPr/>
            </p:nvSpPr>
            <p:spPr bwMode="auto">
              <a:xfrm>
                <a:off x="2699" y="1737"/>
                <a:ext cx="47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报文</a:t>
                </a:r>
              </a:p>
            </p:txBody>
          </p:sp>
        </p:grpSp>
        <p:grpSp>
          <p:nvGrpSpPr>
            <p:cNvPr id="107529" name="Group 23">
              <a:extLst>
                <a:ext uri="{FF2B5EF4-FFF2-40B4-BE49-F238E27FC236}">
                  <a16:creationId xmlns:a16="http://schemas.microsoft.com/office/drawing/2014/main" id="{3081AA57-3CA8-324B-B437-DFCFC42F1F06}"/>
                </a:ext>
              </a:extLst>
            </p:cNvPr>
            <p:cNvGrpSpPr>
              <a:grpSpLocks/>
            </p:cNvGrpSpPr>
            <p:nvPr/>
          </p:nvGrpSpPr>
          <p:grpSpPr bwMode="auto">
            <a:xfrm>
              <a:off x="1202" y="2206"/>
              <a:ext cx="3322" cy="272"/>
              <a:chOff x="1202" y="2206"/>
              <a:chExt cx="3322" cy="272"/>
            </a:xfrm>
          </p:grpSpPr>
          <p:grpSp>
            <p:nvGrpSpPr>
              <p:cNvPr id="107530" name="Group 24">
                <a:extLst>
                  <a:ext uri="{FF2B5EF4-FFF2-40B4-BE49-F238E27FC236}">
                    <a16:creationId xmlns:a16="http://schemas.microsoft.com/office/drawing/2014/main" id="{52E24D1D-4F58-2045-8225-BFB9A01EFCD8}"/>
                  </a:ext>
                </a:extLst>
              </p:cNvPr>
              <p:cNvGrpSpPr>
                <a:grpSpLocks/>
              </p:cNvGrpSpPr>
              <p:nvPr/>
            </p:nvGrpSpPr>
            <p:grpSpPr bwMode="auto">
              <a:xfrm>
                <a:off x="1247" y="2206"/>
                <a:ext cx="3266" cy="272"/>
                <a:chOff x="1247" y="2931"/>
                <a:chExt cx="3266" cy="272"/>
              </a:xfrm>
            </p:grpSpPr>
            <p:sp>
              <p:nvSpPr>
                <p:cNvPr id="107532" name="Rectangle 25">
                  <a:extLst>
                    <a:ext uri="{FF2B5EF4-FFF2-40B4-BE49-F238E27FC236}">
                      <a16:creationId xmlns:a16="http://schemas.microsoft.com/office/drawing/2014/main" id="{1C9999DE-F420-7847-A3C7-A8060022D627}"/>
                    </a:ext>
                  </a:extLst>
                </p:cNvPr>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107533" name="Rectangle 26">
                  <a:extLst>
                    <a:ext uri="{FF2B5EF4-FFF2-40B4-BE49-F238E27FC236}">
                      <a16:creationId xmlns:a16="http://schemas.microsoft.com/office/drawing/2014/main" id="{CF0E188D-5801-5E41-A7C7-45FE2BCB8F2E}"/>
                    </a:ext>
                  </a:extLst>
                </p:cNvPr>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Tahoma" panose="020B0604030504040204" pitchFamily="34" charset="0"/>
                    <a:ea typeface="黑体" panose="02010609060101010101" pitchFamily="49" charset="-122"/>
                    <a:cs typeface="黑体" panose="02010609060101010101" pitchFamily="49" charset="-122"/>
                  </a:endParaRPr>
                </a:p>
              </p:txBody>
            </p:sp>
            <p:sp>
              <p:nvSpPr>
                <p:cNvPr id="107534" name="Rectangle 27">
                  <a:extLst>
                    <a:ext uri="{FF2B5EF4-FFF2-40B4-BE49-F238E27FC236}">
                      <a16:creationId xmlns:a16="http://schemas.microsoft.com/office/drawing/2014/main" id="{46786FDC-5056-D540-996B-3A8C3755057D}"/>
                    </a:ext>
                  </a:extLst>
                </p:cNvPr>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107535" name="Rectangle 28">
                  <a:extLst>
                    <a:ext uri="{FF2B5EF4-FFF2-40B4-BE49-F238E27FC236}">
                      <a16:creationId xmlns:a16="http://schemas.microsoft.com/office/drawing/2014/main" id="{56E8924F-7E3A-BA47-B6CC-3C6FB3249163}"/>
                    </a:ext>
                  </a:extLst>
                </p:cNvPr>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107531" name="Text Box 29">
                <a:extLst>
                  <a:ext uri="{FF2B5EF4-FFF2-40B4-BE49-F238E27FC236}">
                    <a16:creationId xmlns:a16="http://schemas.microsoft.com/office/drawing/2014/main" id="{C96963A1-05E4-8646-A2FB-B7F389AB2649}"/>
                  </a:ext>
                </a:extLst>
              </p:cNvPr>
              <p:cNvSpPr txBox="1">
                <a:spLocks noChangeArrowheads="1"/>
              </p:cNvSpPr>
              <p:nvPr/>
            </p:nvSpPr>
            <p:spPr bwMode="auto">
              <a:xfrm>
                <a:off x="1202" y="2219"/>
                <a:ext cx="3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a:latin typeface="Arial" panose="020B0604020202020204" pitchFamily="34" charset="0"/>
                    <a:ea typeface="宋体" panose="02010600030101010101" pitchFamily="2" charset="-122"/>
                  </a:rPr>
                  <a:t>1101000110101010110101011100010011010010</a:t>
                </a:r>
              </a:p>
            </p:txBody>
          </p:sp>
        </p:grpSp>
      </p:grpSp>
      <p:sp>
        <p:nvSpPr>
          <p:cNvPr id="107527" name="幻灯片编号占位符 1">
            <a:extLst>
              <a:ext uri="{FF2B5EF4-FFF2-40B4-BE49-F238E27FC236}">
                <a16:creationId xmlns:a16="http://schemas.microsoft.com/office/drawing/2014/main" id="{759B5F27-A93C-C64A-8D11-9EF70AD185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FF41AC7-CDE3-6145-B9F2-DF26861707A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563247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042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60446"/>
                                        </p:tgtEl>
                                        <p:attrNameLst>
                                          <p:attrName>style.visibility</p:attrName>
                                        </p:attrNameLst>
                                      </p:cBhvr>
                                      <p:to>
                                        <p:strVal val="visible"/>
                                      </p:to>
                                    </p:set>
                                    <p:animEffect transition="in" filter="fade">
                                      <p:cBhvr>
                                        <p:cTn id="11" dur="1000"/>
                                        <p:tgtEl>
                                          <p:spTgt spid="6044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04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905F313E-76D4-E243-95E5-B51562A2F4F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因特网的核心部分</a:t>
            </a:r>
          </a:p>
        </p:txBody>
      </p:sp>
      <p:sp>
        <p:nvSpPr>
          <p:cNvPr id="109570" name="Rectangle 3">
            <a:extLst>
              <a:ext uri="{FF2B5EF4-FFF2-40B4-BE49-F238E27FC236}">
                <a16:creationId xmlns:a16="http://schemas.microsoft.com/office/drawing/2014/main" id="{1D652F23-4C85-5442-93FF-2D96B1EED6A4}"/>
              </a:ext>
            </a:extLst>
          </p:cNvPr>
          <p:cNvSpPr>
            <a:spLocks noGrp="1" noChangeArrowheads="1"/>
          </p:cNvSpPr>
          <p:nvPr>
            <p:ph type="body" idx="1"/>
          </p:nvPr>
        </p:nvSpPr>
        <p:spPr/>
        <p:txBody>
          <a:bodyPr/>
          <a:lstStyle/>
          <a:p>
            <a:pPr eaLnBrk="1" hangingPunct="1"/>
            <a:r>
              <a:rPr lang="zh-CN" altLang="en-US" sz="2100">
                <a:ea typeface="宋体" panose="02010600030101010101" pitchFamily="2" charset="-122"/>
              </a:rPr>
              <a:t>因特网的核心部分是由许多</a:t>
            </a:r>
            <a:r>
              <a:rPr lang="zh-CN" altLang="en-US" sz="2100">
                <a:solidFill>
                  <a:srgbClr val="CC0000"/>
                </a:solidFill>
                <a:ea typeface="宋体" panose="02010600030101010101" pitchFamily="2" charset="-122"/>
              </a:rPr>
              <a:t>网络</a:t>
            </a:r>
            <a:r>
              <a:rPr lang="zh-CN" altLang="en-US" sz="2100">
                <a:ea typeface="宋体" panose="02010600030101010101" pitchFamily="2" charset="-122"/>
              </a:rPr>
              <a:t>和把它们互连起来的</a:t>
            </a:r>
            <a:r>
              <a:rPr lang="zh-CN" altLang="en-US" sz="2100">
                <a:solidFill>
                  <a:srgbClr val="CC0000"/>
                </a:solidFill>
                <a:ea typeface="宋体" panose="02010600030101010101" pitchFamily="2" charset="-122"/>
              </a:rPr>
              <a:t>路由器</a:t>
            </a:r>
            <a:r>
              <a:rPr lang="zh-CN" altLang="en-US" sz="2100">
                <a:ea typeface="宋体" panose="02010600030101010101" pitchFamily="2" charset="-122"/>
              </a:rPr>
              <a:t>组成，而</a:t>
            </a:r>
            <a:r>
              <a:rPr lang="zh-CN" altLang="en-US" sz="2100">
                <a:solidFill>
                  <a:srgbClr val="CC0000"/>
                </a:solidFill>
                <a:ea typeface="宋体" panose="02010600030101010101" pitchFamily="2" charset="-122"/>
              </a:rPr>
              <a:t>主机处在因特网的边缘部分</a:t>
            </a:r>
            <a:r>
              <a:rPr lang="zh-CN" altLang="en-US" sz="2100">
                <a:ea typeface="宋体" panose="02010600030101010101" pitchFamily="2" charset="-122"/>
              </a:rPr>
              <a:t>。</a:t>
            </a:r>
          </a:p>
          <a:p>
            <a:pPr eaLnBrk="1" hangingPunct="1"/>
            <a:r>
              <a:rPr lang="zh-CN" altLang="en-US" sz="2100">
                <a:ea typeface="宋体" panose="02010600030101010101" pitchFamily="2" charset="-122"/>
              </a:rPr>
              <a:t>在因特网核心部分的路由器之间一般都用高速链路相连接，而在网络边缘的主机接入到核心部分则通常以相对较低速率的链路相连接。</a:t>
            </a:r>
          </a:p>
          <a:p>
            <a:pPr eaLnBrk="1" hangingPunct="1"/>
            <a:r>
              <a:rPr lang="zh-CN" altLang="en-US" sz="2100">
                <a:solidFill>
                  <a:srgbClr val="CC0000"/>
                </a:solidFill>
                <a:ea typeface="宋体" panose="02010600030101010101" pitchFamily="2" charset="-122"/>
              </a:rPr>
              <a:t>主机</a:t>
            </a:r>
            <a:r>
              <a:rPr lang="zh-CN" altLang="en-US" sz="2100">
                <a:ea typeface="宋体" panose="02010600030101010101" pitchFamily="2" charset="-122"/>
              </a:rPr>
              <a:t>的用途是为用户进行信息处理的，并且可以和其他主机通过网络交换信息。</a:t>
            </a:r>
            <a:r>
              <a:rPr lang="zh-CN" altLang="en-US" sz="2100">
                <a:solidFill>
                  <a:srgbClr val="CC0000"/>
                </a:solidFill>
                <a:ea typeface="宋体" panose="02010600030101010101" pitchFamily="2" charset="-122"/>
              </a:rPr>
              <a:t>路由器</a:t>
            </a:r>
            <a:r>
              <a:rPr lang="zh-CN" altLang="en-US" sz="2100">
                <a:ea typeface="宋体" panose="02010600030101010101" pitchFamily="2" charset="-122"/>
              </a:rPr>
              <a:t>的用途则是用来转发分组的，即进行分组交换的。 </a:t>
            </a:r>
          </a:p>
        </p:txBody>
      </p:sp>
      <p:sp>
        <p:nvSpPr>
          <p:cNvPr id="109571" name="幻灯片编号占位符 1">
            <a:extLst>
              <a:ext uri="{FF2B5EF4-FFF2-40B4-BE49-F238E27FC236}">
                <a16:creationId xmlns:a16="http://schemas.microsoft.com/office/drawing/2014/main" id="{D968835D-D667-AD4F-BCD5-3AF8D1CB90E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594F3D-F8B7-D441-AFE2-A380FBDE49A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39072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7" name="Oval 4">
            <a:extLst>
              <a:ext uri="{FF2B5EF4-FFF2-40B4-BE49-F238E27FC236}">
                <a16:creationId xmlns:a16="http://schemas.microsoft.com/office/drawing/2014/main" id="{ED5E0C26-246A-9C48-A472-C51436DB36F0}"/>
              </a:ext>
            </a:extLst>
          </p:cNvPr>
          <p:cNvSpPr>
            <a:spLocks noChangeArrowheads="1"/>
          </p:cNvSpPr>
          <p:nvPr/>
        </p:nvSpPr>
        <p:spPr bwMode="auto">
          <a:xfrm rot="19925028">
            <a:off x="2781300" y="1374835"/>
            <a:ext cx="1777604" cy="1188244"/>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18" name="Oval 5">
            <a:extLst>
              <a:ext uri="{FF2B5EF4-FFF2-40B4-BE49-F238E27FC236}">
                <a16:creationId xmlns:a16="http://schemas.microsoft.com/office/drawing/2014/main" id="{847FA36F-4C58-0947-AEE5-3ACE270DC037}"/>
              </a:ext>
            </a:extLst>
          </p:cNvPr>
          <p:cNvSpPr>
            <a:spLocks noChangeArrowheads="1"/>
          </p:cNvSpPr>
          <p:nvPr/>
        </p:nvSpPr>
        <p:spPr bwMode="auto">
          <a:xfrm rot="20825028">
            <a:off x="3971925" y="1134328"/>
            <a:ext cx="1552575" cy="110370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19" name="Oval 6">
            <a:extLst>
              <a:ext uri="{FF2B5EF4-FFF2-40B4-BE49-F238E27FC236}">
                <a16:creationId xmlns:a16="http://schemas.microsoft.com/office/drawing/2014/main" id="{8ABC0AD8-6494-CD46-B43C-03042BE79ADB}"/>
              </a:ext>
            </a:extLst>
          </p:cNvPr>
          <p:cNvSpPr>
            <a:spLocks noChangeArrowheads="1"/>
          </p:cNvSpPr>
          <p:nvPr/>
        </p:nvSpPr>
        <p:spPr bwMode="auto">
          <a:xfrm rot="21425028">
            <a:off x="5106591" y="1536760"/>
            <a:ext cx="1146572" cy="142755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0" name="Oval 7">
            <a:extLst>
              <a:ext uri="{FF2B5EF4-FFF2-40B4-BE49-F238E27FC236}">
                <a16:creationId xmlns:a16="http://schemas.microsoft.com/office/drawing/2014/main" id="{23B7B6C4-7B7F-0849-9347-676A8F1164A7}"/>
              </a:ext>
            </a:extLst>
          </p:cNvPr>
          <p:cNvSpPr>
            <a:spLocks noChangeArrowheads="1"/>
          </p:cNvSpPr>
          <p:nvPr/>
        </p:nvSpPr>
        <p:spPr bwMode="auto">
          <a:xfrm rot="18365028">
            <a:off x="5260777" y="2362458"/>
            <a:ext cx="1178719" cy="1067990"/>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1" name="Oval 8">
            <a:extLst>
              <a:ext uri="{FF2B5EF4-FFF2-40B4-BE49-F238E27FC236}">
                <a16:creationId xmlns:a16="http://schemas.microsoft.com/office/drawing/2014/main" id="{32F9FD8D-131C-C94E-BA63-53C977E6F0DA}"/>
              </a:ext>
            </a:extLst>
          </p:cNvPr>
          <p:cNvSpPr>
            <a:spLocks noChangeArrowheads="1"/>
          </p:cNvSpPr>
          <p:nvPr/>
        </p:nvSpPr>
        <p:spPr bwMode="auto">
          <a:xfrm rot="19925028">
            <a:off x="4018360" y="2952412"/>
            <a:ext cx="1944290" cy="1325166"/>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2" name="Oval 9">
            <a:extLst>
              <a:ext uri="{FF2B5EF4-FFF2-40B4-BE49-F238E27FC236}">
                <a16:creationId xmlns:a16="http://schemas.microsoft.com/office/drawing/2014/main" id="{92B23533-3824-2A49-8A71-9A7F8CB16F7F}"/>
              </a:ext>
            </a:extLst>
          </p:cNvPr>
          <p:cNvSpPr>
            <a:spLocks noChangeArrowheads="1"/>
          </p:cNvSpPr>
          <p:nvPr/>
        </p:nvSpPr>
        <p:spPr bwMode="auto">
          <a:xfrm rot="21005028">
            <a:off x="3255169" y="3512007"/>
            <a:ext cx="1389460" cy="916781"/>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3" name="Oval 10">
            <a:extLst>
              <a:ext uri="{FF2B5EF4-FFF2-40B4-BE49-F238E27FC236}">
                <a16:creationId xmlns:a16="http://schemas.microsoft.com/office/drawing/2014/main" id="{81F2B3EF-3F52-F14C-9DFF-946854C46A95}"/>
              </a:ext>
            </a:extLst>
          </p:cNvPr>
          <p:cNvSpPr>
            <a:spLocks noChangeArrowheads="1"/>
          </p:cNvSpPr>
          <p:nvPr/>
        </p:nvSpPr>
        <p:spPr bwMode="auto">
          <a:xfrm rot="19925028">
            <a:off x="2721769" y="3113147"/>
            <a:ext cx="879872" cy="108346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4" name="Oval 11">
            <a:extLst>
              <a:ext uri="{FF2B5EF4-FFF2-40B4-BE49-F238E27FC236}">
                <a16:creationId xmlns:a16="http://schemas.microsoft.com/office/drawing/2014/main" id="{D6E8F98A-765A-064F-B322-0BA48C72018B}"/>
              </a:ext>
            </a:extLst>
          </p:cNvPr>
          <p:cNvSpPr>
            <a:spLocks noChangeArrowheads="1"/>
          </p:cNvSpPr>
          <p:nvPr/>
        </p:nvSpPr>
        <p:spPr bwMode="auto">
          <a:xfrm rot="18065028">
            <a:off x="2469952" y="2374364"/>
            <a:ext cx="1193006" cy="882253"/>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5" name="Freeform 12">
            <a:extLst>
              <a:ext uri="{FF2B5EF4-FFF2-40B4-BE49-F238E27FC236}">
                <a16:creationId xmlns:a16="http://schemas.microsoft.com/office/drawing/2014/main" id="{D64E678D-9E2F-C741-A9ED-E64F11615A55}"/>
              </a:ext>
            </a:extLst>
          </p:cNvPr>
          <p:cNvSpPr>
            <a:spLocks/>
          </p:cNvSpPr>
          <p:nvPr/>
        </p:nvSpPr>
        <p:spPr bwMode="auto">
          <a:xfrm>
            <a:off x="2803922" y="1341497"/>
            <a:ext cx="3381375" cy="2889647"/>
          </a:xfrm>
          <a:custGeom>
            <a:avLst/>
            <a:gdLst>
              <a:gd name="T0" fmla="*/ 2147483646 w 1931"/>
              <a:gd name="T1" fmla="*/ 2147483646 h 1684"/>
              <a:gd name="T2" fmla="*/ 2147483646 w 1931"/>
              <a:gd name="T3" fmla="*/ 2147483646 h 1684"/>
              <a:gd name="T4" fmla="*/ 2147483646 w 1931"/>
              <a:gd name="T5" fmla="*/ 2147483646 h 1684"/>
              <a:gd name="T6" fmla="*/ 2147483646 w 1931"/>
              <a:gd name="T7" fmla="*/ 2147483646 h 1684"/>
              <a:gd name="T8" fmla="*/ 2147483646 w 1931"/>
              <a:gd name="T9" fmla="*/ 2147483646 h 1684"/>
              <a:gd name="T10" fmla="*/ 2147483646 w 1931"/>
              <a:gd name="T11" fmla="*/ 2147483646 h 1684"/>
              <a:gd name="T12" fmla="*/ 2147483646 w 1931"/>
              <a:gd name="T13" fmla="*/ 0 h 1684"/>
              <a:gd name="T14" fmla="*/ 2147483646 w 1931"/>
              <a:gd name="T15" fmla="*/ 2147483646 h 1684"/>
              <a:gd name="T16" fmla="*/ 2147483646 w 1931"/>
              <a:gd name="T17" fmla="*/ 2147483646 h 1684"/>
              <a:gd name="T18" fmla="*/ 2147483646 w 1931"/>
              <a:gd name="T19" fmla="*/ 2147483646 h 1684"/>
              <a:gd name="T20" fmla="*/ 2147483646 w 1931"/>
              <a:gd name="T21" fmla="*/ 2147483646 h 1684"/>
              <a:gd name="T22" fmla="*/ 2147483646 w 1931"/>
              <a:gd name="T23" fmla="*/ 2147483646 h 1684"/>
              <a:gd name="T24" fmla="*/ 2147483646 w 1931"/>
              <a:gd name="T25" fmla="*/ 2147483646 h 1684"/>
              <a:gd name="T26" fmla="*/ 2147483646 w 1931"/>
              <a:gd name="T27" fmla="*/ 2147483646 h 1684"/>
              <a:gd name="T28" fmla="*/ 2147483646 w 1931"/>
              <a:gd name="T29" fmla="*/ 2147483646 h 1684"/>
              <a:gd name="T30" fmla="*/ 2147483646 w 1931"/>
              <a:gd name="T31" fmla="*/ 2147483646 h 1684"/>
              <a:gd name="T32" fmla="*/ 2147483646 w 1931"/>
              <a:gd name="T33" fmla="*/ 2147483646 h 1684"/>
              <a:gd name="T34" fmla="*/ 2147483646 w 1931"/>
              <a:gd name="T35" fmla="*/ 2147483646 h 1684"/>
              <a:gd name="T36" fmla="*/ 2147483646 w 1931"/>
              <a:gd name="T37" fmla="*/ 2147483646 h 1684"/>
              <a:gd name="T38" fmla="*/ 2147483646 w 1931"/>
              <a:gd name="T39" fmla="*/ 2147483646 h 1684"/>
              <a:gd name="T40" fmla="*/ 2147483646 w 1931"/>
              <a:gd name="T41" fmla="*/ 2147483646 h 1684"/>
              <a:gd name="T42" fmla="*/ 2147483646 w 1931"/>
              <a:gd name="T43" fmla="*/ 2147483646 h 1684"/>
              <a:gd name="T44" fmla="*/ 2147483646 w 1931"/>
              <a:gd name="T45" fmla="*/ 2147483646 h 1684"/>
              <a:gd name="T46" fmla="*/ 2147483646 w 1931"/>
              <a:gd name="T47" fmla="*/ 2147483646 h 1684"/>
              <a:gd name="T48" fmla="*/ 2147483646 w 1931"/>
              <a:gd name="T49" fmla="*/ 2147483646 h 1684"/>
              <a:gd name="T50" fmla="*/ 2147483646 w 1931"/>
              <a:gd name="T51" fmla="*/ 2147483646 h 1684"/>
              <a:gd name="T52" fmla="*/ 2147483646 w 1931"/>
              <a:gd name="T53" fmla="*/ 2147483646 h 1684"/>
              <a:gd name="T54" fmla="*/ 2147483646 w 1931"/>
              <a:gd name="T55" fmla="*/ 2147483646 h 1684"/>
              <a:gd name="T56" fmla="*/ 2147483646 w 1931"/>
              <a:gd name="T57" fmla="*/ 2147483646 h 1684"/>
              <a:gd name="T58" fmla="*/ 2147483646 w 1931"/>
              <a:gd name="T59" fmla="*/ 2147483646 h 1684"/>
              <a:gd name="T60" fmla="*/ 2147483646 w 1931"/>
              <a:gd name="T61" fmla="*/ 2147483646 h 1684"/>
              <a:gd name="T62" fmla="*/ 2147483646 w 1931"/>
              <a:gd name="T63" fmla="*/ 2147483646 h 1684"/>
              <a:gd name="T64" fmla="*/ 2147483646 w 1931"/>
              <a:gd name="T65" fmla="*/ 2147483646 h 1684"/>
              <a:gd name="T66" fmla="*/ 2147483646 w 1931"/>
              <a:gd name="T67" fmla="*/ 2147483646 h 1684"/>
              <a:gd name="T68" fmla="*/ 2147483646 w 1931"/>
              <a:gd name="T69" fmla="*/ 2147483646 h 1684"/>
              <a:gd name="T70" fmla="*/ 2147483646 w 1931"/>
              <a:gd name="T71" fmla="*/ 2147483646 h 1684"/>
              <a:gd name="T72" fmla="*/ 2147483646 w 1931"/>
              <a:gd name="T73" fmla="*/ 2147483646 h 1684"/>
              <a:gd name="T74" fmla="*/ 2147483646 w 1931"/>
              <a:gd name="T75" fmla="*/ 2147483646 h 1684"/>
              <a:gd name="T76" fmla="*/ 2147483646 w 1931"/>
              <a:gd name="T77" fmla="*/ 2147483646 h 1684"/>
              <a:gd name="T78" fmla="*/ 2147483646 w 1931"/>
              <a:gd name="T79" fmla="*/ 2147483646 h 1684"/>
              <a:gd name="T80" fmla="*/ 2147483646 w 1931"/>
              <a:gd name="T81" fmla="*/ 2147483646 h 1684"/>
              <a:gd name="T82" fmla="*/ 2147483646 w 1931"/>
              <a:gd name="T83" fmla="*/ 2147483646 h 1684"/>
              <a:gd name="T84" fmla="*/ 2147483646 w 1931"/>
              <a:gd name="T85" fmla="*/ 2147483646 h 1684"/>
              <a:gd name="T86" fmla="*/ 2147483646 w 1931"/>
              <a:gd name="T87" fmla="*/ 2147483646 h 1684"/>
              <a:gd name="T88" fmla="*/ 2147483646 w 1931"/>
              <a:gd name="T89" fmla="*/ 2147483646 h 1684"/>
              <a:gd name="T90" fmla="*/ 2147483646 w 1931"/>
              <a:gd name="T91" fmla="*/ 2147483646 h 1684"/>
              <a:gd name="T92" fmla="*/ 2147483646 w 1931"/>
              <a:gd name="T93" fmla="*/ 2147483646 h 1684"/>
              <a:gd name="T94" fmla="*/ 2147483646 w 1931"/>
              <a:gd name="T95" fmla="*/ 2147483646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11626" name="Line 13">
            <a:extLst>
              <a:ext uri="{FF2B5EF4-FFF2-40B4-BE49-F238E27FC236}">
                <a16:creationId xmlns:a16="http://schemas.microsoft.com/office/drawing/2014/main" id="{8628AFB8-B7C1-184E-A587-9970D62DF05C}"/>
              </a:ext>
            </a:extLst>
          </p:cNvPr>
          <p:cNvSpPr>
            <a:spLocks noChangeShapeType="1"/>
          </p:cNvSpPr>
          <p:nvPr/>
        </p:nvSpPr>
        <p:spPr bwMode="auto">
          <a:xfrm flipV="1">
            <a:off x="3664744" y="1346259"/>
            <a:ext cx="1176338" cy="4988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7" name="Line 14">
            <a:extLst>
              <a:ext uri="{FF2B5EF4-FFF2-40B4-BE49-F238E27FC236}">
                <a16:creationId xmlns:a16="http://schemas.microsoft.com/office/drawing/2014/main" id="{77412E6D-FFA6-394F-9CCF-D4E12DE73FBF}"/>
              </a:ext>
            </a:extLst>
          </p:cNvPr>
          <p:cNvSpPr>
            <a:spLocks noChangeShapeType="1"/>
          </p:cNvSpPr>
          <p:nvPr/>
        </p:nvSpPr>
        <p:spPr bwMode="auto">
          <a:xfrm>
            <a:off x="4986338" y="1412935"/>
            <a:ext cx="695325" cy="12537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8" name="Line 15">
            <a:extLst>
              <a:ext uri="{FF2B5EF4-FFF2-40B4-BE49-F238E27FC236}">
                <a16:creationId xmlns:a16="http://schemas.microsoft.com/office/drawing/2014/main" id="{DEB8C26C-6EC8-D54D-A012-7D4D6E1A679A}"/>
              </a:ext>
            </a:extLst>
          </p:cNvPr>
          <p:cNvSpPr>
            <a:spLocks noChangeShapeType="1"/>
          </p:cNvSpPr>
          <p:nvPr/>
        </p:nvSpPr>
        <p:spPr bwMode="auto">
          <a:xfrm flipH="1">
            <a:off x="2971800" y="1926093"/>
            <a:ext cx="610791" cy="11299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9" name="Line 16">
            <a:extLst>
              <a:ext uri="{FF2B5EF4-FFF2-40B4-BE49-F238E27FC236}">
                <a16:creationId xmlns:a16="http://schemas.microsoft.com/office/drawing/2014/main" id="{21EB77C2-2769-4647-98B3-8F3F550DAF06}"/>
              </a:ext>
            </a:extLst>
          </p:cNvPr>
          <p:cNvSpPr>
            <a:spLocks noChangeShapeType="1"/>
          </p:cNvSpPr>
          <p:nvPr/>
        </p:nvSpPr>
        <p:spPr bwMode="auto">
          <a:xfrm>
            <a:off x="3008710" y="3213159"/>
            <a:ext cx="1394222" cy="7941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0" name="Line 17">
            <a:extLst>
              <a:ext uri="{FF2B5EF4-FFF2-40B4-BE49-F238E27FC236}">
                <a16:creationId xmlns:a16="http://schemas.microsoft.com/office/drawing/2014/main" id="{79B246C6-FD24-B14A-AFD7-C675BC889AFE}"/>
              </a:ext>
            </a:extLst>
          </p:cNvPr>
          <p:cNvSpPr>
            <a:spLocks noChangeShapeType="1"/>
          </p:cNvSpPr>
          <p:nvPr/>
        </p:nvSpPr>
        <p:spPr bwMode="auto">
          <a:xfrm flipV="1">
            <a:off x="4462463" y="2915504"/>
            <a:ext cx="1219200" cy="117276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1" name="Line 18">
            <a:extLst>
              <a:ext uri="{FF2B5EF4-FFF2-40B4-BE49-F238E27FC236}">
                <a16:creationId xmlns:a16="http://schemas.microsoft.com/office/drawing/2014/main" id="{A9155417-0148-4F44-A0D3-77C27AA273E3}"/>
              </a:ext>
            </a:extLst>
          </p:cNvPr>
          <p:cNvSpPr>
            <a:spLocks noChangeShapeType="1"/>
          </p:cNvSpPr>
          <p:nvPr/>
        </p:nvSpPr>
        <p:spPr bwMode="auto">
          <a:xfrm>
            <a:off x="3712369" y="1932047"/>
            <a:ext cx="1955006" cy="8512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2" name="Line 19">
            <a:extLst>
              <a:ext uri="{FF2B5EF4-FFF2-40B4-BE49-F238E27FC236}">
                <a16:creationId xmlns:a16="http://schemas.microsoft.com/office/drawing/2014/main" id="{F2098F58-D7F0-5E41-8128-98F12FE816EC}"/>
              </a:ext>
            </a:extLst>
          </p:cNvPr>
          <p:cNvSpPr>
            <a:spLocks noChangeShapeType="1"/>
          </p:cNvSpPr>
          <p:nvPr/>
        </p:nvSpPr>
        <p:spPr bwMode="auto">
          <a:xfrm>
            <a:off x="3619500" y="1787981"/>
            <a:ext cx="919163" cy="22193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3" name="Line 20">
            <a:extLst>
              <a:ext uri="{FF2B5EF4-FFF2-40B4-BE49-F238E27FC236}">
                <a16:creationId xmlns:a16="http://schemas.microsoft.com/office/drawing/2014/main" id="{DC7E7F0F-BB95-FB4C-8FB6-17FFFBC8F677}"/>
              </a:ext>
            </a:extLst>
          </p:cNvPr>
          <p:cNvSpPr>
            <a:spLocks noChangeShapeType="1"/>
          </p:cNvSpPr>
          <p:nvPr/>
        </p:nvSpPr>
        <p:spPr bwMode="auto">
          <a:xfrm flipV="1">
            <a:off x="3915966" y="4070410"/>
            <a:ext cx="588169" cy="4917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4" name="Line 21">
            <a:extLst>
              <a:ext uri="{FF2B5EF4-FFF2-40B4-BE49-F238E27FC236}">
                <a16:creationId xmlns:a16="http://schemas.microsoft.com/office/drawing/2014/main" id="{16CE2415-1E60-9042-B92C-7990C7E91146}"/>
              </a:ext>
            </a:extLst>
          </p:cNvPr>
          <p:cNvSpPr>
            <a:spLocks noChangeShapeType="1"/>
          </p:cNvSpPr>
          <p:nvPr/>
        </p:nvSpPr>
        <p:spPr bwMode="auto">
          <a:xfrm rot="16200000">
            <a:off x="5115520" y="856318"/>
            <a:ext cx="370285" cy="7429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5" name="Line 22">
            <a:extLst>
              <a:ext uri="{FF2B5EF4-FFF2-40B4-BE49-F238E27FC236}">
                <a16:creationId xmlns:a16="http://schemas.microsoft.com/office/drawing/2014/main" id="{D92EF285-42C8-9145-A897-53D7311E0A44}"/>
              </a:ext>
            </a:extLst>
          </p:cNvPr>
          <p:cNvSpPr>
            <a:spLocks noChangeShapeType="1"/>
          </p:cNvSpPr>
          <p:nvPr/>
        </p:nvSpPr>
        <p:spPr bwMode="auto">
          <a:xfrm>
            <a:off x="5767388" y="2915504"/>
            <a:ext cx="588169" cy="9060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6" name="Line 23">
            <a:extLst>
              <a:ext uri="{FF2B5EF4-FFF2-40B4-BE49-F238E27FC236}">
                <a16:creationId xmlns:a16="http://schemas.microsoft.com/office/drawing/2014/main" id="{4F0079FD-A7B0-F849-9FFC-98713D85389C}"/>
              </a:ext>
            </a:extLst>
          </p:cNvPr>
          <p:cNvSpPr>
            <a:spLocks noChangeShapeType="1"/>
          </p:cNvSpPr>
          <p:nvPr/>
        </p:nvSpPr>
        <p:spPr bwMode="auto">
          <a:xfrm>
            <a:off x="2160985" y="3153628"/>
            <a:ext cx="817959" cy="14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7" name="Line 24">
            <a:extLst>
              <a:ext uri="{FF2B5EF4-FFF2-40B4-BE49-F238E27FC236}">
                <a16:creationId xmlns:a16="http://schemas.microsoft.com/office/drawing/2014/main" id="{600182D7-1480-4748-8AE4-1D545EBADB5A}"/>
              </a:ext>
            </a:extLst>
          </p:cNvPr>
          <p:cNvSpPr>
            <a:spLocks noChangeShapeType="1"/>
          </p:cNvSpPr>
          <p:nvPr/>
        </p:nvSpPr>
        <p:spPr bwMode="auto">
          <a:xfrm rot="5400000" flipH="1">
            <a:off x="3237310" y="1448654"/>
            <a:ext cx="692944"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8" name="Text Box 25">
            <a:extLst>
              <a:ext uri="{FF2B5EF4-FFF2-40B4-BE49-F238E27FC236}">
                <a16:creationId xmlns:a16="http://schemas.microsoft.com/office/drawing/2014/main" id="{6AA4972D-7CE0-C841-8E3D-D993C457D404}"/>
              </a:ext>
            </a:extLst>
          </p:cNvPr>
          <p:cNvSpPr txBox="1">
            <a:spLocks noChangeArrowheads="1"/>
          </p:cNvSpPr>
          <p:nvPr/>
        </p:nvSpPr>
        <p:spPr bwMode="auto">
          <a:xfrm>
            <a:off x="1385888" y="2904787"/>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1</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39" name="Text Box 26">
            <a:extLst>
              <a:ext uri="{FF2B5EF4-FFF2-40B4-BE49-F238E27FC236}">
                <a16:creationId xmlns:a16="http://schemas.microsoft.com/office/drawing/2014/main" id="{50952A41-2A67-CB4E-8818-2D3461ECAA30}"/>
              </a:ext>
            </a:extLst>
          </p:cNvPr>
          <p:cNvSpPr txBox="1">
            <a:spLocks noChangeArrowheads="1"/>
          </p:cNvSpPr>
          <p:nvPr/>
        </p:nvSpPr>
        <p:spPr bwMode="auto">
          <a:xfrm>
            <a:off x="6696075" y="3601303"/>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5</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40" name="Text Box 27">
            <a:extLst>
              <a:ext uri="{FF2B5EF4-FFF2-40B4-BE49-F238E27FC236}">
                <a16:creationId xmlns:a16="http://schemas.microsoft.com/office/drawing/2014/main" id="{A579A7CE-174D-F141-A2EC-53D7F9D1737D}"/>
              </a:ext>
            </a:extLst>
          </p:cNvPr>
          <p:cNvSpPr txBox="1">
            <a:spLocks noChangeArrowheads="1"/>
          </p:cNvSpPr>
          <p:nvPr/>
        </p:nvSpPr>
        <p:spPr bwMode="auto">
          <a:xfrm>
            <a:off x="2977754" y="683081"/>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2</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41" name="Text Box 28">
            <a:extLst>
              <a:ext uri="{FF2B5EF4-FFF2-40B4-BE49-F238E27FC236}">
                <a16:creationId xmlns:a16="http://schemas.microsoft.com/office/drawing/2014/main" id="{8CE85255-21DB-F64F-855C-58CBA276B2C6}"/>
              </a:ext>
            </a:extLst>
          </p:cNvPr>
          <p:cNvSpPr txBox="1">
            <a:spLocks noChangeArrowheads="1"/>
          </p:cNvSpPr>
          <p:nvPr/>
        </p:nvSpPr>
        <p:spPr bwMode="auto">
          <a:xfrm>
            <a:off x="5920725" y="512823"/>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chemeClr val="tx2"/>
                </a:solidFill>
                <a:latin typeface="Arial" panose="020B0604020202020204" pitchFamily="34" charset="0"/>
                <a:ea typeface="宋体" panose="02010600030101010101" pitchFamily="2" charset="-122"/>
              </a:rPr>
              <a:t>H</a:t>
            </a:r>
            <a:r>
              <a:rPr kumimoji="1" lang="en-US" altLang="zh-CN" sz="2100" baseline="-25000" dirty="0">
                <a:solidFill>
                  <a:schemeClr val="tx2"/>
                </a:solidFill>
                <a:latin typeface="Arial" panose="020B0604020202020204" pitchFamily="34" charset="0"/>
                <a:ea typeface="宋体" panose="02010600030101010101" pitchFamily="2" charset="-122"/>
              </a:rPr>
              <a:t>4</a:t>
            </a:r>
            <a:endParaRPr kumimoji="1" lang="en-US" altLang="zh-CN" sz="2100" dirty="0">
              <a:solidFill>
                <a:schemeClr val="tx2"/>
              </a:solidFill>
              <a:latin typeface="Arial" panose="020B0604020202020204" pitchFamily="34" charset="0"/>
              <a:ea typeface="宋体" panose="02010600030101010101" pitchFamily="2" charset="-122"/>
            </a:endParaRPr>
          </a:p>
        </p:txBody>
      </p:sp>
      <p:sp>
        <p:nvSpPr>
          <p:cNvPr id="111642" name="Text Box 29">
            <a:extLst>
              <a:ext uri="{FF2B5EF4-FFF2-40B4-BE49-F238E27FC236}">
                <a16:creationId xmlns:a16="http://schemas.microsoft.com/office/drawing/2014/main" id="{59884CBD-FE87-F047-A32F-6E6716A7FC7F}"/>
              </a:ext>
            </a:extLst>
          </p:cNvPr>
          <p:cNvSpPr txBox="1">
            <a:spLocks noChangeArrowheads="1"/>
          </p:cNvSpPr>
          <p:nvPr/>
        </p:nvSpPr>
        <p:spPr bwMode="auto">
          <a:xfrm>
            <a:off x="3223022" y="4463316"/>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3</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43" name="Line 30">
            <a:extLst>
              <a:ext uri="{FF2B5EF4-FFF2-40B4-BE49-F238E27FC236}">
                <a16:creationId xmlns:a16="http://schemas.microsoft.com/office/drawing/2014/main" id="{10BB6C7E-48D2-FF40-85B2-88CFA5B625B1}"/>
              </a:ext>
            </a:extLst>
          </p:cNvPr>
          <p:cNvSpPr>
            <a:spLocks noChangeShapeType="1"/>
          </p:cNvSpPr>
          <p:nvPr/>
        </p:nvSpPr>
        <p:spPr bwMode="auto">
          <a:xfrm flipV="1">
            <a:off x="5767388" y="2152313"/>
            <a:ext cx="831056" cy="59769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44" name="Text Box 31">
            <a:extLst>
              <a:ext uri="{FF2B5EF4-FFF2-40B4-BE49-F238E27FC236}">
                <a16:creationId xmlns:a16="http://schemas.microsoft.com/office/drawing/2014/main" id="{0A9C63B5-B0CC-EB44-8968-B05335A9B1D9}"/>
              </a:ext>
            </a:extLst>
          </p:cNvPr>
          <p:cNvSpPr txBox="1">
            <a:spLocks noChangeArrowheads="1"/>
          </p:cNvSpPr>
          <p:nvPr/>
        </p:nvSpPr>
        <p:spPr bwMode="auto">
          <a:xfrm>
            <a:off x="6462713" y="1342687"/>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6</a:t>
            </a:r>
            <a:endParaRPr kumimoji="1" lang="en-US" altLang="zh-CN" sz="2100">
              <a:solidFill>
                <a:schemeClr val="tx2"/>
              </a:solidFill>
              <a:latin typeface="Arial" panose="020B0604020202020204" pitchFamily="34" charset="0"/>
              <a:ea typeface="宋体" panose="02010600030101010101" pitchFamily="2" charset="-122"/>
            </a:endParaRPr>
          </a:p>
        </p:txBody>
      </p:sp>
      <p:pic>
        <p:nvPicPr>
          <p:cNvPr id="111645" name="Picture 32">
            <a:extLst>
              <a:ext uri="{FF2B5EF4-FFF2-40B4-BE49-F238E27FC236}">
                <a16:creationId xmlns:a16="http://schemas.microsoft.com/office/drawing/2014/main" id="{C8D6B642-50F0-4644-9F51-BAFC3644D43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776" y="512823"/>
            <a:ext cx="535781"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6" name="Picture 33">
            <a:extLst>
              <a:ext uri="{FF2B5EF4-FFF2-40B4-BE49-F238E27FC236}">
                <a16:creationId xmlns:a16="http://schemas.microsoft.com/office/drawing/2014/main" id="{10AEF7BF-4B53-7841-AD3C-2C78DF17F8B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1991" y="1708210"/>
            <a:ext cx="540544"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7" name="Picture 34">
            <a:extLst>
              <a:ext uri="{FF2B5EF4-FFF2-40B4-BE49-F238E27FC236}">
                <a16:creationId xmlns:a16="http://schemas.microsoft.com/office/drawing/2014/main" id="{00EE9FEE-5582-AD4A-9794-C5AC8BB36C9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1175" y="2915503"/>
            <a:ext cx="538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8" name="Picture 35">
            <a:extLst>
              <a:ext uri="{FF2B5EF4-FFF2-40B4-BE49-F238E27FC236}">
                <a16:creationId xmlns:a16="http://schemas.microsoft.com/office/drawing/2014/main" id="{F0CB5613-8624-0845-802C-015B854FFB7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2591" y="4478794"/>
            <a:ext cx="538163"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9" name="Picture 36">
            <a:extLst>
              <a:ext uri="{FF2B5EF4-FFF2-40B4-BE49-F238E27FC236}">
                <a16:creationId xmlns:a16="http://schemas.microsoft.com/office/drawing/2014/main" id="{D8D3ABD5-3026-8D4B-ABBD-6BA41A53103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5298" y="3658454"/>
            <a:ext cx="540544" cy="53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0" name="Picture 37">
            <a:extLst>
              <a:ext uri="{FF2B5EF4-FFF2-40B4-BE49-F238E27FC236}">
                <a16:creationId xmlns:a16="http://schemas.microsoft.com/office/drawing/2014/main" id="{519C027C-685A-A54B-A76C-5495C5803A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988" y="692606"/>
            <a:ext cx="540544" cy="53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1" name="Picture 38">
            <a:extLst>
              <a:ext uri="{FF2B5EF4-FFF2-40B4-BE49-F238E27FC236}">
                <a16:creationId xmlns:a16="http://schemas.microsoft.com/office/drawing/2014/main" id="{41F6234E-2615-764C-813D-964EE814979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1610" y="1690350"/>
            <a:ext cx="571500" cy="396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2" name="Picture 39">
            <a:extLst>
              <a:ext uri="{FF2B5EF4-FFF2-40B4-BE49-F238E27FC236}">
                <a16:creationId xmlns:a16="http://schemas.microsoft.com/office/drawing/2014/main" id="{DF874BEE-79B2-1040-90F5-CFBF3FDC66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0581" y="1227197"/>
            <a:ext cx="5715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3" name="Picture 40">
            <a:extLst>
              <a:ext uri="{FF2B5EF4-FFF2-40B4-BE49-F238E27FC236}">
                <a16:creationId xmlns:a16="http://schemas.microsoft.com/office/drawing/2014/main" id="{9290AB3F-A764-E445-A539-9E4E314E0F3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1150" y="2611894"/>
            <a:ext cx="5715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4" name="Picture 41">
            <a:extLst>
              <a:ext uri="{FF2B5EF4-FFF2-40B4-BE49-F238E27FC236}">
                <a16:creationId xmlns:a16="http://schemas.microsoft.com/office/drawing/2014/main" id="{3D2A830D-BD12-9A4A-8AF1-47DED0DA931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6238" y="3721556"/>
            <a:ext cx="5715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5" name="Picture 42">
            <a:extLst>
              <a:ext uri="{FF2B5EF4-FFF2-40B4-BE49-F238E27FC236}">
                <a16:creationId xmlns:a16="http://schemas.microsoft.com/office/drawing/2014/main" id="{94364CE1-B2A1-BE4E-AD98-1FC4904D30F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206" y="2889310"/>
            <a:ext cx="571500" cy="39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1656" name="Group 43">
            <a:extLst>
              <a:ext uri="{FF2B5EF4-FFF2-40B4-BE49-F238E27FC236}">
                <a16:creationId xmlns:a16="http://schemas.microsoft.com/office/drawing/2014/main" id="{34DB7DF8-5E41-964A-A3D2-90E822C177A6}"/>
              </a:ext>
            </a:extLst>
          </p:cNvPr>
          <p:cNvGrpSpPr>
            <a:grpSpLocks/>
          </p:cNvGrpSpPr>
          <p:nvPr/>
        </p:nvGrpSpPr>
        <p:grpSpPr bwMode="auto">
          <a:xfrm>
            <a:off x="4000501" y="1318875"/>
            <a:ext cx="556022" cy="463154"/>
            <a:chOff x="2949" y="196"/>
            <a:chExt cx="941" cy="598"/>
          </a:xfrm>
        </p:grpSpPr>
        <p:sp>
          <p:nvSpPr>
            <p:cNvPr id="111809" name="Oval 44">
              <a:extLst>
                <a:ext uri="{FF2B5EF4-FFF2-40B4-BE49-F238E27FC236}">
                  <a16:creationId xmlns:a16="http://schemas.microsoft.com/office/drawing/2014/main" id="{30ED63F1-986B-CC4D-9D99-D85322B91865}"/>
                </a:ext>
              </a:extLst>
            </p:cNvPr>
            <p:cNvSpPr>
              <a:spLocks noChangeArrowheads="1"/>
            </p:cNvSpPr>
            <p:nvPr/>
          </p:nvSpPr>
          <p:spPr bwMode="auto">
            <a:xfrm>
              <a:off x="3169" y="196"/>
              <a:ext cx="407" cy="16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0" name="Oval 45">
              <a:extLst>
                <a:ext uri="{FF2B5EF4-FFF2-40B4-BE49-F238E27FC236}">
                  <a16:creationId xmlns:a16="http://schemas.microsoft.com/office/drawing/2014/main" id="{47C0A121-E1D2-334B-A7C6-830FEB8DA679}"/>
                </a:ext>
              </a:extLst>
            </p:cNvPr>
            <p:cNvSpPr>
              <a:spLocks noChangeArrowheads="1"/>
            </p:cNvSpPr>
            <p:nvPr/>
          </p:nvSpPr>
          <p:spPr bwMode="auto">
            <a:xfrm rot="900000">
              <a:off x="3511" y="251"/>
              <a:ext cx="276" cy="13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1" name="Oval 46">
              <a:extLst>
                <a:ext uri="{FF2B5EF4-FFF2-40B4-BE49-F238E27FC236}">
                  <a16:creationId xmlns:a16="http://schemas.microsoft.com/office/drawing/2014/main" id="{58BAEA5E-CBFB-7F4A-919D-E0A3106E4AA6}"/>
                </a:ext>
              </a:extLst>
            </p:cNvPr>
            <p:cNvSpPr>
              <a:spLocks noChangeArrowheads="1"/>
            </p:cNvSpPr>
            <p:nvPr/>
          </p:nvSpPr>
          <p:spPr bwMode="auto">
            <a:xfrm rot="1500000">
              <a:off x="3650" y="385"/>
              <a:ext cx="240" cy="15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2" name="Oval 47">
              <a:extLst>
                <a:ext uri="{FF2B5EF4-FFF2-40B4-BE49-F238E27FC236}">
                  <a16:creationId xmlns:a16="http://schemas.microsoft.com/office/drawing/2014/main" id="{E12086EE-8A05-224F-B801-63384A57DBE2}"/>
                </a:ext>
              </a:extLst>
            </p:cNvPr>
            <p:cNvSpPr>
              <a:spLocks noChangeArrowheads="1"/>
            </p:cNvSpPr>
            <p:nvPr/>
          </p:nvSpPr>
          <p:spPr bwMode="auto">
            <a:xfrm rot="-1560000">
              <a:off x="3574" y="537"/>
              <a:ext cx="290"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3" name="Oval 48">
              <a:extLst>
                <a:ext uri="{FF2B5EF4-FFF2-40B4-BE49-F238E27FC236}">
                  <a16:creationId xmlns:a16="http://schemas.microsoft.com/office/drawing/2014/main" id="{4AF6479E-2CB6-7A40-ADCA-4B1906ECD212}"/>
                </a:ext>
              </a:extLst>
            </p:cNvPr>
            <p:cNvSpPr>
              <a:spLocks noChangeArrowheads="1"/>
            </p:cNvSpPr>
            <p:nvPr/>
          </p:nvSpPr>
          <p:spPr bwMode="auto">
            <a:xfrm>
              <a:off x="3217" y="556"/>
              <a:ext cx="469" cy="238"/>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4" name="Oval 49">
              <a:extLst>
                <a:ext uri="{FF2B5EF4-FFF2-40B4-BE49-F238E27FC236}">
                  <a16:creationId xmlns:a16="http://schemas.microsoft.com/office/drawing/2014/main" id="{8CB2C1A7-1757-5E45-A384-F8A0FEB6CA0C}"/>
                </a:ext>
              </a:extLst>
            </p:cNvPr>
            <p:cNvSpPr>
              <a:spLocks noChangeArrowheads="1"/>
            </p:cNvSpPr>
            <p:nvPr/>
          </p:nvSpPr>
          <p:spPr bwMode="auto">
            <a:xfrm rot="1080000">
              <a:off x="3024" y="556"/>
              <a:ext cx="264"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5" name="Oval 50">
              <a:extLst>
                <a:ext uri="{FF2B5EF4-FFF2-40B4-BE49-F238E27FC236}">
                  <a16:creationId xmlns:a16="http://schemas.microsoft.com/office/drawing/2014/main" id="{F4E230D5-FF18-2B4B-9F1D-37F89C24F03F}"/>
                </a:ext>
              </a:extLst>
            </p:cNvPr>
            <p:cNvSpPr>
              <a:spLocks noChangeArrowheads="1"/>
            </p:cNvSpPr>
            <p:nvPr/>
          </p:nvSpPr>
          <p:spPr bwMode="auto">
            <a:xfrm>
              <a:off x="2949" y="433"/>
              <a:ext cx="218"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6" name="Oval 51">
              <a:extLst>
                <a:ext uri="{FF2B5EF4-FFF2-40B4-BE49-F238E27FC236}">
                  <a16:creationId xmlns:a16="http://schemas.microsoft.com/office/drawing/2014/main" id="{5C108C35-C888-4049-8D5D-8A4795F96067}"/>
                </a:ext>
              </a:extLst>
            </p:cNvPr>
            <p:cNvSpPr>
              <a:spLocks noChangeArrowheads="1"/>
            </p:cNvSpPr>
            <p:nvPr/>
          </p:nvSpPr>
          <p:spPr bwMode="auto">
            <a:xfrm rot="-1860000">
              <a:off x="2983" y="310"/>
              <a:ext cx="296"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7" name="Freeform 52">
              <a:extLst>
                <a:ext uri="{FF2B5EF4-FFF2-40B4-BE49-F238E27FC236}">
                  <a16:creationId xmlns:a16="http://schemas.microsoft.com/office/drawing/2014/main" id="{2F5419AE-F3BC-BE40-AF43-FB04DFAA808E}"/>
                </a:ext>
              </a:extLst>
            </p:cNvPr>
            <p:cNvSpPr>
              <a:spLocks/>
            </p:cNvSpPr>
            <p:nvPr/>
          </p:nvSpPr>
          <p:spPr bwMode="auto">
            <a:xfrm>
              <a:off x="3052" y="301"/>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3 h 407"/>
                <a:gd name="T54" fmla="*/ 723 w 738"/>
                <a:gd name="T55" fmla="*/ 254 h 407"/>
                <a:gd name="T56" fmla="*/ 734 w 738"/>
                <a:gd name="T57" fmla="*/ 285 h 407"/>
                <a:gd name="T58" fmla="*/ 734 w 738"/>
                <a:gd name="T59" fmla="*/ 316 h 407"/>
                <a:gd name="T60" fmla="*/ 712 w 738"/>
                <a:gd name="T61" fmla="*/ 346 h 407"/>
                <a:gd name="T62" fmla="*/ 675 w 738"/>
                <a:gd name="T63" fmla="*/ 362 h 407"/>
                <a:gd name="T64" fmla="*/ 643 w 738"/>
                <a:gd name="T65" fmla="*/ 377 h 407"/>
                <a:gd name="T66" fmla="*/ 610 w 738"/>
                <a:gd name="T67" fmla="*/ 393 h 407"/>
                <a:gd name="T68" fmla="*/ 578 w 738"/>
                <a:gd name="T69" fmla="*/ 398 h 407"/>
                <a:gd name="T70" fmla="*/ 535 w 738"/>
                <a:gd name="T71" fmla="*/ 403 h 407"/>
                <a:gd name="T72" fmla="*/ 497 w 738"/>
                <a:gd name="T73" fmla="*/ 403 h 407"/>
                <a:gd name="T74" fmla="*/ 465 w 738"/>
                <a:gd name="T75" fmla="*/ 403 h 407"/>
                <a:gd name="T76" fmla="*/ 433 w 738"/>
                <a:gd name="T77" fmla="*/ 403 h 407"/>
                <a:gd name="T78" fmla="*/ 400 w 738"/>
                <a:gd name="T79" fmla="*/ 403 h 407"/>
                <a:gd name="T80" fmla="*/ 369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18" name="Freeform 53">
              <a:extLst>
                <a:ext uri="{FF2B5EF4-FFF2-40B4-BE49-F238E27FC236}">
                  <a16:creationId xmlns:a16="http://schemas.microsoft.com/office/drawing/2014/main" id="{2B60A228-F664-204C-97C9-509114F0773B}"/>
                </a:ext>
              </a:extLst>
            </p:cNvPr>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19" name="Freeform 54">
              <a:extLst>
                <a:ext uri="{FF2B5EF4-FFF2-40B4-BE49-F238E27FC236}">
                  <a16:creationId xmlns:a16="http://schemas.microsoft.com/office/drawing/2014/main" id="{4FA9E4D0-E995-4044-8EEA-07133ABF0A2E}"/>
                </a:ext>
              </a:extLst>
            </p:cNvPr>
            <p:cNvSpPr>
              <a:spLocks/>
            </p:cNvSpPr>
            <p:nvPr/>
          </p:nvSpPr>
          <p:spPr bwMode="auto">
            <a:xfrm>
              <a:off x="3469" y="239"/>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57" name="Group 55">
            <a:extLst>
              <a:ext uri="{FF2B5EF4-FFF2-40B4-BE49-F238E27FC236}">
                <a16:creationId xmlns:a16="http://schemas.microsoft.com/office/drawing/2014/main" id="{96718AFD-CAE0-CA42-A64A-BB97DA7A46AC}"/>
              </a:ext>
            </a:extLst>
          </p:cNvPr>
          <p:cNvGrpSpPr>
            <a:grpSpLocks/>
          </p:cNvGrpSpPr>
          <p:nvPr/>
        </p:nvGrpSpPr>
        <p:grpSpPr bwMode="auto">
          <a:xfrm rot="867730">
            <a:off x="4186237" y="2058253"/>
            <a:ext cx="834629" cy="556022"/>
            <a:chOff x="2949" y="196"/>
            <a:chExt cx="941" cy="598"/>
          </a:xfrm>
        </p:grpSpPr>
        <p:sp>
          <p:nvSpPr>
            <p:cNvPr id="111798" name="Oval 56">
              <a:extLst>
                <a:ext uri="{FF2B5EF4-FFF2-40B4-BE49-F238E27FC236}">
                  <a16:creationId xmlns:a16="http://schemas.microsoft.com/office/drawing/2014/main" id="{BA79740B-3DA5-7345-89D1-98C43A845AA9}"/>
                </a:ext>
              </a:extLst>
            </p:cNvPr>
            <p:cNvSpPr>
              <a:spLocks noChangeArrowheads="1"/>
            </p:cNvSpPr>
            <p:nvPr/>
          </p:nvSpPr>
          <p:spPr bwMode="auto">
            <a:xfrm>
              <a:off x="3166" y="196"/>
              <a:ext cx="408" cy="16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9" name="Oval 57">
              <a:extLst>
                <a:ext uri="{FF2B5EF4-FFF2-40B4-BE49-F238E27FC236}">
                  <a16:creationId xmlns:a16="http://schemas.microsoft.com/office/drawing/2014/main" id="{05A53C81-2C33-0E41-9EE7-3BD7618DCBDF}"/>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0" name="Oval 58">
              <a:extLst>
                <a:ext uri="{FF2B5EF4-FFF2-40B4-BE49-F238E27FC236}">
                  <a16:creationId xmlns:a16="http://schemas.microsoft.com/office/drawing/2014/main" id="{864D8631-0C2D-2748-B335-2D47B567C504}"/>
                </a:ext>
              </a:extLst>
            </p:cNvPr>
            <p:cNvSpPr>
              <a:spLocks noChangeArrowheads="1"/>
            </p:cNvSpPr>
            <p:nvPr/>
          </p:nvSpPr>
          <p:spPr bwMode="auto">
            <a:xfrm rot="1500000">
              <a:off x="3648" y="385"/>
              <a:ext cx="240" cy="15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1" name="Oval 59">
              <a:extLst>
                <a:ext uri="{FF2B5EF4-FFF2-40B4-BE49-F238E27FC236}">
                  <a16:creationId xmlns:a16="http://schemas.microsoft.com/office/drawing/2014/main" id="{6CFCC0DD-3A75-724B-9046-0CC302265C01}"/>
                </a:ext>
              </a:extLst>
            </p:cNvPr>
            <p:cNvSpPr>
              <a:spLocks noChangeArrowheads="1"/>
            </p:cNvSpPr>
            <p:nvPr/>
          </p:nvSpPr>
          <p:spPr bwMode="auto">
            <a:xfrm rot="-1560000">
              <a:off x="3573" y="536"/>
              <a:ext cx="291" cy="19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2" name="Oval 60">
              <a:extLst>
                <a:ext uri="{FF2B5EF4-FFF2-40B4-BE49-F238E27FC236}">
                  <a16:creationId xmlns:a16="http://schemas.microsoft.com/office/drawing/2014/main" id="{F8AADE4C-B17E-4946-A1BE-C8050FB65FCE}"/>
                </a:ext>
              </a:extLst>
            </p:cNvPr>
            <p:cNvSpPr>
              <a:spLocks noChangeArrowheads="1"/>
            </p:cNvSpPr>
            <p:nvPr/>
          </p:nvSpPr>
          <p:spPr bwMode="auto">
            <a:xfrm>
              <a:off x="3213" y="555"/>
              <a:ext cx="471" cy="23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3" name="Oval 61">
              <a:extLst>
                <a:ext uri="{FF2B5EF4-FFF2-40B4-BE49-F238E27FC236}">
                  <a16:creationId xmlns:a16="http://schemas.microsoft.com/office/drawing/2014/main" id="{52B9568C-1371-944B-9335-E51482AAD505}"/>
                </a:ext>
              </a:extLst>
            </p:cNvPr>
            <p:cNvSpPr>
              <a:spLocks noChangeArrowheads="1"/>
            </p:cNvSpPr>
            <p:nvPr/>
          </p:nvSpPr>
          <p:spPr bwMode="auto">
            <a:xfrm rot="1080000">
              <a:off x="3021" y="554"/>
              <a:ext cx="267"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4" name="Oval 62">
              <a:extLst>
                <a:ext uri="{FF2B5EF4-FFF2-40B4-BE49-F238E27FC236}">
                  <a16:creationId xmlns:a16="http://schemas.microsoft.com/office/drawing/2014/main" id="{27CD899B-5F3E-FF47-B795-336B49C5A572}"/>
                </a:ext>
              </a:extLst>
            </p:cNvPr>
            <p:cNvSpPr>
              <a:spLocks noChangeArrowheads="1"/>
            </p:cNvSpPr>
            <p:nvPr/>
          </p:nvSpPr>
          <p:spPr bwMode="auto">
            <a:xfrm>
              <a:off x="2939" y="431"/>
              <a:ext cx="215"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5" name="Oval 63">
              <a:extLst>
                <a:ext uri="{FF2B5EF4-FFF2-40B4-BE49-F238E27FC236}">
                  <a16:creationId xmlns:a16="http://schemas.microsoft.com/office/drawing/2014/main" id="{048A38A7-6DF8-D346-B942-EA73FD84BCE2}"/>
                </a:ext>
              </a:extLst>
            </p:cNvPr>
            <p:cNvSpPr>
              <a:spLocks noChangeArrowheads="1"/>
            </p:cNvSpPr>
            <p:nvPr/>
          </p:nvSpPr>
          <p:spPr bwMode="auto">
            <a:xfrm rot="-1860000">
              <a:off x="2982" y="307"/>
              <a:ext cx="29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6" name="Freeform 64">
              <a:extLst>
                <a:ext uri="{FF2B5EF4-FFF2-40B4-BE49-F238E27FC236}">
                  <a16:creationId xmlns:a16="http://schemas.microsoft.com/office/drawing/2014/main" id="{72A330FD-B295-5643-901B-3AEE88C1CE99}"/>
                </a:ext>
              </a:extLst>
            </p:cNvPr>
            <p:cNvSpPr>
              <a:spLocks/>
            </p:cNvSpPr>
            <p:nvPr/>
          </p:nvSpPr>
          <p:spPr bwMode="auto">
            <a:xfrm>
              <a:off x="3042" y="298"/>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3 h 407"/>
                <a:gd name="T54" fmla="*/ 726 w 738"/>
                <a:gd name="T55" fmla="*/ 254 h 407"/>
                <a:gd name="T56" fmla="*/ 737 w 738"/>
                <a:gd name="T57" fmla="*/ 285 h 407"/>
                <a:gd name="T58" fmla="*/ 737 w 738"/>
                <a:gd name="T59" fmla="*/ 316 h 407"/>
                <a:gd name="T60" fmla="*/ 715 w 738"/>
                <a:gd name="T61" fmla="*/ 346 h 407"/>
                <a:gd name="T62" fmla="*/ 678 w 738"/>
                <a:gd name="T63" fmla="*/ 362 h 407"/>
                <a:gd name="T64" fmla="*/ 646 w 738"/>
                <a:gd name="T65" fmla="*/ 377 h 407"/>
                <a:gd name="T66" fmla="*/ 613 w 738"/>
                <a:gd name="T67" fmla="*/ 393 h 407"/>
                <a:gd name="T68" fmla="*/ 581 w 738"/>
                <a:gd name="T69" fmla="*/ 398 h 407"/>
                <a:gd name="T70" fmla="*/ 538 w 738"/>
                <a:gd name="T71" fmla="*/ 403 h 407"/>
                <a:gd name="T72" fmla="*/ 500 w 738"/>
                <a:gd name="T73" fmla="*/ 403 h 407"/>
                <a:gd name="T74" fmla="*/ 468 w 738"/>
                <a:gd name="T75" fmla="*/ 403 h 407"/>
                <a:gd name="T76" fmla="*/ 436 w 738"/>
                <a:gd name="T77" fmla="*/ 403 h 407"/>
                <a:gd name="T78" fmla="*/ 403 w 738"/>
                <a:gd name="T79" fmla="*/ 403 h 407"/>
                <a:gd name="T80" fmla="*/ 371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07" name="Freeform 65">
              <a:extLst>
                <a:ext uri="{FF2B5EF4-FFF2-40B4-BE49-F238E27FC236}">
                  <a16:creationId xmlns:a16="http://schemas.microsoft.com/office/drawing/2014/main" id="{546BD50C-F855-BF47-BFD6-8117EE066481}"/>
                </a:ext>
              </a:extLst>
            </p:cNvPr>
            <p:cNvSpPr>
              <a:spLocks/>
            </p:cNvSpPr>
            <p:nvPr/>
          </p:nvSpPr>
          <p:spPr bwMode="auto">
            <a:xfrm>
              <a:off x="3189" y="266"/>
              <a:ext cx="117" cy="119"/>
            </a:xfrm>
            <a:custGeom>
              <a:avLst/>
              <a:gdLst>
                <a:gd name="T0" fmla="*/ 5 w 117"/>
                <a:gd name="T1" fmla="*/ 69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4 h 118"/>
                <a:gd name="T24" fmla="*/ 116 w 117"/>
                <a:gd name="T25" fmla="*/ 79 h 118"/>
                <a:gd name="T26" fmla="*/ 116 w 117"/>
                <a:gd name="T27" fmla="*/ 95 h 118"/>
                <a:gd name="T28" fmla="*/ 116 w 117"/>
                <a:gd name="T29" fmla="*/ 110 h 118"/>
                <a:gd name="T30" fmla="*/ 100 w 117"/>
                <a:gd name="T31" fmla="*/ 120 h 118"/>
                <a:gd name="T32" fmla="*/ 84 w 117"/>
                <a:gd name="T33" fmla="*/ 120 h 118"/>
                <a:gd name="T34" fmla="*/ 69 w 117"/>
                <a:gd name="T35" fmla="*/ 120 h 118"/>
                <a:gd name="T36" fmla="*/ 53 w 117"/>
                <a:gd name="T37" fmla="*/ 120 h 118"/>
                <a:gd name="T38" fmla="*/ 37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08" name="Freeform 66">
              <a:extLst>
                <a:ext uri="{FF2B5EF4-FFF2-40B4-BE49-F238E27FC236}">
                  <a16:creationId xmlns:a16="http://schemas.microsoft.com/office/drawing/2014/main" id="{5C79C738-8D4A-DE41-A997-1137978F34AA}"/>
                </a:ext>
              </a:extLst>
            </p:cNvPr>
            <p:cNvSpPr>
              <a:spLocks/>
            </p:cNvSpPr>
            <p:nvPr/>
          </p:nvSpPr>
          <p:spPr bwMode="auto">
            <a:xfrm>
              <a:off x="3468" y="238"/>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58" name="Group 67">
            <a:extLst>
              <a:ext uri="{FF2B5EF4-FFF2-40B4-BE49-F238E27FC236}">
                <a16:creationId xmlns:a16="http://schemas.microsoft.com/office/drawing/2014/main" id="{DFE86C7E-8FCC-FF4B-B12D-01A9ADD6B3FD}"/>
              </a:ext>
            </a:extLst>
          </p:cNvPr>
          <p:cNvGrpSpPr>
            <a:grpSpLocks/>
          </p:cNvGrpSpPr>
          <p:nvPr/>
        </p:nvGrpSpPr>
        <p:grpSpPr bwMode="auto">
          <a:xfrm>
            <a:off x="5855494" y="2243991"/>
            <a:ext cx="557213" cy="461963"/>
            <a:chOff x="2949" y="196"/>
            <a:chExt cx="941" cy="598"/>
          </a:xfrm>
        </p:grpSpPr>
        <p:sp>
          <p:nvSpPr>
            <p:cNvPr id="111787" name="Oval 68">
              <a:extLst>
                <a:ext uri="{FF2B5EF4-FFF2-40B4-BE49-F238E27FC236}">
                  <a16:creationId xmlns:a16="http://schemas.microsoft.com/office/drawing/2014/main" id="{2CB1B5F3-F9B9-0B43-B90B-5AD24B344974}"/>
                </a:ext>
              </a:extLst>
            </p:cNvPr>
            <p:cNvSpPr>
              <a:spLocks noChangeArrowheads="1"/>
            </p:cNvSpPr>
            <p:nvPr/>
          </p:nvSpPr>
          <p:spPr bwMode="auto">
            <a:xfrm>
              <a:off x="3168" y="196"/>
              <a:ext cx="406"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8" name="Oval 69">
              <a:extLst>
                <a:ext uri="{FF2B5EF4-FFF2-40B4-BE49-F238E27FC236}">
                  <a16:creationId xmlns:a16="http://schemas.microsoft.com/office/drawing/2014/main" id="{94A8AEB4-AF0C-0B41-B0A5-2337B638E221}"/>
                </a:ext>
              </a:extLst>
            </p:cNvPr>
            <p:cNvSpPr>
              <a:spLocks noChangeArrowheads="1"/>
            </p:cNvSpPr>
            <p:nvPr/>
          </p:nvSpPr>
          <p:spPr bwMode="auto">
            <a:xfrm rot="900000">
              <a:off x="3512" y="251"/>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9" name="Oval 70">
              <a:extLst>
                <a:ext uri="{FF2B5EF4-FFF2-40B4-BE49-F238E27FC236}">
                  <a16:creationId xmlns:a16="http://schemas.microsoft.com/office/drawing/2014/main" id="{C7186029-7FB6-244B-9054-91D3C6E4C41B}"/>
                </a:ext>
              </a:extLst>
            </p:cNvPr>
            <p:cNvSpPr>
              <a:spLocks noChangeArrowheads="1"/>
            </p:cNvSpPr>
            <p:nvPr/>
          </p:nvSpPr>
          <p:spPr bwMode="auto">
            <a:xfrm rot="1500000">
              <a:off x="3651" y="386"/>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0" name="Oval 71">
              <a:extLst>
                <a:ext uri="{FF2B5EF4-FFF2-40B4-BE49-F238E27FC236}">
                  <a16:creationId xmlns:a16="http://schemas.microsoft.com/office/drawing/2014/main" id="{406750F4-2851-B640-AB7B-D93C378BB8AA}"/>
                </a:ext>
              </a:extLst>
            </p:cNvPr>
            <p:cNvSpPr>
              <a:spLocks noChangeArrowheads="1"/>
            </p:cNvSpPr>
            <p:nvPr/>
          </p:nvSpPr>
          <p:spPr bwMode="auto">
            <a:xfrm rot="-1560000">
              <a:off x="3572" y="537"/>
              <a:ext cx="292" cy="19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1" name="Oval 72">
              <a:extLst>
                <a:ext uri="{FF2B5EF4-FFF2-40B4-BE49-F238E27FC236}">
                  <a16:creationId xmlns:a16="http://schemas.microsoft.com/office/drawing/2014/main" id="{FD2E741F-B86E-694C-A93B-78A826DE9271}"/>
                </a:ext>
              </a:extLst>
            </p:cNvPr>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2" name="Oval 73">
              <a:extLst>
                <a:ext uri="{FF2B5EF4-FFF2-40B4-BE49-F238E27FC236}">
                  <a16:creationId xmlns:a16="http://schemas.microsoft.com/office/drawing/2014/main" id="{6DAFD681-3D30-A642-8F48-AFA6D49F4DC7}"/>
                </a:ext>
              </a:extLst>
            </p:cNvPr>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3" name="Oval 74">
              <a:extLst>
                <a:ext uri="{FF2B5EF4-FFF2-40B4-BE49-F238E27FC236}">
                  <a16:creationId xmlns:a16="http://schemas.microsoft.com/office/drawing/2014/main" id="{62DFA257-D871-284A-91A7-CD59A622B09D}"/>
                </a:ext>
              </a:extLst>
            </p:cNvPr>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4" name="Oval 75">
              <a:extLst>
                <a:ext uri="{FF2B5EF4-FFF2-40B4-BE49-F238E27FC236}">
                  <a16:creationId xmlns:a16="http://schemas.microsoft.com/office/drawing/2014/main" id="{A3F5F086-20CB-CF44-BF82-2DFBFA1F4A41}"/>
                </a:ext>
              </a:extLst>
            </p:cNvPr>
            <p:cNvSpPr>
              <a:spLocks noChangeArrowheads="1"/>
            </p:cNvSpPr>
            <p:nvPr/>
          </p:nvSpPr>
          <p:spPr bwMode="auto">
            <a:xfrm rot="-1860000">
              <a:off x="2983"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5" name="Freeform 76">
              <a:extLst>
                <a:ext uri="{FF2B5EF4-FFF2-40B4-BE49-F238E27FC236}">
                  <a16:creationId xmlns:a16="http://schemas.microsoft.com/office/drawing/2014/main" id="{4216CD5E-F7A7-7944-BBF4-1E880D0FC809}"/>
                </a:ext>
              </a:extLst>
            </p:cNvPr>
            <p:cNvSpPr>
              <a:spLocks/>
            </p:cNvSpPr>
            <p:nvPr/>
          </p:nvSpPr>
          <p:spPr bwMode="auto">
            <a:xfrm>
              <a:off x="3052" y="299"/>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9 h 407"/>
                <a:gd name="T54" fmla="*/ 726 w 738"/>
                <a:gd name="T55" fmla="*/ 260 h 407"/>
                <a:gd name="T56" fmla="*/ 737 w 738"/>
                <a:gd name="T57" fmla="*/ 291 h 407"/>
                <a:gd name="T58" fmla="*/ 737 w 738"/>
                <a:gd name="T59" fmla="*/ 322 h 407"/>
                <a:gd name="T60" fmla="*/ 715 w 738"/>
                <a:gd name="T61" fmla="*/ 352 h 407"/>
                <a:gd name="T62" fmla="*/ 678 w 738"/>
                <a:gd name="T63" fmla="*/ 368 h 407"/>
                <a:gd name="T64" fmla="*/ 646 w 738"/>
                <a:gd name="T65" fmla="*/ 383 h 407"/>
                <a:gd name="T66" fmla="*/ 613 w 738"/>
                <a:gd name="T67" fmla="*/ 399 h 407"/>
                <a:gd name="T68" fmla="*/ 581 w 738"/>
                <a:gd name="T69" fmla="*/ 404 h 407"/>
                <a:gd name="T70" fmla="*/ 538 w 738"/>
                <a:gd name="T71" fmla="*/ 409 h 407"/>
                <a:gd name="T72" fmla="*/ 500 w 738"/>
                <a:gd name="T73" fmla="*/ 409 h 407"/>
                <a:gd name="T74" fmla="*/ 468 w 738"/>
                <a:gd name="T75" fmla="*/ 409 h 407"/>
                <a:gd name="T76" fmla="*/ 436 w 738"/>
                <a:gd name="T77" fmla="*/ 409 h 407"/>
                <a:gd name="T78" fmla="*/ 403 w 738"/>
                <a:gd name="T79" fmla="*/ 409 h 407"/>
                <a:gd name="T80" fmla="*/ 371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96" name="Freeform 77">
              <a:extLst>
                <a:ext uri="{FF2B5EF4-FFF2-40B4-BE49-F238E27FC236}">
                  <a16:creationId xmlns:a16="http://schemas.microsoft.com/office/drawing/2014/main" id="{01C0F3F8-6F77-9346-BB27-87643C38AF46}"/>
                </a:ext>
              </a:extLst>
            </p:cNvPr>
            <p:cNvSpPr>
              <a:spLocks/>
            </p:cNvSpPr>
            <p:nvPr/>
          </p:nvSpPr>
          <p:spPr bwMode="auto">
            <a:xfrm>
              <a:off x="3192" y="270"/>
              <a:ext cx="119" cy="119"/>
            </a:xfrm>
            <a:custGeom>
              <a:avLst/>
              <a:gdLst>
                <a:gd name="T0" fmla="*/ 5 w 117"/>
                <a:gd name="T1" fmla="*/ 69 h 118"/>
                <a:gd name="T2" fmla="*/ 0 w 117"/>
                <a:gd name="T3" fmla="*/ 51 h 118"/>
                <a:gd name="T4" fmla="*/ 0 w 117"/>
                <a:gd name="T5" fmla="*/ 36 h 118"/>
                <a:gd name="T6" fmla="*/ 16 w 117"/>
                <a:gd name="T7" fmla="*/ 25 h 118"/>
                <a:gd name="T8" fmla="*/ 35 w 117"/>
                <a:gd name="T9" fmla="*/ 15 h 118"/>
                <a:gd name="T10" fmla="*/ 50 w 117"/>
                <a:gd name="T11" fmla="*/ 0 h 118"/>
                <a:gd name="T12" fmla="*/ 66 w 117"/>
                <a:gd name="T13" fmla="*/ 0 h 118"/>
                <a:gd name="T14" fmla="*/ 82 w 117"/>
                <a:gd name="T15" fmla="*/ 0 h 118"/>
                <a:gd name="T16" fmla="*/ 87 w 117"/>
                <a:gd name="T17" fmla="*/ 15 h 118"/>
                <a:gd name="T18" fmla="*/ 101 w 117"/>
                <a:gd name="T19" fmla="*/ 31 h 118"/>
                <a:gd name="T20" fmla="*/ 111 w 117"/>
                <a:gd name="T21" fmla="*/ 46 h 118"/>
                <a:gd name="T22" fmla="*/ 117 w 117"/>
                <a:gd name="T23" fmla="*/ 64 h 118"/>
                <a:gd name="T24" fmla="*/ 122 w 117"/>
                <a:gd name="T25" fmla="*/ 79 h 118"/>
                <a:gd name="T26" fmla="*/ 122 w 117"/>
                <a:gd name="T27" fmla="*/ 95 h 118"/>
                <a:gd name="T28" fmla="*/ 122 w 117"/>
                <a:gd name="T29" fmla="*/ 110 h 118"/>
                <a:gd name="T30" fmla="*/ 106 w 117"/>
                <a:gd name="T31" fmla="*/ 120 h 118"/>
                <a:gd name="T32" fmla="*/ 87 w 117"/>
                <a:gd name="T33" fmla="*/ 120 h 118"/>
                <a:gd name="T34" fmla="*/ 72 w 117"/>
                <a:gd name="T35" fmla="*/ 120 h 118"/>
                <a:gd name="T36" fmla="*/ 56 w 117"/>
                <a:gd name="T37" fmla="*/ 120 h 118"/>
                <a:gd name="T38" fmla="*/ 40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97" name="Freeform 78">
              <a:extLst>
                <a:ext uri="{FF2B5EF4-FFF2-40B4-BE49-F238E27FC236}">
                  <a16:creationId xmlns:a16="http://schemas.microsoft.com/office/drawing/2014/main" id="{9F7DFDE8-22EC-4349-8FCE-70BAD57F88A9}"/>
                </a:ext>
              </a:extLst>
            </p:cNvPr>
            <p:cNvSpPr>
              <a:spLocks/>
            </p:cNvSpPr>
            <p:nvPr/>
          </p:nvSpPr>
          <p:spPr bwMode="auto">
            <a:xfrm>
              <a:off x="3470" y="239"/>
              <a:ext cx="80" cy="86"/>
            </a:xfrm>
            <a:custGeom>
              <a:avLst/>
              <a:gdLst>
                <a:gd name="T0" fmla="*/ 0 w 82"/>
                <a:gd name="T1" fmla="*/ 0 h 87"/>
                <a:gd name="T2" fmla="*/ 16 w 82"/>
                <a:gd name="T3" fmla="*/ 10 h 87"/>
                <a:gd name="T4" fmla="*/ 29 w 82"/>
                <a:gd name="T5" fmla="*/ 20 h 87"/>
                <a:gd name="T6" fmla="*/ 46 w 82"/>
                <a:gd name="T7" fmla="*/ 20 h 87"/>
                <a:gd name="T8" fmla="*/ 60 w 82"/>
                <a:gd name="T9" fmla="*/ 30 h 87"/>
                <a:gd name="T10" fmla="*/ 70 w 82"/>
                <a:gd name="T11" fmla="*/ 43 h 87"/>
                <a:gd name="T12" fmla="*/ 75 w 82"/>
                <a:gd name="T13" fmla="*/ 58 h 87"/>
                <a:gd name="T14" fmla="*/ 75 w 82"/>
                <a:gd name="T15" fmla="*/ 73 h 87"/>
                <a:gd name="T16" fmla="*/ 60 w 82"/>
                <a:gd name="T17" fmla="*/ 83 h 87"/>
                <a:gd name="T18" fmla="*/ 46 w 82"/>
                <a:gd name="T19" fmla="*/ 83 h 87"/>
                <a:gd name="T20" fmla="*/ 24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59" name="Group 79">
            <a:extLst>
              <a:ext uri="{FF2B5EF4-FFF2-40B4-BE49-F238E27FC236}">
                <a16:creationId xmlns:a16="http://schemas.microsoft.com/office/drawing/2014/main" id="{E1814EB4-5AD5-144D-9C37-14D8239D087F}"/>
              </a:ext>
            </a:extLst>
          </p:cNvPr>
          <p:cNvGrpSpPr>
            <a:grpSpLocks/>
          </p:cNvGrpSpPr>
          <p:nvPr/>
        </p:nvGrpSpPr>
        <p:grpSpPr bwMode="auto">
          <a:xfrm rot="21151335">
            <a:off x="5020866" y="1782029"/>
            <a:ext cx="834628" cy="554831"/>
            <a:chOff x="2949" y="196"/>
            <a:chExt cx="941" cy="598"/>
          </a:xfrm>
        </p:grpSpPr>
        <p:sp>
          <p:nvSpPr>
            <p:cNvPr id="111776" name="Oval 80">
              <a:extLst>
                <a:ext uri="{FF2B5EF4-FFF2-40B4-BE49-F238E27FC236}">
                  <a16:creationId xmlns:a16="http://schemas.microsoft.com/office/drawing/2014/main" id="{27CC582F-CAB6-D44C-8CF1-DD34EAB3AF1C}"/>
                </a:ext>
              </a:extLst>
            </p:cNvPr>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7" name="Oval 81">
              <a:extLst>
                <a:ext uri="{FF2B5EF4-FFF2-40B4-BE49-F238E27FC236}">
                  <a16:creationId xmlns:a16="http://schemas.microsoft.com/office/drawing/2014/main" id="{ED0C931D-A521-7043-B2CA-FBDF9BC51271}"/>
                </a:ext>
              </a:extLst>
            </p:cNvPr>
            <p:cNvSpPr>
              <a:spLocks noChangeArrowheads="1"/>
            </p:cNvSpPr>
            <p:nvPr/>
          </p:nvSpPr>
          <p:spPr bwMode="auto">
            <a:xfrm rot="900000">
              <a:off x="3508" y="243"/>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8" name="Oval 82">
              <a:extLst>
                <a:ext uri="{FF2B5EF4-FFF2-40B4-BE49-F238E27FC236}">
                  <a16:creationId xmlns:a16="http://schemas.microsoft.com/office/drawing/2014/main" id="{779407AA-8588-4C4F-B5D6-B14A389BA959}"/>
                </a:ext>
              </a:extLst>
            </p:cNvPr>
            <p:cNvSpPr>
              <a:spLocks noChangeArrowheads="1"/>
            </p:cNvSpPr>
            <p:nvPr/>
          </p:nvSpPr>
          <p:spPr bwMode="auto">
            <a:xfrm rot="1500000">
              <a:off x="3648" y="384"/>
              <a:ext cx="240"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9" name="Oval 83">
              <a:extLst>
                <a:ext uri="{FF2B5EF4-FFF2-40B4-BE49-F238E27FC236}">
                  <a16:creationId xmlns:a16="http://schemas.microsoft.com/office/drawing/2014/main" id="{FD2AAFD0-FCF6-B54B-9DF9-71B14BA26898}"/>
                </a:ext>
              </a:extLst>
            </p:cNvPr>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0" name="Oval 84">
              <a:extLst>
                <a:ext uri="{FF2B5EF4-FFF2-40B4-BE49-F238E27FC236}">
                  <a16:creationId xmlns:a16="http://schemas.microsoft.com/office/drawing/2014/main" id="{2D9CA9DF-5235-E742-B7BD-21F829F94D77}"/>
                </a:ext>
              </a:extLst>
            </p:cNvPr>
            <p:cNvSpPr>
              <a:spLocks noChangeArrowheads="1"/>
            </p:cNvSpPr>
            <p:nvPr/>
          </p:nvSpPr>
          <p:spPr bwMode="auto">
            <a:xfrm>
              <a:off x="3213" y="545"/>
              <a:ext cx="471"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1" name="Oval 85">
              <a:extLst>
                <a:ext uri="{FF2B5EF4-FFF2-40B4-BE49-F238E27FC236}">
                  <a16:creationId xmlns:a16="http://schemas.microsoft.com/office/drawing/2014/main" id="{E9DBA06F-8414-4245-9C56-9C5D5B70DA70}"/>
                </a:ext>
              </a:extLst>
            </p:cNvPr>
            <p:cNvSpPr>
              <a:spLocks noChangeArrowheads="1"/>
            </p:cNvSpPr>
            <p:nvPr/>
          </p:nvSpPr>
          <p:spPr bwMode="auto">
            <a:xfrm rot="1080000">
              <a:off x="3019" y="545"/>
              <a:ext cx="267"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2" name="Oval 86">
              <a:extLst>
                <a:ext uri="{FF2B5EF4-FFF2-40B4-BE49-F238E27FC236}">
                  <a16:creationId xmlns:a16="http://schemas.microsoft.com/office/drawing/2014/main" id="{575E4321-13DB-5B4C-A20C-7C9CC9196067}"/>
                </a:ext>
              </a:extLst>
            </p:cNvPr>
            <p:cNvSpPr>
              <a:spLocks noChangeArrowheads="1"/>
            </p:cNvSpPr>
            <p:nvPr/>
          </p:nvSpPr>
          <p:spPr bwMode="auto">
            <a:xfrm>
              <a:off x="2947" y="432"/>
              <a:ext cx="215"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3" name="Oval 87">
              <a:extLst>
                <a:ext uri="{FF2B5EF4-FFF2-40B4-BE49-F238E27FC236}">
                  <a16:creationId xmlns:a16="http://schemas.microsoft.com/office/drawing/2014/main" id="{844FE6DE-A199-4644-9531-C7EC6184CB58}"/>
                </a:ext>
              </a:extLst>
            </p:cNvPr>
            <p:cNvSpPr>
              <a:spLocks noChangeArrowheads="1"/>
            </p:cNvSpPr>
            <p:nvPr/>
          </p:nvSpPr>
          <p:spPr bwMode="auto">
            <a:xfrm rot="-1860000">
              <a:off x="2983" y="300"/>
              <a:ext cx="294"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4" name="Freeform 88">
              <a:extLst>
                <a:ext uri="{FF2B5EF4-FFF2-40B4-BE49-F238E27FC236}">
                  <a16:creationId xmlns:a16="http://schemas.microsoft.com/office/drawing/2014/main" id="{70CAC95E-5488-9844-99A5-88B0E6753CB6}"/>
                </a:ext>
              </a:extLst>
            </p:cNvPr>
            <p:cNvSpPr>
              <a:spLocks/>
            </p:cNvSpPr>
            <p:nvPr/>
          </p:nvSpPr>
          <p:spPr bwMode="auto">
            <a:xfrm>
              <a:off x="3045" y="297"/>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9 h 407"/>
                <a:gd name="T54" fmla="*/ 723 w 738"/>
                <a:gd name="T55" fmla="*/ 260 h 407"/>
                <a:gd name="T56" fmla="*/ 734 w 738"/>
                <a:gd name="T57" fmla="*/ 291 h 407"/>
                <a:gd name="T58" fmla="*/ 734 w 738"/>
                <a:gd name="T59" fmla="*/ 322 h 407"/>
                <a:gd name="T60" fmla="*/ 712 w 738"/>
                <a:gd name="T61" fmla="*/ 352 h 407"/>
                <a:gd name="T62" fmla="*/ 675 w 738"/>
                <a:gd name="T63" fmla="*/ 368 h 407"/>
                <a:gd name="T64" fmla="*/ 643 w 738"/>
                <a:gd name="T65" fmla="*/ 383 h 407"/>
                <a:gd name="T66" fmla="*/ 610 w 738"/>
                <a:gd name="T67" fmla="*/ 399 h 407"/>
                <a:gd name="T68" fmla="*/ 578 w 738"/>
                <a:gd name="T69" fmla="*/ 404 h 407"/>
                <a:gd name="T70" fmla="*/ 535 w 738"/>
                <a:gd name="T71" fmla="*/ 409 h 407"/>
                <a:gd name="T72" fmla="*/ 497 w 738"/>
                <a:gd name="T73" fmla="*/ 409 h 407"/>
                <a:gd name="T74" fmla="*/ 465 w 738"/>
                <a:gd name="T75" fmla="*/ 409 h 407"/>
                <a:gd name="T76" fmla="*/ 433 w 738"/>
                <a:gd name="T77" fmla="*/ 409 h 407"/>
                <a:gd name="T78" fmla="*/ 400 w 738"/>
                <a:gd name="T79" fmla="*/ 409 h 407"/>
                <a:gd name="T80" fmla="*/ 369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85" name="Freeform 89">
              <a:extLst>
                <a:ext uri="{FF2B5EF4-FFF2-40B4-BE49-F238E27FC236}">
                  <a16:creationId xmlns:a16="http://schemas.microsoft.com/office/drawing/2014/main" id="{76E9FA75-B652-EF40-9580-8775C5CA7A95}"/>
                </a:ext>
              </a:extLst>
            </p:cNvPr>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86" name="Freeform 90">
              <a:extLst>
                <a:ext uri="{FF2B5EF4-FFF2-40B4-BE49-F238E27FC236}">
                  <a16:creationId xmlns:a16="http://schemas.microsoft.com/office/drawing/2014/main" id="{D23EFF2E-A87A-3944-BD54-20D651779270}"/>
                </a:ext>
              </a:extLst>
            </p:cNvPr>
            <p:cNvSpPr>
              <a:spLocks/>
            </p:cNvSpPr>
            <p:nvPr/>
          </p:nvSpPr>
          <p:spPr bwMode="auto">
            <a:xfrm>
              <a:off x="3464" y="237"/>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3 h 87"/>
                <a:gd name="T12" fmla="*/ 81 w 82"/>
                <a:gd name="T13" fmla="*/ 58 h 87"/>
                <a:gd name="T14" fmla="*/ 81 w 82"/>
                <a:gd name="T15" fmla="*/ 73 h 87"/>
                <a:gd name="T16" fmla="*/ 65 w 82"/>
                <a:gd name="T17" fmla="*/ 83 h 87"/>
                <a:gd name="T18" fmla="*/ 49 w 82"/>
                <a:gd name="T19" fmla="*/ 83 h 87"/>
                <a:gd name="T20" fmla="*/ 27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0" name="Group 91">
            <a:extLst>
              <a:ext uri="{FF2B5EF4-FFF2-40B4-BE49-F238E27FC236}">
                <a16:creationId xmlns:a16="http://schemas.microsoft.com/office/drawing/2014/main" id="{98FF4FD9-15F4-F849-A246-2B7834D46FF7}"/>
              </a:ext>
            </a:extLst>
          </p:cNvPr>
          <p:cNvGrpSpPr>
            <a:grpSpLocks/>
          </p:cNvGrpSpPr>
          <p:nvPr/>
        </p:nvGrpSpPr>
        <p:grpSpPr bwMode="auto">
          <a:xfrm>
            <a:off x="3630217" y="2611894"/>
            <a:ext cx="926306" cy="647700"/>
            <a:chOff x="2949" y="196"/>
            <a:chExt cx="941" cy="598"/>
          </a:xfrm>
        </p:grpSpPr>
        <p:sp>
          <p:nvSpPr>
            <p:cNvPr id="111765" name="Oval 92">
              <a:extLst>
                <a:ext uri="{FF2B5EF4-FFF2-40B4-BE49-F238E27FC236}">
                  <a16:creationId xmlns:a16="http://schemas.microsoft.com/office/drawing/2014/main" id="{60F62AAC-FBFC-054E-9963-F5CBDA875603}"/>
                </a:ext>
              </a:extLst>
            </p:cNvPr>
            <p:cNvSpPr>
              <a:spLocks noChangeArrowheads="1"/>
            </p:cNvSpPr>
            <p:nvPr/>
          </p:nvSpPr>
          <p:spPr bwMode="auto">
            <a:xfrm>
              <a:off x="3168" y="196"/>
              <a:ext cx="408"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6" name="Oval 93">
              <a:extLst>
                <a:ext uri="{FF2B5EF4-FFF2-40B4-BE49-F238E27FC236}">
                  <a16:creationId xmlns:a16="http://schemas.microsoft.com/office/drawing/2014/main" id="{4966B1F8-6094-B844-A67D-CE902450858C}"/>
                </a:ext>
              </a:extLst>
            </p:cNvPr>
            <p:cNvSpPr>
              <a:spLocks noChangeArrowheads="1"/>
            </p:cNvSpPr>
            <p:nvPr/>
          </p:nvSpPr>
          <p:spPr bwMode="auto">
            <a:xfrm rot="900000">
              <a:off x="3511" y="252"/>
              <a:ext cx="276"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7" name="Oval 94">
              <a:extLst>
                <a:ext uri="{FF2B5EF4-FFF2-40B4-BE49-F238E27FC236}">
                  <a16:creationId xmlns:a16="http://schemas.microsoft.com/office/drawing/2014/main" id="{3C5AC3DA-201A-3F42-B2E7-D2C2E0FE9163}"/>
                </a:ext>
              </a:extLst>
            </p:cNvPr>
            <p:cNvSpPr>
              <a:spLocks noChangeArrowheads="1"/>
            </p:cNvSpPr>
            <p:nvPr/>
          </p:nvSpPr>
          <p:spPr bwMode="auto">
            <a:xfrm rot="1500000">
              <a:off x="3651" y="385"/>
              <a:ext cx="239" cy="15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8" name="Oval 95">
              <a:extLst>
                <a:ext uri="{FF2B5EF4-FFF2-40B4-BE49-F238E27FC236}">
                  <a16:creationId xmlns:a16="http://schemas.microsoft.com/office/drawing/2014/main" id="{DE7DC131-0BDD-944B-A806-B309AEA98C22}"/>
                </a:ext>
              </a:extLst>
            </p:cNvPr>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9" name="Oval 96">
              <a:extLst>
                <a:ext uri="{FF2B5EF4-FFF2-40B4-BE49-F238E27FC236}">
                  <a16:creationId xmlns:a16="http://schemas.microsoft.com/office/drawing/2014/main" id="{CA68579D-C37C-234B-8E01-508B950B1990}"/>
                </a:ext>
              </a:extLst>
            </p:cNvPr>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0" name="Oval 97">
              <a:extLst>
                <a:ext uri="{FF2B5EF4-FFF2-40B4-BE49-F238E27FC236}">
                  <a16:creationId xmlns:a16="http://schemas.microsoft.com/office/drawing/2014/main" id="{49F3EDFA-CBC0-7D41-9444-3E5CBB02A484}"/>
                </a:ext>
              </a:extLst>
            </p:cNvPr>
            <p:cNvSpPr>
              <a:spLocks noChangeArrowheads="1"/>
            </p:cNvSpPr>
            <p:nvPr/>
          </p:nvSpPr>
          <p:spPr bwMode="auto">
            <a:xfrm rot="1080000">
              <a:off x="3023" y="555"/>
              <a:ext cx="265"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1" name="Oval 98">
              <a:extLst>
                <a:ext uri="{FF2B5EF4-FFF2-40B4-BE49-F238E27FC236}">
                  <a16:creationId xmlns:a16="http://schemas.microsoft.com/office/drawing/2014/main" id="{DBA2B8EE-8ED8-7D4F-8365-E1E647D69E55}"/>
                </a:ext>
              </a:extLst>
            </p:cNvPr>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2" name="Oval 99">
              <a:extLst>
                <a:ext uri="{FF2B5EF4-FFF2-40B4-BE49-F238E27FC236}">
                  <a16:creationId xmlns:a16="http://schemas.microsoft.com/office/drawing/2014/main" id="{FA070C37-6A30-7145-A2F9-2F1BFD64E89D}"/>
                </a:ext>
              </a:extLst>
            </p:cNvPr>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3" name="Freeform 100">
              <a:extLst>
                <a:ext uri="{FF2B5EF4-FFF2-40B4-BE49-F238E27FC236}">
                  <a16:creationId xmlns:a16="http://schemas.microsoft.com/office/drawing/2014/main" id="{AA519856-A4B4-DD4C-8475-9D46613D36E8}"/>
                </a:ext>
              </a:extLst>
            </p:cNvPr>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74" name="Freeform 101">
              <a:extLst>
                <a:ext uri="{FF2B5EF4-FFF2-40B4-BE49-F238E27FC236}">
                  <a16:creationId xmlns:a16="http://schemas.microsoft.com/office/drawing/2014/main" id="{B21DB130-8D7C-BA4F-8229-92EABE3587B0}"/>
                </a:ext>
              </a:extLst>
            </p:cNvPr>
            <p:cNvSpPr>
              <a:spLocks/>
            </p:cNvSpPr>
            <p:nvPr/>
          </p:nvSpPr>
          <p:spPr bwMode="auto">
            <a:xfrm>
              <a:off x="3193" y="270"/>
              <a:ext cx="116" cy="120"/>
            </a:xfrm>
            <a:custGeom>
              <a:avLst/>
              <a:gdLst>
                <a:gd name="T0" fmla="*/ 5 w 117"/>
                <a:gd name="T1" fmla="*/ 69 h 118"/>
                <a:gd name="T2" fmla="*/ 0 w 117"/>
                <a:gd name="T3" fmla="*/ 54 h 118"/>
                <a:gd name="T4" fmla="*/ 0 w 117"/>
                <a:gd name="T5" fmla="*/ 39 h 118"/>
                <a:gd name="T6" fmla="*/ 16 w 117"/>
                <a:gd name="T7" fmla="*/ 25 h 118"/>
                <a:gd name="T8" fmla="*/ 32 w 117"/>
                <a:gd name="T9" fmla="*/ 15 h 118"/>
                <a:gd name="T10" fmla="*/ 47 w 117"/>
                <a:gd name="T11" fmla="*/ 0 h 118"/>
                <a:gd name="T12" fmla="*/ 60 w 117"/>
                <a:gd name="T13" fmla="*/ 0 h 118"/>
                <a:gd name="T14" fmla="*/ 76 w 117"/>
                <a:gd name="T15" fmla="*/ 0 h 118"/>
                <a:gd name="T16" fmla="*/ 81 w 117"/>
                <a:gd name="T17" fmla="*/ 15 h 118"/>
                <a:gd name="T18" fmla="*/ 92 w 117"/>
                <a:gd name="T19" fmla="*/ 34 h 118"/>
                <a:gd name="T20" fmla="*/ 102 w 117"/>
                <a:gd name="T21" fmla="*/ 49 h 118"/>
                <a:gd name="T22" fmla="*/ 108 w 117"/>
                <a:gd name="T23" fmla="*/ 64 h 118"/>
                <a:gd name="T24" fmla="*/ 113 w 117"/>
                <a:gd name="T25" fmla="*/ 79 h 118"/>
                <a:gd name="T26" fmla="*/ 113 w 117"/>
                <a:gd name="T27" fmla="*/ 98 h 118"/>
                <a:gd name="T28" fmla="*/ 113 w 117"/>
                <a:gd name="T29" fmla="*/ 113 h 118"/>
                <a:gd name="T30" fmla="*/ 97 w 117"/>
                <a:gd name="T31" fmla="*/ 123 h 118"/>
                <a:gd name="T32" fmla="*/ 81 w 117"/>
                <a:gd name="T33" fmla="*/ 123 h 118"/>
                <a:gd name="T34" fmla="*/ 66 w 117"/>
                <a:gd name="T35" fmla="*/ 123 h 118"/>
                <a:gd name="T36" fmla="*/ 53 w 117"/>
                <a:gd name="T37" fmla="*/ 123 h 118"/>
                <a:gd name="T38" fmla="*/ 37 w 117"/>
                <a:gd name="T39" fmla="*/ 118 h 118"/>
                <a:gd name="T40" fmla="*/ 21 w 117"/>
                <a:gd name="T41" fmla="*/ 108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75" name="Freeform 102">
              <a:extLst>
                <a:ext uri="{FF2B5EF4-FFF2-40B4-BE49-F238E27FC236}">
                  <a16:creationId xmlns:a16="http://schemas.microsoft.com/office/drawing/2014/main" id="{EAA88465-C706-D548-8DEE-804C39DD4AA6}"/>
                </a:ext>
              </a:extLst>
            </p:cNvPr>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1" name="Group 103">
            <a:extLst>
              <a:ext uri="{FF2B5EF4-FFF2-40B4-BE49-F238E27FC236}">
                <a16:creationId xmlns:a16="http://schemas.microsoft.com/office/drawing/2014/main" id="{95EF4B92-7326-6A4F-87EB-9944FB0A9C19}"/>
              </a:ext>
            </a:extLst>
          </p:cNvPr>
          <p:cNvGrpSpPr>
            <a:grpSpLocks/>
          </p:cNvGrpSpPr>
          <p:nvPr/>
        </p:nvGrpSpPr>
        <p:grpSpPr bwMode="auto">
          <a:xfrm rot="21114427">
            <a:off x="4743450" y="3073857"/>
            <a:ext cx="834629" cy="556022"/>
            <a:chOff x="2949" y="196"/>
            <a:chExt cx="941" cy="598"/>
          </a:xfrm>
        </p:grpSpPr>
        <p:sp>
          <p:nvSpPr>
            <p:cNvPr id="111754" name="Oval 104">
              <a:extLst>
                <a:ext uri="{FF2B5EF4-FFF2-40B4-BE49-F238E27FC236}">
                  <a16:creationId xmlns:a16="http://schemas.microsoft.com/office/drawing/2014/main" id="{B5C4FD64-6A2F-8E4E-925B-468D6C7AEE83}"/>
                </a:ext>
              </a:extLst>
            </p:cNvPr>
            <p:cNvSpPr>
              <a:spLocks noChangeArrowheads="1"/>
            </p:cNvSpPr>
            <p:nvPr/>
          </p:nvSpPr>
          <p:spPr bwMode="auto">
            <a:xfrm>
              <a:off x="3163" y="188"/>
              <a:ext cx="408" cy="16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5" name="Oval 105">
              <a:extLst>
                <a:ext uri="{FF2B5EF4-FFF2-40B4-BE49-F238E27FC236}">
                  <a16:creationId xmlns:a16="http://schemas.microsoft.com/office/drawing/2014/main" id="{B35AA015-A569-3848-94F6-FFDA0268087D}"/>
                </a:ext>
              </a:extLst>
            </p:cNvPr>
            <p:cNvSpPr>
              <a:spLocks noChangeArrowheads="1"/>
            </p:cNvSpPr>
            <p:nvPr/>
          </p:nvSpPr>
          <p:spPr bwMode="auto">
            <a:xfrm rot="900000">
              <a:off x="3507" y="245"/>
              <a:ext cx="275" cy="13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6" name="Oval 106">
              <a:extLst>
                <a:ext uri="{FF2B5EF4-FFF2-40B4-BE49-F238E27FC236}">
                  <a16:creationId xmlns:a16="http://schemas.microsoft.com/office/drawing/2014/main" id="{31BEA70D-4F24-E041-A8A9-924F932F083C}"/>
                </a:ext>
              </a:extLst>
            </p:cNvPr>
            <p:cNvSpPr>
              <a:spLocks noChangeArrowheads="1"/>
            </p:cNvSpPr>
            <p:nvPr/>
          </p:nvSpPr>
          <p:spPr bwMode="auto">
            <a:xfrm rot="1500000">
              <a:off x="3648" y="385"/>
              <a:ext cx="240" cy="15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7" name="Oval 107">
              <a:extLst>
                <a:ext uri="{FF2B5EF4-FFF2-40B4-BE49-F238E27FC236}">
                  <a16:creationId xmlns:a16="http://schemas.microsoft.com/office/drawing/2014/main" id="{0C6F18D8-6FBF-124E-A839-0ED76D31F24A}"/>
                </a:ext>
              </a:extLst>
            </p:cNvPr>
            <p:cNvSpPr>
              <a:spLocks noChangeArrowheads="1"/>
            </p:cNvSpPr>
            <p:nvPr/>
          </p:nvSpPr>
          <p:spPr bwMode="auto">
            <a:xfrm rot="-1560000">
              <a:off x="3570" y="532"/>
              <a:ext cx="290" cy="19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8" name="Oval 108">
              <a:extLst>
                <a:ext uri="{FF2B5EF4-FFF2-40B4-BE49-F238E27FC236}">
                  <a16:creationId xmlns:a16="http://schemas.microsoft.com/office/drawing/2014/main" id="{5EE9FCDD-C739-E348-AAFF-D44453375194}"/>
                </a:ext>
              </a:extLst>
            </p:cNvPr>
            <p:cNvSpPr>
              <a:spLocks noChangeArrowheads="1"/>
            </p:cNvSpPr>
            <p:nvPr/>
          </p:nvSpPr>
          <p:spPr bwMode="auto">
            <a:xfrm>
              <a:off x="3216" y="554"/>
              <a:ext cx="471" cy="23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9" name="Oval 109">
              <a:extLst>
                <a:ext uri="{FF2B5EF4-FFF2-40B4-BE49-F238E27FC236}">
                  <a16:creationId xmlns:a16="http://schemas.microsoft.com/office/drawing/2014/main" id="{398786C9-0786-8848-B509-48ABCB746E63}"/>
                </a:ext>
              </a:extLst>
            </p:cNvPr>
            <p:cNvSpPr>
              <a:spLocks noChangeArrowheads="1"/>
            </p:cNvSpPr>
            <p:nvPr/>
          </p:nvSpPr>
          <p:spPr bwMode="auto">
            <a:xfrm rot="1080000">
              <a:off x="3023" y="554"/>
              <a:ext cx="266"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0" name="Oval 110">
              <a:extLst>
                <a:ext uri="{FF2B5EF4-FFF2-40B4-BE49-F238E27FC236}">
                  <a16:creationId xmlns:a16="http://schemas.microsoft.com/office/drawing/2014/main" id="{F38E3D31-5C78-204B-B3BC-C2524C8851DF}"/>
                </a:ext>
              </a:extLst>
            </p:cNvPr>
            <p:cNvSpPr>
              <a:spLocks noChangeArrowheads="1"/>
            </p:cNvSpPr>
            <p:nvPr/>
          </p:nvSpPr>
          <p:spPr bwMode="auto">
            <a:xfrm>
              <a:off x="2949" y="431"/>
              <a:ext cx="217"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1" name="Oval 111">
              <a:extLst>
                <a:ext uri="{FF2B5EF4-FFF2-40B4-BE49-F238E27FC236}">
                  <a16:creationId xmlns:a16="http://schemas.microsoft.com/office/drawing/2014/main" id="{4B02F3CA-2B90-554C-A0E3-8101A3D29588}"/>
                </a:ext>
              </a:extLst>
            </p:cNvPr>
            <p:cNvSpPr>
              <a:spLocks noChangeArrowheads="1"/>
            </p:cNvSpPr>
            <p:nvPr/>
          </p:nvSpPr>
          <p:spPr bwMode="auto">
            <a:xfrm rot="-1860000">
              <a:off x="2982" y="310"/>
              <a:ext cx="29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2" name="Freeform 112">
              <a:extLst>
                <a:ext uri="{FF2B5EF4-FFF2-40B4-BE49-F238E27FC236}">
                  <a16:creationId xmlns:a16="http://schemas.microsoft.com/office/drawing/2014/main" id="{D11C5BB6-DC75-D648-9D65-F998CEFFAAB7}"/>
                </a:ext>
              </a:extLst>
            </p:cNvPr>
            <p:cNvSpPr>
              <a:spLocks/>
            </p:cNvSpPr>
            <p:nvPr/>
          </p:nvSpPr>
          <p:spPr bwMode="auto">
            <a:xfrm>
              <a:off x="3045" y="298"/>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3 h 407"/>
                <a:gd name="T54" fmla="*/ 723 w 738"/>
                <a:gd name="T55" fmla="*/ 254 h 407"/>
                <a:gd name="T56" fmla="*/ 734 w 738"/>
                <a:gd name="T57" fmla="*/ 285 h 407"/>
                <a:gd name="T58" fmla="*/ 734 w 738"/>
                <a:gd name="T59" fmla="*/ 316 h 407"/>
                <a:gd name="T60" fmla="*/ 712 w 738"/>
                <a:gd name="T61" fmla="*/ 346 h 407"/>
                <a:gd name="T62" fmla="*/ 675 w 738"/>
                <a:gd name="T63" fmla="*/ 362 h 407"/>
                <a:gd name="T64" fmla="*/ 643 w 738"/>
                <a:gd name="T65" fmla="*/ 377 h 407"/>
                <a:gd name="T66" fmla="*/ 610 w 738"/>
                <a:gd name="T67" fmla="*/ 393 h 407"/>
                <a:gd name="T68" fmla="*/ 578 w 738"/>
                <a:gd name="T69" fmla="*/ 398 h 407"/>
                <a:gd name="T70" fmla="*/ 535 w 738"/>
                <a:gd name="T71" fmla="*/ 403 h 407"/>
                <a:gd name="T72" fmla="*/ 497 w 738"/>
                <a:gd name="T73" fmla="*/ 403 h 407"/>
                <a:gd name="T74" fmla="*/ 465 w 738"/>
                <a:gd name="T75" fmla="*/ 403 h 407"/>
                <a:gd name="T76" fmla="*/ 433 w 738"/>
                <a:gd name="T77" fmla="*/ 403 h 407"/>
                <a:gd name="T78" fmla="*/ 400 w 738"/>
                <a:gd name="T79" fmla="*/ 403 h 407"/>
                <a:gd name="T80" fmla="*/ 369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63" name="Freeform 113">
              <a:extLst>
                <a:ext uri="{FF2B5EF4-FFF2-40B4-BE49-F238E27FC236}">
                  <a16:creationId xmlns:a16="http://schemas.microsoft.com/office/drawing/2014/main" id="{59806BAE-375A-FC4A-9F20-400A291C2C71}"/>
                </a:ext>
              </a:extLst>
            </p:cNvPr>
            <p:cNvSpPr>
              <a:spLocks/>
            </p:cNvSpPr>
            <p:nvPr/>
          </p:nvSpPr>
          <p:spPr bwMode="auto">
            <a:xfrm>
              <a:off x="3186" y="266"/>
              <a:ext cx="117" cy="119"/>
            </a:xfrm>
            <a:custGeom>
              <a:avLst/>
              <a:gdLst>
                <a:gd name="T0" fmla="*/ 5 w 117"/>
                <a:gd name="T1" fmla="*/ 69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4 h 118"/>
                <a:gd name="T24" fmla="*/ 116 w 117"/>
                <a:gd name="T25" fmla="*/ 79 h 118"/>
                <a:gd name="T26" fmla="*/ 116 w 117"/>
                <a:gd name="T27" fmla="*/ 95 h 118"/>
                <a:gd name="T28" fmla="*/ 116 w 117"/>
                <a:gd name="T29" fmla="*/ 110 h 118"/>
                <a:gd name="T30" fmla="*/ 100 w 117"/>
                <a:gd name="T31" fmla="*/ 120 h 118"/>
                <a:gd name="T32" fmla="*/ 84 w 117"/>
                <a:gd name="T33" fmla="*/ 120 h 118"/>
                <a:gd name="T34" fmla="*/ 69 w 117"/>
                <a:gd name="T35" fmla="*/ 120 h 118"/>
                <a:gd name="T36" fmla="*/ 53 w 117"/>
                <a:gd name="T37" fmla="*/ 120 h 118"/>
                <a:gd name="T38" fmla="*/ 37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64" name="Freeform 114">
              <a:extLst>
                <a:ext uri="{FF2B5EF4-FFF2-40B4-BE49-F238E27FC236}">
                  <a16:creationId xmlns:a16="http://schemas.microsoft.com/office/drawing/2014/main" id="{07C7FAF6-D67B-0B43-BF82-D71D92AD7E94}"/>
                </a:ext>
              </a:extLst>
            </p:cNvPr>
            <p:cNvSpPr>
              <a:spLocks/>
            </p:cNvSpPr>
            <p:nvPr/>
          </p:nvSpPr>
          <p:spPr bwMode="auto">
            <a:xfrm>
              <a:off x="3463"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2" name="Group 115">
            <a:extLst>
              <a:ext uri="{FF2B5EF4-FFF2-40B4-BE49-F238E27FC236}">
                <a16:creationId xmlns:a16="http://schemas.microsoft.com/office/drawing/2014/main" id="{1EEADDA2-AA32-6243-AC99-9F38BC8D9046}"/>
              </a:ext>
            </a:extLst>
          </p:cNvPr>
          <p:cNvGrpSpPr>
            <a:grpSpLocks/>
          </p:cNvGrpSpPr>
          <p:nvPr/>
        </p:nvGrpSpPr>
        <p:grpSpPr bwMode="auto">
          <a:xfrm rot="19200976">
            <a:off x="5763816" y="3167916"/>
            <a:ext cx="556022" cy="461963"/>
            <a:chOff x="2949" y="196"/>
            <a:chExt cx="941" cy="598"/>
          </a:xfrm>
        </p:grpSpPr>
        <p:sp>
          <p:nvSpPr>
            <p:cNvPr id="111743" name="Oval 116">
              <a:extLst>
                <a:ext uri="{FF2B5EF4-FFF2-40B4-BE49-F238E27FC236}">
                  <a16:creationId xmlns:a16="http://schemas.microsoft.com/office/drawing/2014/main" id="{0399C71D-2333-D541-8CF3-3FC77F019D01}"/>
                </a:ext>
              </a:extLst>
            </p:cNvPr>
            <p:cNvSpPr>
              <a:spLocks noChangeArrowheads="1"/>
            </p:cNvSpPr>
            <p:nvPr/>
          </p:nvSpPr>
          <p:spPr bwMode="auto">
            <a:xfrm>
              <a:off x="3172" y="194"/>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4" name="Oval 117">
              <a:extLst>
                <a:ext uri="{FF2B5EF4-FFF2-40B4-BE49-F238E27FC236}">
                  <a16:creationId xmlns:a16="http://schemas.microsoft.com/office/drawing/2014/main" id="{C268F7CA-2423-3846-B8C9-257633AC53BF}"/>
                </a:ext>
              </a:extLst>
            </p:cNvPr>
            <p:cNvSpPr>
              <a:spLocks noChangeArrowheads="1"/>
            </p:cNvSpPr>
            <p:nvPr/>
          </p:nvSpPr>
          <p:spPr bwMode="auto">
            <a:xfrm rot="900000">
              <a:off x="3512" y="248"/>
              <a:ext cx="276"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5" name="Oval 118">
              <a:extLst>
                <a:ext uri="{FF2B5EF4-FFF2-40B4-BE49-F238E27FC236}">
                  <a16:creationId xmlns:a16="http://schemas.microsoft.com/office/drawing/2014/main" id="{C87E4B63-DB3D-3A41-AD9F-B674B5E4551B}"/>
                </a:ext>
              </a:extLst>
            </p:cNvPr>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6" name="Oval 119">
              <a:extLst>
                <a:ext uri="{FF2B5EF4-FFF2-40B4-BE49-F238E27FC236}">
                  <a16:creationId xmlns:a16="http://schemas.microsoft.com/office/drawing/2014/main" id="{A10CBF51-1A56-AC49-84A0-80BC5DA026DF}"/>
                </a:ext>
              </a:extLst>
            </p:cNvPr>
            <p:cNvSpPr>
              <a:spLocks noChangeArrowheads="1"/>
            </p:cNvSpPr>
            <p:nvPr/>
          </p:nvSpPr>
          <p:spPr bwMode="auto">
            <a:xfrm rot="-1560000">
              <a:off x="3571" y="533"/>
              <a:ext cx="290" cy="19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7" name="Oval 120">
              <a:extLst>
                <a:ext uri="{FF2B5EF4-FFF2-40B4-BE49-F238E27FC236}">
                  <a16:creationId xmlns:a16="http://schemas.microsoft.com/office/drawing/2014/main" id="{74AF1CB8-59C3-6446-8690-B5715C586649}"/>
                </a:ext>
              </a:extLst>
            </p:cNvPr>
            <p:cNvSpPr>
              <a:spLocks noChangeArrowheads="1"/>
            </p:cNvSpPr>
            <p:nvPr/>
          </p:nvSpPr>
          <p:spPr bwMode="auto">
            <a:xfrm>
              <a:off x="3217" y="550"/>
              <a:ext cx="469"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8" name="Oval 121">
              <a:extLst>
                <a:ext uri="{FF2B5EF4-FFF2-40B4-BE49-F238E27FC236}">
                  <a16:creationId xmlns:a16="http://schemas.microsoft.com/office/drawing/2014/main" id="{54968DEE-1AB8-3648-99AB-A71AC391CCC5}"/>
                </a:ext>
              </a:extLst>
            </p:cNvPr>
            <p:cNvSpPr>
              <a:spLocks noChangeArrowheads="1"/>
            </p:cNvSpPr>
            <p:nvPr/>
          </p:nvSpPr>
          <p:spPr bwMode="auto">
            <a:xfrm rot="1080000">
              <a:off x="3024" y="555"/>
              <a:ext cx="26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9" name="Oval 122">
              <a:extLst>
                <a:ext uri="{FF2B5EF4-FFF2-40B4-BE49-F238E27FC236}">
                  <a16:creationId xmlns:a16="http://schemas.microsoft.com/office/drawing/2014/main" id="{A1CF8C4C-323C-1340-BC93-4D8B32330F63}"/>
                </a:ext>
              </a:extLst>
            </p:cNvPr>
            <p:cNvSpPr>
              <a:spLocks noChangeArrowheads="1"/>
            </p:cNvSpPr>
            <p:nvPr/>
          </p:nvSpPr>
          <p:spPr bwMode="auto">
            <a:xfrm>
              <a:off x="2949" y="432"/>
              <a:ext cx="218"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0" name="Oval 123">
              <a:extLst>
                <a:ext uri="{FF2B5EF4-FFF2-40B4-BE49-F238E27FC236}">
                  <a16:creationId xmlns:a16="http://schemas.microsoft.com/office/drawing/2014/main" id="{99FCC499-CDAB-FF49-A4EF-02BD75899D18}"/>
                </a:ext>
              </a:extLst>
            </p:cNvPr>
            <p:cNvSpPr>
              <a:spLocks noChangeArrowheads="1"/>
            </p:cNvSpPr>
            <p:nvPr/>
          </p:nvSpPr>
          <p:spPr bwMode="auto">
            <a:xfrm rot="-1860000">
              <a:off x="2984"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1" name="Freeform 124">
              <a:extLst>
                <a:ext uri="{FF2B5EF4-FFF2-40B4-BE49-F238E27FC236}">
                  <a16:creationId xmlns:a16="http://schemas.microsoft.com/office/drawing/2014/main" id="{0511C2C5-2997-4E48-9E47-040FCE743FC7}"/>
                </a:ext>
              </a:extLst>
            </p:cNvPr>
            <p:cNvSpPr>
              <a:spLocks/>
            </p:cNvSpPr>
            <p:nvPr/>
          </p:nvSpPr>
          <p:spPr bwMode="auto">
            <a:xfrm>
              <a:off x="3054" y="297"/>
              <a:ext cx="735" cy="407"/>
            </a:xfrm>
            <a:custGeom>
              <a:avLst/>
              <a:gdLst>
                <a:gd name="T0" fmla="*/ 108 w 738"/>
                <a:gd name="T1" fmla="*/ 82 h 407"/>
                <a:gd name="T2" fmla="*/ 142 w 738"/>
                <a:gd name="T3" fmla="*/ 77 h 407"/>
                <a:gd name="T4" fmla="*/ 180 w 738"/>
                <a:gd name="T5" fmla="*/ 72 h 407"/>
                <a:gd name="T6" fmla="*/ 212 w 738"/>
                <a:gd name="T7" fmla="*/ 67 h 407"/>
                <a:gd name="T8" fmla="*/ 234 w 738"/>
                <a:gd name="T9" fmla="*/ 46 h 407"/>
                <a:gd name="T10" fmla="*/ 201 w 738"/>
                <a:gd name="T11" fmla="*/ 41 h 407"/>
                <a:gd name="T12" fmla="*/ 169 w 738"/>
                <a:gd name="T13" fmla="*/ 46 h 407"/>
                <a:gd name="T14" fmla="*/ 153 w 738"/>
                <a:gd name="T15" fmla="*/ 46 h 407"/>
                <a:gd name="T16" fmla="*/ 185 w 738"/>
                <a:gd name="T17" fmla="*/ 26 h 407"/>
                <a:gd name="T18" fmla="*/ 223 w 738"/>
                <a:gd name="T19" fmla="*/ 15 h 407"/>
                <a:gd name="T20" fmla="*/ 255 w 738"/>
                <a:gd name="T21" fmla="*/ 10 h 407"/>
                <a:gd name="T22" fmla="*/ 287 w 738"/>
                <a:gd name="T23" fmla="*/ 5 h 407"/>
                <a:gd name="T24" fmla="*/ 320 w 738"/>
                <a:gd name="T25" fmla="*/ 0 h 407"/>
                <a:gd name="T26" fmla="*/ 352 w 738"/>
                <a:gd name="T27" fmla="*/ 0 h 407"/>
                <a:gd name="T28" fmla="*/ 381 w 738"/>
                <a:gd name="T29" fmla="*/ 0 h 407"/>
                <a:gd name="T30" fmla="*/ 457 w 738"/>
                <a:gd name="T31" fmla="*/ 0 h 407"/>
                <a:gd name="T32" fmla="*/ 500 w 738"/>
                <a:gd name="T33" fmla="*/ 0 h 407"/>
                <a:gd name="T34" fmla="*/ 537 w 738"/>
                <a:gd name="T35" fmla="*/ 15 h 407"/>
                <a:gd name="T36" fmla="*/ 564 w 738"/>
                <a:gd name="T37" fmla="*/ 36 h 407"/>
                <a:gd name="T38" fmla="*/ 597 w 738"/>
                <a:gd name="T39" fmla="*/ 51 h 407"/>
                <a:gd name="T40" fmla="*/ 626 w 738"/>
                <a:gd name="T41" fmla="*/ 57 h 407"/>
                <a:gd name="T42" fmla="*/ 658 w 738"/>
                <a:gd name="T43" fmla="*/ 77 h 407"/>
                <a:gd name="T44" fmla="*/ 685 w 738"/>
                <a:gd name="T45" fmla="*/ 98 h 407"/>
                <a:gd name="T46" fmla="*/ 706 w 738"/>
                <a:gd name="T47" fmla="*/ 128 h 407"/>
                <a:gd name="T48" fmla="*/ 712 w 738"/>
                <a:gd name="T49" fmla="*/ 164 h 407"/>
                <a:gd name="T50" fmla="*/ 717 w 738"/>
                <a:gd name="T51" fmla="*/ 195 h 407"/>
                <a:gd name="T52" fmla="*/ 717 w 738"/>
                <a:gd name="T53" fmla="*/ 226 h 407"/>
                <a:gd name="T54" fmla="*/ 717 w 738"/>
                <a:gd name="T55" fmla="*/ 257 h 407"/>
                <a:gd name="T56" fmla="*/ 728 w 738"/>
                <a:gd name="T57" fmla="*/ 288 h 407"/>
                <a:gd name="T58" fmla="*/ 728 w 738"/>
                <a:gd name="T59" fmla="*/ 319 h 407"/>
                <a:gd name="T60" fmla="*/ 706 w 738"/>
                <a:gd name="T61" fmla="*/ 349 h 407"/>
                <a:gd name="T62" fmla="*/ 669 w 738"/>
                <a:gd name="T63" fmla="*/ 365 h 407"/>
                <a:gd name="T64" fmla="*/ 637 w 738"/>
                <a:gd name="T65" fmla="*/ 380 h 407"/>
                <a:gd name="T66" fmla="*/ 607 w 738"/>
                <a:gd name="T67" fmla="*/ 396 h 407"/>
                <a:gd name="T68" fmla="*/ 575 w 738"/>
                <a:gd name="T69" fmla="*/ 401 h 407"/>
                <a:gd name="T70" fmla="*/ 532 w 738"/>
                <a:gd name="T71" fmla="*/ 406 h 407"/>
                <a:gd name="T72" fmla="*/ 494 w 738"/>
                <a:gd name="T73" fmla="*/ 406 h 407"/>
                <a:gd name="T74" fmla="*/ 462 w 738"/>
                <a:gd name="T75" fmla="*/ 406 h 407"/>
                <a:gd name="T76" fmla="*/ 430 w 738"/>
                <a:gd name="T77" fmla="*/ 406 h 407"/>
                <a:gd name="T78" fmla="*/ 397 w 738"/>
                <a:gd name="T79" fmla="*/ 406 h 407"/>
                <a:gd name="T80" fmla="*/ 367 w 738"/>
                <a:gd name="T81" fmla="*/ 406 h 407"/>
                <a:gd name="T82" fmla="*/ 336 w 738"/>
                <a:gd name="T83" fmla="*/ 406 h 407"/>
                <a:gd name="T84" fmla="*/ 304 w 738"/>
                <a:gd name="T85" fmla="*/ 406 h 407"/>
                <a:gd name="T86" fmla="*/ 266 w 738"/>
                <a:gd name="T87" fmla="*/ 406 h 407"/>
                <a:gd name="T88" fmla="*/ 234 w 738"/>
                <a:gd name="T89" fmla="*/ 406 h 407"/>
                <a:gd name="T90" fmla="*/ 201 w 738"/>
                <a:gd name="T91" fmla="*/ 406 h 407"/>
                <a:gd name="T92" fmla="*/ 169 w 738"/>
                <a:gd name="T93" fmla="*/ 391 h 407"/>
                <a:gd name="T94" fmla="*/ 137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6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52" name="Freeform 125">
              <a:extLst>
                <a:ext uri="{FF2B5EF4-FFF2-40B4-BE49-F238E27FC236}">
                  <a16:creationId xmlns:a16="http://schemas.microsoft.com/office/drawing/2014/main" id="{1BE86790-FD6B-A640-81B7-1AC80F715F00}"/>
                </a:ext>
              </a:extLst>
            </p:cNvPr>
            <p:cNvSpPr>
              <a:spLocks/>
            </p:cNvSpPr>
            <p:nvPr/>
          </p:nvSpPr>
          <p:spPr bwMode="auto">
            <a:xfrm>
              <a:off x="3192" y="268"/>
              <a:ext cx="117" cy="120"/>
            </a:xfrm>
            <a:custGeom>
              <a:avLst/>
              <a:gdLst>
                <a:gd name="T0" fmla="*/ 5 w 117"/>
                <a:gd name="T1" fmla="*/ 69 h 118"/>
                <a:gd name="T2" fmla="*/ 0 w 117"/>
                <a:gd name="T3" fmla="*/ 54 h 118"/>
                <a:gd name="T4" fmla="*/ 0 w 117"/>
                <a:gd name="T5" fmla="*/ 39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4 h 118"/>
                <a:gd name="T20" fmla="*/ 105 w 117"/>
                <a:gd name="T21" fmla="*/ 49 h 118"/>
                <a:gd name="T22" fmla="*/ 111 w 117"/>
                <a:gd name="T23" fmla="*/ 64 h 118"/>
                <a:gd name="T24" fmla="*/ 116 w 117"/>
                <a:gd name="T25" fmla="*/ 79 h 118"/>
                <a:gd name="T26" fmla="*/ 116 w 117"/>
                <a:gd name="T27" fmla="*/ 98 h 118"/>
                <a:gd name="T28" fmla="*/ 116 w 117"/>
                <a:gd name="T29" fmla="*/ 113 h 118"/>
                <a:gd name="T30" fmla="*/ 100 w 117"/>
                <a:gd name="T31" fmla="*/ 123 h 118"/>
                <a:gd name="T32" fmla="*/ 84 w 117"/>
                <a:gd name="T33" fmla="*/ 123 h 118"/>
                <a:gd name="T34" fmla="*/ 69 w 117"/>
                <a:gd name="T35" fmla="*/ 123 h 118"/>
                <a:gd name="T36" fmla="*/ 53 w 117"/>
                <a:gd name="T37" fmla="*/ 123 h 118"/>
                <a:gd name="T38" fmla="*/ 37 w 117"/>
                <a:gd name="T39" fmla="*/ 118 h 118"/>
                <a:gd name="T40" fmla="*/ 21 w 117"/>
                <a:gd name="T41" fmla="*/ 108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53" name="Freeform 126">
              <a:extLst>
                <a:ext uri="{FF2B5EF4-FFF2-40B4-BE49-F238E27FC236}">
                  <a16:creationId xmlns:a16="http://schemas.microsoft.com/office/drawing/2014/main" id="{39B518F4-C6DF-344B-BE50-36F0FA0897A7}"/>
                </a:ext>
              </a:extLst>
            </p:cNvPr>
            <p:cNvSpPr>
              <a:spLocks/>
            </p:cNvSpPr>
            <p:nvPr/>
          </p:nvSpPr>
          <p:spPr bwMode="auto">
            <a:xfrm>
              <a:off x="3471" y="236"/>
              <a:ext cx="83" cy="85"/>
            </a:xfrm>
            <a:custGeom>
              <a:avLst/>
              <a:gdLst>
                <a:gd name="T0" fmla="*/ 0 w 82"/>
                <a:gd name="T1" fmla="*/ 0 h 87"/>
                <a:gd name="T2" fmla="*/ 16 w 82"/>
                <a:gd name="T3" fmla="*/ 10 h 87"/>
                <a:gd name="T4" fmla="*/ 32 w 82"/>
                <a:gd name="T5" fmla="*/ 20 h 87"/>
                <a:gd name="T6" fmla="*/ 52 w 82"/>
                <a:gd name="T7" fmla="*/ 20 h 87"/>
                <a:gd name="T8" fmla="*/ 68 w 82"/>
                <a:gd name="T9" fmla="*/ 27 h 87"/>
                <a:gd name="T10" fmla="*/ 79 w 82"/>
                <a:gd name="T11" fmla="*/ 43 h 87"/>
                <a:gd name="T12" fmla="*/ 84 w 82"/>
                <a:gd name="T13" fmla="*/ 58 h 87"/>
                <a:gd name="T14" fmla="*/ 84 w 82"/>
                <a:gd name="T15" fmla="*/ 70 h 87"/>
                <a:gd name="T16" fmla="*/ 68 w 82"/>
                <a:gd name="T17" fmla="*/ 80 h 87"/>
                <a:gd name="T18" fmla="*/ 52 w 82"/>
                <a:gd name="T19" fmla="*/ 80 h 87"/>
                <a:gd name="T20" fmla="*/ 27 w 82"/>
                <a:gd name="T21" fmla="*/ 75 h 87"/>
                <a:gd name="T22" fmla="*/ 11 w 82"/>
                <a:gd name="T23" fmla="*/ 65 h 87"/>
                <a:gd name="T24" fmla="*/ 5 w 82"/>
                <a:gd name="T25" fmla="*/ 53 h 87"/>
                <a:gd name="T26" fmla="*/ 0 w 82"/>
                <a:gd name="T27" fmla="*/ 37 h 87"/>
                <a:gd name="T28" fmla="*/ 0 w 82"/>
                <a:gd name="T29" fmla="*/ 22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3" name="Group 127">
            <a:extLst>
              <a:ext uri="{FF2B5EF4-FFF2-40B4-BE49-F238E27FC236}">
                <a16:creationId xmlns:a16="http://schemas.microsoft.com/office/drawing/2014/main" id="{5DEF7AEF-2014-4247-868E-3DAACB678766}"/>
              </a:ext>
            </a:extLst>
          </p:cNvPr>
          <p:cNvGrpSpPr>
            <a:grpSpLocks/>
          </p:cNvGrpSpPr>
          <p:nvPr/>
        </p:nvGrpSpPr>
        <p:grpSpPr bwMode="auto">
          <a:xfrm rot="651098">
            <a:off x="3949303" y="4140656"/>
            <a:ext cx="556022" cy="371475"/>
            <a:chOff x="2949" y="196"/>
            <a:chExt cx="941" cy="598"/>
          </a:xfrm>
        </p:grpSpPr>
        <p:sp>
          <p:nvSpPr>
            <p:cNvPr id="111732" name="Oval 128">
              <a:extLst>
                <a:ext uri="{FF2B5EF4-FFF2-40B4-BE49-F238E27FC236}">
                  <a16:creationId xmlns:a16="http://schemas.microsoft.com/office/drawing/2014/main" id="{893170CB-78A0-3E41-84E6-45D51EA5441E}"/>
                </a:ext>
              </a:extLst>
            </p:cNvPr>
            <p:cNvSpPr>
              <a:spLocks noChangeArrowheads="1"/>
            </p:cNvSpPr>
            <p:nvPr/>
          </p:nvSpPr>
          <p:spPr bwMode="auto">
            <a:xfrm>
              <a:off x="3157" y="185"/>
              <a:ext cx="407" cy="16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3" name="Oval 129">
              <a:extLst>
                <a:ext uri="{FF2B5EF4-FFF2-40B4-BE49-F238E27FC236}">
                  <a16:creationId xmlns:a16="http://schemas.microsoft.com/office/drawing/2014/main" id="{66A1F286-5568-0A41-AF8A-E90E36734BF5}"/>
                </a:ext>
              </a:extLst>
            </p:cNvPr>
            <p:cNvSpPr>
              <a:spLocks noChangeArrowheads="1"/>
            </p:cNvSpPr>
            <p:nvPr/>
          </p:nvSpPr>
          <p:spPr bwMode="auto">
            <a:xfrm rot="900000">
              <a:off x="3495" y="247"/>
              <a:ext cx="276" cy="128"/>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4" name="Oval 130">
              <a:extLst>
                <a:ext uri="{FF2B5EF4-FFF2-40B4-BE49-F238E27FC236}">
                  <a16:creationId xmlns:a16="http://schemas.microsoft.com/office/drawing/2014/main" id="{D507F441-8EA9-9B48-B800-DC08518D0FEA}"/>
                </a:ext>
              </a:extLst>
            </p:cNvPr>
            <p:cNvSpPr>
              <a:spLocks noChangeArrowheads="1"/>
            </p:cNvSpPr>
            <p:nvPr/>
          </p:nvSpPr>
          <p:spPr bwMode="auto">
            <a:xfrm rot="1500000">
              <a:off x="3650" y="386"/>
              <a:ext cx="240" cy="15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5" name="Oval 131">
              <a:extLst>
                <a:ext uri="{FF2B5EF4-FFF2-40B4-BE49-F238E27FC236}">
                  <a16:creationId xmlns:a16="http://schemas.microsoft.com/office/drawing/2014/main" id="{38583FA9-E03E-504E-B065-D9E358D4599A}"/>
                </a:ext>
              </a:extLst>
            </p:cNvPr>
            <p:cNvSpPr>
              <a:spLocks noChangeArrowheads="1"/>
            </p:cNvSpPr>
            <p:nvPr/>
          </p:nvSpPr>
          <p:spPr bwMode="auto">
            <a:xfrm rot="-1560000">
              <a:off x="3571" y="531"/>
              <a:ext cx="290" cy="19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6" name="Oval 132">
              <a:extLst>
                <a:ext uri="{FF2B5EF4-FFF2-40B4-BE49-F238E27FC236}">
                  <a16:creationId xmlns:a16="http://schemas.microsoft.com/office/drawing/2014/main" id="{1D84C102-2BC7-9840-8222-8C8C2F3ED57D}"/>
                </a:ext>
              </a:extLst>
            </p:cNvPr>
            <p:cNvSpPr>
              <a:spLocks noChangeArrowheads="1"/>
            </p:cNvSpPr>
            <p:nvPr/>
          </p:nvSpPr>
          <p:spPr bwMode="auto">
            <a:xfrm>
              <a:off x="3217" y="554"/>
              <a:ext cx="469"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7" name="Oval 133">
              <a:extLst>
                <a:ext uri="{FF2B5EF4-FFF2-40B4-BE49-F238E27FC236}">
                  <a16:creationId xmlns:a16="http://schemas.microsoft.com/office/drawing/2014/main" id="{BF873C63-9344-1446-89AD-E11D27714ED9}"/>
                </a:ext>
              </a:extLst>
            </p:cNvPr>
            <p:cNvSpPr>
              <a:spLocks noChangeArrowheads="1"/>
            </p:cNvSpPr>
            <p:nvPr/>
          </p:nvSpPr>
          <p:spPr bwMode="auto">
            <a:xfrm rot="1080000">
              <a:off x="3012" y="547"/>
              <a:ext cx="264"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8" name="Oval 134">
              <a:extLst>
                <a:ext uri="{FF2B5EF4-FFF2-40B4-BE49-F238E27FC236}">
                  <a16:creationId xmlns:a16="http://schemas.microsoft.com/office/drawing/2014/main" id="{68E2696E-F611-5A42-BE26-284F49C469ED}"/>
                </a:ext>
              </a:extLst>
            </p:cNvPr>
            <p:cNvSpPr>
              <a:spLocks noChangeArrowheads="1"/>
            </p:cNvSpPr>
            <p:nvPr/>
          </p:nvSpPr>
          <p:spPr bwMode="auto">
            <a:xfrm>
              <a:off x="2944" y="427"/>
              <a:ext cx="218" cy="15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9" name="Oval 135">
              <a:extLst>
                <a:ext uri="{FF2B5EF4-FFF2-40B4-BE49-F238E27FC236}">
                  <a16:creationId xmlns:a16="http://schemas.microsoft.com/office/drawing/2014/main" id="{055CD265-7054-E648-AD00-66A920AF9F70}"/>
                </a:ext>
              </a:extLst>
            </p:cNvPr>
            <p:cNvSpPr>
              <a:spLocks noChangeArrowheads="1"/>
            </p:cNvSpPr>
            <p:nvPr/>
          </p:nvSpPr>
          <p:spPr bwMode="auto">
            <a:xfrm rot="-1860000">
              <a:off x="2983" y="309"/>
              <a:ext cx="296"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0" name="Freeform 136">
              <a:extLst>
                <a:ext uri="{FF2B5EF4-FFF2-40B4-BE49-F238E27FC236}">
                  <a16:creationId xmlns:a16="http://schemas.microsoft.com/office/drawing/2014/main" id="{45614354-DD7D-7E41-A0E0-DC1A3AF6A444}"/>
                </a:ext>
              </a:extLst>
            </p:cNvPr>
            <p:cNvSpPr>
              <a:spLocks/>
            </p:cNvSpPr>
            <p:nvPr/>
          </p:nvSpPr>
          <p:spPr bwMode="auto">
            <a:xfrm>
              <a:off x="3043" y="293"/>
              <a:ext cx="733" cy="403"/>
            </a:xfrm>
            <a:custGeom>
              <a:avLst/>
              <a:gdLst>
                <a:gd name="T0" fmla="*/ 105 w 738"/>
                <a:gd name="T1" fmla="*/ 79 h 407"/>
                <a:gd name="T2" fmla="*/ 142 w 738"/>
                <a:gd name="T3" fmla="*/ 74 h 407"/>
                <a:gd name="T4" fmla="*/ 180 w 738"/>
                <a:gd name="T5" fmla="*/ 69 h 407"/>
                <a:gd name="T6" fmla="*/ 212 w 738"/>
                <a:gd name="T7" fmla="*/ 65 h 407"/>
                <a:gd name="T8" fmla="*/ 231 w 738"/>
                <a:gd name="T9" fmla="*/ 46 h 407"/>
                <a:gd name="T10" fmla="*/ 201 w 738"/>
                <a:gd name="T11" fmla="*/ 41 h 407"/>
                <a:gd name="T12" fmla="*/ 169 w 738"/>
                <a:gd name="T13" fmla="*/ 46 h 407"/>
                <a:gd name="T14" fmla="*/ 153 w 738"/>
                <a:gd name="T15" fmla="*/ 46 h 407"/>
                <a:gd name="T16" fmla="*/ 185 w 738"/>
                <a:gd name="T17" fmla="*/ 26 h 407"/>
                <a:gd name="T18" fmla="*/ 220 w 738"/>
                <a:gd name="T19" fmla="*/ 15 h 407"/>
                <a:gd name="T20" fmla="*/ 252 w 738"/>
                <a:gd name="T21" fmla="*/ 10 h 407"/>
                <a:gd name="T22" fmla="*/ 284 w 738"/>
                <a:gd name="T23" fmla="*/ 5 h 407"/>
                <a:gd name="T24" fmla="*/ 317 w 738"/>
                <a:gd name="T25" fmla="*/ 0 h 407"/>
                <a:gd name="T26" fmla="*/ 349 w 738"/>
                <a:gd name="T27" fmla="*/ 0 h 407"/>
                <a:gd name="T28" fmla="*/ 378 w 738"/>
                <a:gd name="T29" fmla="*/ 0 h 407"/>
                <a:gd name="T30" fmla="*/ 454 w 738"/>
                <a:gd name="T31" fmla="*/ 0 h 407"/>
                <a:gd name="T32" fmla="*/ 497 w 738"/>
                <a:gd name="T33" fmla="*/ 0 h 407"/>
                <a:gd name="T34" fmla="*/ 531 w 738"/>
                <a:gd name="T35" fmla="*/ 15 h 407"/>
                <a:gd name="T36" fmla="*/ 558 w 738"/>
                <a:gd name="T37" fmla="*/ 36 h 407"/>
                <a:gd name="T38" fmla="*/ 591 w 738"/>
                <a:gd name="T39" fmla="*/ 50 h 407"/>
                <a:gd name="T40" fmla="*/ 623 w 738"/>
                <a:gd name="T41" fmla="*/ 55 h 407"/>
                <a:gd name="T42" fmla="*/ 654 w 738"/>
                <a:gd name="T43" fmla="*/ 74 h 407"/>
                <a:gd name="T44" fmla="*/ 679 w 738"/>
                <a:gd name="T45" fmla="*/ 95 h 407"/>
                <a:gd name="T46" fmla="*/ 700 w 738"/>
                <a:gd name="T47" fmla="*/ 125 h 407"/>
                <a:gd name="T48" fmla="*/ 706 w 738"/>
                <a:gd name="T49" fmla="*/ 159 h 407"/>
                <a:gd name="T50" fmla="*/ 711 w 738"/>
                <a:gd name="T51" fmla="*/ 190 h 407"/>
                <a:gd name="T52" fmla="*/ 711 w 738"/>
                <a:gd name="T53" fmla="*/ 220 h 407"/>
                <a:gd name="T54" fmla="*/ 711 w 738"/>
                <a:gd name="T55" fmla="*/ 250 h 407"/>
                <a:gd name="T56" fmla="*/ 722 w 738"/>
                <a:gd name="T57" fmla="*/ 280 h 407"/>
                <a:gd name="T58" fmla="*/ 722 w 738"/>
                <a:gd name="T59" fmla="*/ 311 h 407"/>
                <a:gd name="T60" fmla="*/ 700 w 738"/>
                <a:gd name="T61" fmla="*/ 340 h 407"/>
                <a:gd name="T62" fmla="*/ 663 w 738"/>
                <a:gd name="T63" fmla="*/ 354 h 407"/>
                <a:gd name="T64" fmla="*/ 634 w 738"/>
                <a:gd name="T65" fmla="*/ 369 h 407"/>
                <a:gd name="T66" fmla="*/ 601 w 738"/>
                <a:gd name="T67" fmla="*/ 385 h 407"/>
                <a:gd name="T68" fmla="*/ 569 w 738"/>
                <a:gd name="T69" fmla="*/ 390 h 407"/>
                <a:gd name="T70" fmla="*/ 526 w 738"/>
                <a:gd name="T71" fmla="*/ 395 h 407"/>
                <a:gd name="T72" fmla="*/ 491 w 738"/>
                <a:gd name="T73" fmla="*/ 395 h 407"/>
                <a:gd name="T74" fmla="*/ 459 w 738"/>
                <a:gd name="T75" fmla="*/ 395 h 407"/>
                <a:gd name="T76" fmla="*/ 427 w 738"/>
                <a:gd name="T77" fmla="*/ 395 h 407"/>
                <a:gd name="T78" fmla="*/ 394 w 738"/>
                <a:gd name="T79" fmla="*/ 395 h 407"/>
                <a:gd name="T80" fmla="*/ 364 w 738"/>
                <a:gd name="T81" fmla="*/ 395 h 407"/>
                <a:gd name="T82" fmla="*/ 333 w 738"/>
                <a:gd name="T83" fmla="*/ 395 h 407"/>
                <a:gd name="T84" fmla="*/ 301 w 738"/>
                <a:gd name="T85" fmla="*/ 395 h 407"/>
                <a:gd name="T86" fmla="*/ 263 w 738"/>
                <a:gd name="T87" fmla="*/ 395 h 407"/>
                <a:gd name="T88" fmla="*/ 231 w 738"/>
                <a:gd name="T89" fmla="*/ 395 h 407"/>
                <a:gd name="T90" fmla="*/ 201 w 738"/>
                <a:gd name="T91" fmla="*/ 395 h 407"/>
                <a:gd name="T92" fmla="*/ 169 w 738"/>
                <a:gd name="T93" fmla="*/ 380 h 407"/>
                <a:gd name="T94" fmla="*/ 137 w 738"/>
                <a:gd name="T95" fmla="*/ 369 h 407"/>
                <a:gd name="T96" fmla="*/ 105 w 738"/>
                <a:gd name="T97" fmla="*/ 354 h 407"/>
                <a:gd name="T98" fmla="*/ 78 w 738"/>
                <a:gd name="T99" fmla="*/ 331 h 407"/>
                <a:gd name="T100" fmla="*/ 59 w 738"/>
                <a:gd name="T101" fmla="*/ 311 h 407"/>
                <a:gd name="T102" fmla="*/ 38 w 738"/>
                <a:gd name="T103" fmla="*/ 280 h 407"/>
                <a:gd name="T104" fmla="*/ 16 w 738"/>
                <a:gd name="T105" fmla="*/ 246 h 407"/>
                <a:gd name="T106" fmla="*/ 0 w 738"/>
                <a:gd name="T107" fmla="*/ 210 h 407"/>
                <a:gd name="T108" fmla="*/ 0 w 738"/>
                <a:gd name="T109" fmla="*/ 180 h 407"/>
                <a:gd name="T110" fmla="*/ 5 w 738"/>
                <a:gd name="T111" fmla="*/ 146 h 407"/>
                <a:gd name="T112" fmla="*/ 27 w 738"/>
                <a:gd name="T113" fmla="*/ 120 h 407"/>
                <a:gd name="T114" fmla="*/ 54 w 738"/>
                <a:gd name="T115" fmla="*/ 105 h 407"/>
                <a:gd name="T116" fmla="*/ 83 w 738"/>
                <a:gd name="T117" fmla="*/ 95 h 407"/>
                <a:gd name="T118" fmla="*/ 110 w 738"/>
                <a:gd name="T119" fmla="*/ 79 h 407"/>
                <a:gd name="T120" fmla="*/ 126 w 738"/>
                <a:gd name="T121" fmla="*/ 95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41" name="Freeform 137">
              <a:extLst>
                <a:ext uri="{FF2B5EF4-FFF2-40B4-BE49-F238E27FC236}">
                  <a16:creationId xmlns:a16="http://schemas.microsoft.com/office/drawing/2014/main" id="{A1A274DA-602B-2742-8546-CD7D1A33919A}"/>
                </a:ext>
              </a:extLst>
            </p:cNvPr>
            <p:cNvSpPr>
              <a:spLocks/>
            </p:cNvSpPr>
            <p:nvPr/>
          </p:nvSpPr>
          <p:spPr bwMode="auto">
            <a:xfrm>
              <a:off x="3182" y="263"/>
              <a:ext cx="117" cy="117"/>
            </a:xfrm>
            <a:custGeom>
              <a:avLst/>
              <a:gdLst>
                <a:gd name="T0" fmla="*/ 5 w 117"/>
                <a:gd name="T1" fmla="*/ 63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59 h 118"/>
                <a:gd name="T24" fmla="*/ 116 w 117"/>
                <a:gd name="T25" fmla="*/ 73 h 118"/>
                <a:gd name="T26" fmla="*/ 116 w 117"/>
                <a:gd name="T27" fmla="*/ 89 h 118"/>
                <a:gd name="T28" fmla="*/ 116 w 117"/>
                <a:gd name="T29" fmla="*/ 104 h 118"/>
                <a:gd name="T30" fmla="*/ 100 w 117"/>
                <a:gd name="T31" fmla="*/ 114 h 118"/>
                <a:gd name="T32" fmla="*/ 84 w 117"/>
                <a:gd name="T33" fmla="*/ 114 h 118"/>
                <a:gd name="T34" fmla="*/ 69 w 117"/>
                <a:gd name="T35" fmla="*/ 114 h 118"/>
                <a:gd name="T36" fmla="*/ 53 w 117"/>
                <a:gd name="T37" fmla="*/ 114 h 118"/>
                <a:gd name="T38" fmla="*/ 37 w 117"/>
                <a:gd name="T39" fmla="*/ 109 h 118"/>
                <a:gd name="T40" fmla="*/ 21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42" name="Freeform 138">
              <a:extLst>
                <a:ext uri="{FF2B5EF4-FFF2-40B4-BE49-F238E27FC236}">
                  <a16:creationId xmlns:a16="http://schemas.microsoft.com/office/drawing/2014/main" id="{B442F496-E2E3-B24C-BF6A-33AAE8AADF21}"/>
                </a:ext>
              </a:extLst>
            </p:cNvPr>
            <p:cNvSpPr>
              <a:spLocks/>
            </p:cNvSpPr>
            <p:nvPr/>
          </p:nvSpPr>
          <p:spPr bwMode="auto">
            <a:xfrm>
              <a:off x="3468" y="234"/>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4" name="Group 139">
            <a:extLst>
              <a:ext uri="{FF2B5EF4-FFF2-40B4-BE49-F238E27FC236}">
                <a16:creationId xmlns:a16="http://schemas.microsoft.com/office/drawing/2014/main" id="{247C4E99-9213-DA4C-B632-CDCE2EEC38B0}"/>
              </a:ext>
            </a:extLst>
          </p:cNvPr>
          <p:cNvGrpSpPr>
            <a:grpSpLocks/>
          </p:cNvGrpSpPr>
          <p:nvPr/>
        </p:nvGrpSpPr>
        <p:grpSpPr bwMode="auto">
          <a:xfrm rot="21035385">
            <a:off x="3257550" y="3351272"/>
            <a:ext cx="557213" cy="461963"/>
            <a:chOff x="2949" y="196"/>
            <a:chExt cx="941" cy="598"/>
          </a:xfrm>
        </p:grpSpPr>
        <p:sp>
          <p:nvSpPr>
            <p:cNvPr id="111721" name="Oval 140">
              <a:extLst>
                <a:ext uri="{FF2B5EF4-FFF2-40B4-BE49-F238E27FC236}">
                  <a16:creationId xmlns:a16="http://schemas.microsoft.com/office/drawing/2014/main" id="{A39F0980-3639-2445-88C1-506BDBBD6CC5}"/>
                </a:ext>
              </a:extLst>
            </p:cNvPr>
            <p:cNvSpPr>
              <a:spLocks noChangeArrowheads="1"/>
            </p:cNvSpPr>
            <p:nvPr/>
          </p:nvSpPr>
          <p:spPr bwMode="auto">
            <a:xfrm>
              <a:off x="3157" y="189"/>
              <a:ext cx="406"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2" name="Oval 141">
              <a:extLst>
                <a:ext uri="{FF2B5EF4-FFF2-40B4-BE49-F238E27FC236}">
                  <a16:creationId xmlns:a16="http://schemas.microsoft.com/office/drawing/2014/main" id="{B04075C6-72FD-C942-B5A1-7236C5BCF645}"/>
                </a:ext>
              </a:extLst>
            </p:cNvPr>
            <p:cNvSpPr>
              <a:spLocks noChangeArrowheads="1"/>
            </p:cNvSpPr>
            <p:nvPr/>
          </p:nvSpPr>
          <p:spPr bwMode="auto">
            <a:xfrm rot="900000">
              <a:off x="3511" y="242"/>
              <a:ext cx="267"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3" name="Oval 142">
              <a:extLst>
                <a:ext uri="{FF2B5EF4-FFF2-40B4-BE49-F238E27FC236}">
                  <a16:creationId xmlns:a16="http://schemas.microsoft.com/office/drawing/2014/main" id="{1E5B2DED-5554-7D4D-92D6-9676BC61DD3F}"/>
                </a:ext>
              </a:extLst>
            </p:cNvPr>
            <p:cNvSpPr>
              <a:spLocks noChangeArrowheads="1"/>
            </p:cNvSpPr>
            <p:nvPr/>
          </p:nvSpPr>
          <p:spPr bwMode="auto">
            <a:xfrm rot="1500000">
              <a:off x="3649" y="373"/>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4" name="Oval 143">
              <a:extLst>
                <a:ext uri="{FF2B5EF4-FFF2-40B4-BE49-F238E27FC236}">
                  <a16:creationId xmlns:a16="http://schemas.microsoft.com/office/drawing/2014/main" id="{BE10961F-5C8A-5D4A-B3C1-2374B46CA3A3}"/>
                </a:ext>
              </a:extLst>
            </p:cNvPr>
            <p:cNvSpPr>
              <a:spLocks noChangeArrowheads="1"/>
            </p:cNvSpPr>
            <p:nvPr/>
          </p:nvSpPr>
          <p:spPr bwMode="auto">
            <a:xfrm rot="-1560000">
              <a:off x="3572" y="536"/>
              <a:ext cx="292" cy="19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5" name="Oval 144">
              <a:extLst>
                <a:ext uri="{FF2B5EF4-FFF2-40B4-BE49-F238E27FC236}">
                  <a16:creationId xmlns:a16="http://schemas.microsoft.com/office/drawing/2014/main" id="{F2F7D4D2-7C77-E644-B2B9-BA34232963EB}"/>
                </a:ext>
              </a:extLst>
            </p:cNvPr>
            <p:cNvSpPr>
              <a:spLocks noChangeArrowheads="1"/>
            </p:cNvSpPr>
            <p:nvPr/>
          </p:nvSpPr>
          <p:spPr bwMode="auto">
            <a:xfrm>
              <a:off x="3212" y="550"/>
              <a:ext cx="475"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6" name="Oval 145">
              <a:extLst>
                <a:ext uri="{FF2B5EF4-FFF2-40B4-BE49-F238E27FC236}">
                  <a16:creationId xmlns:a16="http://schemas.microsoft.com/office/drawing/2014/main" id="{8889371B-9E9F-0240-A53C-73DC874FBAF9}"/>
                </a:ext>
              </a:extLst>
            </p:cNvPr>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7" name="Oval 146">
              <a:extLst>
                <a:ext uri="{FF2B5EF4-FFF2-40B4-BE49-F238E27FC236}">
                  <a16:creationId xmlns:a16="http://schemas.microsoft.com/office/drawing/2014/main" id="{68E28D7C-FA50-184A-B0B6-1DE8E4FA1D6B}"/>
                </a:ext>
              </a:extLst>
            </p:cNvPr>
            <p:cNvSpPr>
              <a:spLocks noChangeArrowheads="1"/>
            </p:cNvSpPr>
            <p:nvPr/>
          </p:nvSpPr>
          <p:spPr bwMode="auto">
            <a:xfrm>
              <a:off x="2945" y="423"/>
              <a:ext cx="211"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8" name="Oval 147">
              <a:extLst>
                <a:ext uri="{FF2B5EF4-FFF2-40B4-BE49-F238E27FC236}">
                  <a16:creationId xmlns:a16="http://schemas.microsoft.com/office/drawing/2014/main" id="{A76E1959-F2D6-C24E-8984-3802E6FB1246}"/>
                </a:ext>
              </a:extLst>
            </p:cNvPr>
            <p:cNvSpPr>
              <a:spLocks noChangeArrowheads="1"/>
            </p:cNvSpPr>
            <p:nvPr/>
          </p:nvSpPr>
          <p:spPr bwMode="auto">
            <a:xfrm rot="-1860000">
              <a:off x="2974" y="301"/>
              <a:ext cx="304"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9" name="Freeform 148">
              <a:extLst>
                <a:ext uri="{FF2B5EF4-FFF2-40B4-BE49-F238E27FC236}">
                  <a16:creationId xmlns:a16="http://schemas.microsoft.com/office/drawing/2014/main" id="{0BC77C82-DD08-F941-B76F-0DB37F0F8CBE}"/>
                </a:ext>
              </a:extLst>
            </p:cNvPr>
            <p:cNvSpPr>
              <a:spLocks/>
            </p:cNvSpPr>
            <p:nvPr/>
          </p:nvSpPr>
          <p:spPr bwMode="auto">
            <a:xfrm>
              <a:off x="3043" y="294"/>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30" name="Freeform 149">
              <a:extLst>
                <a:ext uri="{FF2B5EF4-FFF2-40B4-BE49-F238E27FC236}">
                  <a16:creationId xmlns:a16="http://schemas.microsoft.com/office/drawing/2014/main" id="{5D9B5470-B18C-304D-B291-CAAF13BE8A16}"/>
                </a:ext>
              </a:extLst>
            </p:cNvPr>
            <p:cNvSpPr>
              <a:spLocks/>
            </p:cNvSpPr>
            <p:nvPr/>
          </p:nvSpPr>
          <p:spPr bwMode="auto">
            <a:xfrm>
              <a:off x="3179" y="267"/>
              <a:ext cx="131" cy="120"/>
            </a:xfrm>
            <a:custGeom>
              <a:avLst/>
              <a:gdLst>
                <a:gd name="T0" fmla="*/ 8 w 117"/>
                <a:gd name="T1" fmla="*/ 69 h 118"/>
                <a:gd name="T2" fmla="*/ 0 w 117"/>
                <a:gd name="T3" fmla="*/ 54 h 118"/>
                <a:gd name="T4" fmla="*/ 0 w 117"/>
                <a:gd name="T5" fmla="*/ 39 h 118"/>
                <a:gd name="T6" fmla="*/ 22 w 117"/>
                <a:gd name="T7" fmla="*/ 25 h 118"/>
                <a:gd name="T8" fmla="*/ 44 w 117"/>
                <a:gd name="T9" fmla="*/ 15 h 118"/>
                <a:gd name="T10" fmla="*/ 65 w 117"/>
                <a:gd name="T11" fmla="*/ 0 h 118"/>
                <a:gd name="T12" fmla="*/ 86 w 117"/>
                <a:gd name="T13" fmla="*/ 0 h 118"/>
                <a:gd name="T14" fmla="*/ 109 w 117"/>
                <a:gd name="T15" fmla="*/ 0 h 118"/>
                <a:gd name="T16" fmla="*/ 116 w 117"/>
                <a:gd name="T17" fmla="*/ 15 h 118"/>
                <a:gd name="T18" fmla="*/ 132 w 117"/>
                <a:gd name="T19" fmla="*/ 34 h 118"/>
                <a:gd name="T20" fmla="*/ 146 w 117"/>
                <a:gd name="T21" fmla="*/ 49 h 118"/>
                <a:gd name="T22" fmla="*/ 153 w 117"/>
                <a:gd name="T23" fmla="*/ 64 h 118"/>
                <a:gd name="T24" fmla="*/ 160 w 117"/>
                <a:gd name="T25" fmla="*/ 79 h 118"/>
                <a:gd name="T26" fmla="*/ 160 w 117"/>
                <a:gd name="T27" fmla="*/ 98 h 118"/>
                <a:gd name="T28" fmla="*/ 160 w 117"/>
                <a:gd name="T29" fmla="*/ 113 h 118"/>
                <a:gd name="T30" fmla="*/ 138 w 117"/>
                <a:gd name="T31" fmla="*/ 123 h 118"/>
                <a:gd name="T32" fmla="*/ 116 w 117"/>
                <a:gd name="T33" fmla="*/ 123 h 118"/>
                <a:gd name="T34" fmla="*/ 95 w 117"/>
                <a:gd name="T35" fmla="*/ 123 h 118"/>
                <a:gd name="T36" fmla="*/ 73 w 117"/>
                <a:gd name="T37" fmla="*/ 123 h 118"/>
                <a:gd name="T38" fmla="*/ 52 w 117"/>
                <a:gd name="T39" fmla="*/ 118 h 118"/>
                <a:gd name="T40" fmla="*/ 29 w 117"/>
                <a:gd name="T41" fmla="*/ 108 h 118"/>
                <a:gd name="T42" fmla="*/ 15 w 117"/>
                <a:gd name="T43" fmla="*/ 89 h 118"/>
                <a:gd name="T44" fmla="*/ 8 w 117"/>
                <a:gd name="T45" fmla="*/ 74 h 118"/>
                <a:gd name="T46" fmla="*/ 8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31" name="Freeform 150">
              <a:extLst>
                <a:ext uri="{FF2B5EF4-FFF2-40B4-BE49-F238E27FC236}">
                  <a16:creationId xmlns:a16="http://schemas.microsoft.com/office/drawing/2014/main" id="{B43474FD-880C-E24F-935D-A49623062C38}"/>
                </a:ext>
              </a:extLst>
            </p:cNvPr>
            <p:cNvSpPr>
              <a:spLocks/>
            </p:cNvSpPr>
            <p:nvPr/>
          </p:nvSpPr>
          <p:spPr bwMode="auto">
            <a:xfrm>
              <a:off x="3466" y="228"/>
              <a:ext cx="74" cy="86"/>
            </a:xfrm>
            <a:custGeom>
              <a:avLst/>
              <a:gdLst>
                <a:gd name="T0" fmla="*/ 0 w 82"/>
                <a:gd name="T1" fmla="*/ 0 h 87"/>
                <a:gd name="T2" fmla="*/ 12 w 82"/>
                <a:gd name="T3" fmla="*/ 10 h 87"/>
                <a:gd name="T4" fmla="*/ 23 w 82"/>
                <a:gd name="T5" fmla="*/ 20 h 87"/>
                <a:gd name="T6" fmla="*/ 36 w 82"/>
                <a:gd name="T7" fmla="*/ 20 h 87"/>
                <a:gd name="T8" fmla="*/ 48 w 82"/>
                <a:gd name="T9" fmla="*/ 30 h 87"/>
                <a:gd name="T10" fmla="*/ 56 w 82"/>
                <a:gd name="T11" fmla="*/ 43 h 87"/>
                <a:gd name="T12" fmla="*/ 60 w 82"/>
                <a:gd name="T13" fmla="*/ 58 h 87"/>
                <a:gd name="T14" fmla="*/ 60 w 82"/>
                <a:gd name="T15" fmla="*/ 73 h 87"/>
                <a:gd name="T16" fmla="*/ 48 w 82"/>
                <a:gd name="T17" fmla="*/ 83 h 87"/>
                <a:gd name="T18" fmla="*/ 36 w 82"/>
                <a:gd name="T19" fmla="*/ 83 h 87"/>
                <a:gd name="T20" fmla="*/ 20 w 82"/>
                <a:gd name="T21" fmla="*/ 78 h 87"/>
                <a:gd name="T22" fmla="*/ 8 w 82"/>
                <a:gd name="T23" fmla="*/ 68 h 87"/>
                <a:gd name="T24" fmla="*/ 5 w 82"/>
                <a:gd name="T25" fmla="*/ 53 h 87"/>
                <a:gd name="T26" fmla="*/ 0 w 82"/>
                <a:gd name="T27" fmla="*/ 40 h 87"/>
                <a:gd name="T28" fmla="*/ 0 w 82"/>
                <a:gd name="T29" fmla="*/ 25 h 87"/>
                <a:gd name="T30" fmla="*/ 8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5" name="Group 151">
            <a:extLst>
              <a:ext uri="{FF2B5EF4-FFF2-40B4-BE49-F238E27FC236}">
                <a16:creationId xmlns:a16="http://schemas.microsoft.com/office/drawing/2014/main" id="{0C196EAA-AFD5-5E40-B63F-A4D8F773CD43}"/>
              </a:ext>
            </a:extLst>
          </p:cNvPr>
          <p:cNvGrpSpPr>
            <a:grpSpLocks/>
          </p:cNvGrpSpPr>
          <p:nvPr/>
        </p:nvGrpSpPr>
        <p:grpSpPr bwMode="auto">
          <a:xfrm rot="1237793">
            <a:off x="5174456" y="1072416"/>
            <a:ext cx="410766" cy="291703"/>
            <a:chOff x="2949" y="196"/>
            <a:chExt cx="941" cy="598"/>
          </a:xfrm>
        </p:grpSpPr>
        <p:sp>
          <p:nvSpPr>
            <p:cNvPr id="111710" name="Oval 152">
              <a:extLst>
                <a:ext uri="{FF2B5EF4-FFF2-40B4-BE49-F238E27FC236}">
                  <a16:creationId xmlns:a16="http://schemas.microsoft.com/office/drawing/2014/main" id="{7F6C39A9-9D45-CB4A-8F45-EBC6C96AC3B4}"/>
                </a:ext>
              </a:extLst>
            </p:cNvPr>
            <p:cNvSpPr>
              <a:spLocks noChangeArrowheads="1"/>
            </p:cNvSpPr>
            <p:nvPr/>
          </p:nvSpPr>
          <p:spPr bwMode="auto">
            <a:xfrm>
              <a:off x="3159" y="195"/>
              <a:ext cx="409" cy="16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1" name="Oval 153">
              <a:extLst>
                <a:ext uri="{FF2B5EF4-FFF2-40B4-BE49-F238E27FC236}">
                  <a16:creationId xmlns:a16="http://schemas.microsoft.com/office/drawing/2014/main" id="{6F0278CE-0A68-884E-9784-83E33D6932B6}"/>
                </a:ext>
              </a:extLst>
            </p:cNvPr>
            <p:cNvSpPr>
              <a:spLocks noChangeArrowheads="1"/>
            </p:cNvSpPr>
            <p:nvPr/>
          </p:nvSpPr>
          <p:spPr bwMode="auto">
            <a:xfrm rot="900000">
              <a:off x="3510" y="252"/>
              <a:ext cx="275" cy="13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2" name="Oval 154">
              <a:extLst>
                <a:ext uri="{FF2B5EF4-FFF2-40B4-BE49-F238E27FC236}">
                  <a16:creationId xmlns:a16="http://schemas.microsoft.com/office/drawing/2014/main" id="{A5CFDDED-1F7B-1741-8364-FBF32E8E3D96}"/>
                </a:ext>
              </a:extLst>
            </p:cNvPr>
            <p:cNvSpPr>
              <a:spLocks noChangeArrowheads="1"/>
            </p:cNvSpPr>
            <p:nvPr/>
          </p:nvSpPr>
          <p:spPr bwMode="auto">
            <a:xfrm rot="1500000">
              <a:off x="3631" y="381"/>
              <a:ext cx="240"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3" name="Oval 155">
              <a:extLst>
                <a:ext uri="{FF2B5EF4-FFF2-40B4-BE49-F238E27FC236}">
                  <a16:creationId xmlns:a16="http://schemas.microsoft.com/office/drawing/2014/main" id="{E2159DF3-58CB-DC48-B703-10DD4D50665B}"/>
                </a:ext>
              </a:extLst>
            </p:cNvPr>
            <p:cNvSpPr>
              <a:spLocks noChangeArrowheads="1"/>
            </p:cNvSpPr>
            <p:nvPr/>
          </p:nvSpPr>
          <p:spPr bwMode="auto">
            <a:xfrm rot="-1560000">
              <a:off x="3568" y="532"/>
              <a:ext cx="289" cy="19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4" name="Oval 156">
              <a:extLst>
                <a:ext uri="{FF2B5EF4-FFF2-40B4-BE49-F238E27FC236}">
                  <a16:creationId xmlns:a16="http://schemas.microsoft.com/office/drawing/2014/main" id="{46A3B567-DE0A-7444-AAAA-155B0844E446}"/>
                </a:ext>
              </a:extLst>
            </p:cNvPr>
            <p:cNvSpPr>
              <a:spLocks noChangeArrowheads="1"/>
            </p:cNvSpPr>
            <p:nvPr/>
          </p:nvSpPr>
          <p:spPr bwMode="auto">
            <a:xfrm>
              <a:off x="3215" y="554"/>
              <a:ext cx="472"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5" name="Oval 157">
              <a:extLst>
                <a:ext uri="{FF2B5EF4-FFF2-40B4-BE49-F238E27FC236}">
                  <a16:creationId xmlns:a16="http://schemas.microsoft.com/office/drawing/2014/main" id="{3774A700-77A0-AE47-A5F1-7F7E11ED345F}"/>
                </a:ext>
              </a:extLst>
            </p:cNvPr>
            <p:cNvSpPr>
              <a:spLocks noChangeArrowheads="1"/>
            </p:cNvSpPr>
            <p:nvPr/>
          </p:nvSpPr>
          <p:spPr bwMode="auto">
            <a:xfrm rot="1080000">
              <a:off x="3022" y="555"/>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6" name="Oval 158">
              <a:extLst>
                <a:ext uri="{FF2B5EF4-FFF2-40B4-BE49-F238E27FC236}">
                  <a16:creationId xmlns:a16="http://schemas.microsoft.com/office/drawing/2014/main" id="{F4FB1641-D8E9-9246-BBB9-69A360B7B718}"/>
                </a:ext>
              </a:extLst>
            </p:cNvPr>
            <p:cNvSpPr>
              <a:spLocks noChangeArrowheads="1"/>
            </p:cNvSpPr>
            <p:nvPr/>
          </p:nvSpPr>
          <p:spPr bwMode="auto">
            <a:xfrm>
              <a:off x="2940" y="421"/>
              <a:ext cx="21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7" name="Oval 159">
              <a:extLst>
                <a:ext uri="{FF2B5EF4-FFF2-40B4-BE49-F238E27FC236}">
                  <a16:creationId xmlns:a16="http://schemas.microsoft.com/office/drawing/2014/main" id="{256E118D-BBC7-9140-B29D-358E6E9639ED}"/>
                </a:ext>
              </a:extLst>
            </p:cNvPr>
            <p:cNvSpPr>
              <a:spLocks noChangeArrowheads="1"/>
            </p:cNvSpPr>
            <p:nvPr/>
          </p:nvSpPr>
          <p:spPr bwMode="auto">
            <a:xfrm rot="-1860000">
              <a:off x="2974" y="30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8" name="Freeform 160">
              <a:extLst>
                <a:ext uri="{FF2B5EF4-FFF2-40B4-BE49-F238E27FC236}">
                  <a16:creationId xmlns:a16="http://schemas.microsoft.com/office/drawing/2014/main" id="{D6D45D65-DA2F-5B4B-817D-EA96764867D2}"/>
                </a:ext>
              </a:extLst>
            </p:cNvPr>
            <p:cNvSpPr>
              <a:spLocks/>
            </p:cNvSpPr>
            <p:nvPr/>
          </p:nvSpPr>
          <p:spPr bwMode="auto">
            <a:xfrm>
              <a:off x="3047" y="300"/>
              <a:ext cx="739" cy="405"/>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90 w 738"/>
                <a:gd name="T29" fmla="*/ 0 h 407"/>
                <a:gd name="T30" fmla="*/ 466 w 738"/>
                <a:gd name="T31" fmla="*/ 0 h 407"/>
                <a:gd name="T32" fmla="*/ 509 w 738"/>
                <a:gd name="T33" fmla="*/ 0 h 407"/>
                <a:gd name="T34" fmla="*/ 546 w 738"/>
                <a:gd name="T35" fmla="*/ 15 h 407"/>
                <a:gd name="T36" fmla="*/ 573 w 738"/>
                <a:gd name="T37" fmla="*/ 36 h 407"/>
                <a:gd name="T38" fmla="*/ 606 w 738"/>
                <a:gd name="T39" fmla="*/ 51 h 407"/>
                <a:gd name="T40" fmla="*/ 638 w 738"/>
                <a:gd name="T41" fmla="*/ 57 h 407"/>
                <a:gd name="T42" fmla="*/ 670 w 738"/>
                <a:gd name="T43" fmla="*/ 77 h 407"/>
                <a:gd name="T44" fmla="*/ 697 w 738"/>
                <a:gd name="T45" fmla="*/ 98 h 407"/>
                <a:gd name="T46" fmla="*/ 718 w 738"/>
                <a:gd name="T47" fmla="*/ 125 h 407"/>
                <a:gd name="T48" fmla="*/ 724 w 738"/>
                <a:gd name="T49" fmla="*/ 161 h 407"/>
                <a:gd name="T50" fmla="*/ 729 w 738"/>
                <a:gd name="T51" fmla="*/ 192 h 407"/>
                <a:gd name="T52" fmla="*/ 729 w 738"/>
                <a:gd name="T53" fmla="*/ 223 h 407"/>
                <a:gd name="T54" fmla="*/ 729 w 738"/>
                <a:gd name="T55" fmla="*/ 254 h 407"/>
                <a:gd name="T56" fmla="*/ 740 w 738"/>
                <a:gd name="T57" fmla="*/ 285 h 407"/>
                <a:gd name="T58" fmla="*/ 740 w 738"/>
                <a:gd name="T59" fmla="*/ 313 h 407"/>
                <a:gd name="T60" fmla="*/ 718 w 738"/>
                <a:gd name="T61" fmla="*/ 343 h 407"/>
                <a:gd name="T62" fmla="*/ 681 w 738"/>
                <a:gd name="T63" fmla="*/ 359 h 407"/>
                <a:gd name="T64" fmla="*/ 649 w 738"/>
                <a:gd name="T65" fmla="*/ 374 h 407"/>
                <a:gd name="T66" fmla="*/ 616 w 738"/>
                <a:gd name="T67" fmla="*/ 390 h 407"/>
                <a:gd name="T68" fmla="*/ 584 w 738"/>
                <a:gd name="T69" fmla="*/ 395 h 407"/>
                <a:gd name="T70" fmla="*/ 541 w 738"/>
                <a:gd name="T71" fmla="*/ 400 h 407"/>
                <a:gd name="T72" fmla="*/ 503 w 738"/>
                <a:gd name="T73" fmla="*/ 400 h 407"/>
                <a:gd name="T74" fmla="*/ 471 w 738"/>
                <a:gd name="T75" fmla="*/ 400 h 407"/>
                <a:gd name="T76" fmla="*/ 439 w 738"/>
                <a:gd name="T77" fmla="*/ 400 h 407"/>
                <a:gd name="T78" fmla="*/ 406 w 738"/>
                <a:gd name="T79" fmla="*/ 400 h 407"/>
                <a:gd name="T80" fmla="*/ 374 w 738"/>
                <a:gd name="T81" fmla="*/ 400 h 407"/>
                <a:gd name="T82" fmla="*/ 339 w 738"/>
                <a:gd name="T83" fmla="*/ 400 h 407"/>
                <a:gd name="T84" fmla="*/ 307 w 738"/>
                <a:gd name="T85" fmla="*/ 400 h 407"/>
                <a:gd name="T86" fmla="*/ 269 w 738"/>
                <a:gd name="T87" fmla="*/ 400 h 407"/>
                <a:gd name="T88" fmla="*/ 237 w 738"/>
                <a:gd name="T89" fmla="*/ 400 h 407"/>
                <a:gd name="T90" fmla="*/ 204 w 738"/>
                <a:gd name="T91" fmla="*/ 400 h 407"/>
                <a:gd name="T92" fmla="*/ 172 w 738"/>
                <a:gd name="T93" fmla="*/ 385 h 407"/>
                <a:gd name="T94" fmla="*/ 140 w 738"/>
                <a:gd name="T95" fmla="*/ 374 h 407"/>
                <a:gd name="T96" fmla="*/ 108 w 738"/>
                <a:gd name="T97" fmla="*/ 359 h 407"/>
                <a:gd name="T98" fmla="*/ 81 w 738"/>
                <a:gd name="T99" fmla="*/ 333 h 407"/>
                <a:gd name="T100" fmla="*/ 59 w 738"/>
                <a:gd name="T101" fmla="*/ 313 h 407"/>
                <a:gd name="T102" fmla="*/ 38 w 738"/>
                <a:gd name="T103" fmla="*/ 285 h 407"/>
                <a:gd name="T104" fmla="*/ 16 w 738"/>
                <a:gd name="T105" fmla="*/ 249 h 407"/>
                <a:gd name="T106" fmla="*/ 0 w 738"/>
                <a:gd name="T107" fmla="*/ 213 h 407"/>
                <a:gd name="T108" fmla="*/ 0 w 738"/>
                <a:gd name="T109" fmla="*/ 182 h 407"/>
                <a:gd name="T110" fmla="*/ 5 w 738"/>
                <a:gd name="T111" fmla="*/ 146 h 407"/>
                <a:gd name="T112" fmla="*/ 27 w 738"/>
                <a:gd name="T113" fmla="*/ 120 h 407"/>
                <a:gd name="T114" fmla="*/ 54 w 738"/>
                <a:gd name="T115" fmla="*/ 105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19" name="Freeform 161">
              <a:extLst>
                <a:ext uri="{FF2B5EF4-FFF2-40B4-BE49-F238E27FC236}">
                  <a16:creationId xmlns:a16="http://schemas.microsoft.com/office/drawing/2014/main" id="{5BE1B795-EA46-EC42-A748-98D1F986C0CE}"/>
                </a:ext>
              </a:extLst>
            </p:cNvPr>
            <p:cNvSpPr>
              <a:spLocks/>
            </p:cNvSpPr>
            <p:nvPr/>
          </p:nvSpPr>
          <p:spPr bwMode="auto">
            <a:xfrm>
              <a:off x="3176" y="265"/>
              <a:ext cx="117" cy="120"/>
            </a:xfrm>
            <a:custGeom>
              <a:avLst/>
              <a:gdLst>
                <a:gd name="T0" fmla="*/ 5 w 117"/>
                <a:gd name="T1" fmla="*/ 69 h 118"/>
                <a:gd name="T2" fmla="*/ 0 w 117"/>
                <a:gd name="T3" fmla="*/ 54 h 118"/>
                <a:gd name="T4" fmla="*/ 0 w 117"/>
                <a:gd name="T5" fmla="*/ 39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4 h 118"/>
                <a:gd name="T20" fmla="*/ 105 w 117"/>
                <a:gd name="T21" fmla="*/ 49 h 118"/>
                <a:gd name="T22" fmla="*/ 111 w 117"/>
                <a:gd name="T23" fmla="*/ 64 h 118"/>
                <a:gd name="T24" fmla="*/ 116 w 117"/>
                <a:gd name="T25" fmla="*/ 79 h 118"/>
                <a:gd name="T26" fmla="*/ 116 w 117"/>
                <a:gd name="T27" fmla="*/ 98 h 118"/>
                <a:gd name="T28" fmla="*/ 116 w 117"/>
                <a:gd name="T29" fmla="*/ 113 h 118"/>
                <a:gd name="T30" fmla="*/ 100 w 117"/>
                <a:gd name="T31" fmla="*/ 123 h 118"/>
                <a:gd name="T32" fmla="*/ 84 w 117"/>
                <a:gd name="T33" fmla="*/ 123 h 118"/>
                <a:gd name="T34" fmla="*/ 69 w 117"/>
                <a:gd name="T35" fmla="*/ 123 h 118"/>
                <a:gd name="T36" fmla="*/ 53 w 117"/>
                <a:gd name="T37" fmla="*/ 123 h 118"/>
                <a:gd name="T38" fmla="*/ 37 w 117"/>
                <a:gd name="T39" fmla="*/ 118 h 118"/>
                <a:gd name="T40" fmla="*/ 21 w 117"/>
                <a:gd name="T41" fmla="*/ 108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20" name="Freeform 162">
              <a:extLst>
                <a:ext uri="{FF2B5EF4-FFF2-40B4-BE49-F238E27FC236}">
                  <a16:creationId xmlns:a16="http://schemas.microsoft.com/office/drawing/2014/main" id="{14223F83-3594-A042-B88E-611014D570BA}"/>
                </a:ext>
              </a:extLst>
            </p:cNvPr>
            <p:cNvSpPr>
              <a:spLocks/>
            </p:cNvSpPr>
            <p:nvPr/>
          </p:nvSpPr>
          <p:spPr bwMode="auto">
            <a:xfrm>
              <a:off x="3453" y="231"/>
              <a:ext cx="87" cy="83"/>
            </a:xfrm>
            <a:custGeom>
              <a:avLst/>
              <a:gdLst>
                <a:gd name="T0" fmla="*/ 0 w 82"/>
                <a:gd name="T1" fmla="*/ 0 h 87"/>
                <a:gd name="T2" fmla="*/ 19 w 82"/>
                <a:gd name="T3" fmla="*/ 10 h 87"/>
                <a:gd name="T4" fmla="*/ 38 w 82"/>
                <a:gd name="T5" fmla="*/ 17 h 87"/>
                <a:gd name="T6" fmla="*/ 58 w 82"/>
                <a:gd name="T7" fmla="*/ 17 h 87"/>
                <a:gd name="T8" fmla="*/ 77 w 82"/>
                <a:gd name="T9" fmla="*/ 27 h 87"/>
                <a:gd name="T10" fmla="*/ 91 w 82"/>
                <a:gd name="T11" fmla="*/ 40 h 87"/>
                <a:gd name="T12" fmla="*/ 97 w 82"/>
                <a:gd name="T13" fmla="*/ 52 h 87"/>
                <a:gd name="T14" fmla="*/ 97 w 82"/>
                <a:gd name="T15" fmla="*/ 67 h 87"/>
                <a:gd name="T16" fmla="*/ 77 w 82"/>
                <a:gd name="T17" fmla="*/ 74 h 87"/>
                <a:gd name="T18" fmla="*/ 58 w 82"/>
                <a:gd name="T19" fmla="*/ 74 h 87"/>
                <a:gd name="T20" fmla="*/ 33 w 82"/>
                <a:gd name="T21" fmla="*/ 70 h 87"/>
                <a:gd name="T22" fmla="*/ 14 w 82"/>
                <a:gd name="T23" fmla="*/ 62 h 87"/>
                <a:gd name="T24" fmla="*/ 5 w 82"/>
                <a:gd name="T25" fmla="*/ 49 h 87"/>
                <a:gd name="T26" fmla="*/ 0 w 82"/>
                <a:gd name="T27" fmla="*/ 34 h 87"/>
                <a:gd name="T28" fmla="*/ 0 w 82"/>
                <a:gd name="T29" fmla="*/ 22 h 87"/>
                <a:gd name="T30" fmla="*/ 14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6" name="Group 163">
            <a:extLst>
              <a:ext uri="{FF2B5EF4-FFF2-40B4-BE49-F238E27FC236}">
                <a16:creationId xmlns:a16="http://schemas.microsoft.com/office/drawing/2014/main" id="{F2362570-C577-D346-9611-EEE69860CA72}"/>
              </a:ext>
            </a:extLst>
          </p:cNvPr>
          <p:cNvGrpSpPr>
            <a:grpSpLocks/>
          </p:cNvGrpSpPr>
          <p:nvPr/>
        </p:nvGrpSpPr>
        <p:grpSpPr bwMode="auto">
          <a:xfrm rot="1582351">
            <a:off x="2978944" y="2243991"/>
            <a:ext cx="557213" cy="461963"/>
            <a:chOff x="2949" y="196"/>
            <a:chExt cx="941" cy="598"/>
          </a:xfrm>
        </p:grpSpPr>
        <p:sp>
          <p:nvSpPr>
            <p:cNvPr id="111699" name="Oval 164">
              <a:extLst>
                <a:ext uri="{FF2B5EF4-FFF2-40B4-BE49-F238E27FC236}">
                  <a16:creationId xmlns:a16="http://schemas.microsoft.com/office/drawing/2014/main" id="{8B32221E-3184-FB48-BF4D-8F2FBC9E564E}"/>
                </a:ext>
              </a:extLst>
            </p:cNvPr>
            <p:cNvSpPr>
              <a:spLocks noChangeArrowheads="1"/>
            </p:cNvSpPr>
            <p:nvPr/>
          </p:nvSpPr>
          <p:spPr bwMode="auto">
            <a:xfrm>
              <a:off x="3150" y="193"/>
              <a:ext cx="406"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0" name="Oval 165">
              <a:extLst>
                <a:ext uri="{FF2B5EF4-FFF2-40B4-BE49-F238E27FC236}">
                  <a16:creationId xmlns:a16="http://schemas.microsoft.com/office/drawing/2014/main" id="{85253200-CEE4-374A-8FD6-F15CEE5FF276}"/>
                </a:ext>
              </a:extLst>
            </p:cNvPr>
            <p:cNvSpPr>
              <a:spLocks noChangeArrowheads="1"/>
            </p:cNvSpPr>
            <p:nvPr/>
          </p:nvSpPr>
          <p:spPr bwMode="auto">
            <a:xfrm rot="900000">
              <a:off x="3506" y="251"/>
              <a:ext cx="26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1" name="Oval 166">
              <a:extLst>
                <a:ext uri="{FF2B5EF4-FFF2-40B4-BE49-F238E27FC236}">
                  <a16:creationId xmlns:a16="http://schemas.microsoft.com/office/drawing/2014/main" id="{DC74DE34-C0F7-7749-9065-0E8E89716520}"/>
                </a:ext>
              </a:extLst>
            </p:cNvPr>
            <p:cNvSpPr>
              <a:spLocks noChangeArrowheads="1"/>
            </p:cNvSpPr>
            <p:nvPr/>
          </p:nvSpPr>
          <p:spPr bwMode="auto">
            <a:xfrm rot="1500000">
              <a:off x="3648" y="385"/>
              <a:ext cx="239" cy="15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2" name="Oval 167">
              <a:extLst>
                <a:ext uri="{FF2B5EF4-FFF2-40B4-BE49-F238E27FC236}">
                  <a16:creationId xmlns:a16="http://schemas.microsoft.com/office/drawing/2014/main" id="{237DB905-C3FF-C043-859B-3180EAAF9E39}"/>
                </a:ext>
              </a:extLst>
            </p:cNvPr>
            <p:cNvSpPr>
              <a:spLocks noChangeArrowheads="1"/>
            </p:cNvSpPr>
            <p:nvPr/>
          </p:nvSpPr>
          <p:spPr bwMode="auto">
            <a:xfrm rot="-1560000">
              <a:off x="3568" y="537"/>
              <a:ext cx="294" cy="19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3" name="Oval 168">
              <a:extLst>
                <a:ext uri="{FF2B5EF4-FFF2-40B4-BE49-F238E27FC236}">
                  <a16:creationId xmlns:a16="http://schemas.microsoft.com/office/drawing/2014/main" id="{DE0FA5A1-5ECF-5241-A5C5-F9C4667527A4}"/>
                </a:ext>
              </a:extLst>
            </p:cNvPr>
            <p:cNvSpPr>
              <a:spLocks noChangeArrowheads="1"/>
            </p:cNvSpPr>
            <p:nvPr/>
          </p:nvSpPr>
          <p:spPr bwMode="auto">
            <a:xfrm>
              <a:off x="3212" y="553"/>
              <a:ext cx="471"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4" name="Oval 169">
              <a:extLst>
                <a:ext uri="{FF2B5EF4-FFF2-40B4-BE49-F238E27FC236}">
                  <a16:creationId xmlns:a16="http://schemas.microsoft.com/office/drawing/2014/main" id="{5BD67881-3DF6-5E45-833E-2848C0447A05}"/>
                </a:ext>
              </a:extLst>
            </p:cNvPr>
            <p:cNvSpPr>
              <a:spLocks noChangeArrowheads="1"/>
            </p:cNvSpPr>
            <p:nvPr/>
          </p:nvSpPr>
          <p:spPr bwMode="auto">
            <a:xfrm rot="1080000">
              <a:off x="3007" y="554"/>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5" name="Oval 170">
              <a:extLst>
                <a:ext uri="{FF2B5EF4-FFF2-40B4-BE49-F238E27FC236}">
                  <a16:creationId xmlns:a16="http://schemas.microsoft.com/office/drawing/2014/main" id="{0EB03A1D-92E9-F44B-97E5-07F6DC8EAB19}"/>
                </a:ext>
              </a:extLst>
            </p:cNvPr>
            <p:cNvSpPr>
              <a:spLocks noChangeArrowheads="1"/>
            </p:cNvSpPr>
            <p:nvPr/>
          </p:nvSpPr>
          <p:spPr bwMode="auto">
            <a:xfrm>
              <a:off x="2938" y="428"/>
              <a:ext cx="211"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6" name="Oval 171">
              <a:extLst>
                <a:ext uri="{FF2B5EF4-FFF2-40B4-BE49-F238E27FC236}">
                  <a16:creationId xmlns:a16="http://schemas.microsoft.com/office/drawing/2014/main" id="{5E13E7E5-E6E5-9141-BF83-5A50077A0DE6}"/>
                </a:ext>
              </a:extLst>
            </p:cNvPr>
            <p:cNvSpPr>
              <a:spLocks noChangeArrowheads="1"/>
            </p:cNvSpPr>
            <p:nvPr/>
          </p:nvSpPr>
          <p:spPr bwMode="auto">
            <a:xfrm rot="-1860000">
              <a:off x="2967" y="311"/>
              <a:ext cx="302"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7" name="Freeform 172">
              <a:extLst>
                <a:ext uri="{FF2B5EF4-FFF2-40B4-BE49-F238E27FC236}">
                  <a16:creationId xmlns:a16="http://schemas.microsoft.com/office/drawing/2014/main" id="{8C52CD7D-1DBB-5B40-8AA5-61A9423E0F47}"/>
                </a:ext>
              </a:extLst>
            </p:cNvPr>
            <p:cNvSpPr>
              <a:spLocks/>
            </p:cNvSpPr>
            <p:nvPr/>
          </p:nvSpPr>
          <p:spPr bwMode="auto">
            <a:xfrm>
              <a:off x="3037" y="300"/>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9 h 407"/>
                <a:gd name="T54" fmla="*/ 726 w 738"/>
                <a:gd name="T55" fmla="*/ 260 h 407"/>
                <a:gd name="T56" fmla="*/ 737 w 738"/>
                <a:gd name="T57" fmla="*/ 291 h 407"/>
                <a:gd name="T58" fmla="*/ 737 w 738"/>
                <a:gd name="T59" fmla="*/ 322 h 407"/>
                <a:gd name="T60" fmla="*/ 715 w 738"/>
                <a:gd name="T61" fmla="*/ 352 h 407"/>
                <a:gd name="T62" fmla="*/ 678 w 738"/>
                <a:gd name="T63" fmla="*/ 368 h 407"/>
                <a:gd name="T64" fmla="*/ 646 w 738"/>
                <a:gd name="T65" fmla="*/ 383 h 407"/>
                <a:gd name="T66" fmla="*/ 613 w 738"/>
                <a:gd name="T67" fmla="*/ 399 h 407"/>
                <a:gd name="T68" fmla="*/ 581 w 738"/>
                <a:gd name="T69" fmla="*/ 404 h 407"/>
                <a:gd name="T70" fmla="*/ 538 w 738"/>
                <a:gd name="T71" fmla="*/ 409 h 407"/>
                <a:gd name="T72" fmla="*/ 500 w 738"/>
                <a:gd name="T73" fmla="*/ 409 h 407"/>
                <a:gd name="T74" fmla="*/ 468 w 738"/>
                <a:gd name="T75" fmla="*/ 409 h 407"/>
                <a:gd name="T76" fmla="*/ 436 w 738"/>
                <a:gd name="T77" fmla="*/ 409 h 407"/>
                <a:gd name="T78" fmla="*/ 403 w 738"/>
                <a:gd name="T79" fmla="*/ 409 h 407"/>
                <a:gd name="T80" fmla="*/ 371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08" name="Freeform 173">
              <a:extLst>
                <a:ext uri="{FF2B5EF4-FFF2-40B4-BE49-F238E27FC236}">
                  <a16:creationId xmlns:a16="http://schemas.microsoft.com/office/drawing/2014/main" id="{3AE30ED2-C719-C64A-8CBA-08F522315AE5}"/>
                </a:ext>
              </a:extLst>
            </p:cNvPr>
            <p:cNvSpPr>
              <a:spLocks/>
            </p:cNvSpPr>
            <p:nvPr/>
          </p:nvSpPr>
          <p:spPr bwMode="auto">
            <a:xfrm>
              <a:off x="3182" y="268"/>
              <a:ext cx="125" cy="120"/>
            </a:xfrm>
            <a:custGeom>
              <a:avLst/>
              <a:gdLst>
                <a:gd name="T0" fmla="*/ 5 w 117"/>
                <a:gd name="T1" fmla="*/ 69 h 118"/>
                <a:gd name="T2" fmla="*/ 0 w 117"/>
                <a:gd name="T3" fmla="*/ 54 h 118"/>
                <a:gd name="T4" fmla="*/ 0 w 117"/>
                <a:gd name="T5" fmla="*/ 39 h 118"/>
                <a:gd name="T6" fmla="*/ 19 w 117"/>
                <a:gd name="T7" fmla="*/ 25 h 118"/>
                <a:gd name="T8" fmla="*/ 38 w 117"/>
                <a:gd name="T9" fmla="*/ 15 h 118"/>
                <a:gd name="T10" fmla="*/ 57 w 117"/>
                <a:gd name="T11" fmla="*/ 0 h 118"/>
                <a:gd name="T12" fmla="*/ 77 w 117"/>
                <a:gd name="T13" fmla="*/ 0 h 118"/>
                <a:gd name="T14" fmla="*/ 96 w 117"/>
                <a:gd name="T15" fmla="*/ 0 h 118"/>
                <a:gd name="T16" fmla="*/ 103 w 117"/>
                <a:gd name="T17" fmla="*/ 15 h 118"/>
                <a:gd name="T18" fmla="*/ 115 w 117"/>
                <a:gd name="T19" fmla="*/ 34 h 118"/>
                <a:gd name="T20" fmla="*/ 128 w 117"/>
                <a:gd name="T21" fmla="*/ 49 h 118"/>
                <a:gd name="T22" fmla="*/ 136 w 117"/>
                <a:gd name="T23" fmla="*/ 64 h 118"/>
                <a:gd name="T24" fmla="*/ 141 w 117"/>
                <a:gd name="T25" fmla="*/ 79 h 118"/>
                <a:gd name="T26" fmla="*/ 141 w 117"/>
                <a:gd name="T27" fmla="*/ 98 h 118"/>
                <a:gd name="T28" fmla="*/ 141 w 117"/>
                <a:gd name="T29" fmla="*/ 113 h 118"/>
                <a:gd name="T30" fmla="*/ 122 w 117"/>
                <a:gd name="T31" fmla="*/ 123 h 118"/>
                <a:gd name="T32" fmla="*/ 103 w 117"/>
                <a:gd name="T33" fmla="*/ 123 h 118"/>
                <a:gd name="T34" fmla="*/ 84 w 117"/>
                <a:gd name="T35" fmla="*/ 123 h 118"/>
                <a:gd name="T36" fmla="*/ 65 w 117"/>
                <a:gd name="T37" fmla="*/ 123 h 118"/>
                <a:gd name="T38" fmla="*/ 46 w 117"/>
                <a:gd name="T39" fmla="*/ 118 h 118"/>
                <a:gd name="T40" fmla="*/ 26 w 117"/>
                <a:gd name="T41" fmla="*/ 108 h 118"/>
                <a:gd name="T42" fmla="*/ 14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09" name="Freeform 174">
              <a:extLst>
                <a:ext uri="{FF2B5EF4-FFF2-40B4-BE49-F238E27FC236}">
                  <a16:creationId xmlns:a16="http://schemas.microsoft.com/office/drawing/2014/main" id="{3C970F65-81D6-1547-8BD3-02E0EA1CAFEC}"/>
                </a:ext>
              </a:extLst>
            </p:cNvPr>
            <p:cNvSpPr>
              <a:spLocks/>
            </p:cNvSpPr>
            <p:nvPr/>
          </p:nvSpPr>
          <p:spPr bwMode="auto">
            <a:xfrm>
              <a:off x="3460" y="238"/>
              <a:ext cx="76" cy="85"/>
            </a:xfrm>
            <a:custGeom>
              <a:avLst/>
              <a:gdLst>
                <a:gd name="T0" fmla="*/ 0 w 82"/>
                <a:gd name="T1" fmla="*/ 0 h 87"/>
                <a:gd name="T2" fmla="*/ 13 w 82"/>
                <a:gd name="T3" fmla="*/ 10 h 87"/>
                <a:gd name="T4" fmla="*/ 26 w 82"/>
                <a:gd name="T5" fmla="*/ 20 h 87"/>
                <a:gd name="T6" fmla="*/ 39 w 82"/>
                <a:gd name="T7" fmla="*/ 20 h 87"/>
                <a:gd name="T8" fmla="*/ 52 w 82"/>
                <a:gd name="T9" fmla="*/ 27 h 87"/>
                <a:gd name="T10" fmla="*/ 60 w 82"/>
                <a:gd name="T11" fmla="*/ 43 h 87"/>
                <a:gd name="T12" fmla="*/ 65 w 82"/>
                <a:gd name="T13" fmla="*/ 58 h 87"/>
                <a:gd name="T14" fmla="*/ 65 w 82"/>
                <a:gd name="T15" fmla="*/ 70 h 87"/>
                <a:gd name="T16" fmla="*/ 52 w 82"/>
                <a:gd name="T17" fmla="*/ 80 h 87"/>
                <a:gd name="T18" fmla="*/ 39 w 82"/>
                <a:gd name="T19" fmla="*/ 80 h 87"/>
                <a:gd name="T20" fmla="*/ 21 w 82"/>
                <a:gd name="T21" fmla="*/ 75 h 87"/>
                <a:gd name="T22" fmla="*/ 8 w 82"/>
                <a:gd name="T23" fmla="*/ 65 h 87"/>
                <a:gd name="T24" fmla="*/ 5 w 82"/>
                <a:gd name="T25" fmla="*/ 53 h 87"/>
                <a:gd name="T26" fmla="*/ 0 w 82"/>
                <a:gd name="T27" fmla="*/ 37 h 87"/>
                <a:gd name="T28" fmla="*/ 0 w 82"/>
                <a:gd name="T29" fmla="*/ 22 h 87"/>
                <a:gd name="T30" fmla="*/ 8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7" name="Group 175">
            <a:extLst>
              <a:ext uri="{FF2B5EF4-FFF2-40B4-BE49-F238E27FC236}">
                <a16:creationId xmlns:a16="http://schemas.microsoft.com/office/drawing/2014/main" id="{A59CF41E-2A62-D848-B7EF-AE6FA40B12CB}"/>
              </a:ext>
            </a:extLst>
          </p:cNvPr>
          <p:cNvGrpSpPr>
            <a:grpSpLocks/>
          </p:cNvGrpSpPr>
          <p:nvPr/>
        </p:nvGrpSpPr>
        <p:grpSpPr bwMode="auto">
          <a:xfrm rot="21288586">
            <a:off x="3386138" y="1311731"/>
            <a:ext cx="411956" cy="290513"/>
            <a:chOff x="2949" y="196"/>
            <a:chExt cx="941" cy="598"/>
          </a:xfrm>
        </p:grpSpPr>
        <p:sp>
          <p:nvSpPr>
            <p:cNvPr id="111688" name="Oval 176">
              <a:extLst>
                <a:ext uri="{FF2B5EF4-FFF2-40B4-BE49-F238E27FC236}">
                  <a16:creationId xmlns:a16="http://schemas.microsoft.com/office/drawing/2014/main" id="{EEA882A9-670B-CF46-819C-C8E616DCE990}"/>
                </a:ext>
              </a:extLst>
            </p:cNvPr>
            <p:cNvSpPr>
              <a:spLocks noChangeArrowheads="1"/>
            </p:cNvSpPr>
            <p:nvPr/>
          </p:nvSpPr>
          <p:spPr bwMode="auto">
            <a:xfrm>
              <a:off x="3151" y="190"/>
              <a:ext cx="405"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9" name="Oval 177">
              <a:extLst>
                <a:ext uri="{FF2B5EF4-FFF2-40B4-BE49-F238E27FC236}">
                  <a16:creationId xmlns:a16="http://schemas.microsoft.com/office/drawing/2014/main" id="{09F8A678-2FAC-BA4F-AD9F-7346B4F34FB1}"/>
                </a:ext>
              </a:extLst>
            </p:cNvPr>
            <p:cNvSpPr>
              <a:spLocks noChangeArrowheads="1"/>
            </p:cNvSpPr>
            <p:nvPr/>
          </p:nvSpPr>
          <p:spPr bwMode="auto">
            <a:xfrm rot="900000">
              <a:off x="3500" y="233"/>
              <a:ext cx="275" cy="13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0" name="Oval 178">
              <a:extLst>
                <a:ext uri="{FF2B5EF4-FFF2-40B4-BE49-F238E27FC236}">
                  <a16:creationId xmlns:a16="http://schemas.microsoft.com/office/drawing/2014/main" id="{79DD142D-F56E-A44B-947E-2C88C53236A9}"/>
                </a:ext>
              </a:extLst>
            </p:cNvPr>
            <p:cNvSpPr>
              <a:spLocks noChangeArrowheads="1"/>
            </p:cNvSpPr>
            <p:nvPr/>
          </p:nvSpPr>
          <p:spPr bwMode="auto">
            <a:xfrm rot="1500000">
              <a:off x="3650" y="384"/>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1" name="Oval 179">
              <a:extLst>
                <a:ext uri="{FF2B5EF4-FFF2-40B4-BE49-F238E27FC236}">
                  <a16:creationId xmlns:a16="http://schemas.microsoft.com/office/drawing/2014/main" id="{50791BBC-64C0-074C-8998-A1BBB4610B9A}"/>
                </a:ext>
              </a:extLst>
            </p:cNvPr>
            <p:cNvSpPr>
              <a:spLocks noChangeArrowheads="1"/>
            </p:cNvSpPr>
            <p:nvPr/>
          </p:nvSpPr>
          <p:spPr bwMode="auto">
            <a:xfrm rot="-1560000">
              <a:off x="3567" y="517"/>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2" name="Oval 180">
              <a:extLst>
                <a:ext uri="{FF2B5EF4-FFF2-40B4-BE49-F238E27FC236}">
                  <a16:creationId xmlns:a16="http://schemas.microsoft.com/office/drawing/2014/main" id="{8F4E8ACE-F1B0-7F48-9F97-2855501482B4}"/>
                </a:ext>
              </a:extLst>
            </p:cNvPr>
            <p:cNvSpPr>
              <a:spLocks noChangeArrowheads="1"/>
            </p:cNvSpPr>
            <p:nvPr/>
          </p:nvSpPr>
          <p:spPr bwMode="auto">
            <a:xfrm>
              <a:off x="3210" y="535"/>
              <a:ext cx="473"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3" name="Oval 181">
              <a:extLst>
                <a:ext uri="{FF2B5EF4-FFF2-40B4-BE49-F238E27FC236}">
                  <a16:creationId xmlns:a16="http://schemas.microsoft.com/office/drawing/2014/main" id="{02ADF139-2C91-5641-B807-CD61FB40631A}"/>
                </a:ext>
              </a:extLst>
            </p:cNvPr>
            <p:cNvSpPr>
              <a:spLocks noChangeArrowheads="1"/>
            </p:cNvSpPr>
            <p:nvPr/>
          </p:nvSpPr>
          <p:spPr bwMode="auto">
            <a:xfrm rot="1080000">
              <a:off x="3020" y="543"/>
              <a:ext cx="269"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4" name="Oval 182">
              <a:extLst>
                <a:ext uri="{FF2B5EF4-FFF2-40B4-BE49-F238E27FC236}">
                  <a16:creationId xmlns:a16="http://schemas.microsoft.com/office/drawing/2014/main" id="{DF0C620F-D884-1D47-87E8-B1CB270C6E89}"/>
                </a:ext>
              </a:extLst>
            </p:cNvPr>
            <p:cNvSpPr>
              <a:spLocks noChangeArrowheads="1"/>
            </p:cNvSpPr>
            <p:nvPr/>
          </p:nvSpPr>
          <p:spPr bwMode="auto">
            <a:xfrm>
              <a:off x="2949" y="431"/>
              <a:ext cx="218"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5" name="Oval 183">
              <a:extLst>
                <a:ext uri="{FF2B5EF4-FFF2-40B4-BE49-F238E27FC236}">
                  <a16:creationId xmlns:a16="http://schemas.microsoft.com/office/drawing/2014/main" id="{B3E91F4E-FD4E-AB49-B4AA-93CD9CC6898B}"/>
                </a:ext>
              </a:extLst>
            </p:cNvPr>
            <p:cNvSpPr>
              <a:spLocks noChangeArrowheads="1"/>
            </p:cNvSpPr>
            <p:nvPr/>
          </p:nvSpPr>
          <p:spPr bwMode="auto">
            <a:xfrm rot="-1860000">
              <a:off x="2982" y="292"/>
              <a:ext cx="294"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6" name="Freeform 184">
              <a:extLst>
                <a:ext uri="{FF2B5EF4-FFF2-40B4-BE49-F238E27FC236}">
                  <a16:creationId xmlns:a16="http://schemas.microsoft.com/office/drawing/2014/main" id="{6C986675-1924-4C41-8A1F-302B66FFD298}"/>
                </a:ext>
              </a:extLst>
            </p:cNvPr>
            <p:cNvSpPr>
              <a:spLocks/>
            </p:cNvSpPr>
            <p:nvPr/>
          </p:nvSpPr>
          <p:spPr bwMode="auto">
            <a:xfrm>
              <a:off x="3045" y="286"/>
              <a:ext cx="737" cy="409"/>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31 h 407"/>
                <a:gd name="T48" fmla="*/ 718 w 738"/>
                <a:gd name="T49" fmla="*/ 167 h 407"/>
                <a:gd name="T50" fmla="*/ 723 w 738"/>
                <a:gd name="T51" fmla="*/ 198 h 407"/>
                <a:gd name="T52" fmla="*/ 723 w 738"/>
                <a:gd name="T53" fmla="*/ 229 h 407"/>
                <a:gd name="T54" fmla="*/ 723 w 738"/>
                <a:gd name="T55" fmla="*/ 260 h 407"/>
                <a:gd name="T56" fmla="*/ 734 w 738"/>
                <a:gd name="T57" fmla="*/ 291 h 407"/>
                <a:gd name="T58" fmla="*/ 734 w 738"/>
                <a:gd name="T59" fmla="*/ 325 h 407"/>
                <a:gd name="T60" fmla="*/ 712 w 738"/>
                <a:gd name="T61" fmla="*/ 355 h 407"/>
                <a:gd name="T62" fmla="*/ 675 w 738"/>
                <a:gd name="T63" fmla="*/ 371 h 407"/>
                <a:gd name="T64" fmla="*/ 643 w 738"/>
                <a:gd name="T65" fmla="*/ 386 h 407"/>
                <a:gd name="T66" fmla="*/ 610 w 738"/>
                <a:gd name="T67" fmla="*/ 402 h 407"/>
                <a:gd name="T68" fmla="*/ 578 w 738"/>
                <a:gd name="T69" fmla="*/ 407 h 407"/>
                <a:gd name="T70" fmla="*/ 535 w 738"/>
                <a:gd name="T71" fmla="*/ 412 h 407"/>
                <a:gd name="T72" fmla="*/ 497 w 738"/>
                <a:gd name="T73" fmla="*/ 412 h 407"/>
                <a:gd name="T74" fmla="*/ 465 w 738"/>
                <a:gd name="T75" fmla="*/ 412 h 407"/>
                <a:gd name="T76" fmla="*/ 433 w 738"/>
                <a:gd name="T77" fmla="*/ 412 h 407"/>
                <a:gd name="T78" fmla="*/ 400 w 738"/>
                <a:gd name="T79" fmla="*/ 412 h 407"/>
                <a:gd name="T80" fmla="*/ 369 w 738"/>
                <a:gd name="T81" fmla="*/ 412 h 407"/>
                <a:gd name="T82" fmla="*/ 339 w 738"/>
                <a:gd name="T83" fmla="*/ 412 h 407"/>
                <a:gd name="T84" fmla="*/ 307 w 738"/>
                <a:gd name="T85" fmla="*/ 412 h 407"/>
                <a:gd name="T86" fmla="*/ 269 w 738"/>
                <a:gd name="T87" fmla="*/ 412 h 407"/>
                <a:gd name="T88" fmla="*/ 237 w 738"/>
                <a:gd name="T89" fmla="*/ 412 h 407"/>
                <a:gd name="T90" fmla="*/ 204 w 738"/>
                <a:gd name="T91" fmla="*/ 412 h 407"/>
                <a:gd name="T92" fmla="*/ 172 w 738"/>
                <a:gd name="T93" fmla="*/ 397 h 407"/>
                <a:gd name="T94" fmla="*/ 140 w 738"/>
                <a:gd name="T95" fmla="*/ 386 h 407"/>
                <a:gd name="T96" fmla="*/ 108 w 738"/>
                <a:gd name="T97" fmla="*/ 371 h 407"/>
                <a:gd name="T98" fmla="*/ 81 w 738"/>
                <a:gd name="T99" fmla="*/ 345 h 407"/>
                <a:gd name="T100" fmla="*/ 59 w 738"/>
                <a:gd name="T101" fmla="*/ 325 h 407"/>
                <a:gd name="T102" fmla="*/ 38 w 738"/>
                <a:gd name="T103" fmla="*/ 291 h 407"/>
                <a:gd name="T104" fmla="*/ 16 w 738"/>
                <a:gd name="T105" fmla="*/ 255 h 407"/>
                <a:gd name="T106" fmla="*/ 0 w 738"/>
                <a:gd name="T107" fmla="*/ 219 h 407"/>
                <a:gd name="T108" fmla="*/ 0 w 738"/>
                <a:gd name="T109" fmla="*/ 188 h 407"/>
                <a:gd name="T110" fmla="*/ 5 w 738"/>
                <a:gd name="T111" fmla="*/ 152 h 407"/>
                <a:gd name="T112" fmla="*/ 27 w 738"/>
                <a:gd name="T113" fmla="*/ 126 h 407"/>
                <a:gd name="T114" fmla="*/ 54 w 738"/>
                <a:gd name="T115" fmla="*/ 111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97" name="Freeform 185">
              <a:extLst>
                <a:ext uri="{FF2B5EF4-FFF2-40B4-BE49-F238E27FC236}">
                  <a16:creationId xmlns:a16="http://schemas.microsoft.com/office/drawing/2014/main" id="{DE5486BC-158F-FE42-84D7-BC0795E8D84B}"/>
                </a:ext>
              </a:extLst>
            </p:cNvPr>
            <p:cNvSpPr>
              <a:spLocks/>
            </p:cNvSpPr>
            <p:nvPr/>
          </p:nvSpPr>
          <p:spPr bwMode="auto">
            <a:xfrm>
              <a:off x="3187" y="255"/>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98" name="Freeform 186">
              <a:extLst>
                <a:ext uri="{FF2B5EF4-FFF2-40B4-BE49-F238E27FC236}">
                  <a16:creationId xmlns:a16="http://schemas.microsoft.com/office/drawing/2014/main" id="{EDE36ABA-A891-C74D-B2FD-6AFECA581E59}"/>
                </a:ext>
              </a:extLst>
            </p:cNvPr>
            <p:cNvSpPr>
              <a:spLocks/>
            </p:cNvSpPr>
            <p:nvPr/>
          </p:nvSpPr>
          <p:spPr bwMode="auto">
            <a:xfrm>
              <a:off x="3468" y="239"/>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3 h 87"/>
                <a:gd name="T12" fmla="*/ 81 w 82"/>
                <a:gd name="T13" fmla="*/ 58 h 87"/>
                <a:gd name="T14" fmla="*/ 81 w 82"/>
                <a:gd name="T15" fmla="*/ 73 h 87"/>
                <a:gd name="T16" fmla="*/ 65 w 82"/>
                <a:gd name="T17" fmla="*/ 83 h 87"/>
                <a:gd name="T18" fmla="*/ 49 w 82"/>
                <a:gd name="T19" fmla="*/ 83 h 87"/>
                <a:gd name="T20" fmla="*/ 27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8" name="Group 187">
            <a:extLst>
              <a:ext uri="{FF2B5EF4-FFF2-40B4-BE49-F238E27FC236}">
                <a16:creationId xmlns:a16="http://schemas.microsoft.com/office/drawing/2014/main" id="{99738AC4-6419-B643-AF9E-881ACFC54225}"/>
              </a:ext>
            </a:extLst>
          </p:cNvPr>
          <p:cNvGrpSpPr>
            <a:grpSpLocks/>
          </p:cNvGrpSpPr>
          <p:nvPr/>
        </p:nvGrpSpPr>
        <p:grpSpPr bwMode="auto">
          <a:xfrm rot="5241567">
            <a:off x="2240161" y="2981583"/>
            <a:ext cx="547688" cy="365522"/>
            <a:chOff x="2949" y="196"/>
            <a:chExt cx="941" cy="598"/>
          </a:xfrm>
        </p:grpSpPr>
        <p:sp>
          <p:nvSpPr>
            <p:cNvPr id="111677" name="Oval 188">
              <a:extLst>
                <a:ext uri="{FF2B5EF4-FFF2-40B4-BE49-F238E27FC236}">
                  <a16:creationId xmlns:a16="http://schemas.microsoft.com/office/drawing/2014/main" id="{FAD1681B-8625-F84A-8055-DEADA9DB679D}"/>
                </a:ext>
              </a:extLst>
            </p:cNvPr>
            <p:cNvSpPr>
              <a:spLocks noChangeArrowheads="1"/>
            </p:cNvSpPr>
            <p:nvPr/>
          </p:nvSpPr>
          <p:spPr bwMode="auto">
            <a:xfrm>
              <a:off x="3161" y="211"/>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78" name="Oval 189">
              <a:extLst>
                <a:ext uri="{FF2B5EF4-FFF2-40B4-BE49-F238E27FC236}">
                  <a16:creationId xmlns:a16="http://schemas.microsoft.com/office/drawing/2014/main" id="{43C5060A-1385-1D4E-9499-DF04A2B8F3E4}"/>
                </a:ext>
              </a:extLst>
            </p:cNvPr>
            <p:cNvSpPr>
              <a:spLocks noChangeArrowheads="1"/>
            </p:cNvSpPr>
            <p:nvPr/>
          </p:nvSpPr>
          <p:spPr bwMode="auto">
            <a:xfrm rot="900000">
              <a:off x="3496" y="256"/>
              <a:ext cx="276"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79" name="Oval 190">
              <a:extLst>
                <a:ext uri="{FF2B5EF4-FFF2-40B4-BE49-F238E27FC236}">
                  <a16:creationId xmlns:a16="http://schemas.microsoft.com/office/drawing/2014/main" id="{9302A6E0-0670-3B41-AAE4-0C99495A959B}"/>
                </a:ext>
              </a:extLst>
            </p:cNvPr>
            <p:cNvSpPr>
              <a:spLocks noChangeArrowheads="1"/>
            </p:cNvSpPr>
            <p:nvPr/>
          </p:nvSpPr>
          <p:spPr bwMode="auto">
            <a:xfrm rot="1500000">
              <a:off x="3650" y="400"/>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0" name="Oval 191">
              <a:extLst>
                <a:ext uri="{FF2B5EF4-FFF2-40B4-BE49-F238E27FC236}">
                  <a16:creationId xmlns:a16="http://schemas.microsoft.com/office/drawing/2014/main" id="{EB8CD1D0-777F-F242-8342-4E91DAEB4B14}"/>
                </a:ext>
              </a:extLst>
            </p:cNvPr>
            <p:cNvSpPr>
              <a:spLocks noChangeArrowheads="1"/>
            </p:cNvSpPr>
            <p:nvPr/>
          </p:nvSpPr>
          <p:spPr bwMode="auto">
            <a:xfrm rot="-1560000">
              <a:off x="3572" y="552"/>
              <a:ext cx="282"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1" name="Oval 192">
              <a:extLst>
                <a:ext uri="{FF2B5EF4-FFF2-40B4-BE49-F238E27FC236}">
                  <a16:creationId xmlns:a16="http://schemas.microsoft.com/office/drawing/2014/main" id="{0CF5A252-70FA-6941-A15E-9FD9ECD7E492}"/>
                </a:ext>
              </a:extLst>
            </p:cNvPr>
            <p:cNvSpPr>
              <a:spLocks noChangeArrowheads="1"/>
            </p:cNvSpPr>
            <p:nvPr/>
          </p:nvSpPr>
          <p:spPr bwMode="auto">
            <a:xfrm>
              <a:off x="3216" y="570"/>
              <a:ext cx="471"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2" name="Oval 193">
              <a:extLst>
                <a:ext uri="{FF2B5EF4-FFF2-40B4-BE49-F238E27FC236}">
                  <a16:creationId xmlns:a16="http://schemas.microsoft.com/office/drawing/2014/main" id="{E6E8B8F1-48D9-C34C-94C1-6E7AA5DF99D8}"/>
                </a:ext>
              </a:extLst>
            </p:cNvPr>
            <p:cNvSpPr>
              <a:spLocks noChangeArrowheads="1"/>
            </p:cNvSpPr>
            <p:nvPr/>
          </p:nvSpPr>
          <p:spPr bwMode="auto">
            <a:xfrm rot="1080000">
              <a:off x="3023" y="539"/>
              <a:ext cx="26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3" name="Oval 194">
              <a:extLst>
                <a:ext uri="{FF2B5EF4-FFF2-40B4-BE49-F238E27FC236}">
                  <a16:creationId xmlns:a16="http://schemas.microsoft.com/office/drawing/2014/main" id="{E852ADDB-1E54-684A-9E4F-FBA5F6713515}"/>
                </a:ext>
              </a:extLst>
            </p:cNvPr>
            <p:cNvSpPr>
              <a:spLocks noChangeArrowheads="1"/>
            </p:cNvSpPr>
            <p:nvPr/>
          </p:nvSpPr>
          <p:spPr bwMode="auto">
            <a:xfrm>
              <a:off x="2948" y="431"/>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4" name="Oval 195">
              <a:extLst>
                <a:ext uri="{FF2B5EF4-FFF2-40B4-BE49-F238E27FC236}">
                  <a16:creationId xmlns:a16="http://schemas.microsoft.com/office/drawing/2014/main" id="{5FDD945E-2DD7-F34E-B739-BB4CAE63B4E5}"/>
                </a:ext>
              </a:extLst>
            </p:cNvPr>
            <p:cNvSpPr>
              <a:spLocks noChangeArrowheads="1"/>
            </p:cNvSpPr>
            <p:nvPr/>
          </p:nvSpPr>
          <p:spPr bwMode="auto">
            <a:xfrm rot="-1860000">
              <a:off x="2983"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5" name="Freeform 196">
              <a:extLst>
                <a:ext uri="{FF2B5EF4-FFF2-40B4-BE49-F238E27FC236}">
                  <a16:creationId xmlns:a16="http://schemas.microsoft.com/office/drawing/2014/main" id="{D194F8D1-C8B3-7D46-AA04-6C1AD1E6A9AA}"/>
                </a:ext>
              </a:extLst>
            </p:cNvPr>
            <p:cNvSpPr>
              <a:spLocks/>
            </p:cNvSpPr>
            <p:nvPr/>
          </p:nvSpPr>
          <p:spPr bwMode="auto">
            <a:xfrm>
              <a:off x="3051" y="299"/>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86" name="Freeform 197">
              <a:extLst>
                <a:ext uri="{FF2B5EF4-FFF2-40B4-BE49-F238E27FC236}">
                  <a16:creationId xmlns:a16="http://schemas.microsoft.com/office/drawing/2014/main" id="{F775CC67-73E8-A74B-9B9D-93D4AC64A3B8}"/>
                </a:ext>
              </a:extLst>
            </p:cNvPr>
            <p:cNvSpPr>
              <a:spLocks/>
            </p:cNvSpPr>
            <p:nvPr/>
          </p:nvSpPr>
          <p:spPr bwMode="auto">
            <a:xfrm>
              <a:off x="3192" y="270"/>
              <a:ext cx="117" cy="119"/>
            </a:xfrm>
            <a:custGeom>
              <a:avLst/>
              <a:gdLst>
                <a:gd name="T0" fmla="*/ 5 w 117"/>
                <a:gd name="T1" fmla="*/ 69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4 h 118"/>
                <a:gd name="T24" fmla="*/ 116 w 117"/>
                <a:gd name="T25" fmla="*/ 79 h 118"/>
                <a:gd name="T26" fmla="*/ 116 w 117"/>
                <a:gd name="T27" fmla="*/ 95 h 118"/>
                <a:gd name="T28" fmla="*/ 116 w 117"/>
                <a:gd name="T29" fmla="*/ 110 h 118"/>
                <a:gd name="T30" fmla="*/ 100 w 117"/>
                <a:gd name="T31" fmla="*/ 120 h 118"/>
                <a:gd name="T32" fmla="*/ 84 w 117"/>
                <a:gd name="T33" fmla="*/ 120 h 118"/>
                <a:gd name="T34" fmla="*/ 69 w 117"/>
                <a:gd name="T35" fmla="*/ 120 h 118"/>
                <a:gd name="T36" fmla="*/ 53 w 117"/>
                <a:gd name="T37" fmla="*/ 120 h 118"/>
                <a:gd name="T38" fmla="*/ 37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87" name="Freeform 198">
              <a:extLst>
                <a:ext uri="{FF2B5EF4-FFF2-40B4-BE49-F238E27FC236}">
                  <a16:creationId xmlns:a16="http://schemas.microsoft.com/office/drawing/2014/main" id="{BA2B1E88-26F7-C343-9E8F-FA444692DF9F}"/>
                </a:ext>
              </a:extLst>
            </p:cNvPr>
            <p:cNvSpPr>
              <a:spLocks/>
            </p:cNvSpPr>
            <p:nvPr/>
          </p:nvSpPr>
          <p:spPr bwMode="auto">
            <a:xfrm>
              <a:off x="3464" y="252"/>
              <a:ext cx="82"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9 h 87"/>
                <a:gd name="T12" fmla="*/ 81 w 82"/>
                <a:gd name="T13" fmla="*/ 64 h 87"/>
                <a:gd name="T14" fmla="*/ 81 w 82"/>
                <a:gd name="T15" fmla="*/ 79 h 87"/>
                <a:gd name="T16" fmla="*/ 65 w 82"/>
                <a:gd name="T17" fmla="*/ 89 h 87"/>
                <a:gd name="T18" fmla="*/ 49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1669" name="Text Box 200">
            <a:extLst>
              <a:ext uri="{FF2B5EF4-FFF2-40B4-BE49-F238E27FC236}">
                <a16:creationId xmlns:a16="http://schemas.microsoft.com/office/drawing/2014/main" id="{5631AE42-055B-8F47-9E5D-F007EAB14D77}"/>
              </a:ext>
            </a:extLst>
          </p:cNvPr>
          <p:cNvSpPr txBox="1">
            <a:spLocks noChangeArrowheads="1"/>
          </p:cNvSpPr>
          <p:nvPr/>
        </p:nvSpPr>
        <p:spPr bwMode="auto">
          <a:xfrm>
            <a:off x="1772842" y="1061700"/>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tx2"/>
                </a:solidFill>
                <a:latin typeface="Arial" panose="020B0604020202020204" pitchFamily="34" charset="0"/>
                <a:ea typeface="宋体" panose="02010600030101010101" pitchFamily="2" charset="-122"/>
              </a:rPr>
              <a:t>路由器</a:t>
            </a:r>
          </a:p>
        </p:txBody>
      </p:sp>
      <p:sp>
        <p:nvSpPr>
          <p:cNvPr id="111670" name="Line 201">
            <a:extLst>
              <a:ext uri="{FF2B5EF4-FFF2-40B4-BE49-F238E27FC236}">
                <a16:creationId xmlns:a16="http://schemas.microsoft.com/office/drawing/2014/main" id="{39016789-1180-FE4E-9BE6-CB90496840E1}"/>
              </a:ext>
            </a:extLst>
          </p:cNvPr>
          <p:cNvSpPr>
            <a:spLocks noChangeShapeType="1"/>
          </p:cNvSpPr>
          <p:nvPr/>
        </p:nvSpPr>
        <p:spPr bwMode="auto">
          <a:xfrm>
            <a:off x="2608660" y="1412935"/>
            <a:ext cx="742950" cy="3690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71" name="Text Box 202">
            <a:extLst>
              <a:ext uri="{FF2B5EF4-FFF2-40B4-BE49-F238E27FC236}">
                <a16:creationId xmlns:a16="http://schemas.microsoft.com/office/drawing/2014/main" id="{A60A3655-C6E9-6E47-94AF-48A37A06547C}"/>
              </a:ext>
            </a:extLst>
          </p:cNvPr>
          <p:cNvSpPr txBox="1">
            <a:spLocks noChangeArrowheads="1"/>
          </p:cNvSpPr>
          <p:nvPr/>
        </p:nvSpPr>
        <p:spPr bwMode="auto">
          <a:xfrm>
            <a:off x="1903810" y="1601053"/>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tx2"/>
                </a:solidFill>
                <a:latin typeface="Arial" panose="020B0604020202020204" pitchFamily="34" charset="0"/>
                <a:ea typeface="宋体" panose="02010600030101010101" pitchFamily="2" charset="-122"/>
              </a:rPr>
              <a:t>网络</a:t>
            </a:r>
          </a:p>
        </p:txBody>
      </p:sp>
      <p:sp>
        <p:nvSpPr>
          <p:cNvPr id="111672" name="Line 203">
            <a:extLst>
              <a:ext uri="{FF2B5EF4-FFF2-40B4-BE49-F238E27FC236}">
                <a16:creationId xmlns:a16="http://schemas.microsoft.com/office/drawing/2014/main" id="{80D7345C-8ED7-0B4B-8DF1-ACFB6D64FEE0}"/>
              </a:ext>
            </a:extLst>
          </p:cNvPr>
          <p:cNvSpPr>
            <a:spLocks noChangeShapeType="1"/>
          </p:cNvSpPr>
          <p:nvPr/>
        </p:nvSpPr>
        <p:spPr bwMode="auto">
          <a:xfrm>
            <a:off x="2514600" y="1966575"/>
            <a:ext cx="557213" cy="3690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73" name="Text Box 204">
            <a:extLst>
              <a:ext uri="{FF2B5EF4-FFF2-40B4-BE49-F238E27FC236}">
                <a16:creationId xmlns:a16="http://schemas.microsoft.com/office/drawing/2014/main" id="{66CC7B90-A2B7-D443-8641-28D2CF0592CB}"/>
              </a:ext>
            </a:extLst>
          </p:cNvPr>
          <p:cNvSpPr txBox="1">
            <a:spLocks noChangeArrowheads="1"/>
          </p:cNvSpPr>
          <p:nvPr/>
        </p:nvSpPr>
        <p:spPr bwMode="auto">
          <a:xfrm>
            <a:off x="3800857" y="282750"/>
            <a:ext cx="180049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rgbClr val="C00000"/>
                </a:solidFill>
                <a:latin typeface="Arial" panose="020B0604020202020204" pitchFamily="34" charset="0"/>
                <a:ea typeface="宋体" panose="02010600030101010101" pitchFamily="2" charset="-122"/>
              </a:rPr>
              <a:t>网络核心部分</a:t>
            </a:r>
          </a:p>
        </p:txBody>
      </p:sp>
      <p:sp>
        <p:nvSpPr>
          <p:cNvPr id="111674" name="Line 205">
            <a:extLst>
              <a:ext uri="{FF2B5EF4-FFF2-40B4-BE49-F238E27FC236}">
                <a16:creationId xmlns:a16="http://schemas.microsoft.com/office/drawing/2014/main" id="{477A2582-F0A5-E04C-9839-48ADEFA8C8CC}"/>
              </a:ext>
            </a:extLst>
          </p:cNvPr>
          <p:cNvSpPr>
            <a:spLocks noChangeShapeType="1"/>
          </p:cNvSpPr>
          <p:nvPr/>
        </p:nvSpPr>
        <p:spPr bwMode="auto">
          <a:xfrm>
            <a:off x="4610101" y="728325"/>
            <a:ext cx="40481" cy="4071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75" name="Text Box 206">
            <a:extLst>
              <a:ext uri="{FF2B5EF4-FFF2-40B4-BE49-F238E27FC236}">
                <a16:creationId xmlns:a16="http://schemas.microsoft.com/office/drawing/2014/main" id="{5447A150-621A-354D-AFC9-EE332E6FCBB8}"/>
              </a:ext>
            </a:extLst>
          </p:cNvPr>
          <p:cNvSpPr txBox="1">
            <a:spLocks noChangeArrowheads="1"/>
          </p:cNvSpPr>
          <p:nvPr/>
        </p:nvSpPr>
        <p:spPr bwMode="auto">
          <a:xfrm>
            <a:off x="1402557" y="2344003"/>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tx2"/>
                </a:solidFill>
                <a:latin typeface="Arial" panose="020B0604020202020204" pitchFamily="34" charset="0"/>
                <a:ea typeface="宋体" panose="02010600030101010101" pitchFamily="2" charset="-122"/>
              </a:rPr>
              <a:t>主机</a:t>
            </a:r>
          </a:p>
        </p:txBody>
      </p:sp>
      <p:sp>
        <p:nvSpPr>
          <p:cNvPr id="111676" name="幻灯片编号占位符 2">
            <a:extLst>
              <a:ext uri="{FF2B5EF4-FFF2-40B4-BE49-F238E27FC236}">
                <a16:creationId xmlns:a16="http://schemas.microsoft.com/office/drawing/2014/main" id="{392BCA53-418B-C949-91CB-A88B7DFA27B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3E5500F-8683-1742-9FCC-7E91E3D8CBF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46802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5" name="Oval 4">
            <a:extLst>
              <a:ext uri="{FF2B5EF4-FFF2-40B4-BE49-F238E27FC236}">
                <a16:creationId xmlns:a16="http://schemas.microsoft.com/office/drawing/2014/main" id="{F679369C-7C40-6A49-91CA-2B0379C90D44}"/>
              </a:ext>
            </a:extLst>
          </p:cNvPr>
          <p:cNvSpPr>
            <a:spLocks noChangeArrowheads="1"/>
          </p:cNvSpPr>
          <p:nvPr/>
        </p:nvSpPr>
        <p:spPr bwMode="auto">
          <a:xfrm rot="19925028">
            <a:off x="2780110" y="1386234"/>
            <a:ext cx="1845469" cy="113942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6" name="Oval 5">
            <a:extLst>
              <a:ext uri="{FF2B5EF4-FFF2-40B4-BE49-F238E27FC236}">
                <a16:creationId xmlns:a16="http://schemas.microsoft.com/office/drawing/2014/main" id="{47D7A9FA-E1CF-DE40-80EF-D6EB3E197E43}"/>
              </a:ext>
            </a:extLst>
          </p:cNvPr>
          <p:cNvSpPr>
            <a:spLocks noChangeArrowheads="1"/>
          </p:cNvSpPr>
          <p:nvPr/>
        </p:nvSpPr>
        <p:spPr bwMode="auto">
          <a:xfrm rot="20825028">
            <a:off x="4015979" y="1156444"/>
            <a:ext cx="1612106" cy="1057275"/>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7" name="Oval 6">
            <a:extLst>
              <a:ext uri="{FF2B5EF4-FFF2-40B4-BE49-F238E27FC236}">
                <a16:creationId xmlns:a16="http://schemas.microsoft.com/office/drawing/2014/main" id="{3A2B282F-F416-0349-AA40-E933987A51D3}"/>
              </a:ext>
            </a:extLst>
          </p:cNvPr>
          <p:cNvSpPr>
            <a:spLocks noChangeArrowheads="1"/>
          </p:cNvSpPr>
          <p:nvPr/>
        </p:nvSpPr>
        <p:spPr bwMode="auto">
          <a:xfrm rot="21425028">
            <a:off x="5194697" y="1542207"/>
            <a:ext cx="1189434" cy="1368028"/>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8" name="Oval 7">
            <a:extLst>
              <a:ext uri="{FF2B5EF4-FFF2-40B4-BE49-F238E27FC236}">
                <a16:creationId xmlns:a16="http://schemas.microsoft.com/office/drawing/2014/main" id="{3D44B4CC-E5BC-9C46-A501-8E63CF4E12C9}"/>
              </a:ext>
            </a:extLst>
          </p:cNvPr>
          <p:cNvSpPr>
            <a:spLocks noChangeArrowheads="1"/>
          </p:cNvSpPr>
          <p:nvPr/>
        </p:nvSpPr>
        <p:spPr bwMode="auto">
          <a:xfrm rot="18365028">
            <a:off x="5401271" y="2290514"/>
            <a:ext cx="1129903" cy="1109663"/>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9" name="Oval 8">
            <a:extLst>
              <a:ext uri="{FF2B5EF4-FFF2-40B4-BE49-F238E27FC236}">
                <a16:creationId xmlns:a16="http://schemas.microsoft.com/office/drawing/2014/main" id="{F14DC5A5-6F52-744F-A0A5-D7C8DA0A3946}"/>
              </a:ext>
            </a:extLst>
          </p:cNvPr>
          <p:cNvSpPr>
            <a:spLocks noChangeArrowheads="1"/>
          </p:cNvSpPr>
          <p:nvPr/>
        </p:nvSpPr>
        <p:spPr bwMode="auto">
          <a:xfrm rot="19925028">
            <a:off x="4064794" y="2898329"/>
            <a:ext cx="2018110" cy="1270397"/>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0" name="Oval 9">
            <a:extLst>
              <a:ext uri="{FF2B5EF4-FFF2-40B4-BE49-F238E27FC236}">
                <a16:creationId xmlns:a16="http://schemas.microsoft.com/office/drawing/2014/main" id="{8AD150CB-EB91-184C-BE3E-52A32D1A6793}"/>
              </a:ext>
            </a:extLst>
          </p:cNvPr>
          <p:cNvSpPr>
            <a:spLocks noChangeArrowheads="1"/>
          </p:cNvSpPr>
          <p:nvPr/>
        </p:nvSpPr>
        <p:spPr bwMode="auto">
          <a:xfrm rot="21005028">
            <a:off x="3271837" y="3435301"/>
            <a:ext cx="1443038" cy="877490"/>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1" name="Oval 10">
            <a:extLst>
              <a:ext uri="{FF2B5EF4-FFF2-40B4-BE49-F238E27FC236}">
                <a16:creationId xmlns:a16="http://schemas.microsoft.com/office/drawing/2014/main" id="{7F892819-8AE1-BD44-9F5A-EF4787388B91}"/>
              </a:ext>
            </a:extLst>
          </p:cNvPr>
          <p:cNvSpPr>
            <a:spLocks noChangeArrowheads="1"/>
          </p:cNvSpPr>
          <p:nvPr/>
        </p:nvSpPr>
        <p:spPr bwMode="auto">
          <a:xfrm rot="19925028">
            <a:off x="2718197" y="3053109"/>
            <a:ext cx="913209" cy="1038225"/>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2" name="Oval 11">
            <a:extLst>
              <a:ext uri="{FF2B5EF4-FFF2-40B4-BE49-F238E27FC236}">
                <a16:creationId xmlns:a16="http://schemas.microsoft.com/office/drawing/2014/main" id="{5A3EDC75-EBB5-174E-A359-BC6D593498BD}"/>
              </a:ext>
            </a:extLst>
          </p:cNvPr>
          <p:cNvSpPr>
            <a:spLocks noChangeArrowheads="1"/>
          </p:cNvSpPr>
          <p:nvPr/>
        </p:nvSpPr>
        <p:spPr bwMode="auto">
          <a:xfrm rot="18065028">
            <a:off x="2503885" y="2310160"/>
            <a:ext cx="1144191" cy="915590"/>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3" name="Freeform 12">
            <a:extLst>
              <a:ext uri="{FF2B5EF4-FFF2-40B4-BE49-F238E27FC236}">
                <a16:creationId xmlns:a16="http://schemas.microsoft.com/office/drawing/2014/main" id="{700202B1-17D6-394E-9F3F-82D626DAB190}"/>
              </a:ext>
            </a:extLst>
          </p:cNvPr>
          <p:cNvSpPr>
            <a:spLocks/>
          </p:cNvSpPr>
          <p:nvPr/>
        </p:nvSpPr>
        <p:spPr bwMode="auto">
          <a:xfrm>
            <a:off x="2802731" y="1355278"/>
            <a:ext cx="3511154" cy="2768204"/>
          </a:xfrm>
          <a:custGeom>
            <a:avLst/>
            <a:gdLst>
              <a:gd name="T0" fmla="*/ 2147483646 w 1931"/>
              <a:gd name="T1" fmla="*/ 2147483646 h 1684"/>
              <a:gd name="T2" fmla="*/ 2147483646 w 1931"/>
              <a:gd name="T3" fmla="*/ 2147483646 h 1684"/>
              <a:gd name="T4" fmla="*/ 2147483646 w 1931"/>
              <a:gd name="T5" fmla="*/ 2147483646 h 1684"/>
              <a:gd name="T6" fmla="*/ 2147483646 w 1931"/>
              <a:gd name="T7" fmla="*/ 2147483646 h 1684"/>
              <a:gd name="T8" fmla="*/ 2147483646 w 1931"/>
              <a:gd name="T9" fmla="*/ 2147483646 h 1684"/>
              <a:gd name="T10" fmla="*/ 2147483646 w 1931"/>
              <a:gd name="T11" fmla="*/ 2147483646 h 1684"/>
              <a:gd name="T12" fmla="*/ 2147483646 w 1931"/>
              <a:gd name="T13" fmla="*/ 0 h 1684"/>
              <a:gd name="T14" fmla="*/ 2147483646 w 1931"/>
              <a:gd name="T15" fmla="*/ 2147483646 h 1684"/>
              <a:gd name="T16" fmla="*/ 2147483646 w 1931"/>
              <a:gd name="T17" fmla="*/ 2147483646 h 1684"/>
              <a:gd name="T18" fmla="*/ 2147483646 w 1931"/>
              <a:gd name="T19" fmla="*/ 2147483646 h 1684"/>
              <a:gd name="T20" fmla="*/ 2147483646 w 1931"/>
              <a:gd name="T21" fmla="*/ 2147483646 h 1684"/>
              <a:gd name="T22" fmla="*/ 2147483646 w 1931"/>
              <a:gd name="T23" fmla="*/ 2147483646 h 1684"/>
              <a:gd name="T24" fmla="*/ 2147483646 w 1931"/>
              <a:gd name="T25" fmla="*/ 2147483646 h 1684"/>
              <a:gd name="T26" fmla="*/ 2147483646 w 1931"/>
              <a:gd name="T27" fmla="*/ 2147483646 h 1684"/>
              <a:gd name="T28" fmla="*/ 2147483646 w 1931"/>
              <a:gd name="T29" fmla="*/ 2147483646 h 1684"/>
              <a:gd name="T30" fmla="*/ 2147483646 w 1931"/>
              <a:gd name="T31" fmla="*/ 2147483646 h 1684"/>
              <a:gd name="T32" fmla="*/ 2147483646 w 1931"/>
              <a:gd name="T33" fmla="*/ 2147483646 h 1684"/>
              <a:gd name="T34" fmla="*/ 2147483646 w 1931"/>
              <a:gd name="T35" fmla="*/ 2147483646 h 1684"/>
              <a:gd name="T36" fmla="*/ 2147483646 w 1931"/>
              <a:gd name="T37" fmla="*/ 2147483646 h 1684"/>
              <a:gd name="T38" fmla="*/ 2147483646 w 1931"/>
              <a:gd name="T39" fmla="*/ 2147483646 h 1684"/>
              <a:gd name="T40" fmla="*/ 2147483646 w 1931"/>
              <a:gd name="T41" fmla="*/ 2147483646 h 1684"/>
              <a:gd name="T42" fmla="*/ 2147483646 w 1931"/>
              <a:gd name="T43" fmla="*/ 2147483646 h 1684"/>
              <a:gd name="T44" fmla="*/ 2147483646 w 1931"/>
              <a:gd name="T45" fmla="*/ 2147483646 h 1684"/>
              <a:gd name="T46" fmla="*/ 2147483646 w 1931"/>
              <a:gd name="T47" fmla="*/ 2147483646 h 1684"/>
              <a:gd name="T48" fmla="*/ 2147483646 w 1931"/>
              <a:gd name="T49" fmla="*/ 2147483646 h 1684"/>
              <a:gd name="T50" fmla="*/ 2147483646 w 1931"/>
              <a:gd name="T51" fmla="*/ 2147483646 h 1684"/>
              <a:gd name="T52" fmla="*/ 2147483646 w 1931"/>
              <a:gd name="T53" fmla="*/ 2147483646 h 1684"/>
              <a:gd name="T54" fmla="*/ 2147483646 w 1931"/>
              <a:gd name="T55" fmla="*/ 2147483646 h 1684"/>
              <a:gd name="T56" fmla="*/ 2147483646 w 1931"/>
              <a:gd name="T57" fmla="*/ 2147483646 h 1684"/>
              <a:gd name="T58" fmla="*/ 2147483646 w 1931"/>
              <a:gd name="T59" fmla="*/ 2147483646 h 1684"/>
              <a:gd name="T60" fmla="*/ 2147483646 w 1931"/>
              <a:gd name="T61" fmla="*/ 2147483646 h 1684"/>
              <a:gd name="T62" fmla="*/ 2147483646 w 1931"/>
              <a:gd name="T63" fmla="*/ 2147483646 h 1684"/>
              <a:gd name="T64" fmla="*/ 2147483646 w 1931"/>
              <a:gd name="T65" fmla="*/ 2147483646 h 1684"/>
              <a:gd name="T66" fmla="*/ 2147483646 w 1931"/>
              <a:gd name="T67" fmla="*/ 2147483646 h 1684"/>
              <a:gd name="T68" fmla="*/ 2147483646 w 1931"/>
              <a:gd name="T69" fmla="*/ 2147483646 h 1684"/>
              <a:gd name="T70" fmla="*/ 2147483646 w 1931"/>
              <a:gd name="T71" fmla="*/ 2147483646 h 1684"/>
              <a:gd name="T72" fmla="*/ 2147483646 w 1931"/>
              <a:gd name="T73" fmla="*/ 2147483646 h 1684"/>
              <a:gd name="T74" fmla="*/ 2147483646 w 1931"/>
              <a:gd name="T75" fmla="*/ 2147483646 h 1684"/>
              <a:gd name="T76" fmla="*/ 2147483646 w 1931"/>
              <a:gd name="T77" fmla="*/ 2147483646 h 1684"/>
              <a:gd name="T78" fmla="*/ 2147483646 w 1931"/>
              <a:gd name="T79" fmla="*/ 2147483646 h 1684"/>
              <a:gd name="T80" fmla="*/ 2147483646 w 1931"/>
              <a:gd name="T81" fmla="*/ 2147483646 h 1684"/>
              <a:gd name="T82" fmla="*/ 2147483646 w 1931"/>
              <a:gd name="T83" fmla="*/ 2147483646 h 1684"/>
              <a:gd name="T84" fmla="*/ 2147483646 w 1931"/>
              <a:gd name="T85" fmla="*/ 2147483646 h 1684"/>
              <a:gd name="T86" fmla="*/ 2147483646 w 1931"/>
              <a:gd name="T87" fmla="*/ 2147483646 h 1684"/>
              <a:gd name="T88" fmla="*/ 2147483646 w 1931"/>
              <a:gd name="T89" fmla="*/ 2147483646 h 1684"/>
              <a:gd name="T90" fmla="*/ 2147483646 w 1931"/>
              <a:gd name="T91" fmla="*/ 2147483646 h 1684"/>
              <a:gd name="T92" fmla="*/ 2147483646 w 1931"/>
              <a:gd name="T93" fmla="*/ 2147483646 h 1684"/>
              <a:gd name="T94" fmla="*/ 2147483646 w 1931"/>
              <a:gd name="T95" fmla="*/ 2147483646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13674" name="Line 13">
            <a:extLst>
              <a:ext uri="{FF2B5EF4-FFF2-40B4-BE49-F238E27FC236}">
                <a16:creationId xmlns:a16="http://schemas.microsoft.com/office/drawing/2014/main" id="{706996AF-127B-B347-A545-9B1660B3ABC7}"/>
              </a:ext>
            </a:extLst>
          </p:cNvPr>
          <p:cNvSpPr>
            <a:spLocks noChangeShapeType="1"/>
          </p:cNvSpPr>
          <p:nvPr/>
        </p:nvSpPr>
        <p:spPr bwMode="auto">
          <a:xfrm flipV="1">
            <a:off x="3696892" y="1358851"/>
            <a:ext cx="1221581" cy="4786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5" name="Line 14">
            <a:extLst>
              <a:ext uri="{FF2B5EF4-FFF2-40B4-BE49-F238E27FC236}">
                <a16:creationId xmlns:a16="http://schemas.microsoft.com/office/drawing/2014/main" id="{C6E111C0-82F7-C049-A22E-8D41FA2F6EA0}"/>
              </a:ext>
            </a:extLst>
          </p:cNvPr>
          <p:cNvSpPr>
            <a:spLocks noChangeShapeType="1"/>
          </p:cNvSpPr>
          <p:nvPr/>
        </p:nvSpPr>
        <p:spPr bwMode="auto">
          <a:xfrm>
            <a:off x="5069682" y="1423145"/>
            <a:ext cx="721519" cy="12025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6" name="Line 15">
            <a:extLst>
              <a:ext uri="{FF2B5EF4-FFF2-40B4-BE49-F238E27FC236}">
                <a16:creationId xmlns:a16="http://schemas.microsoft.com/office/drawing/2014/main" id="{6A887B97-16BD-3541-B838-189A7AA2F14A}"/>
              </a:ext>
            </a:extLst>
          </p:cNvPr>
          <p:cNvSpPr>
            <a:spLocks noChangeShapeType="1"/>
          </p:cNvSpPr>
          <p:nvPr/>
        </p:nvSpPr>
        <p:spPr bwMode="auto">
          <a:xfrm flipH="1">
            <a:off x="2976563" y="1914872"/>
            <a:ext cx="635794" cy="108346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7" name="Line 16">
            <a:extLst>
              <a:ext uri="{FF2B5EF4-FFF2-40B4-BE49-F238E27FC236}">
                <a16:creationId xmlns:a16="http://schemas.microsoft.com/office/drawing/2014/main" id="{69C1AC61-F097-654C-88AB-A9E304071094}"/>
              </a:ext>
            </a:extLst>
          </p:cNvPr>
          <p:cNvSpPr>
            <a:spLocks noChangeShapeType="1"/>
          </p:cNvSpPr>
          <p:nvPr/>
        </p:nvSpPr>
        <p:spPr bwMode="auto">
          <a:xfrm>
            <a:off x="3015854" y="3148360"/>
            <a:ext cx="1447800" cy="76081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8" name="Line 17">
            <a:extLst>
              <a:ext uri="{FF2B5EF4-FFF2-40B4-BE49-F238E27FC236}">
                <a16:creationId xmlns:a16="http://schemas.microsoft.com/office/drawing/2014/main" id="{5A5B77C5-28CC-0243-A079-708B82845CF8}"/>
              </a:ext>
            </a:extLst>
          </p:cNvPr>
          <p:cNvSpPr>
            <a:spLocks noChangeShapeType="1"/>
          </p:cNvSpPr>
          <p:nvPr/>
        </p:nvSpPr>
        <p:spPr bwMode="auto">
          <a:xfrm flipV="1">
            <a:off x="4525566" y="2863800"/>
            <a:ext cx="1265634" cy="11239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9" name="Line 18">
            <a:extLst>
              <a:ext uri="{FF2B5EF4-FFF2-40B4-BE49-F238E27FC236}">
                <a16:creationId xmlns:a16="http://schemas.microsoft.com/office/drawing/2014/main" id="{42133485-7207-0244-A1CC-3090417DFE82}"/>
              </a:ext>
            </a:extLst>
          </p:cNvPr>
          <p:cNvSpPr>
            <a:spLocks noChangeShapeType="1"/>
          </p:cNvSpPr>
          <p:nvPr/>
        </p:nvSpPr>
        <p:spPr bwMode="auto">
          <a:xfrm>
            <a:off x="3745707" y="1920826"/>
            <a:ext cx="2031206" cy="81557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0" name="Line 19">
            <a:extLst>
              <a:ext uri="{FF2B5EF4-FFF2-40B4-BE49-F238E27FC236}">
                <a16:creationId xmlns:a16="http://schemas.microsoft.com/office/drawing/2014/main" id="{77C12A91-2BCA-9648-94F1-D9B2A4E137F9}"/>
              </a:ext>
            </a:extLst>
          </p:cNvPr>
          <p:cNvSpPr>
            <a:spLocks noChangeShapeType="1"/>
          </p:cNvSpPr>
          <p:nvPr/>
        </p:nvSpPr>
        <p:spPr bwMode="auto">
          <a:xfrm>
            <a:off x="3650456" y="1782713"/>
            <a:ext cx="953691" cy="21264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1" name="Line 20">
            <a:extLst>
              <a:ext uri="{FF2B5EF4-FFF2-40B4-BE49-F238E27FC236}">
                <a16:creationId xmlns:a16="http://schemas.microsoft.com/office/drawing/2014/main" id="{54EF8B84-F60F-A143-B62E-483A3DF57816}"/>
              </a:ext>
            </a:extLst>
          </p:cNvPr>
          <p:cNvSpPr>
            <a:spLocks noChangeShapeType="1"/>
          </p:cNvSpPr>
          <p:nvPr/>
        </p:nvSpPr>
        <p:spPr bwMode="auto">
          <a:xfrm flipV="1">
            <a:off x="3958829" y="3969890"/>
            <a:ext cx="609600" cy="47267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2" name="Line 21">
            <a:extLst>
              <a:ext uri="{FF2B5EF4-FFF2-40B4-BE49-F238E27FC236}">
                <a16:creationId xmlns:a16="http://schemas.microsoft.com/office/drawing/2014/main" id="{69939FA7-EBF7-6447-8515-887C38AA9EDE}"/>
              </a:ext>
            </a:extLst>
          </p:cNvPr>
          <p:cNvSpPr>
            <a:spLocks noChangeShapeType="1"/>
          </p:cNvSpPr>
          <p:nvPr/>
        </p:nvSpPr>
        <p:spPr bwMode="auto">
          <a:xfrm rot="16200000">
            <a:off x="5217915" y="860574"/>
            <a:ext cx="354806" cy="77033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3" name="Line 22">
            <a:extLst>
              <a:ext uri="{FF2B5EF4-FFF2-40B4-BE49-F238E27FC236}">
                <a16:creationId xmlns:a16="http://schemas.microsoft.com/office/drawing/2014/main" id="{635098BD-0186-7F41-B752-75544E49138C}"/>
              </a:ext>
            </a:extLst>
          </p:cNvPr>
          <p:cNvSpPr>
            <a:spLocks noChangeShapeType="1"/>
          </p:cNvSpPr>
          <p:nvPr/>
        </p:nvSpPr>
        <p:spPr bwMode="auto">
          <a:xfrm>
            <a:off x="5880497" y="2863801"/>
            <a:ext cx="609600" cy="8679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4" name="Line 23">
            <a:extLst>
              <a:ext uri="{FF2B5EF4-FFF2-40B4-BE49-F238E27FC236}">
                <a16:creationId xmlns:a16="http://schemas.microsoft.com/office/drawing/2014/main" id="{3C7ACEE6-EE0B-0E43-A424-D1640956B318}"/>
              </a:ext>
            </a:extLst>
          </p:cNvPr>
          <p:cNvSpPr>
            <a:spLocks noChangeShapeType="1"/>
          </p:cNvSpPr>
          <p:nvPr/>
        </p:nvSpPr>
        <p:spPr bwMode="auto">
          <a:xfrm>
            <a:off x="2135982" y="3091209"/>
            <a:ext cx="850106" cy="14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5" name="Line 24">
            <a:extLst>
              <a:ext uri="{FF2B5EF4-FFF2-40B4-BE49-F238E27FC236}">
                <a16:creationId xmlns:a16="http://schemas.microsoft.com/office/drawing/2014/main" id="{77ABDF29-B3DC-CD40-A47E-9C95EBF27049}"/>
              </a:ext>
            </a:extLst>
          </p:cNvPr>
          <p:cNvSpPr>
            <a:spLocks noChangeShapeType="1"/>
          </p:cNvSpPr>
          <p:nvPr/>
        </p:nvSpPr>
        <p:spPr bwMode="auto">
          <a:xfrm rot="5400000" flipH="1">
            <a:off x="3281958" y="1457077"/>
            <a:ext cx="663179"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6" name="Text Box 25">
            <a:extLst>
              <a:ext uri="{FF2B5EF4-FFF2-40B4-BE49-F238E27FC236}">
                <a16:creationId xmlns:a16="http://schemas.microsoft.com/office/drawing/2014/main" id="{CABCEF52-91D4-A04D-BA61-9DA1F4E2D9CC}"/>
              </a:ext>
            </a:extLst>
          </p:cNvPr>
          <p:cNvSpPr txBox="1">
            <a:spLocks noChangeArrowheads="1"/>
          </p:cNvSpPr>
          <p:nvPr/>
        </p:nvSpPr>
        <p:spPr bwMode="auto">
          <a:xfrm>
            <a:off x="1331119" y="280903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1</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87" name="Text Box 26">
            <a:extLst>
              <a:ext uri="{FF2B5EF4-FFF2-40B4-BE49-F238E27FC236}">
                <a16:creationId xmlns:a16="http://schemas.microsoft.com/office/drawing/2014/main" id="{C4E3DEA5-750D-E647-B33F-1D91D137D240}"/>
              </a:ext>
            </a:extLst>
          </p:cNvPr>
          <p:cNvSpPr txBox="1">
            <a:spLocks noChangeArrowheads="1"/>
          </p:cNvSpPr>
          <p:nvPr/>
        </p:nvSpPr>
        <p:spPr bwMode="auto">
          <a:xfrm>
            <a:off x="6847285" y="347578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5</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88" name="Text Box 27">
            <a:extLst>
              <a:ext uri="{FF2B5EF4-FFF2-40B4-BE49-F238E27FC236}">
                <a16:creationId xmlns:a16="http://schemas.microsoft.com/office/drawing/2014/main" id="{79607B70-669E-324A-A604-F52424662E6A}"/>
              </a:ext>
            </a:extLst>
          </p:cNvPr>
          <p:cNvSpPr txBox="1">
            <a:spLocks noChangeArrowheads="1"/>
          </p:cNvSpPr>
          <p:nvPr/>
        </p:nvSpPr>
        <p:spPr bwMode="auto">
          <a:xfrm>
            <a:off x="2983707" y="71353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2</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89" name="Text Box 28">
            <a:extLst>
              <a:ext uri="{FF2B5EF4-FFF2-40B4-BE49-F238E27FC236}">
                <a16:creationId xmlns:a16="http://schemas.microsoft.com/office/drawing/2014/main" id="{1C87F654-E179-4D40-BF8F-C8A4658875DB}"/>
              </a:ext>
            </a:extLst>
          </p:cNvPr>
          <p:cNvSpPr txBox="1">
            <a:spLocks noChangeArrowheads="1"/>
          </p:cNvSpPr>
          <p:nvPr/>
        </p:nvSpPr>
        <p:spPr bwMode="auto">
          <a:xfrm>
            <a:off x="6015038" y="551607"/>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4</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90" name="Text Box 29">
            <a:extLst>
              <a:ext uri="{FF2B5EF4-FFF2-40B4-BE49-F238E27FC236}">
                <a16:creationId xmlns:a16="http://schemas.microsoft.com/office/drawing/2014/main" id="{3875AAA1-77EA-EF49-8A97-CD7758A02328}"/>
              </a:ext>
            </a:extLst>
          </p:cNvPr>
          <p:cNvSpPr txBox="1">
            <a:spLocks noChangeArrowheads="1"/>
          </p:cNvSpPr>
          <p:nvPr/>
        </p:nvSpPr>
        <p:spPr bwMode="auto">
          <a:xfrm>
            <a:off x="3262313" y="4223494"/>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3</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91" name="Line 30">
            <a:extLst>
              <a:ext uri="{FF2B5EF4-FFF2-40B4-BE49-F238E27FC236}">
                <a16:creationId xmlns:a16="http://schemas.microsoft.com/office/drawing/2014/main" id="{2E5D20BC-C99F-B548-997E-DEB3E92D3C9F}"/>
              </a:ext>
            </a:extLst>
          </p:cNvPr>
          <p:cNvSpPr>
            <a:spLocks noChangeShapeType="1"/>
          </p:cNvSpPr>
          <p:nvPr/>
        </p:nvSpPr>
        <p:spPr bwMode="auto">
          <a:xfrm flipV="1">
            <a:off x="5880498" y="2131566"/>
            <a:ext cx="863203" cy="5738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2" name="Text Box 31">
            <a:extLst>
              <a:ext uri="{FF2B5EF4-FFF2-40B4-BE49-F238E27FC236}">
                <a16:creationId xmlns:a16="http://schemas.microsoft.com/office/drawing/2014/main" id="{922FFFE6-1A80-A342-94E3-15D7F0CD1225}"/>
              </a:ext>
            </a:extLst>
          </p:cNvPr>
          <p:cNvSpPr txBox="1">
            <a:spLocks noChangeArrowheads="1"/>
          </p:cNvSpPr>
          <p:nvPr/>
        </p:nvSpPr>
        <p:spPr bwMode="auto">
          <a:xfrm>
            <a:off x="6641307" y="1307653"/>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6</a:t>
            </a:r>
            <a:endParaRPr kumimoji="1" lang="en-US" altLang="zh-CN" sz="2400">
              <a:solidFill>
                <a:schemeClr val="tx2"/>
              </a:solidFill>
              <a:latin typeface="Arial" panose="020B0604020202020204" pitchFamily="34" charset="0"/>
              <a:ea typeface="宋体" panose="02010600030101010101" pitchFamily="2" charset="-122"/>
            </a:endParaRPr>
          </a:p>
        </p:txBody>
      </p:sp>
      <p:pic>
        <p:nvPicPr>
          <p:cNvPr id="113693" name="Picture 32">
            <a:extLst>
              <a:ext uri="{FF2B5EF4-FFF2-40B4-BE49-F238E27FC236}">
                <a16:creationId xmlns:a16="http://schemas.microsoft.com/office/drawing/2014/main" id="{960D3E09-44B6-F443-840A-BCE48B2E62B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8787" y="561132"/>
            <a:ext cx="557213" cy="51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4" name="Picture 33">
            <a:extLst>
              <a:ext uri="{FF2B5EF4-FFF2-40B4-BE49-F238E27FC236}">
                <a16:creationId xmlns:a16="http://schemas.microsoft.com/office/drawing/2014/main" id="{57907BF4-024F-644B-9A28-B5BB4643278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8913" y="1706513"/>
            <a:ext cx="560785" cy="51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5" name="Picture 34">
            <a:extLst>
              <a:ext uri="{FF2B5EF4-FFF2-40B4-BE49-F238E27FC236}">
                <a16:creationId xmlns:a16="http://schemas.microsoft.com/office/drawing/2014/main" id="{5D476498-E42B-2845-BC84-8ECCD98776C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0694" y="2863801"/>
            <a:ext cx="559594" cy="51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6" name="Picture 35">
            <a:extLst>
              <a:ext uri="{FF2B5EF4-FFF2-40B4-BE49-F238E27FC236}">
                <a16:creationId xmlns:a16="http://schemas.microsoft.com/office/drawing/2014/main" id="{87438155-3C4C-4B42-8199-FCE05045E53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2356" y="4361607"/>
            <a:ext cx="558404" cy="51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7" name="Picture 36">
            <a:extLst>
              <a:ext uri="{FF2B5EF4-FFF2-40B4-BE49-F238E27FC236}">
                <a16:creationId xmlns:a16="http://schemas.microsoft.com/office/drawing/2014/main" id="{7F6F992C-CC37-3A45-8567-6265275A8C7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885" y="3575794"/>
            <a:ext cx="560784"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8" name="Picture 37">
            <a:extLst>
              <a:ext uri="{FF2B5EF4-FFF2-40B4-BE49-F238E27FC236}">
                <a16:creationId xmlns:a16="http://schemas.microsoft.com/office/drawing/2014/main" id="{228E1746-891B-7342-A122-F392053CF15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229" y="732581"/>
            <a:ext cx="560784"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99" name="Text Box 38">
            <a:extLst>
              <a:ext uri="{FF2B5EF4-FFF2-40B4-BE49-F238E27FC236}">
                <a16:creationId xmlns:a16="http://schemas.microsoft.com/office/drawing/2014/main" id="{322B53B6-83A1-9942-8C19-B2016E34DDBF}"/>
              </a:ext>
            </a:extLst>
          </p:cNvPr>
          <p:cNvSpPr txBox="1">
            <a:spLocks noChangeArrowheads="1"/>
          </p:cNvSpPr>
          <p:nvPr/>
        </p:nvSpPr>
        <p:spPr bwMode="auto">
          <a:xfrm>
            <a:off x="1879640" y="3804394"/>
            <a:ext cx="11079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发送的</a:t>
            </a:r>
          </a:p>
          <a:p>
            <a:pPr algn="ct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分组</a:t>
            </a:r>
          </a:p>
        </p:txBody>
      </p:sp>
      <p:pic>
        <p:nvPicPr>
          <p:cNvPr id="113700" name="Picture 39">
            <a:extLst>
              <a:ext uri="{FF2B5EF4-FFF2-40B4-BE49-F238E27FC236}">
                <a16:creationId xmlns:a16="http://schemas.microsoft.com/office/drawing/2014/main" id="{B9EFDBF2-1D9D-CA43-A6EC-E76063BC97F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3042" y="1688653"/>
            <a:ext cx="5917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1" name="Picture 40">
            <a:extLst>
              <a:ext uri="{FF2B5EF4-FFF2-40B4-BE49-F238E27FC236}">
                <a16:creationId xmlns:a16="http://schemas.microsoft.com/office/drawing/2014/main" id="{89D5689F-C5B0-6341-8312-7E604EC0B90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0829" y="1245741"/>
            <a:ext cx="59293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2" name="Picture 41">
            <a:extLst>
              <a:ext uri="{FF2B5EF4-FFF2-40B4-BE49-F238E27FC236}">
                <a16:creationId xmlns:a16="http://schemas.microsoft.com/office/drawing/2014/main" id="{C08F6559-4819-9946-8257-02044813A27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9973" y="2573288"/>
            <a:ext cx="592931" cy="379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3" name="Picture 42">
            <a:extLst>
              <a:ext uri="{FF2B5EF4-FFF2-40B4-BE49-F238E27FC236}">
                <a16:creationId xmlns:a16="http://schemas.microsoft.com/office/drawing/2014/main" id="{C06EEA72-2F93-BB46-B0C3-0FF59FE19B8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8626" y="3636516"/>
            <a:ext cx="592931" cy="37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4" name="Picture 43">
            <a:extLst>
              <a:ext uri="{FF2B5EF4-FFF2-40B4-BE49-F238E27FC236}">
                <a16:creationId xmlns:a16="http://schemas.microsoft.com/office/drawing/2014/main" id="{DE5C8434-6FC7-B149-AD8B-E11C231CE66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2017" y="2837607"/>
            <a:ext cx="59293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705" name="Text Box 45">
            <a:extLst>
              <a:ext uri="{FF2B5EF4-FFF2-40B4-BE49-F238E27FC236}">
                <a16:creationId xmlns:a16="http://schemas.microsoft.com/office/drawing/2014/main" id="{0B2D9754-1F58-E546-8968-E4CAD105220C}"/>
              </a:ext>
            </a:extLst>
          </p:cNvPr>
          <p:cNvSpPr txBox="1">
            <a:spLocks noChangeArrowheads="1"/>
          </p:cNvSpPr>
          <p:nvPr/>
        </p:nvSpPr>
        <p:spPr bwMode="auto">
          <a:xfrm>
            <a:off x="1732360" y="983803"/>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路由器</a:t>
            </a:r>
          </a:p>
        </p:txBody>
      </p:sp>
      <p:sp>
        <p:nvSpPr>
          <p:cNvPr id="113706" name="Line 46">
            <a:extLst>
              <a:ext uri="{FF2B5EF4-FFF2-40B4-BE49-F238E27FC236}">
                <a16:creationId xmlns:a16="http://schemas.microsoft.com/office/drawing/2014/main" id="{9D3351E5-B2A5-9C48-B834-6FA1311A26B3}"/>
              </a:ext>
            </a:extLst>
          </p:cNvPr>
          <p:cNvSpPr>
            <a:spLocks noChangeShapeType="1"/>
          </p:cNvSpPr>
          <p:nvPr/>
        </p:nvSpPr>
        <p:spPr bwMode="auto">
          <a:xfrm>
            <a:off x="2601516" y="1423145"/>
            <a:ext cx="771525" cy="3536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07" name="Text Box 47">
            <a:extLst>
              <a:ext uri="{FF2B5EF4-FFF2-40B4-BE49-F238E27FC236}">
                <a16:creationId xmlns:a16="http://schemas.microsoft.com/office/drawing/2014/main" id="{BC4396CB-8018-C649-BE35-460BF4AFB39F}"/>
              </a:ext>
            </a:extLst>
          </p:cNvPr>
          <p:cNvSpPr txBox="1">
            <a:spLocks noChangeArrowheads="1"/>
          </p:cNvSpPr>
          <p:nvPr/>
        </p:nvSpPr>
        <p:spPr bwMode="auto">
          <a:xfrm>
            <a:off x="2771775" y="2441128"/>
            <a:ext cx="389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A</a:t>
            </a:r>
          </a:p>
        </p:txBody>
      </p:sp>
      <p:sp>
        <p:nvSpPr>
          <p:cNvPr id="113708" name="Text Box 48">
            <a:extLst>
              <a:ext uri="{FF2B5EF4-FFF2-40B4-BE49-F238E27FC236}">
                <a16:creationId xmlns:a16="http://schemas.microsoft.com/office/drawing/2014/main" id="{1EF4E3BB-E5E8-7A4D-939A-FBD90F9E1ADD}"/>
              </a:ext>
            </a:extLst>
          </p:cNvPr>
          <p:cNvSpPr txBox="1">
            <a:spLocks noChangeArrowheads="1"/>
          </p:cNvSpPr>
          <p:nvPr/>
        </p:nvSpPr>
        <p:spPr bwMode="auto">
          <a:xfrm>
            <a:off x="5719762" y="2172047"/>
            <a:ext cx="389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E</a:t>
            </a:r>
          </a:p>
        </p:txBody>
      </p:sp>
      <p:sp>
        <p:nvSpPr>
          <p:cNvPr id="113709" name="Text Box 49">
            <a:extLst>
              <a:ext uri="{FF2B5EF4-FFF2-40B4-BE49-F238E27FC236}">
                <a16:creationId xmlns:a16="http://schemas.microsoft.com/office/drawing/2014/main" id="{8512C6A3-6F60-DD4C-BD62-3A271297830B}"/>
              </a:ext>
            </a:extLst>
          </p:cNvPr>
          <p:cNvSpPr txBox="1">
            <a:spLocks noChangeArrowheads="1"/>
          </p:cNvSpPr>
          <p:nvPr/>
        </p:nvSpPr>
        <p:spPr bwMode="auto">
          <a:xfrm>
            <a:off x="4787504" y="1523157"/>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D</a:t>
            </a:r>
          </a:p>
        </p:txBody>
      </p:sp>
      <p:sp>
        <p:nvSpPr>
          <p:cNvPr id="113710" name="Text Box 50">
            <a:extLst>
              <a:ext uri="{FF2B5EF4-FFF2-40B4-BE49-F238E27FC236}">
                <a16:creationId xmlns:a16="http://schemas.microsoft.com/office/drawing/2014/main" id="{34D2E2A8-611A-AE4A-A204-368BAC01E596}"/>
              </a:ext>
            </a:extLst>
          </p:cNvPr>
          <p:cNvSpPr txBox="1">
            <a:spLocks noChangeArrowheads="1"/>
          </p:cNvSpPr>
          <p:nvPr/>
        </p:nvSpPr>
        <p:spPr bwMode="auto">
          <a:xfrm>
            <a:off x="3673079" y="1310035"/>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b="1">
                <a:solidFill>
                  <a:schemeClr val="tx2"/>
                </a:solidFill>
                <a:latin typeface="Arial" panose="020B0604020202020204" pitchFamily="34" charset="0"/>
                <a:ea typeface="宋体" panose="02010600030101010101" pitchFamily="2" charset="-122"/>
              </a:rPr>
              <a:t>B</a:t>
            </a:r>
          </a:p>
        </p:txBody>
      </p:sp>
      <p:sp>
        <p:nvSpPr>
          <p:cNvPr id="113711" name="Text Box 51">
            <a:extLst>
              <a:ext uri="{FF2B5EF4-FFF2-40B4-BE49-F238E27FC236}">
                <a16:creationId xmlns:a16="http://schemas.microsoft.com/office/drawing/2014/main" id="{8B224E79-C472-F24D-8FDF-3ACC9B292814}"/>
              </a:ext>
            </a:extLst>
          </p:cNvPr>
          <p:cNvSpPr txBox="1">
            <a:spLocks noChangeArrowheads="1"/>
          </p:cNvSpPr>
          <p:nvPr/>
        </p:nvSpPr>
        <p:spPr bwMode="auto">
          <a:xfrm>
            <a:off x="4807744" y="3684141"/>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C</a:t>
            </a:r>
          </a:p>
        </p:txBody>
      </p:sp>
      <p:sp>
        <p:nvSpPr>
          <p:cNvPr id="113712" name="Line 52">
            <a:extLst>
              <a:ext uri="{FF2B5EF4-FFF2-40B4-BE49-F238E27FC236}">
                <a16:creationId xmlns:a16="http://schemas.microsoft.com/office/drawing/2014/main" id="{0B129B8B-76E0-F04D-A7C4-4AE9F77D136F}"/>
              </a:ext>
            </a:extLst>
          </p:cNvPr>
          <p:cNvSpPr>
            <a:spLocks noChangeShapeType="1"/>
          </p:cNvSpPr>
          <p:nvPr/>
        </p:nvSpPr>
        <p:spPr bwMode="auto">
          <a:xfrm flipV="1">
            <a:off x="2289573" y="3341241"/>
            <a:ext cx="192881" cy="619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13" name="Rectangle 53">
            <a:extLst>
              <a:ext uri="{FF2B5EF4-FFF2-40B4-BE49-F238E27FC236}">
                <a16:creationId xmlns:a16="http://schemas.microsoft.com/office/drawing/2014/main" id="{21FE709A-66F2-4545-A0D5-AE099D2D6D06}"/>
              </a:ext>
            </a:extLst>
          </p:cNvPr>
          <p:cNvSpPr>
            <a:spLocks noChangeArrowheads="1"/>
          </p:cNvSpPr>
          <p:nvPr/>
        </p:nvSpPr>
        <p:spPr bwMode="auto">
          <a:xfrm>
            <a:off x="2349104" y="3163838"/>
            <a:ext cx="192881"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4" name="Rectangle 54">
            <a:extLst>
              <a:ext uri="{FF2B5EF4-FFF2-40B4-BE49-F238E27FC236}">
                <a16:creationId xmlns:a16="http://schemas.microsoft.com/office/drawing/2014/main" id="{A785DC45-8C3C-AF4D-B053-81283F78EB7F}"/>
              </a:ext>
            </a:extLst>
          </p:cNvPr>
          <p:cNvSpPr>
            <a:spLocks noChangeArrowheads="1"/>
          </p:cNvSpPr>
          <p:nvPr/>
        </p:nvSpPr>
        <p:spPr bwMode="auto">
          <a:xfrm>
            <a:off x="2634853" y="3163838"/>
            <a:ext cx="194072"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5" name="Rectangle 55">
            <a:extLst>
              <a:ext uri="{FF2B5EF4-FFF2-40B4-BE49-F238E27FC236}">
                <a16:creationId xmlns:a16="http://schemas.microsoft.com/office/drawing/2014/main" id="{C4D300BB-68F5-0046-B30D-C989B9DCA389}"/>
              </a:ext>
            </a:extLst>
          </p:cNvPr>
          <p:cNvSpPr>
            <a:spLocks noChangeArrowheads="1"/>
          </p:cNvSpPr>
          <p:nvPr/>
        </p:nvSpPr>
        <p:spPr bwMode="auto">
          <a:xfrm>
            <a:off x="3444479" y="3163838"/>
            <a:ext cx="192881"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6" name="Rectangle 56">
            <a:extLst>
              <a:ext uri="{FF2B5EF4-FFF2-40B4-BE49-F238E27FC236}">
                <a16:creationId xmlns:a16="http://schemas.microsoft.com/office/drawing/2014/main" id="{D177FFFC-27B8-B447-8DBC-FB52E7DEFC55}"/>
              </a:ext>
            </a:extLst>
          </p:cNvPr>
          <p:cNvSpPr>
            <a:spLocks noChangeArrowheads="1"/>
          </p:cNvSpPr>
          <p:nvPr/>
        </p:nvSpPr>
        <p:spPr bwMode="auto">
          <a:xfrm>
            <a:off x="3926682" y="3429347"/>
            <a:ext cx="192881"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7" name="Rectangle 57">
            <a:extLst>
              <a:ext uri="{FF2B5EF4-FFF2-40B4-BE49-F238E27FC236}">
                <a16:creationId xmlns:a16="http://schemas.microsoft.com/office/drawing/2014/main" id="{DE3D7477-402F-4044-BBBD-793923EADE65}"/>
              </a:ext>
            </a:extLst>
          </p:cNvPr>
          <p:cNvSpPr>
            <a:spLocks noChangeArrowheads="1"/>
          </p:cNvSpPr>
          <p:nvPr/>
        </p:nvSpPr>
        <p:spPr bwMode="auto">
          <a:xfrm>
            <a:off x="4723210" y="3399582"/>
            <a:ext cx="194072" cy="17859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8" name="Rectangle 58">
            <a:extLst>
              <a:ext uri="{FF2B5EF4-FFF2-40B4-BE49-F238E27FC236}">
                <a16:creationId xmlns:a16="http://schemas.microsoft.com/office/drawing/2014/main" id="{5129AA3F-E2C5-BA4E-B741-2FEDF380E111}"/>
              </a:ext>
            </a:extLst>
          </p:cNvPr>
          <p:cNvSpPr>
            <a:spLocks noChangeArrowheads="1"/>
          </p:cNvSpPr>
          <p:nvPr/>
        </p:nvSpPr>
        <p:spPr bwMode="auto">
          <a:xfrm>
            <a:off x="4999435" y="3135263"/>
            <a:ext cx="192881"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9" name="Rectangle 59">
            <a:extLst>
              <a:ext uri="{FF2B5EF4-FFF2-40B4-BE49-F238E27FC236}">
                <a16:creationId xmlns:a16="http://schemas.microsoft.com/office/drawing/2014/main" id="{33DF9DCE-EBC6-064F-840C-77E004EAE11C}"/>
              </a:ext>
            </a:extLst>
          </p:cNvPr>
          <p:cNvSpPr>
            <a:spLocks noChangeArrowheads="1"/>
          </p:cNvSpPr>
          <p:nvPr/>
        </p:nvSpPr>
        <p:spPr bwMode="auto">
          <a:xfrm>
            <a:off x="5801917" y="3081684"/>
            <a:ext cx="192881"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0" name="Rectangle 60">
            <a:extLst>
              <a:ext uri="{FF2B5EF4-FFF2-40B4-BE49-F238E27FC236}">
                <a16:creationId xmlns:a16="http://schemas.microsoft.com/office/drawing/2014/main" id="{5652E10A-1454-FB4F-929A-C12D57CC4CD7}"/>
              </a:ext>
            </a:extLst>
          </p:cNvPr>
          <p:cNvSpPr>
            <a:spLocks noChangeArrowheads="1"/>
          </p:cNvSpPr>
          <p:nvPr/>
        </p:nvSpPr>
        <p:spPr bwMode="auto">
          <a:xfrm>
            <a:off x="5262563" y="2891184"/>
            <a:ext cx="194072"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1" name="Rectangle 61">
            <a:extLst>
              <a:ext uri="{FF2B5EF4-FFF2-40B4-BE49-F238E27FC236}">
                <a16:creationId xmlns:a16="http://schemas.microsoft.com/office/drawing/2014/main" id="{FFADCFF0-6C7C-F44F-9EB9-DAC4A803B718}"/>
              </a:ext>
            </a:extLst>
          </p:cNvPr>
          <p:cNvSpPr>
            <a:spLocks noChangeArrowheads="1"/>
          </p:cNvSpPr>
          <p:nvPr/>
        </p:nvSpPr>
        <p:spPr bwMode="auto">
          <a:xfrm>
            <a:off x="6085285" y="3481734"/>
            <a:ext cx="192881"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2" name="Rectangle 62">
            <a:extLst>
              <a:ext uri="{FF2B5EF4-FFF2-40B4-BE49-F238E27FC236}">
                <a16:creationId xmlns:a16="http://schemas.microsoft.com/office/drawing/2014/main" id="{C53705FF-3B30-3148-9E0E-5F14E861875C}"/>
              </a:ext>
            </a:extLst>
          </p:cNvPr>
          <p:cNvSpPr>
            <a:spLocks noChangeArrowheads="1"/>
          </p:cNvSpPr>
          <p:nvPr/>
        </p:nvSpPr>
        <p:spPr bwMode="auto">
          <a:xfrm>
            <a:off x="2251473" y="2826890"/>
            <a:ext cx="19288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3" name="Rectangle 63">
            <a:extLst>
              <a:ext uri="{FF2B5EF4-FFF2-40B4-BE49-F238E27FC236}">
                <a16:creationId xmlns:a16="http://schemas.microsoft.com/office/drawing/2014/main" id="{D40476BB-CAAF-2F49-A194-A7A145A61FBE}"/>
              </a:ext>
            </a:extLst>
          </p:cNvPr>
          <p:cNvSpPr>
            <a:spLocks noChangeArrowheads="1"/>
          </p:cNvSpPr>
          <p:nvPr/>
        </p:nvSpPr>
        <p:spPr bwMode="auto">
          <a:xfrm>
            <a:off x="3457576" y="2225626"/>
            <a:ext cx="19288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4" name="Rectangle 64">
            <a:extLst>
              <a:ext uri="{FF2B5EF4-FFF2-40B4-BE49-F238E27FC236}">
                <a16:creationId xmlns:a16="http://schemas.microsoft.com/office/drawing/2014/main" id="{A1A2D1AB-29E6-AC42-A0A6-18B270CF3D61}"/>
              </a:ext>
            </a:extLst>
          </p:cNvPr>
          <p:cNvSpPr>
            <a:spLocks noChangeArrowheads="1"/>
          </p:cNvSpPr>
          <p:nvPr/>
        </p:nvSpPr>
        <p:spPr bwMode="auto">
          <a:xfrm>
            <a:off x="4119563" y="1837482"/>
            <a:ext cx="194072"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5" name="Rectangle 65">
            <a:extLst>
              <a:ext uri="{FF2B5EF4-FFF2-40B4-BE49-F238E27FC236}">
                <a16:creationId xmlns:a16="http://schemas.microsoft.com/office/drawing/2014/main" id="{9F848C1B-6D45-3E42-9CA4-456C770D7B50}"/>
              </a:ext>
            </a:extLst>
          </p:cNvPr>
          <p:cNvSpPr>
            <a:spLocks noChangeArrowheads="1"/>
          </p:cNvSpPr>
          <p:nvPr/>
        </p:nvSpPr>
        <p:spPr bwMode="auto">
          <a:xfrm>
            <a:off x="4505325" y="1979165"/>
            <a:ext cx="19169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6" name="Rectangle 66">
            <a:extLst>
              <a:ext uri="{FF2B5EF4-FFF2-40B4-BE49-F238E27FC236}">
                <a16:creationId xmlns:a16="http://schemas.microsoft.com/office/drawing/2014/main" id="{1D24034B-F644-1D45-AB19-5AF544AF90A9}"/>
              </a:ext>
            </a:extLst>
          </p:cNvPr>
          <p:cNvSpPr>
            <a:spLocks noChangeArrowheads="1"/>
          </p:cNvSpPr>
          <p:nvPr/>
        </p:nvSpPr>
        <p:spPr bwMode="auto">
          <a:xfrm>
            <a:off x="5275660" y="2278013"/>
            <a:ext cx="19288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7" name="Rectangle 67">
            <a:extLst>
              <a:ext uri="{FF2B5EF4-FFF2-40B4-BE49-F238E27FC236}">
                <a16:creationId xmlns:a16="http://schemas.microsoft.com/office/drawing/2014/main" id="{E2DB7CC6-070F-7C41-A222-71CF32E7C3C5}"/>
              </a:ext>
            </a:extLst>
          </p:cNvPr>
          <p:cNvSpPr>
            <a:spLocks noChangeArrowheads="1"/>
          </p:cNvSpPr>
          <p:nvPr/>
        </p:nvSpPr>
        <p:spPr bwMode="auto">
          <a:xfrm>
            <a:off x="3251598" y="2632819"/>
            <a:ext cx="19288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8" name="Rectangle 68">
            <a:extLst>
              <a:ext uri="{FF2B5EF4-FFF2-40B4-BE49-F238E27FC236}">
                <a16:creationId xmlns:a16="http://schemas.microsoft.com/office/drawing/2014/main" id="{DE6A7EBB-D907-5948-BA9B-68CBFA59E93C}"/>
              </a:ext>
            </a:extLst>
          </p:cNvPr>
          <p:cNvSpPr>
            <a:spLocks noChangeArrowheads="1"/>
          </p:cNvSpPr>
          <p:nvPr/>
        </p:nvSpPr>
        <p:spPr bwMode="auto">
          <a:xfrm>
            <a:off x="6142435" y="2950716"/>
            <a:ext cx="192881" cy="17859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9" name="Rectangle 69">
            <a:extLst>
              <a:ext uri="{FF2B5EF4-FFF2-40B4-BE49-F238E27FC236}">
                <a16:creationId xmlns:a16="http://schemas.microsoft.com/office/drawing/2014/main" id="{AEBD3558-1C62-0644-9EF5-B85DF93183E2}"/>
              </a:ext>
            </a:extLst>
          </p:cNvPr>
          <p:cNvSpPr>
            <a:spLocks noChangeArrowheads="1"/>
          </p:cNvSpPr>
          <p:nvPr/>
        </p:nvSpPr>
        <p:spPr bwMode="auto">
          <a:xfrm>
            <a:off x="2539604" y="2826890"/>
            <a:ext cx="19288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30" name="Rectangle 70">
            <a:extLst>
              <a:ext uri="{FF2B5EF4-FFF2-40B4-BE49-F238E27FC236}">
                <a16:creationId xmlns:a16="http://schemas.microsoft.com/office/drawing/2014/main" id="{2EF6F1E2-12E1-4549-9354-88321E95C886}"/>
              </a:ext>
            </a:extLst>
          </p:cNvPr>
          <p:cNvSpPr>
            <a:spLocks noChangeArrowheads="1"/>
          </p:cNvSpPr>
          <p:nvPr/>
        </p:nvSpPr>
        <p:spPr bwMode="auto">
          <a:xfrm>
            <a:off x="6354367" y="3269803"/>
            <a:ext cx="19288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31" name="Rectangle 71">
            <a:extLst>
              <a:ext uri="{FF2B5EF4-FFF2-40B4-BE49-F238E27FC236}">
                <a16:creationId xmlns:a16="http://schemas.microsoft.com/office/drawing/2014/main" id="{7FCF1AEB-1D7E-4147-A57D-C5C96C88A593}"/>
              </a:ext>
            </a:extLst>
          </p:cNvPr>
          <p:cNvSpPr>
            <a:spLocks noChangeArrowheads="1"/>
          </p:cNvSpPr>
          <p:nvPr/>
        </p:nvSpPr>
        <p:spPr bwMode="auto">
          <a:xfrm>
            <a:off x="4857750" y="2104182"/>
            <a:ext cx="19169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32" name="Text Box 72">
            <a:extLst>
              <a:ext uri="{FF2B5EF4-FFF2-40B4-BE49-F238E27FC236}">
                <a16:creationId xmlns:a16="http://schemas.microsoft.com/office/drawing/2014/main" id="{78F36589-B985-124A-AEC1-4BDB98F60211}"/>
              </a:ext>
            </a:extLst>
          </p:cNvPr>
          <p:cNvSpPr txBox="1">
            <a:spLocks noChangeArrowheads="1"/>
          </p:cNvSpPr>
          <p:nvPr/>
        </p:nvSpPr>
        <p:spPr bwMode="auto">
          <a:xfrm>
            <a:off x="3736182" y="334913"/>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dirty="0">
                <a:solidFill>
                  <a:srgbClr val="C00000"/>
                </a:solidFill>
                <a:latin typeface="Arial" panose="020B0604020202020204" pitchFamily="34" charset="0"/>
                <a:ea typeface="宋体" panose="02010600030101010101" pitchFamily="2" charset="-122"/>
              </a:rPr>
              <a:t>网络核心部分</a:t>
            </a:r>
          </a:p>
        </p:txBody>
      </p:sp>
      <p:sp>
        <p:nvSpPr>
          <p:cNvPr id="113733" name="Line 73">
            <a:extLst>
              <a:ext uri="{FF2B5EF4-FFF2-40B4-BE49-F238E27FC236}">
                <a16:creationId xmlns:a16="http://schemas.microsoft.com/office/drawing/2014/main" id="{54D8E13F-A721-4742-B158-6F1A780E5A60}"/>
              </a:ext>
            </a:extLst>
          </p:cNvPr>
          <p:cNvSpPr>
            <a:spLocks noChangeShapeType="1"/>
          </p:cNvSpPr>
          <p:nvPr/>
        </p:nvSpPr>
        <p:spPr bwMode="auto">
          <a:xfrm>
            <a:off x="4601766" y="773063"/>
            <a:ext cx="95250" cy="3559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34" name="Text Box 74">
            <a:extLst>
              <a:ext uri="{FF2B5EF4-FFF2-40B4-BE49-F238E27FC236}">
                <a16:creationId xmlns:a16="http://schemas.microsoft.com/office/drawing/2014/main" id="{49A866DA-B17F-904C-88DD-495B9F49D9A0}"/>
              </a:ext>
            </a:extLst>
          </p:cNvPr>
          <p:cNvSpPr txBox="1">
            <a:spLocks noChangeArrowheads="1"/>
          </p:cNvSpPr>
          <p:nvPr/>
        </p:nvSpPr>
        <p:spPr bwMode="auto">
          <a:xfrm>
            <a:off x="1595438" y="2326828"/>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主机</a:t>
            </a:r>
          </a:p>
        </p:txBody>
      </p:sp>
      <p:sp>
        <p:nvSpPr>
          <p:cNvPr id="113735" name="幻灯片编号占位符 2">
            <a:extLst>
              <a:ext uri="{FF2B5EF4-FFF2-40B4-BE49-F238E27FC236}">
                <a16:creationId xmlns:a16="http://schemas.microsoft.com/office/drawing/2014/main" id="{227C7663-8CF7-064B-9728-A55F1387518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AFB880D-B669-8848-970B-A6DC2FEC024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92379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E1195473-BDC6-A84F-BACE-B9AA5AF99AB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分组交换网的示意图</a:t>
            </a:r>
          </a:p>
        </p:txBody>
      </p:sp>
      <p:grpSp>
        <p:nvGrpSpPr>
          <p:cNvPr id="115714" name="Group 4">
            <a:extLst>
              <a:ext uri="{FF2B5EF4-FFF2-40B4-BE49-F238E27FC236}">
                <a16:creationId xmlns:a16="http://schemas.microsoft.com/office/drawing/2014/main" id="{F321D60F-66A6-6746-A945-AE9D9342DB54}"/>
              </a:ext>
            </a:extLst>
          </p:cNvPr>
          <p:cNvGrpSpPr>
            <a:grpSpLocks/>
          </p:cNvGrpSpPr>
          <p:nvPr/>
        </p:nvGrpSpPr>
        <p:grpSpPr bwMode="auto">
          <a:xfrm>
            <a:off x="2289573" y="1663132"/>
            <a:ext cx="3068240" cy="2750344"/>
            <a:chOff x="2256" y="2386"/>
            <a:chExt cx="2147" cy="1919"/>
          </a:xfrm>
        </p:grpSpPr>
        <p:sp>
          <p:nvSpPr>
            <p:cNvPr id="115762" name="Oval 5">
              <a:extLst>
                <a:ext uri="{FF2B5EF4-FFF2-40B4-BE49-F238E27FC236}">
                  <a16:creationId xmlns:a16="http://schemas.microsoft.com/office/drawing/2014/main" id="{6D36B8F1-7299-134A-90C7-F88452675736}"/>
                </a:ext>
              </a:extLst>
            </p:cNvPr>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3" name="Oval 6">
              <a:extLst>
                <a:ext uri="{FF2B5EF4-FFF2-40B4-BE49-F238E27FC236}">
                  <a16:creationId xmlns:a16="http://schemas.microsoft.com/office/drawing/2014/main" id="{3A7150BA-B55A-DF48-ABBE-0B6EF76E71E6}"/>
                </a:ext>
              </a:extLst>
            </p:cNvPr>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4" name="Oval 7">
              <a:extLst>
                <a:ext uri="{FF2B5EF4-FFF2-40B4-BE49-F238E27FC236}">
                  <a16:creationId xmlns:a16="http://schemas.microsoft.com/office/drawing/2014/main" id="{8DC9483A-ED15-3540-8BD9-B96324990AD4}"/>
                </a:ext>
              </a:extLst>
            </p:cNvPr>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5" name="Oval 8">
              <a:extLst>
                <a:ext uri="{FF2B5EF4-FFF2-40B4-BE49-F238E27FC236}">
                  <a16:creationId xmlns:a16="http://schemas.microsoft.com/office/drawing/2014/main" id="{1D892A48-7C3C-BB47-A0CE-1442C4C12113}"/>
                </a:ext>
              </a:extLst>
            </p:cNvPr>
            <p:cNvSpPr>
              <a:spLocks noChangeArrowheads="1"/>
            </p:cNvSpPr>
            <p:nvPr/>
          </p:nvSpPr>
          <p:spPr bwMode="auto">
            <a:xfrm rot="-3234972">
              <a:off x="3755" y="3107"/>
              <a:ext cx="687" cy="610"/>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6" name="Oval 9">
              <a:extLst>
                <a:ext uri="{FF2B5EF4-FFF2-40B4-BE49-F238E27FC236}">
                  <a16:creationId xmlns:a16="http://schemas.microsoft.com/office/drawing/2014/main" id="{82504760-EDDA-4142-B56B-C7C61DDF0DB8}"/>
                </a:ext>
              </a:extLst>
            </p:cNvPr>
            <p:cNvSpPr>
              <a:spLocks noChangeArrowheads="1"/>
            </p:cNvSpPr>
            <p:nvPr/>
          </p:nvSpPr>
          <p:spPr bwMode="auto">
            <a:xfrm rot="-1674972">
              <a:off x="3052" y="3445"/>
              <a:ext cx="1111" cy="77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7" name="Oval 10">
              <a:extLst>
                <a:ext uri="{FF2B5EF4-FFF2-40B4-BE49-F238E27FC236}">
                  <a16:creationId xmlns:a16="http://schemas.microsoft.com/office/drawing/2014/main" id="{255F5B49-8835-1440-8644-EC70B4E5DB72}"/>
                </a:ext>
              </a:extLst>
            </p:cNvPr>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8" name="Oval 11">
              <a:extLst>
                <a:ext uri="{FF2B5EF4-FFF2-40B4-BE49-F238E27FC236}">
                  <a16:creationId xmlns:a16="http://schemas.microsoft.com/office/drawing/2014/main" id="{334BF970-2ECA-1C4D-AD8D-CFEE6ABAF2E6}"/>
                </a:ext>
              </a:extLst>
            </p:cNvPr>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9" name="Oval 12">
              <a:extLst>
                <a:ext uri="{FF2B5EF4-FFF2-40B4-BE49-F238E27FC236}">
                  <a16:creationId xmlns:a16="http://schemas.microsoft.com/office/drawing/2014/main" id="{425B8AFA-D611-5A4B-BB02-6936214A050B}"/>
                </a:ext>
              </a:extLst>
            </p:cNvPr>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70" name="Freeform 13">
              <a:extLst>
                <a:ext uri="{FF2B5EF4-FFF2-40B4-BE49-F238E27FC236}">
                  <a16:creationId xmlns:a16="http://schemas.microsoft.com/office/drawing/2014/main" id="{E47109A5-70C0-3944-82E2-9C3AB9A807C3}"/>
                </a:ext>
              </a:extLst>
            </p:cNvPr>
            <p:cNvSpPr>
              <a:spLocks/>
            </p:cNvSpPr>
            <p:nvPr/>
          </p:nvSpPr>
          <p:spPr bwMode="auto">
            <a:xfrm>
              <a:off x="2358" y="2506"/>
              <a:ext cx="1931" cy="1686"/>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92 h 1684"/>
                <a:gd name="T36" fmla="*/ 1842 w 1931"/>
                <a:gd name="T37" fmla="*/ 1087 h 1684"/>
                <a:gd name="T38" fmla="*/ 1769 w 1931"/>
                <a:gd name="T39" fmla="*/ 1171 h 1684"/>
                <a:gd name="T40" fmla="*/ 1653 w 1931"/>
                <a:gd name="T41" fmla="*/ 1290 h 1684"/>
                <a:gd name="T42" fmla="*/ 1590 w 1931"/>
                <a:gd name="T43" fmla="*/ 1353 h 1684"/>
                <a:gd name="T44" fmla="*/ 1558 w 1931"/>
                <a:gd name="T45" fmla="*/ 1374 h 1684"/>
                <a:gd name="T46" fmla="*/ 1474 w 1931"/>
                <a:gd name="T47" fmla="*/ 1437 h 1684"/>
                <a:gd name="T48" fmla="*/ 1411 w 1931"/>
                <a:gd name="T49" fmla="*/ 1459 h 1684"/>
                <a:gd name="T50" fmla="*/ 1253 w 1931"/>
                <a:gd name="T51" fmla="*/ 1585 h 1684"/>
                <a:gd name="T52" fmla="*/ 1190 w 1931"/>
                <a:gd name="T53" fmla="*/ 1627 h 1684"/>
                <a:gd name="T54" fmla="*/ 1000 w 1931"/>
                <a:gd name="T55" fmla="*/ 1690 h 1684"/>
                <a:gd name="T56" fmla="*/ 432 w 1931"/>
                <a:gd name="T57" fmla="*/ 1659 h 1684"/>
                <a:gd name="T58" fmla="*/ 337 w 1931"/>
                <a:gd name="T59" fmla="*/ 1627 h 1684"/>
                <a:gd name="T60" fmla="*/ 242 w 1931"/>
                <a:gd name="T61" fmla="*/ 1564 h 1684"/>
                <a:gd name="T62" fmla="*/ 168 w 1931"/>
                <a:gd name="T63" fmla="*/ 1469 h 1684"/>
                <a:gd name="T64" fmla="*/ 126 w 1931"/>
                <a:gd name="T65" fmla="*/ 1406 h 1684"/>
                <a:gd name="T66" fmla="*/ 105 w 1931"/>
                <a:gd name="T67" fmla="*/ 1374 h 1684"/>
                <a:gd name="T68" fmla="*/ 21 w 1931"/>
                <a:gd name="T69" fmla="*/ 1245 h 1684"/>
                <a:gd name="T70" fmla="*/ 32 w 1931"/>
                <a:gd name="T71" fmla="*/ 1034 h 1684"/>
                <a:gd name="T72" fmla="*/ 42 w 1931"/>
                <a:gd name="T73" fmla="*/ 824 h 1684"/>
                <a:gd name="T74" fmla="*/ 84 w 1931"/>
                <a:gd name="T75" fmla="*/ 634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15715" name="Line 14">
            <a:extLst>
              <a:ext uri="{FF2B5EF4-FFF2-40B4-BE49-F238E27FC236}">
                <a16:creationId xmlns:a16="http://schemas.microsoft.com/office/drawing/2014/main" id="{3CE68A69-B045-5E4F-A254-8110065E16F3}"/>
              </a:ext>
            </a:extLst>
          </p:cNvPr>
          <p:cNvSpPr>
            <a:spLocks noChangeShapeType="1"/>
          </p:cNvSpPr>
          <p:nvPr/>
        </p:nvSpPr>
        <p:spPr bwMode="auto">
          <a:xfrm flipV="1">
            <a:off x="3138488" y="1839345"/>
            <a:ext cx="960835" cy="4167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6" name="Line 15">
            <a:extLst>
              <a:ext uri="{FF2B5EF4-FFF2-40B4-BE49-F238E27FC236}">
                <a16:creationId xmlns:a16="http://schemas.microsoft.com/office/drawing/2014/main" id="{A19ED8D9-2F4F-BD4D-BB08-E39F9A829AF8}"/>
              </a:ext>
            </a:extLst>
          </p:cNvPr>
          <p:cNvSpPr>
            <a:spLocks noChangeShapeType="1"/>
          </p:cNvSpPr>
          <p:nvPr/>
        </p:nvSpPr>
        <p:spPr bwMode="auto">
          <a:xfrm>
            <a:off x="4217194" y="1895305"/>
            <a:ext cx="567929" cy="10489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7" name="Line 16">
            <a:extLst>
              <a:ext uri="{FF2B5EF4-FFF2-40B4-BE49-F238E27FC236}">
                <a16:creationId xmlns:a16="http://schemas.microsoft.com/office/drawing/2014/main" id="{A559AF70-4045-2442-81AC-1CA3623875A5}"/>
              </a:ext>
            </a:extLst>
          </p:cNvPr>
          <p:cNvSpPr>
            <a:spLocks noChangeShapeType="1"/>
          </p:cNvSpPr>
          <p:nvPr/>
        </p:nvSpPr>
        <p:spPr bwMode="auto">
          <a:xfrm flipH="1">
            <a:off x="2571751" y="2325120"/>
            <a:ext cx="498872" cy="9417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8" name="Line 17">
            <a:extLst>
              <a:ext uri="{FF2B5EF4-FFF2-40B4-BE49-F238E27FC236}">
                <a16:creationId xmlns:a16="http://schemas.microsoft.com/office/drawing/2014/main" id="{5013D129-1915-F24C-A724-F91FDBDDE9E4}"/>
              </a:ext>
            </a:extLst>
          </p:cNvPr>
          <p:cNvSpPr>
            <a:spLocks noChangeShapeType="1"/>
          </p:cNvSpPr>
          <p:nvPr/>
        </p:nvSpPr>
        <p:spPr bwMode="auto">
          <a:xfrm>
            <a:off x="2602707" y="3400254"/>
            <a:ext cx="1140619" cy="6619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9" name="Line 18">
            <a:extLst>
              <a:ext uri="{FF2B5EF4-FFF2-40B4-BE49-F238E27FC236}">
                <a16:creationId xmlns:a16="http://schemas.microsoft.com/office/drawing/2014/main" id="{3465FE2C-D8F1-3641-8D90-0B25F2153792}"/>
              </a:ext>
            </a:extLst>
          </p:cNvPr>
          <p:cNvSpPr>
            <a:spLocks noChangeShapeType="1"/>
          </p:cNvSpPr>
          <p:nvPr/>
        </p:nvSpPr>
        <p:spPr bwMode="auto">
          <a:xfrm flipV="1">
            <a:off x="3790951" y="3151413"/>
            <a:ext cx="994172" cy="9798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0" name="Line 19">
            <a:extLst>
              <a:ext uri="{FF2B5EF4-FFF2-40B4-BE49-F238E27FC236}">
                <a16:creationId xmlns:a16="http://schemas.microsoft.com/office/drawing/2014/main" id="{47D67B44-8118-8D45-BEA6-EAFAEDCA72B9}"/>
              </a:ext>
            </a:extLst>
          </p:cNvPr>
          <p:cNvSpPr>
            <a:spLocks noChangeShapeType="1"/>
          </p:cNvSpPr>
          <p:nvPr/>
        </p:nvSpPr>
        <p:spPr bwMode="auto">
          <a:xfrm>
            <a:off x="3177778" y="2329882"/>
            <a:ext cx="1594247" cy="7096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1" name="Line 20">
            <a:extLst>
              <a:ext uri="{FF2B5EF4-FFF2-40B4-BE49-F238E27FC236}">
                <a16:creationId xmlns:a16="http://schemas.microsoft.com/office/drawing/2014/main" id="{0922AD9F-CFE9-F64D-8DBE-A78CA43CCABE}"/>
              </a:ext>
            </a:extLst>
          </p:cNvPr>
          <p:cNvSpPr>
            <a:spLocks noChangeShapeType="1"/>
          </p:cNvSpPr>
          <p:nvPr/>
        </p:nvSpPr>
        <p:spPr bwMode="auto">
          <a:xfrm>
            <a:off x="3101579" y="2207248"/>
            <a:ext cx="750094" cy="185380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2" name="Line 21">
            <a:extLst>
              <a:ext uri="{FF2B5EF4-FFF2-40B4-BE49-F238E27FC236}">
                <a16:creationId xmlns:a16="http://schemas.microsoft.com/office/drawing/2014/main" id="{4C854511-D1F0-8548-8562-B79ABED9154E}"/>
              </a:ext>
            </a:extLst>
          </p:cNvPr>
          <p:cNvSpPr>
            <a:spLocks noChangeShapeType="1"/>
          </p:cNvSpPr>
          <p:nvPr/>
        </p:nvSpPr>
        <p:spPr bwMode="auto">
          <a:xfrm flipV="1">
            <a:off x="3344466" y="4114630"/>
            <a:ext cx="479822" cy="4119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3" name="Line 22">
            <a:extLst>
              <a:ext uri="{FF2B5EF4-FFF2-40B4-BE49-F238E27FC236}">
                <a16:creationId xmlns:a16="http://schemas.microsoft.com/office/drawing/2014/main" id="{259F8A41-6335-2048-A340-DD7551ECB232}"/>
              </a:ext>
            </a:extLst>
          </p:cNvPr>
          <p:cNvSpPr>
            <a:spLocks noChangeShapeType="1"/>
          </p:cNvSpPr>
          <p:nvPr/>
        </p:nvSpPr>
        <p:spPr bwMode="auto">
          <a:xfrm rot="16200000">
            <a:off x="4037410" y="1602410"/>
            <a:ext cx="2524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4" name="Line 23">
            <a:extLst>
              <a:ext uri="{FF2B5EF4-FFF2-40B4-BE49-F238E27FC236}">
                <a16:creationId xmlns:a16="http://schemas.microsoft.com/office/drawing/2014/main" id="{9743CB2B-4517-6F4E-95ED-03BA2E87F113}"/>
              </a:ext>
            </a:extLst>
          </p:cNvPr>
          <p:cNvSpPr>
            <a:spLocks noChangeShapeType="1"/>
          </p:cNvSpPr>
          <p:nvPr/>
        </p:nvSpPr>
        <p:spPr bwMode="auto">
          <a:xfrm>
            <a:off x="4854178" y="3151414"/>
            <a:ext cx="479822" cy="7560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5" name="Line 24">
            <a:extLst>
              <a:ext uri="{FF2B5EF4-FFF2-40B4-BE49-F238E27FC236}">
                <a16:creationId xmlns:a16="http://schemas.microsoft.com/office/drawing/2014/main" id="{73D0221C-054A-E24E-8730-72B77388A906}"/>
              </a:ext>
            </a:extLst>
          </p:cNvPr>
          <p:cNvSpPr>
            <a:spLocks noChangeShapeType="1"/>
          </p:cNvSpPr>
          <p:nvPr/>
        </p:nvSpPr>
        <p:spPr bwMode="auto">
          <a:xfrm flipV="1">
            <a:off x="1913335" y="3344294"/>
            <a:ext cx="483394"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6" name="Line 25">
            <a:extLst>
              <a:ext uri="{FF2B5EF4-FFF2-40B4-BE49-F238E27FC236}">
                <a16:creationId xmlns:a16="http://schemas.microsoft.com/office/drawing/2014/main" id="{2326B5DE-D703-0F42-BB2F-DC9A88A00191}"/>
              </a:ext>
            </a:extLst>
          </p:cNvPr>
          <p:cNvSpPr>
            <a:spLocks noChangeShapeType="1"/>
          </p:cNvSpPr>
          <p:nvPr/>
        </p:nvSpPr>
        <p:spPr bwMode="auto">
          <a:xfrm rot="5400000" flipH="1">
            <a:off x="2781300" y="1926261"/>
            <a:ext cx="579835" cy="119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7" name="Text Box 26">
            <a:extLst>
              <a:ext uri="{FF2B5EF4-FFF2-40B4-BE49-F238E27FC236}">
                <a16:creationId xmlns:a16="http://schemas.microsoft.com/office/drawing/2014/main" id="{058A1342-59AE-C242-A403-FC5D7072387A}"/>
              </a:ext>
            </a:extLst>
          </p:cNvPr>
          <p:cNvSpPr txBox="1">
            <a:spLocks noChangeArrowheads="1"/>
          </p:cNvSpPr>
          <p:nvPr/>
        </p:nvSpPr>
        <p:spPr bwMode="auto">
          <a:xfrm>
            <a:off x="1654969" y="2868045"/>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115728" name="Oval 31">
            <a:extLst>
              <a:ext uri="{FF2B5EF4-FFF2-40B4-BE49-F238E27FC236}">
                <a16:creationId xmlns:a16="http://schemas.microsoft.com/office/drawing/2014/main" id="{9FB08D67-D6AE-3449-8EA6-430B9073405B}"/>
              </a:ext>
            </a:extLst>
          </p:cNvPr>
          <p:cNvSpPr>
            <a:spLocks noChangeArrowheads="1"/>
          </p:cNvSpPr>
          <p:nvPr/>
        </p:nvSpPr>
        <p:spPr bwMode="auto">
          <a:xfrm>
            <a:off x="2384822" y="3151413"/>
            <a:ext cx="342900" cy="34409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A</a:t>
            </a:r>
          </a:p>
        </p:txBody>
      </p:sp>
      <p:sp>
        <p:nvSpPr>
          <p:cNvPr id="115729" name="Line 39">
            <a:extLst>
              <a:ext uri="{FF2B5EF4-FFF2-40B4-BE49-F238E27FC236}">
                <a16:creationId xmlns:a16="http://schemas.microsoft.com/office/drawing/2014/main" id="{D78E9E5E-701E-F74E-82BE-ACD34EA0056D}"/>
              </a:ext>
            </a:extLst>
          </p:cNvPr>
          <p:cNvSpPr>
            <a:spLocks noChangeShapeType="1"/>
          </p:cNvSpPr>
          <p:nvPr/>
        </p:nvSpPr>
        <p:spPr bwMode="auto">
          <a:xfrm flipV="1">
            <a:off x="4854178" y="2703738"/>
            <a:ext cx="604838" cy="3095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30" name="AutoShape 43">
            <a:extLst>
              <a:ext uri="{FF2B5EF4-FFF2-40B4-BE49-F238E27FC236}">
                <a16:creationId xmlns:a16="http://schemas.microsoft.com/office/drawing/2014/main" id="{F5CBB47A-534E-D546-8918-EEFE2D0FC108}"/>
              </a:ext>
            </a:extLst>
          </p:cNvPr>
          <p:cNvSpPr>
            <a:spLocks noChangeArrowheads="1"/>
          </p:cNvSpPr>
          <p:nvPr/>
        </p:nvSpPr>
        <p:spPr bwMode="auto">
          <a:xfrm flipV="1">
            <a:off x="4518423" y="4457529"/>
            <a:ext cx="863203" cy="251222"/>
          </a:xfrm>
          <a:prstGeom prst="wedgeRoundRectCallout">
            <a:avLst>
              <a:gd name="adj1" fmla="val -65315"/>
              <a:gd name="adj2" fmla="val 160426"/>
              <a:gd name="adj3" fmla="val 16667"/>
            </a:avLst>
          </a:prstGeom>
          <a:solidFill>
            <a:schemeClr val="bg1"/>
          </a:solidFill>
          <a:ln w="9525">
            <a:solidFill>
              <a:schemeClr val="tx1"/>
            </a:solidFill>
            <a:miter lim="800000"/>
            <a:headEnd/>
            <a:tailEnd/>
          </a:ln>
        </p:spPr>
        <p:txBody>
          <a:bodyPr rot="10800000"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800">
              <a:solidFill>
                <a:schemeClr val="tx1"/>
              </a:solidFill>
              <a:ea typeface="宋体" panose="02010600030101010101" pitchFamily="2" charset="-122"/>
            </a:endParaRPr>
          </a:p>
        </p:txBody>
      </p:sp>
      <p:sp>
        <p:nvSpPr>
          <p:cNvPr id="115731" name="Text Box 44">
            <a:extLst>
              <a:ext uri="{FF2B5EF4-FFF2-40B4-BE49-F238E27FC236}">
                <a16:creationId xmlns:a16="http://schemas.microsoft.com/office/drawing/2014/main" id="{29783DC3-3468-9B4E-A104-6F3C18903602}"/>
              </a:ext>
            </a:extLst>
          </p:cNvPr>
          <p:cNvSpPr txBox="1">
            <a:spLocks noChangeArrowheads="1"/>
          </p:cNvSpPr>
          <p:nvPr/>
        </p:nvSpPr>
        <p:spPr bwMode="auto">
          <a:xfrm>
            <a:off x="4595813" y="4411095"/>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互联网</a:t>
            </a:r>
          </a:p>
        </p:txBody>
      </p:sp>
      <p:pic>
        <p:nvPicPr>
          <p:cNvPr id="115732" name="Picture 72">
            <a:extLst>
              <a:ext uri="{FF2B5EF4-FFF2-40B4-BE49-F238E27FC236}">
                <a16:creationId xmlns:a16="http://schemas.microsoft.com/office/drawing/2014/main" id="{51CF138E-FCFA-C04A-8AE1-4C285CFD8E0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7873" y="1144020"/>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3" name="Picture 73">
            <a:extLst>
              <a:ext uri="{FF2B5EF4-FFF2-40B4-BE49-F238E27FC236}">
                <a16:creationId xmlns:a16="http://schemas.microsoft.com/office/drawing/2014/main" id="{2F6D3643-A38E-7141-8BA4-B0F0AAA8AD5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292" y="2429895"/>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4" name="Picture 75">
            <a:extLst>
              <a:ext uri="{FF2B5EF4-FFF2-40B4-BE49-F238E27FC236}">
                <a16:creationId xmlns:a16="http://schemas.microsoft.com/office/drawing/2014/main" id="{E07BD941-61D9-FA4B-A221-5E2241D2525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623" y="4458720"/>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5" name="Picture 76">
            <a:extLst>
              <a:ext uri="{FF2B5EF4-FFF2-40B4-BE49-F238E27FC236}">
                <a16:creationId xmlns:a16="http://schemas.microsoft.com/office/drawing/2014/main" id="{449BC0BE-9A90-E049-AF68-C7326AA9085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7079" y="3770538"/>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6" name="Picture 77">
            <a:extLst>
              <a:ext uri="{FF2B5EF4-FFF2-40B4-BE49-F238E27FC236}">
                <a16:creationId xmlns:a16="http://schemas.microsoft.com/office/drawing/2014/main" id="{538AA38D-B6F2-CB44-A61B-BF56149C8F3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4644" y="1292848"/>
            <a:ext cx="44053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37" name="Oval 80">
            <a:extLst>
              <a:ext uri="{FF2B5EF4-FFF2-40B4-BE49-F238E27FC236}">
                <a16:creationId xmlns:a16="http://schemas.microsoft.com/office/drawing/2014/main" id="{04724438-414D-914B-A2E6-1AB267B5B9C7}"/>
              </a:ext>
            </a:extLst>
          </p:cNvPr>
          <p:cNvSpPr>
            <a:spLocks noChangeArrowheads="1"/>
          </p:cNvSpPr>
          <p:nvPr/>
        </p:nvSpPr>
        <p:spPr bwMode="auto">
          <a:xfrm>
            <a:off x="2927747" y="2126286"/>
            <a:ext cx="342900" cy="344090"/>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B</a:t>
            </a:r>
          </a:p>
        </p:txBody>
      </p:sp>
      <p:sp>
        <p:nvSpPr>
          <p:cNvPr id="115738" name="Oval 81">
            <a:extLst>
              <a:ext uri="{FF2B5EF4-FFF2-40B4-BE49-F238E27FC236}">
                <a16:creationId xmlns:a16="http://schemas.microsoft.com/office/drawing/2014/main" id="{0C9B139A-F349-E441-BD90-29C703B69596}"/>
              </a:ext>
            </a:extLst>
          </p:cNvPr>
          <p:cNvSpPr>
            <a:spLocks noChangeArrowheads="1"/>
          </p:cNvSpPr>
          <p:nvPr/>
        </p:nvSpPr>
        <p:spPr bwMode="auto">
          <a:xfrm>
            <a:off x="3993356" y="1667894"/>
            <a:ext cx="342900" cy="34409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D</a:t>
            </a:r>
          </a:p>
        </p:txBody>
      </p:sp>
      <p:sp>
        <p:nvSpPr>
          <p:cNvPr id="115739" name="Oval 82">
            <a:extLst>
              <a:ext uri="{FF2B5EF4-FFF2-40B4-BE49-F238E27FC236}">
                <a16:creationId xmlns:a16="http://schemas.microsoft.com/office/drawing/2014/main" id="{50F5306C-22A2-0646-AF2E-19FF80897F9F}"/>
              </a:ext>
            </a:extLst>
          </p:cNvPr>
          <p:cNvSpPr>
            <a:spLocks noChangeArrowheads="1"/>
          </p:cNvSpPr>
          <p:nvPr/>
        </p:nvSpPr>
        <p:spPr bwMode="auto">
          <a:xfrm>
            <a:off x="4633913" y="2889476"/>
            <a:ext cx="342900" cy="34409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E</a:t>
            </a:r>
          </a:p>
        </p:txBody>
      </p:sp>
      <p:sp>
        <p:nvSpPr>
          <p:cNvPr id="115740" name="Oval 83">
            <a:extLst>
              <a:ext uri="{FF2B5EF4-FFF2-40B4-BE49-F238E27FC236}">
                <a16:creationId xmlns:a16="http://schemas.microsoft.com/office/drawing/2014/main" id="{08B49E3B-B963-5B42-B968-EA07897D3626}"/>
              </a:ext>
            </a:extLst>
          </p:cNvPr>
          <p:cNvSpPr>
            <a:spLocks noChangeArrowheads="1"/>
          </p:cNvSpPr>
          <p:nvPr/>
        </p:nvSpPr>
        <p:spPr bwMode="auto">
          <a:xfrm>
            <a:off x="3652838" y="3878886"/>
            <a:ext cx="342900" cy="344090"/>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C</a:t>
            </a:r>
          </a:p>
        </p:txBody>
      </p:sp>
      <p:sp>
        <p:nvSpPr>
          <p:cNvPr id="115741" name="Text Box 84">
            <a:extLst>
              <a:ext uri="{FF2B5EF4-FFF2-40B4-BE49-F238E27FC236}">
                <a16:creationId xmlns:a16="http://schemas.microsoft.com/office/drawing/2014/main" id="{7FA4B0A4-A39D-E44C-8444-199A0E4535AF}"/>
              </a:ext>
            </a:extLst>
          </p:cNvPr>
          <p:cNvSpPr txBox="1">
            <a:spLocks noChangeArrowheads="1"/>
          </p:cNvSpPr>
          <p:nvPr/>
        </p:nvSpPr>
        <p:spPr bwMode="auto">
          <a:xfrm>
            <a:off x="4950619" y="3736011"/>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5</a:t>
            </a:r>
            <a:endParaRPr kumimoji="1" lang="en-US" altLang="zh-CN" sz="1500">
              <a:latin typeface="Arial" panose="020B0604020202020204" pitchFamily="34" charset="0"/>
              <a:ea typeface="宋体" panose="02010600030101010101" pitchFamily="2" charset="-122"/>
            </a:endParaRPr>
          </a:p>
        </p:txBody>
      </p:sp>
      <p:sp>
        <p:nvSpPr>
          <p:cNvPr id="115742" name="Text Box 85">
            <a:extLst>
              <a:ext uri="{FF2B5EF4-FFF2-40B4-BE49-F238E27FC236}">
                <a16:creationId xmlns:a16="http://schemas.microsoft.com/office/drawing/2014/main" id="{7D73C6BD-E93C-374E-8A47-A3B093C66942}"/>
              </a:ext>
            </a:extLst>
          </p:cNvPr>
          <p:cNvSpPr txBox="1">
            <a:spLocks noChangeArrowheads="1"/>
          </p:cNvSpPr>
          <p:nvPr/>
        </p:nvSpPr>
        <p:spPr bwMode="auto">
          <a:xfrm>
            <a:off x="5706666" y="2385842"/>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6</a:t>
            </a:r>
            <a:endParaRPr kumimoji="1" lang="en-US" altLang="zh-CN" sz="1500">
              <a:latin typeface="Arial" panose="020B0604020202020204" pitchFamily="34" charset="0"/>
              <a:ea typeface="宋体" panose="02010600030101010101" pitchFamily="2" charset="-122"/>
            </a:endParaRPr>
          </a:p>
        </p:txBody>
      </p:sp>
      <p:sp>
        <p:nvSpPr>
          <p:cNvPr id="115743" name="Text Box 86">
            <a:extLst>
              <a:ext uri="{FF2B5EF4-FFF2-40B4-BE49-F238E27FC236}">
                <a16:creationId xmlns:a16="http://schemas.microsoft.com/office/drawing/2014/main" id="{57B8D954-9C0C-9D46-88E1-D26010042919}"/>
              </a:ext>
            </a:extLst>
          </p:cNvPr>
          <p:cNvSpPr txBox="1">
            <a:spLocks noChangeArrowheads="1"/>
          </p:cNvSpPr>
          <p:nvPr/>
        </p:nvSpPr>
        <p:spPr bwMode="auto">
          <a:xfrm>
            <a:off x="3654029" y="114402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115744" name="Text Box 87">
            <a:extLst>
              <a:ext uri="{FF2B5EF4-FFF2-40B4-BE49-F238E27FC236}">
                <a16:creationId xmlns:a16="http://schemas.microsoft.com/office/drawing/2014/main" id="{B3E650B9-BADF-C540-A0E6-67696D8E7D41}"/>
              </a:ext>
            </a:extLst>
          </p:cNvPr>
          <p:cNvSpPr txBox="1">
            <a:spLocks noChangeArrowheads="1"/>
          </p:cNvSpPr>
          <p:nvPr/>
        </p:nvSpPr>
        <p:spPr bwMode="auto">
          <a:xfrm>
            <a:off x="2627710" y="125236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115745" name="Text Box 88">
            <a:extLst>
              <a:ext uri="{FF2B5EF4-FFF2-40B4-BE49-F238E27FC236}">
                <a16:creationId xmlns:a16="http://schemas.microsoft.com/office/drawing/2014/main" id="{E2EC8359-8DC2-6546-946F-3FDCDDD091C6}"/>
              </a:ext>
            </a:extLst>
          </p:cNvPr>
          <p:cNvSpPr txBox="1">
            <a:spLocks noChangeArrowheads="1"/>
          </p:cNvSpPr>
          <p:nvPr/>
        </p:nvSpPr>
        <p:spPr bwMode="auto">
          <a:xfrm>
            <a:off x="2789635" y="443847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61535" name="Rectangle 95">
            <a:extLst>
              <a:ext uri="{FF2B5EF4-FFF2-40B4-BE49-F238E27FC236}">
                <a16:creationId xmlns:a16="http://schemas.microsoft.com/office/drawing/2014/main" id="{143DE6E1-C127-8249-A915-930E1DDE128D}"/>
              </a:ext>
            </a:extLst>
          </p:cNvPr>
          <p:cNvSpPr>
            <a:spLocks noChangeArrowheads="1"/>
          </p:cNvSpPr>
          <p:nvPr/>
        </p:nvSpPr>
        <p:spPr bwMode="auto">
          <a:xfrm>
            <a:off x="3006329" y="1414292"/>
            <a:ext cx="163115" cy="163115"/>
          </a:xfrm>
          <a:prstGeom prst="rect">
            <a:avLst/>
          </a:prstGeom>
          <a:solidFill>
            <a:srgbClr val="3333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pic>
        <p:nvPicPr>
          <p:cNvPr id="115747" name="Picture 74">
            <a:extLst>
              <a:ext uri="{FF2B5EF4-FFF2-40B4-BE49-F238E27FC236}">
                <a16:creationId xmlns:a16="http://schemas.microsoft.com/office/drawing/2014/main" id="{04050975-9685-E649-935C-6BB9080DB4E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392" y="3151413"/>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2" name="Rectangle 92">
            <a:extLst>
              <a:ext uri="{FF2B5EF4-FFF2-40B4-BE49-F238E27FC236}">
                <a16:creationId xmlns:a16="http://schemas.microsoft.com/office/drawing/2014/main" id="{C8CC2044-200F-3A45-BC1A-5C15093E180F}"/>
              </a:ext>
            </a:extLst>
          </p:cNvPr>
          <p:cNvSpPr>
            <a:spLocks noChangeArrowheads="1"/>
          </p:cNvSpPr>
          <p:nvPr/>
        </p:nvSpPr>
        <p:spPr bwMode="auto">
          <a:xfrm>
            <a:off x="1763317" y="3250236"/>
            <a:ext cx="163115" cy="163115"/>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34" name="Rectangle 94">
            <a:extLst>
              <a:ext uri="{FF2B5EF4-FFF2-40B4-BE49-F238E27FC236}">
                <a16:creationId xmlns:a16="http://schemas.microsoft.com/office/drawing/2014/main" id="{B64685A1-59F1-244A-AD72-91FF3EF72083}"/>
              </a:ext>
            </a:extLst>
          </p:cNvPr>
          <p:cNvSpPr>
            <a:spLocks noChangeArrowheads="1"/>
          </p:cNvSpPr>
          <p:nvPr/>
        </p:nvSpPr>
        <p:spPr bwMode="auto">
          <a:xfrm>
            <a:off x="1763317" y="3250236"/>
            <a:ext cx="163115" cy="163115"/>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50" name="Text Box 98">
            <a:extLst>
              <a:ext uri="{FF2B5EF4-FFF2-40B4-BE49-F238E27FC236}">
                <a16:creationId xmlns:a16="http://schemas.microsoft.com/office/drawing/2014/main" id="{71A60FFD-8479-2A46-B36A-436F4B26F546}"/>
              </a:ext>
            </a:extLst>
          </p:cNvPr>
          <p:cNvSpPr txBox="1">
            <a:spLocks noChangeArrowheads="1"/>
          </p:cNvSpPr>
          <p:nvPr/>
        </p:nvSpPr>
        <p:spPr bwMode="auto">
          <a:xfrm>
            <a:off x="5813823" y="3628854"/>
            <a:ext cx="2013693" cy="369332"/>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hlink"/>
                </a:solidFill>
                <a:latin typeface="Arial" panose="020B0604020202020204" pitchFamily="34" charset="0"/>
                <a:ea typeface="宋体" panose="02010600030101010101" pitchFamily="2" charset="-122"/>
              </a:rPr>
              <a:t>H</a:t>
            </a:r>
            <a:r>
              <a:rPr kumimoji="1" lang="en-US" altLang="zh-CN" sz="1800" baseline="-25000">
                <a:solidFill>
                  <a:schemeClr val="hlink"/>
                </a:solidFill>
                <a:latin typeface="Arial" panose="020B0604020202020204" pitchFamily="34" charset="0"/>
                <a:ea typeface="宋体" panose="02010600030101010101" pitchFamily="2" charset="-122"/>
              </a:rPr>
              <a:t>1 </a:t>
            </a:r>
            <a:r>
              <a:rPr kumimoji="1" lang="zh-CN" altLang="en-US" sz="1800">
                <a:solidFill>
                  <a:schemeClr val="hlink"/>
                </a:solidFill>
                <a:latin typeface="Arial" panose="020B0604020202020204" pitchFamily="34" charset="0"/>
                <a:ea typeface="宋体" panose="02010600030101010101" pitchFamily="2" charset="-122"/>
              </a:rPr>
              <a:t>向 </a:t>
            </a:r>
            <a:r>
              <a:rPr kumimoji="1" lang="en-US" altLang="zh-CN" sz="1800">
                <a:solidFill>
                  <a:schemeClr val="hlink"/>
                </a:solidFill>
                <a:latin typeface="Arial" panose="020B0604020202020204" pitchFamily="34" charset="0"/>
                <a:ea typeface="宋体" panose="02010600030101010101" pitchFamily="2" charset="-122"/>
              </a:rPr>
              <a:t>H</a:t>
            </a:r>
            <a:r>
              <a:rPr kumimoji="1" lang="en-US" altLang="zh-CN" sz="1800" baseline="-25000">
                <a:solidFill>
                  <a:schemeClr val="hlink"/>
                </a:solidFill>
                <a:latin typeface="Arial" panose="020B0604020202020204" pitchFamily="34" charset="0"/>
                <a:ea typeface="宋体" panose="02010600030101010101" pitchFamily="2" charset="-122"/>
              </a:rPr>
              <a:t>5</a:t>
            </a:r>
            <a:r>
              <a:rPr kumimoji="1" lang="en-US" altLang="zh-CN" sz="1800">
                <a:solidFill>
                  <a:schemeClr val="hlink"/>
                </a:solidFill>
                <a:latin typeface="Arial" panose="020B0604020202020204" pitchFamily="34" charset="0"/>
                <a:ea typeface="宋体" panose="02010600030101010101" pitchFamily="2" charset="-122"/>
              </a:rPr>
              <a:t> </a:t>
            </a:r>
            <a:r>
              <a:rPr kumimoji="1" lang="zh-CN" altLang="en-US" sz="1800">
                <a:solidFill>
                  <a:schemeClr val="hlink"/>
                </a:solidFill>
                <a:latin typeface="Arial" panose="020B0604020202020204" pitchFamily="34" charset="0"/>
                <a:ea typeface="宋体" panose="02010600030101010101" pitchFamily="2" charset="-122"/>
              </a:rPr>
              <a:t>发送分组</a:t>
            </a:r>
          </a:p>
        </p:txBody>
      </p:sp>
      <p:sp>
        <p:nvSpPr>
          <p:cNvPr id="61539" name="Text Box 99">
            <a:extLst>
              <a:ext uri="{FF2B5EF4-FFF2-40B4-BE49-F238E27FC236}">
                <a16:creationId xmlns:a16="http://schemas.microsoft.com/office/drawing/2014/main" id="{9DBF28BD-A827-1D4C-ADA2-66FA9EAD6FC5}"/>
              </a:ext>
            </a:extLst>
          </p:cNvPr>
          <p:cNvSpPr txBox="1">
            <a:spLocks noChangeArrowheads="1"/>
          </p:cNvSpPr>
          <p:nvPr/>
        </p:nvSpPr>
        <p:spPr bwMode="auto">
          <a:xfrm>
            <a:off x="5813823" y="2979963"/>
            <a:ext cx="2013693" cy="36933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H</a:t>
            </a:r>
            <a:r>
              <a:rPr kumimoji="1" lang="en-US" altLang="zh-CN" sz="1800" baseline="-25000">
                <a:latin typeface="Arial" panose="020B0604020202020204" pitchFamily="34" charset="0"/>
                <a:ea typeface="宋体" panose="02010600030101010101" pitchFamily="2" charset="-122"/>
              </a:rPr>
              <a:t>2 </a:t>
            </a:r>
            <a:r>
              <a:rPr kumimoji="1" lang="zh-CN" altLang="en-US" sz="1800">
                <a:latin typeface="Arial" panose="020B0604020202020204" pitchFamily="34" charset="0"/>
                <a:ea typeface="宋体" panose="02010600030101010101" pitchFamily="2" charset="-122"/>
              </a:rPr>
              <a:t>向 </a:t>
            </a:r>
            <a:r>
              <a:rPr kumimoji="1" lang="en-US" altLang="zh-CN" sz="1800">
                <a:latin typeface="Arial" panose="020B0604020202020204" pitchFamily="34" charset="0"/>
                <a:ea typeface="宋体" panose="02010600030101010101" pitchFamily="2" charset="-122"/>
              </a:rPr>
              <a:t>H</a:t>
            </a:r>
            <a:r>
              <a:rPr kumimoji="1" lang="en-US" altLang="zh-CN" sz="1800" baseline="-25000">
                <a:latin typeface="Arial" panose="020B0604020202020204" pitchFamily="34" charset="0"/>
                <a:ea typeface="宋体" panose="02010600030101010101" pitchFamily="2" charset="-122"/>
              </a:rPr>
              <a:t>6</a:t>
            </a: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发送分组</a:t>
            </a:r>
          </a:p>
        </p:txBody>
      </p:sp>
      <p:sp>
        <p:nvSpPr>
          <p:cNvPr id="61540" name="Rectangle 100">
            <a:extLst>
              <a:ext uri="{FF2B5EF4-FFF2-40B4-BE49-F238E27FC236}">
                <a16:creationId xmlns:a16="http://schemas.microsoft.com/office/drawing/2014/main" id="{E1AAC298-8114-2943-B2E8-ABFED91AAC7D}"/>
              </a:ext>
            </a:extLst>
          </p:cNvPr>
          <p:cNvSpPr>
            <a:spLocks noChangeArrowheads="1"/>
          </p:cNvSpPr>
          <p:nvPr/>
        </p:nvSpPr>
        <p:spPr bwMode="auto">
          <a:xfrm>
            <a:off x="1763317" y="3250236"/>
            <a:ext cx="163115" cy="163115"/>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41" name="Rectangle 101">
            <a:extLst>
              <a:ext uri="{FF2B5EF4-FFF2-40B4-BE49-F238E27FC236}">
                <a16:creationId xmlns:a16="http://schemas.microsoft.com/office/drawing/2014/main" id="{E8DCC904-4F1A-8649-8DBE-2FB7AE8724FF}"/>
              </a:ext>
            </a:extLst>
          </p:cNvPr>
          <p:cNvSpPr>
            <a:spLocks noChangeArrowheads="1"/>
          </p:cNvSpPr>
          <p:nvPr/>
        </p:nvSpPr>
        <p:spPr bwMode="auto">
          <a:xfrm>
            <a:off x="3006329" y="1414292"/>
            <a:ext cx="163115" cy="163115"/>
          </a:xfrm>
          <a:prstGeom prst="rect">
            <a:avLst/>
          </a:prstGeom>
          <a:solidFill>
            <a:srgbClr val="3333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37" name="Rectangle 97">
            <a:extLst>
              <a:ext uri="{FF2B5EF4-FFF2-40B4-BE49-F238E27FC236}">
                <a16:creationId xmlns:a16="http://schemas.microsoft.com/office/drawing/2014/main" id="{9F8778A4-1D95-9546-A2B5-EF2D2DA57BE3}"/>
              </a:ext>
            </a:extLst>
          </p:cNvPr>
          <p:cNvSpPr>
            <a:spLocks noChangeArrowheads="1"/>
          </p:cNvSpPr>
          <p:nvPr/>
        </p:nvSpPr>
        <p:spPr bwMode="auto">
          <a:xfrm>
            <a:off x="1763317" y="3250236"/>
            <a:ext cx="163115" cy="163115"/>
          </a:xfrm>
          <a:prstGeom prst="rect">
            <a:avLst/>
          </a:prstGeom>
          <a:solidFill>
            <a:schemeClr val="hlink"/>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36" name="Rectangle 96">
            <a:extLst>
              <a:ext uri="{FF2B5EF4-FFF2-40B4-BE49-F238E27FC236}">
                <a16:creationId xmlns:a16="http://schemas.microsoft.com/office/drawing/2014/main" id="{75C8363D-C367-F942-BE67-242BB986F00B}"/>
              </a:ext>
            </a:extLst>
          </p:cNvPr>
          <p:cNvSpPr>
            <a:spLocks noChangeArrowheads="1"/>
          </p:cNvSpPr>
          <p:nvPr/>
        </p:nvSpPr>
        <p:spPr bwMode="auto">
          <a:xfrm>
            <a:off x="3006329" y="1414292"/>
            <a:ext cx="163115" cy="163115"/>
          </a:xfrm>
          <a:prstGeom prst="rect">
            <a:avLst/>
          </a:prstGeom>
          <a:solidFill>
            <a:srgbClr val="3333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42" name="Text Box 102">
            <a:extLst>
              <a:ext uri="{FF2B5EF4-FFF2-40B4-BE49-F238E27FC236}">
                <a16:creationId xmlns:a16="http://schemas.microsoft.com/office/drawing/2014/main" id="{9020C5ED-80F2-1C45-A343-64A6C13C5018}"/>
              </a:ext>
            </a:extLst>
          </p:cNvPr>
          <p:cNvSpPr txBox="1">
            <a:spLocks noChangeArrowheads="1"/>
          </p:cNvSpPr>
          <p:nvPr/>
        </p:nvSpPr>
        <p:spPr bwMode="auto">
          <a:xfrm>
            <a:off x="4950619" y="1453582"/>
            <a:ext cx="2877711" cy="415498"/>
          </a:xfrm>
          <a:prstGeom prst="rect">
            <a:avLst/>
          </a:prstGeom>
          <a:solidFill>
            <a:srgbClr val="FFFFCC"/>
          </a:solidFill>
          <a:ln w="76200" cmpd="tri">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注意分组路径的变化！</a:t>
            </a:r>
          </a:p>
        </p:txBody>
      </p:sp>
      <p:sp>
        <p:nvSpPr>
          <p:cNvPr id="115757" name="Text Box 103">
            <a:extLst>
              <a:ext uri="{FF2B5EF4-FFF2-40B4-BE49-F238E27FC236}">
                <a16:creationId xmlns:a16="http://schemas.microsoft.com/office/drawing/2014/main" id="{37E3B9A6-D7A0-3340-8021-D1CB47301091}"/>
              </a:ext>
            </a:extLst>
          </p:cNvPr>
          <p:cNvSpPr txBox="1">
            <a:spLocks noChangeArrowheads="1"/>
          </p:cNvSpPr>
          <p:nvPr/>
        </p:nvSpPr>
        <p:spPr bwMode="auto">
          <a:xfrm>
            <a:off x="1702594" y="184648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路由器</a:t>
            </a:r>
          </a:p>
        </p:txBody>
      </p:sp>
      <p:sp>
        <p:nvSpPr>
          <p:cNvPr id="115758" name="Text Box 105">
            <a:extLst>
              <a:ext uri="{FF2B5EF4-FFF2-40B4-BE49-F238E27FC236}">
                <a16:creationId xmlns:a16="http://schemas.microsoft.com/office/drawing/2014/main" id="{B3E57BFA-A026-5940-B989-AAA0F4B72FDF}"/>
              </a:ext>
            </a:extLst>
          </p:cNvPr>
          <p:cNvSpPr txBox="1">
            <a:spLocks noChangeArrowheads="1"/>
          </p:cNvSpPr>
          <p:nvPr/>
        </p:nvSpPr>
        <p:spPr bwMode="auto">
          <a:xfrm>
            <a:off x="1143001" y="2494188"/>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主机</a:t>
            </a:r>
          </a:p>
        </p:txBody>
      </p:sp>
      <p:sp>
        <p:nvSpPr>
          <p:cNvPr id="115759" name="Line 106">
            <a:extLst>
              <a:ext uri="{FF2B5EF4-FFF2-40B4-BE49-F238E27FC236}">
                <a16:creationId xmlns:a16="http://schemas.microsoft.com/office/drawing/2014/main" id="{84DFC329-B559-024C-9738-5E1B7C29C9E0}"/>
              </a:ext>
            </a:extLst>
          </p:cNvPr>
          <p:cNvSpPr>
            <a:spLocks noChangeShapeType="1"/>
          </p:cNvSpPr>
          <p:nvPr/>
        </p:nvSpPr>
        <p:spPr bwMode="auto">
          <a:xfrm>
            <a:off x="2357438" y="2061992"/>
            <a:ext cx="594122" cy="1619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5760" name="Line 107">
            <a:extLst>
              <a:ext uri="{FF2B5EF4-FFF2-40B4-BE49-F238E27FC236}">
                <a16:creationId xmlns:a16="http://schemas.microsoft.com/office/drawing/2014/main" id="{4B5F5DD0-294E-8E4E-8B4E-C0D059C64D02}"/>
              </a:ext>
            </a:extLst>
          </p:cNvPr>
          <p:cNvSpPr>
            <a:spLocks noChangeShapeType="1"/>
          </p:cNvSpPr>
          <p:nvPr/>
        </p:nvSpPr>
        <p:spPr bwMode="auto">
          <a:xfrm>
            <a:off x="1439466" y="2764460"/>
            <a:ext cx="270272" cy="432197"/>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5761" name="幻灯片编号占位符 1">
            <a:extLst>
              <a:ext uri="{FF2B5EF4-FFF2-40B4-BE49-F238E27FC236}">
                <a16:creationId xmlns:a16="http://schemas.microsoft.com/office/drawing/2014/main" id="{F99B219C-6B34-8948-ABDE-DE6164A987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C249EB9-C072-CA40-8F9D-AFDEF21B04E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172092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32"/>
                                        </p:tgtEl>
                                        <p:attrNameLst>
                                          <p:attrName>style.visibility</p:attrName>
                                        </p:attrNameLst>
                                      </p:cBhvr>
                                      <p:to>
                                        <p:strVal val="visible"/>
                                      </p:to>
                                    </p:set>
                                  </p:childTnLst>
                                </p:cTn>
                              </p:par>
                            </p:childTnLst>
                          </p:cTn>
                        </p:par>
                        <p:par>
                          <p:cTn id="7" fill="hold" nodeType="afterGroup">
                            <p:stCondLst>
                              <p:cond delay="0"/>
                            </p:stCondLst>
                            <p:childTnLst>
                              <p:par>
                                <p:cTn id="8" presetID="0" presetClass="path" presetSubtype="0" accel="50000" decel="50000" fill="hold" grpId="1" nodeType="afterEffect">
                                  <p:stCondLst>
                                    <p:cond delay="0"/>
                                  </p:stCondLst>
                                  <p:childTnLst>
                                    <p:animMotion origin="layout" path="M 2.5E-6 -4.04624E-7 L 0.10468 -4.04624E-7 L 0.28889 0.15006 L 0.43802 -0.04439 L 0.52222 0.13318 " pathEditMode="relative" ptsTypes="AAAAA">
                                      <p:cBhvr>
                                        <p:cTn id="9" dur="2000" fill="hold"/>
                                        <p:tgtEl>
                                          <p:spTgt spid="61532"/>
                                        </p:tgtEl>
                                        <p:attrNameLst>
                                          <p:attrName>ppt_x</p:attrName>
                                          <p:attrName>ppt_y</p:attrName>
                                        </p:attrNameLst>
                                      </p:cBhvr>
                                    </p:animMotion>
                                  </p:childTnLst>
                                </p:cTn>
                              </p:par>
                            </p:childTnLst>
                          </p:cTn>
                        </p:par>
                        <p:par>
                          <p:cTn id="10" fill="hold" nodeType="afterGroup">
                            <p:stCondLst>
                              <p:cond delay="2000"/>
                            </p:stCondLst>
                            <p:childTnLst>
                              <p:par>
                                <p:cTn id="11" presetID="1" presetClass="exit" presetSubtype="0" fill="hold" grpId="2" nodeType="afterEffect">
                                  <p:stCondLst>
                                    <p:cond delay="0"/>
                                  </p:stCondLst>
                                  <p:childTnLst>
                                    <p:set>
                                      <p:cBhvr>
                                        <p:cTn id="12" dur="1" fill="hold">
                                          <p:stCondLst>
                                            <p:cond delay="0"/>
                                          </p:stCondLst>
                                        </p:cTn>
                                        <p:tgtEl>
                                          <p:spTgt spid="61532"/>
                                        </p:tgtEl>
                                        <p:attrNameLst>
                                          <p:attrName>style.visibility</p:attrName>
                                        </p:attrNameLst>
                                      </p:cBhvr>
                                      <p:to>
                                        <p:strVal val="hidden"/>
                                      </p:to>
                                    </p:set>
                                  </p:childTnLst>
                                </p:cTn>
                              </p:par>
                            </p:childTnLst>
                          </p:cTn>
                        </p:par>
                        <p:par>
                          <p:cTn id="13" fill="hold" nodeType="afterGroup">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61534"/>
                                        </p:tgtEl>
                                        <p:attrNameLst>
                                          <p:attrName>style.visibility</p:attrName>
                                        </p:attrNameLst>
                                      </p:cBhvr>
                                      <p:to>
                                        <p:strVal val="visible"/>
                                      </p:to>
                                    </p:set>
                                  </p:childTnLst>
                                </p:cTn>
                              </p:par>
                            </p:childTnLst>
                          </p:cTn>
                        </p:par>
                        <p:par>
                          <p:cTn id="16" fill="hold" nodeType="afterGroup">
                            <p:stCondLst>
                              <p:cond delay="2000"/>
                            </p:stCondLst>
                            <p:childTnLst>
                              <p:par>
                                <p:cTn id="1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18" dur="2000" fill="hold"/>
                                        <p:tgtEl>
                                          <p:spTgt spid="61534"/>
                                        </p:tgtEl>
                                        <p:attrNameLst>
                                          <p:attrName>ppt_x</p:attrName>
                                          <p:attrName>ppt_y</p:attrName>
                                        </p:attrNameLst>
                                      </p:cBhvr>
                                    </p:animMotion>
                                  </p:childTnLst>
                                </p:cTn>
                              </p:par>
                            </p:childTnLst>
                          </p:cTn>
                        </p:par>
                        <p:par>
                          <p:cTn id="19" fill="hold" nodeType="afterGroup">
                            <p:stCondLst>
                              <p:cond delay="4000"/>
                            </p:stCondLst>
                            <p:childTnLst>
                              <p:par>
                                <p:cTn id="20" presetID="1" presetClass="exit" presetSubtype="0" fill="hold" grpId="2" nodeType="afterEffect">
                                  <p:stCondLst>
                                    <p:cond delay="0"/>
                                  </p:stCondLst>
                                  <p:childTnLst>
                                    <p:set>
                                      <p:cBhvr>
                                        <p:cTn id="21" dur="1" fill="hold">
                                          <p:stCondLst>
                                            <p:cond delay="0"/>
                                          </p:stCondLst>
                                        </p:cTn>
                                        <p:tgtEl>
                                          <p:spTgt spid="61534"/>
                                        </p:tgtEl>
                                        <p:attrNameLst>
                                          <p:attrName>style.visibility</p:attrName>
                                        </p:attrNameLst>
                                      </p:cBhvr>
                                      <p:to>
                                        <p:strVal val="hidden"/>
                                      </p:to>
                                    </p:set>
                                  </p:childTnLst>
                                </p:cTn>
                              </p:par>
                            </p:childTnLst>
                          </p:cTn>
                        </p:par>
                        <p:par>
                          <p:cTn id="22" fill="hold" nodeType="afterGroup">
                            <p:stCondLst>
                              <p:cond delay="4000"/>
                            </p:stCondLst>
                            <p:childTnLst>
                              <p:par>
                                <p:cTn id="23" presetID="1" presetClass="entr" presetSubtype="0" fill="hold" grpId="0" nodeType="afterEffect">
                                  <p:stCondLst>
                                    <p:cond delay="0"/>
                                  </p:stCondLst>
                                  <p:childTnLst>
                                    <p:set>
                                      <p:cBhvr>
                                        <p:cTn id="24" dur="1" fill="hold">
                                          <p:stCondLst>
                                            <p:cond delay="0"/>
                                          </p:stCondLst>
                                        </p:cTn>
                                        <p:tgtEl>
                                          <p:spTgt spid="61539"/>
                                        </p:tgtEl>
                                        <p:attrNameLst>
                                          <p:attrName>style.visibility</p:attrName>
                                        </p:attrNameLst>
                                      </p:cBhvr>
                                      <p:to>
                                        <p:strVal val="visible"/>
                                      </p:to>
                                    </p:set>
                                  </p:childTnLst>
                                </p:cTn>
                              </p:par>
                            </p:childTnLst>
                          </p:cTn>
                        </p:par>
                        <p:par>
                          <p:cTn id="25" fill="hold" nodeType="afterGroup">
                            <p:stCondLst>
                              <p:cond delay="4000"/>
                            </p:stCondLst>
                            <p:childTnLst>
                              <p:par>
                                <p:cTn id="26" presetID="35" presetClass="emph" presetSubtype="0" repeatCount="3000" fill="hold" grpId="1" nodeType="afterEffect">
                                  <p:stCondLst>
                                    <p:cond delay="0"/>
                                  </p:stCondLst>
                                  <p:childTnLst>
                                    <p:anim calcmode="discrete" valueType="str">
                                      <p:cBhvr>
                                        <p:cTn id="27" dur="1000" fill="hold"/>
                                        <p:tgtEl>
                                          <p:spTgt spid="61539"/>
                                        </p:tgtEl>
                                        <p:attrNameLst>
                                          <p:attrName>style.visibility</p:attrName>
                                        </p:attrNameLst>
                                      </p:cBhvr>
                                      <p:tavLst>
                                        <p:tav tm="0">
                                          <p:val>
                                            <p:strVal val="hidden"/>
                                          </p:val>
                                        </p:tav>
                                        <p:tav tm="50000">
                                          <p:val>
                                            <p:strVal val="visible"/>
                                          </p:val>
                                        </p:tav>
                                      </p:tavLst>
                                    </p:anim>
                                  </p:childTnLst>
                                </p:cTn>
                              </p:par>
                            </p:childTnLst>
                          </p:cTn>
                        </p:par>
                        <p:par>
                          <p:cTn id="28" fill="hold" nodeType="afterGroup">
                            <p:stCondLst>
                              <p:cond delay="7000"/>
                            </p:stCondLst>
                            <p:childTnLst>
                              <p:par>
                                <p:cTn id="29" presetID="1" presetClass="entr" presetSubtype="0" fill="hold" grpId="0" nodeType="afterEffect">
                                  <p:stCondLst>
                                    <p:cond delay="0"/>
                                  </p:stCondLst>
                                  <p:childTnLst>
                                    <p:set>
                                      <p:cBhvr>
                                        <p:cTn id="30" dur="1" fill="hold">
                                          <p:stCondLst>
                                            <p:cond delay="0"/>
                                          </p:stCondLst>
                                        </p:cTn>
                                        <p:tgtEl>
                                          <p:spTgt spid="61535"/>
                                        </p:tgtEl>
                                        <p:attrNameLst>
                                          <p:attrName>style.visibility</p:attrName>
                                        </p:attrNameLst>
                                      </p:cBhvr>
                                      <p:to>
                                        <p:strVal val="visible"/>
                                      </p:to>
                                    </p:set>
                                  </p:childTnLst>
                                </p:cTn>
                              </p:par>
                            </p:childTnLst>
                          </p:cTn>
                        </p:par>
                        <p:par>
                          <p:cTn id="31" fill="hold" nodeType="afterGroup">
                            <p:stCondLst>
                              <p:cond delay="7000"/>
                            </p:stCondLst>
                            <p:childTnLst>
                              <p:par>
                                <p:cTn id="32"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33" dur="2000" fill="hold"/>
                                        <p:tgtEl>
                                          <p:spTgt spid="61535"/>
                                        </p:tgtEl>
                                        <p:attrNameLst>
                                          <p:attrName>ppt_x</p:attrName>
                                          <p:attrName>ppt_y</p:attrName>
                                        </p:attrNameLst>
                                      </p:cBhvr>
                                    </p:animMotion>
                                  </p:childTnLst>
                                </p:cTn>
                              </p:par>
                            </p:childTnLst>
                          </p:cTn>
                        </p:par>
                        <p:par>
                          <p:cTn id="34" fill="hold" nodeType="afterGroup">
                            <p:stCondLst>
                              <p:cond delay="9000"/>
                            </p:stCondLst>
                            <p:childTnLst>
                              <p:par>
                                <p:cTn id="35" presetID="1" presetClass="exit" presetSubtype="0" fill="hold" grpId="2" nodeType="afterEffect">
                                  <p:stCondLst>
                                    <p:cond delay="0"/>
                                  </p:stCondLst>
                                  <p:childTnLst>
                                    <p:set>
                                      <p:cBhvr>
                                        <p:cTn id="36" dur="1" fill="hold">
                                          <p:stCondLst>
                                            <p:cond delay="0"/>
                                          </p:stCondLst>
                                        </p:cTn>
                                        <p:tgtEl>
                                          <p:spTgt spid="61535"/>
                                        </p:tgtEl>
                                        <p:attrNameLst>
                                          <p:attrName>style.visibility</p:attrName>
                                        </p:attrNameLst>
                                      </p:cBhvr>
                                      <p:to>
                                        <p:strVal val="hidden"/>
                                      </p:to>
                                    </p:set>
                                  </p:childTnLst>
                                </p:cTn>
                              </p:par>
                            </p:childTnLst>
                          </p:cTn>
                        </p:par>
                        <p:par>
                          <p:cTn id="37" fill="hold" nodeType="afterGroup">
                            <p:stCondLst>
                              <p:cond delay="9000"/>
                            </p:stCondLst>
                            <p:childTnLst>
                              <p:par>
                                <p:cTn id="38" presetID="1" presetClass="entr" presetSubtype="0" fill="hold" grpId="0" nodeType="afterEffect">
                                  <p:stCondLst>
                                    <p:cond delay="0"/>
                                  </p:stCondLst>
                                  <p:childTnLst>
                                    <p:set>
                                      <p:cBhvr>
                                        <p:cTn id="39" dur="1" fill="hold">
                                          <p:stCondLst>
                                            <p:cond delay="0"/>
                                          </p:stCondLst>
                                        </p:cTn>
                                        <p:tgtEl>
                                          <p:spTgt spid="61542"/>
                                        </p:tgtEl>
                                        <p:attrNameLst>
                                          <p:attrName>style.visibility</p:attrName>
                                        </p:attrNameLst>
                                      </p:cBhvr>
                                      <p:to>
                                        <p:strVal val="visible"/>
                                      </p:to>
                                    </p:set>
                                  </p:childTnLst>
                                </p:cTn>
                              </p:par>
                            </p:childTnLst>
                          </p:cTn>
                        </p:par>
                        <p:par>
                          <p:cTn id="40" fill="hold" nodeType="afterGroup">
                            <p:stCondLst>
                              <p:cond delay="9000"/>
                            </p:stCondLst>
                            <p:childTnLst>
                              <p:par>
                                <p:cTn id="41" presetID="35" presetClass="emph" presetSubtype="0" repeatCount="2000" fill="hold" grpId="1" nodeType="afterEffect">
                                  <p:stCondLst>
                                    <p:cond delay="0"/>
                                  </p:stCondLst>
                                  <p:childTnLst>
                                    <p:anim calcmode="discrete" valueType="str">
                                      <p:cBhvr>
                                        <p:cTn id="42" dur="1000" fill="hold"/>
                                        <p:tgtEl>
                                          <p:spTgt spid="61542"/>
                                        </p:tgtEl>
                                        <p:attrNameLst>
                                          <p:attrName>style.visibility</p:attrName>
                                        </p:attrNameLst>
                                      </p:cBhvr>
                                      <p:tavLst>
                                        <p:tav tm="0">
                                          <p:val>
                                            <p:strVal val="hidden"/>
                                          </p:val>
                                        </p:tav>
                                        <p:tav tm="50000">
                                          <p:val>
                                            <p:strVal val="visible"/>
                                          </p:val>
                                        </p:tav>
                                      </p:tavLst>
                                    </p:anim>
                                  </p:childTnLst>
                                </p:cTn>
                              </p:par>
                            </p:childTnLst>
                          </p:cTn>
                        </p:par>
                        <p:par>
                          <p:cTn id="43" fill="hold" nodeType="afterGroup">
                            <p:stCondLst>
                              <p:cond delay="11000"/>
                            </p:stCondLst>
                            <p:childTnLst>
                              <p:par>
                                <p:cTn id="44" presetID="1" presetClass="entr" presetSubtype="0" fill="hold" grpId="0" nodeType="afterEffect">
                                  <p:stCondLst>
                                    <p:cond delay="0"/>
                                  </p:stCondLst>
                                  <p:childTnLst>
                                    <p:set>
                                      <p:cBhvr>
                                        <p:cTn id="45" dur="1" fill="hold">
                                          <p:stCondLst>
                                            <p:cond delay="0"/>
                                          </p:stCondLst>
                                        </p:cTn>
                                        <p:tgtEl>
                                          <p:spTgt spid="61540"/>
                                        </p:tgtEl>
                                        <p:attrNameLst>
                                          <p:attrName>style.visibility</p:attrName>
                                        </p:attrNameLst>
                                      </p:cBhvr>
                                      <p:to>
                                        <p:strVal val="visible"/>
                                      </p:to>
                                    </p:set>
                                  </p:childTnLst>
                                </p:cTn>
                              </p:par>
                            </p:childTnLst>
                          </p:cTn>
                        </p:par>
                        <p:par>
                          <p:cTn id="46" fill="hold" nodeType="afterGroup">
                            <p:stCondLst>
                              <p:cond delay="11000"/>
                            </p:stCondLst>
                            <p:childTnLst>
                              <p:par>
                                <p:cTn id="4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48" dur="2000" fill="hold"/>
                                        <p:tgtEl>
                                          <p:spTgt spid="61540"/>
                                        </p:tgtEl>
                                        <p:attrNameLst>
                                          <p:attrName>ppt_x</p:attrName>
                                          <p:attrName>ppt_y</p:attrName>
                                        </p:attrNameLst>
                                      </p:cBhvr>
                                    </p:animMotion>
                                  </p:childTnLst>
                                </p:cTn>
                              </p:par>
                            </p:childTnLst>
                          </p:cTn>
                        </p:par>
                        <p:par>
                          <p:cTn id="49" fill="hold" nodeType="afterGroup">
                            <p:stCondLst>
                              <p:cond delay="13000"/>
                            </p:stCondLst>
                            <p:childTnLst>
                              <p:par>
                                <p:cTn id="50" presetID="1" presetClass="exit" presetSubtype="0" fill="hold" grpId="2" nodeType="afterEffect">
                                  <p:stCondLst>
                                    <p:cond delay="0"/>
                                  </p:stCondLst>
                                  <p:childTnLst>
                                    <p:set>
                                      <p:cBhvr>
                                        <p:cTn id="51" dur="1" fill="hold">
                                          <p:stCondLst>
                                            <p:cond delay="0"/>
                                          </p:stCondLst>
                                        </p:cTn>
                                        <p:tgtEl>
                                          <p:spTgt spid="61540"/>
                                        </p:tgtEl>
                                        <p:attrNameLst>
                                          <p:attrName>style.visibility</p:attrName>
                                        </p:attrNameLst>
                                      </p:cBhvr>
                                      <p:to>
                                        <p:strVal val="hidden"/>
                                      </p:to>
                                    </p:set>
                                  </p:childTnLst>
                                </p:cTn>
                              </p:par>
                            </p:childTnLst>
                          </p:cTn>
                        </p:par>
                        <p:par>
                          <p:cTn id="52" fill="hold" nodeType="afterGroup">
                            <p:stCondLst>
                              <p:cond delay="13000"/>
                            </p:stCondLst>
                            <p:childTnLst>
                              <p:par>
                                <p:cTn id="53" presetID="1" presetClass="entr" presetSubtype="0" fill="hold" grpId="0" nodeType="afterEffect">
                                  <p:stCondLst>
                                    <p:cond delay="0"/>
                                  </p:stCondLst>
                                  <p:childTnLst>
                                    <p:set>
                                      <p:cBhvr>
                                        <p:cTn id="54" dur="1" fill="hold">
                                          <p:stCondLst>
                                            <p:cond delay="0"/>
                                          </p:stCondLst>
                                        </p:cTn>
                                        <p:tgtEl>
                                          <p:spTgt spid="61541"/>
                                        </p:tgtEl>
                                        <p:attrNameLst>
                                          <p:attrName>style.visibility</p:attrName>
                                        </p:attrNameLst>
                                      </p:cBhvr>
                                      <p:to>
                                        <p:strVal val="visible"/>
                                      </p:to>
                                    </p:set>
                                  </p:childTnLst>
                                </p:cTn>
                              </p:par>
                            </p:childTnLst>
                          </p:cTn>
                        </p:par>
                        <p:par>
                          <p:cTn id="55" fill="hold" nodeType="afterGroup">
                            <p:stCondLst>
                              <p:cond delay="13000"/>
                            </p:stCondLst>
                            <p:childTnLst>
                              <p:par>
                                <p:cTn id="56"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57" dur="2000" fill="hold"/>
                                        <p:tgtEl>
                                          <p:spTgt spid="61541"/>
                                        </p:tgtEl>
                                        <p:attrNameLst>
                                          <p:attrName>ppt_x</p:attrName>
                                          <p:attrName>ppt_y</p:attrName>
                                        </p:attrNameLst>
                                      </p:cBhvr>
                                    </p:animMotion>
                                  </p:childTnLst>
                                </p:cTn>
                              </p:par>
                            </p:childTnLst>
                          </p:cTn>
                        </p:par>
                        <p:par>
                          <p:cTn id="58" fill="hold" nodeType="afterGroup">
                            <p:stCondLst>
                              <p:cond delay="15000"/>
                            </p:stCondLst>
                            <p:childTnLst>
                              <p:par>
                                <p:cTn id="59" presetID="1" presetClass="exit" presetSubtype="0" fill="hold" grpId="2" nodeType="afterEffect">
                                  <p:stCondLst>
                                    <p:cond delay="0"/>
                                  </p:stCondLst>
                                  <p:childTnLst>
                                    <p:set>
                                      <p:cBhvr>
                                        <p:cTn id="60" dur="1" fill="hold">
                                          <p:stCondLst>
                                            <p:cond delay="0"/>
                                          </p:stCondLst>
                                        </p:cTn>
                                        <p:tgtEl>
                                          <p:spTgt spid="61541"/>
                                        </p:tgtEl>
                                        <p:attrNameLst>
                                          <p:attrName>style.visibility</p:attrName>
                                        </p:attrNameLst>
                                      </p:cBhvr>
                                      <p:to>
                                        <p:strVal val="hidden"/>
                                      </p:to>
                                    </p:set>
                                  </p:childTnLst>
                                </p:cTn>
                              </p:par>
                            </p:childTnLst>
                          </p:cTn>
                        </p:par>
                        <p:par>
                          <p:cTn id="61" fill="hold" nodeType="afterGroup">
                            <p:stCondLst>
                              <p:cond delay="15000"/>
                            </p:stCondLst>
                            <p:childTnLst>
                              <p:par>
                                <p:cTn id="62" presetID="1" presetClass="entr" presetSubtype="0" fill="hold" grpId="0" nodeType="afterEffect">
                                  <p:stCondLst>
                                    <p:cond delay="0"/>
                                  </p:stCondLst>
                                  <p:childTnLst>
                                    <p:set>
                                      <p:cBhvr>
                                        <p:cTn id="63" dur="1" fill="hold">
                                          <p:stCondLst>
                                            <p:cond delay="0"/>
                                          </p:stCondLst>
                                        </p:cTn>
                                        <p:tgtEl>
                                          <p:spTgt spid="61537"/>
                                        </p:tgtEl>
                                        <p:attrNameLst>
                                          <p:attrName>style.visibility</p:attrName>
                                        </p:attrNameLst>
                                      </p:cBhvr>
                                      <p:to>
                                        <p:strVal val="visible"/>
                                      </p:to>
                                    </p:set>
                                  </p:childTnLst>
                                </p:cTn>
                              </p:par>
                            </p:childTnLst>
                          </p:cTn>
                        </p:par>
                        <p:par>
                          <p:cTn id="64" fill="hold" nodeType="afterGroup">
                            <p:stCondLst>
                              <p:cond delay="15000"/>
                            </p:stCondLst>
                            <p:childTnLst>
                              <p:par>
                                <p:cTn id="65" presetID="0" presetClass="path" presetSubtype="0" accel="50000" decel="50000" fill="hold" grpId="1" nodeType="afterEffect">
                                  <p:stCondLst>
                                    <p:cond delay="0"/>
                                  </p:stCondLst>
                                  <p:childTnLst>
                                    <p:animMotion origin="layout" path="M -3.05556E-6 1.84971E-6 L 0.10469 0.00416 L 0.18733 -0.19885 L 0.29358 0.14798 L 0.43802 -0.04879 L 0.52535 0.13734 " pathEditMode="relative" ptsTypes="AAAAAA">
                                      <p:cBhvr>
                                        <p:cTn id="66" dur="2000" fill="hold"/>
                                        <p:tgtEl>
                                          <p:spTgt spid="61537"/>
                                        </p:tgtEl>
                                        <p:attrNameLst>
                                          <p:attrName>ppt_x</p:attrName>
                                          <p:attrName>ppt_y</p:attrName>
                                        </p:attrNameLst>
                                      </p:cBhvr>
                                    </p:animMotion>
                                  </p:childTnLst>
                                </p:cTn>
                              </p:par>
                            </p:childTnLst>
                          </p:cTn>
                        </p:par>
                        <p:par>
                          <p:cTn id="67" fill="hold" nodeType="afterGroup">
                            <p:stCondLst>
                              <p:cond delay="17000"/>
                            </p:stCondLst>
                            <p:childTnLst>
                              <p:par>
                                <p:cTn id="68" presetID="1" presetClass="exit" presetSubtype="0" fill="hold" grpId="2" nodeType="afterEffect">
                                  <p:stCondLst>
                                    <p:cond delay="0"/>
                                  </p:stCondLst>
                                  <p:childTnLst>
                                    <p:set>
                                      <p:cBhvr>
                                        <p:cTn id="69" dur="1" fill="hold">
                                          <p:stCondLst>
                                            <p:cond delay="0"/>
                                          </p:stCondLst>
                                        </p:cTn>
                                        <p:tgtEl>
                                          <p:spTgt spid="61537"/>
                                        </p:tgtEl>
                                        <p:attrNameLst>
                                          <p:attrName>style.visibility</p:attrName>
                                        </p:attrNameLst>
                                      </p:cBhvr>
                                      <p:to>
                                        <p:strVal val="hidden"/>
                                      </p:to>
                                    </p:set>
                                  </p:childTnLst>
                                </p:cTn>
                              </p:par>
                            </p:childTnLst>
                          </p:cTn>
                        </p:par>
                        <p:par>
                          <p:cTn id="70" fill="hold" nodeType="afterGroup">
                            <p:stCondLst>
                              <p:cond delay="17000"/>
                            </p:stCondLst>
                            <p:childTnLst>
                              <p:par>
                                <p:cTn id="71" presetID="1" presetClass="entr" presetSubtype="0" fill="hold" grpId="0" nodeType="afterEffect">
                                  <p:stCondLst>
                                    <p:cond delay="0"/>
                                  </p:stCondLst>
                                  <p:childTnLst>
                                    <p:set>
                                      <p:cBhvr>
                                        <p:cTn id="72" dur="1" fill="hold">
                                          <p:stCondLst>
                                            <p:cond delay="0"/>
                                          </p:stCondLst>
                                        </p:cTn>
                                        <p:tgtEl>
                                          <p:spTgt spid="61536"/>
                                        </p:tgtEl>
                                        <p:attrNameLst>
                                          <p:attrName>style.visibility</p:attrName>
                                        </p:attrNameLst>
                                      </p:cBhvr>
                                      <p:to>
                                        <p:strVal val="visible"/>
                                      </p:to>
                                    </p:set>
                                  </p:childTnLst>
                                </p:cTn>
                              </p:par>
                            </p:childTnLst>
                          </p:cTn>
                        </p:par>
                        <p:par>
                          <p:cTn id="73" fill="hold" nodeType="afterGroup">
                            <p:stCondLst>
                              <p:cond delay="17000"/>
                            </p:stCondLst>
                            <p:childTnLst>
                              <p:par>
                                <p:cTn id="74" presetID="0" presetClass="path" presetSubtype="0" accel="50000" decel="50000" fill="hold" grpId="1" nodeType="afterEffect">
                                  <p:stCondLst>
                                    <p:cond delay="0"/>
                                  </p:stCondLst>
                                  <p:childTnLst>
                                    <p:animMotion origin="layout" path="M 1.66667E-6 -5.43353E-6 L 0.00173 0.16485 L 0.15729 0.06751 L 0.25399 0.30011 L 0.36996 0.21965 " pathEditMode="relative" ptsTypes="AAAAA">
                                      <p:cBhvr>
                                        <p:cTn id="75" dur="2000" fill="hold"/>
                                        <p:tgtEl>
                                          <p:spTgt spid="61536"/>
                                        </p:tgtEl>
                                        <p:attrNameLst>
                                          <p:attrName>ppt_x</p:attrName>
                                          <p:attrName>ppt_y</p:attrName>
                                        </p:attrNameLst>
                                      </p:cBhvr>
                                    </p:animMotion>
                                  </p:childTnLst>
                                </p:cTn>
                              </p:par>
                            </p:childTnLst>
                          </p:cTn>
                        </p:par>
                        <p:par>
                          <p:cTn id="76" fill="hold" nodeType="afterGroup">
                            <p:stCondLst>
                              <p:cond delay="19000"/>
                            </p:stCondLst>
                            <p:childTnLst>
                              <p:par>
                                <p:cTn id="77" presetID="1" presetClass="exit" presetSubtype="0" fill="hold" grpId="2" nodeType="afterEffect">
                                  <p:stCondLst>
                                    <p:cond delay="0"/>
                                  </p:stCondLst>
                                  <p:childTnLst>
                                    <p:set>
                                      <p:cBhvr>
                                        <p:cTn id="78" dur="1" fill="hold">
                                          <p:stCondLst>
                                            <p:cond delay="0"/>
                                          </p:stCondLst>
                                        </p:cTn>
                                        <p:tgtEl>
                                          <p:spTgt spid="615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5" grpId="0" animBg="1"/>
      <p:bldP spid="61535" grpId="1" animBg="1"/>
      <p:bldP spid="61535" grpId="2" animBg="1"/>
      <p:bldP spid="61532" grpId="0" animBg="1"/>
      <p:bldP spid="61532" grpId="1" animBg="1"/>
      <p:bldP spid="61532" grpId="2" animBg="1"/>
      <p:bldP spid="61534" grpId="0" animBg="1"/>
      <p:bldP spid="61534" grpId="1" animBg="1"/>
      <p:bldP spid="61534" grpId="2" animBg="1"/>
      <p:bldP spid="61539" grpId="0" animBg="1"/>
      <p:bldP spid="61539" grpId="1" animBg="1"/>
      <p:bldP spid="61540" grpId="0" animBg="1"/>
      <p:bldP spid="61540" grpId="1" animBg="1"/>
      <p:bldP spid="61540" grpId="2" animBg="1"/>
      <p:bldP spid="61541" grpId="0" animBg="1"/>
      <p:bldP spid="61541" grpId="1" animBg="1"/>
      <p:bldP spid="61541" grpId="2" animBg="1"/>
      <p:bldP spid="61537" grpId="0" animBg="1"/>
      <p:bldP spid="61537" grpId="1" animBg="1"/>
      <p:bldP spid="61537" grpId="2" animBg="1"/>
      <p:bldP spid="61536" grpId="0" animBg="1"/>
      <p:bldP spid="61536" grpId="1" animBg="1"/>
      <p:bldP spid="61536" grpId="2" animBg="1"/>
      <p:bldP spid="61542" grpId="0" animBg="1"/>
      <p:bldP spid="61542"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9D463157-E893-3948-B895-BE1B1ECF0FE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注意分组的</a:t>
            </a:r>
            <a:r>
              <a:rPr lang="zh-CN" altLang="en-US" dirty="0">
                <a:solidFill>
                  <a:schemeClr val="hlink"/>
                </a:solidFill>
                <a:latin typeface="Times New Roman" panose="02020603050405020304" pitchFamily="18" charset="0"/>
                <a:ea typeface="宋体" panose="02010600030101010101" pitchFamily="2" charset="-122"/>
              </a:rPr>
              <a:t>存储转发</a:t>
            </a:r>
            <a:r>
              <a:rPr lang="zh-CN" altLang="en-US" dirty="0">
                <a:latin typeface="Times New Roman" panose="02020603050405020304" pitchFamily="18" charset="0"/>
                <a:ea typeface="宋体" panose="02010600030101010101" pitchFamily="2" charset="-122"/>
              </a:rPr>
              <a:t>过程</a:t>
            </a:r>
          </a:p>
        </p:txBody>
      </p:sp>
      <p:grpSp>
        <p:nvGrpSpPr>
          <p:cNvPr id="117762" name="Group 3">
            <a:extLst>
              <a:ext uri="{FF2B5EF4-FFF2-40B4-BE49-F238E27FC236}">
                <a16:creationId xmlns:a16="http://schemas.microsoft.com/office/drawing/2014/main" id="{FED6D195-4245-A649-88EE-16E2EDD2BAAF}"/>
              </a:ext>
            </a:extLst>
          </p:cNvPr>
          <p:cNvGrpSpPr>
            <a:grpSpLocks/>
          </p:cNvGrpSpPr>
          <p:nvPr/>
        </p:nvGrpSpPr>
        <p:grpSpPr bwMode="auto">
          <a:xfrm>
            <a:off x="2289573" y="1684901"/>
            <a:ext cx="3068240" cy="2750344"/>
            <a:chOff x="2256" y="2386"/>
            <a:chExt cx="2147" cy="1919"/>
          </a:xfrm>
        </p:grpSpPr>
        <p:sp>
          <p:nvSpPr>
            <p:cNvPr id="117809" name="Oval 4">
              <a:extLst>
                <a:ext uri="{FF2B5EF4-FFF2-40B4-BE49-F238E27FC236}">
                  <a16:creationId xmlns:a16="http://schemas.microsoft.com/office/drawing/2014/main" id="{650396B5-4949-BD47-9D4B-A7ABA6B2F23F}"/>
                </a:ext>
              </a:extLst>
            </p:cNvPr>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0" name="Oval 5">
              <a:extLst>
                <a:ext uri="{FF2B5EF4-FFF2-40B4-BE49-F238E27FC236}">
                  <a16:creationId xmlns:a16="http://schemas.microsoft.com/office/drawing/2014/main" id="{A4A88CF2-BE2A-6B40-B4E4-A4AEC445C08D}"/>
                </a:ext>
              </a:extLst>
            </p:cNvPr>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1" name="Oval 6">
              <a:extLst>
                <a:ext uri="{FF2B5EF4-FFF2-40B4-BE49-F238E27FC236}">
                  <a16:creationId xmlns:a16="http://schemas.microsoft.com/office/drawing/2014/main" id="{AF380073-A77A-9F4E-84D5-689586BDB59A}"/>
                </a:ext>
              </a:extLst>
            </p:cNvPr>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2" name="Oval 7">
              <a:extLst>
                <a:ext uri="{FF2B5EF4-FFF2-40B4-BE49-F238E27FC236}">
                  <a16:creationId xmlns:a16="http://schemas.microsoft.com/office/drawing/2014/main" id="{2E158EEB-EE88-ED45-8DE7-EB09312EE0D7}"/>
                </a:ext>
              </a:extLst>
            </p:cNvPr>
            <p:cNvSpPr>
              <a:spLocks noChangeArrowheads="1"/>
            </p:cNvSpPr>
            <p:nvPr/>
          </p:nvSpPr>
          <p:spPr bwMode="auto">
            <a:xfrm rot="-3234972">
              <a:off x="3755" y="3107"/>
              <a:ext cx="687" cy="610"/>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3" name="Oval 8">
              <a:extLst>
                <a:ext uri="{FF2B5EF4-FFF2-40B4-BE49-F238E27FC236}">
                  <a16:creationId xmlns:a16="http://schemas.microsoft.com/office/drawing/2014/main" id="{9CA661FC-0C7D-B645-9A24-9C595A62BA7F}"/>
                </a:ext>
              </a:extLst>
            </p:cNvPr>
            <p:cNvSpPr>
              <a:spLocks noChangeArrowheads="1"/>
            </p:cNvSpPr>
            <p:nvPr/>
          </p:nvSpPr>
          <p:spPr bwMode="auto">
            <a:xfrm rot="-1674972">
              <a:off x="3052" y="3445"/>
              <a:ext cx="1111" cy="77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4" name="Oval 9">
              <a:extLst>
                <a:ext uri="{FF2B5EF4-FFF2-40B4-BE49-F238E27FC236}">
                  <a16:creationId xmlns:a16="http://schemas.microsoft.com/office/drawing/2014/main" id="{D1DC51D3-B2FD-EA42-95A4-518C7DB1F11A}"/>
                </a:ext>
              </a:extLst>
            </p:cNvPr>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5" name="Oval 10">
              <a:extLst>
                <a:ext uri="{FF2B5EF4-FFF2-40B4-BE49-F238E27FC236}">
                  <a16:creationId xmlns:a16="http://schemas.microsoft.com/office/drawing/2014/main" id="{0E00A3E9-C0B2-6E48-A36B-7B009C06AC93}"/>
                </a:ext>
              </a:extLst>
            </p:cNvPr>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6" name="Oval 11">
              <a:extLst>
                <a:ext uri="{FF2B5EF4-FFF2-40B4-BE49-F238E27FC236}">
                  <a16:creationId xmlns:a16="http://schemas.microsoft.com/office/drawing/2014/main" id="{C2027D4D-9F59-5449-85BB-09E82A1CE1FA}"/>
                </a:ext>
              </a:extLst>
            </p:cNvPr>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7" name="Freeform 12">
              <a:extLst>
                <a:ext uri="{FF2B5EF4-FFF2-40B4-BE49-F238E27FC236}">
                  <a16:creationId xmlns:a16="http://schemas.microsoft.com/office/drawing/2014/main" id="{A9BBD176-CDBC-BB45-ACD2-9D3CBB82652D}"/>
                </a:ext>
              </a:extLst>
            </p:cNvPr>
            <p:cNvSpPr>
              <a:spLocks/>
            </p:cNvSpPr>
            <p:nvPr/>
          </p:nvSpPr>
          <p:spPr bwMode="auto">
            <a:xfrm>
              <a:off x="2358" y="2506"/>
              <a:ext cx="1931" cy="1686"/>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92 h 1684"/>
                <a:gd name="T36" fmla="*/ 1842 w 1931"/>
                <a:gd name="T37" fmla="*/ 1087 h 1684"/>
                <a:gd name="T38" fmla="*/ 1769 w 1931"/>
                <a:gd name="T39" fmla="*/ 1171 h 1684"/>
                <a:gd name="T40" fmla="*/ 1653 w 1931"/>
                <a:gd name="T41" fmla="*/ 1290 h 1684"/>
                <a:gd name="T42" fmla="*/ 1590 w 1931"/>
                <a:gd name="T43" fmla="*/ 1353 h 1684"/>
                <a:gd name="T44" fmla="*/ 1558 w 1931"/>
                <a:gd name="T45" fmla="*/ 1374 h 1684"/>
                <a:gd name="T46" fmla="*/ 1474 w 1931"/>
                <a:gd name="T47" fmla="*/ 1437 h 1684"/>
                <a:gd name="T48" fmla="*/ 1411 w 1931"/>
                <a:gd name="T49" fmla="*/ 1459 h 1684"/>
                <a:gd name="T50" fmla="*/ 1253 w 1931"/>
                <a:gd name="T51" fmla="*/ 1585 h 1684"/>
                <a:gd name="T52" fmla="*/ 1190 w 1931"/>
                <a:gd name="T53" fmla="*/ 1627 h 1684"/>
                <a:gd name="T54" fmla="*/ 1000 w 1931"/>
                <a:gd name="T55" fmla="*/ 1690 h 1684"/>
                <a:gd name="T56" fmla="*/ 432 w 1931"/>
                <a:gd name="T57" fmla="*/ 1659 h 1684"/>
                <a:gd name="T58" fmla="*/ 337 w 1931"/>
                <a:gd name="T59" fmla="*/ 1627 h 1684"/>
                <a:gd name="T60" fmla="*/ 242 w 1931"/>
                <a:gd name="T61" fmla="*/ 1564 h 1684"/>
                <a:gd name="T62" fmla="*/ 168 w 1931"/>
                <a:gd name="T63" fmla="*/ 1469 h 1684"/>
                <a:gd name="T64" fmla="*/ 126 w 1931"/>
                <a:gd name="T65" fmla="*/ 1406 h 1684"/>
                <a:gd name="T66" fmla="*/ 105 w 1931"/>
                <a:gd name="T67" fmla="*/ 1374 h 1684"/>
                <a:gd name="T68" fmla="*/ 21 w 1931"/>
                <a:gd name="T69" fmla="*/ 1245 h 1684"/>
                <a:gd name="T70" fmla="*/ 32 w 1931"/>
                <a:gd name="T71" fmla="*/ 1034 h 1684"/>
                <a:gd name="T72" fmla="*/ 42 w 1931"/>
                <a:gd name="T73" fmla="*/ 824 h 1684"/>
                <a:gd name="T74" fmla="*/ 84 w 1931"/>
                <a:gd name="T75" fmla="*/ 634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17763" name="Line 13">
            <a:extLst>
              <a:ext uri="{FF2B5EF4-FFF2-40B4-BE49-F238E27FC236}">
                <a16:creationId xmlns:a16="http://schemas.microsoft.com/office/drawing/2014/main" id="{BC5DFA95-D508-E949-A49D-200808C679E4}"/>
              </a:ext>
            </a:extLst>
          </p:cNvPr>
          <p:cNvSpPr>
            <a:spLocks noChangeShapeType="1"/>
          </p:cNvSpPr>
          <p:nvPr/>
        </p:nvSpPr>
        <p:spPr bwMode="auto">
          <a:xfrm flipV="1">
            <a:off x="3138488" y="1861114"/>
            <a:ext cx="960835" cy="4167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4" name="Line 14">
            <a:extLst>
              <a:ext uri="{FF2B5EF4-FFF2-40B4-BE49-F238E27FC236}">
                <a16:creationId xmlns:a16="http://schemas.microsoft.com/office/drawing/2014/main" id="{01CA34FB-A3F1-1842-B6C1-E30EF872D228}"/>
              </a:ext>
            </a:extLst>
          </p:cNvPr>
          <p:cNvSpPr>
            <a:spLocks noChangeShapeType="1"/>
          </p:cNvSpPr>
          <p:nvPr/>
        </p:nvSpPr>
        <p:spPr bwMode="auto">
          <a:xfrm>
            <a:off x="4217194" y="1917074"/>
            <a:ext cx="567929" cy="10489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5" name="Line 15">
            <a:extLst>
              <a:ext uri="{FF2B5EF4-FFF2-40B4-BE49-F238E27FC236}">
                <a16:creationId xmlns:a16="http://schemas.microsoft.com/office/drawing/2014/main" id="{EAFFD544-55AB-E746-B2AA-42FEE5D0751E}"/>
              </a:ext>
            </a:extLst>
          </p:cNvPr>
          <p:cNvSpPr>
            <a:spLocks noChangeShapeType="1"/>
          </p:cNvSpPr>
          <p:nvPr/>
        </p:nvSpPr>
        <p:spPr bwMode="auto">
          <a:xfrm flipH="1">
            <a:off x="2571751" y="2346889"/>
            <a:ext cx="498872" cy="9417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6" name="Line 16">
            <a:extLst>
              <a:ext uri="{FF2B5EF4-FFF2-40B4-BE49-F238E27FC236}">
                <a16:creationId xmlns:a16="http://schemas.microsoft.com/office/drawing/2014/main" id="{71476A2C-9935-BC49-9363-B53E2451CAFC}"/>
              </a:ext>
            </a:extLst>
          </p:cNvPr>
          <p:cNvSpPr>
            <a:spLocks noChangeShapeType="1"/>
          </p:cNvSpPr>
          <p:nvPr/>
        </p:nvSpPr>
        <p:spPr bwMode="auto">
          <a:xfrm>
            <a:off x="2602707" y="3422023"/>
            <a:ext cx="1140619" cy="6619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7" name="Line 17">
            <a:extLst>
              <a:ext uri="{FF2B5EF4-FFF2-40B4-BE49-F238E27FC236}">
                <a16:creationId xmlns:a16="http://schemas.microsoft.com/office/drawing/2014/main" id="{02A0AF4B-8DA2-0C44-89BE-C212174FADDA}"/>
              </a:ext>
            </a:extLst>
          </p:cNvPr>
          <p:cNvSpPr>
            <a:spLocks noChangeShapeType="1"/>
          </p:cNvSpPr>
          <p:nvPr/>
        </p:nvSpPr>
        <p:spPr bwMode="auto">
          <a:xfrm flipV="1">
            <a:off x="3790951" y="3173182"/>
            <a:ext cx="994172" cy="9798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8" name="Line 18">
            <a:extLst>
              <a:ext uri="{FF2B5EF4-FFF2-40B4-BE49-F238E27FC236}">
                <a16:creationId xmlns:a16="http://schemas.microsoft.com/office/drawing/2014/main" id="{1F675395-3B33-D14F-AFF9-07B4F539128B}"/>
              </a:ext>
            </a:extLst>
          </p:cNvPr>
          <p:cNvSpPr>
            <a:spLocks noChangeShapeType="1"/>
          </p:cNvSpPr>
          <p:nvPr/>
        </p:nvSpPr>
        <p:spPr bwMode="auto">
          <a:xfrm>
            <a:off x="3177778" y="2351651"/>
            <a:ext cx="1594247" cy="7096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9" name="Line 19">
            <a:extLst>
              <a:ext uri="{FF2B5EF4-FFF2-40B4-BE49-F238E27FC236}">
                <a16:creationId xmlns:a16="http://schemas.microsoft.com/office/drawing/2014/main" id="{F95A54D9-DAF4-ED44-A1FB-24F205E525CB}"/>
              </a:ext>
            </a:extLst>
          </p:cNvPr>
          <p:cNvSpPr>
            <a:spLocks noChangeShapeType="1"/>
          </p:cNvSpPr>
          <p:nvPr/>
        </p:nvSpPr>
        <p:spPr bwMode="auto">
          <a:xfrm>
            <a:off x="3101579" y="2229017"/>
            <a:ext cx="750094" cy="185380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0" name="Line 20">
            <a:extLst>
              <a:ext uri="{FF2B5EF4-FFF2-40B4-BE49-F238E27FC236}">
                <a16:creationId xmlns:a16="http://schemas.microsoft.com/office/drawing/2014/main" id="{C96A12CD-3062-2C42-A8CE-95F6F3469DAF}"/>
              </a:ext>
            </a:extLst>
          </p:cNvPr>
          <p:cNvSpPr>
            <a:spLocks noChangeShapeType="1"/>
          </p:cNvSpPr>
          <p:nvPr/>
        </p:nvSpPr>
        <p:spPr bwMode="auto">
          <a:xfrm flipV="1">
            <a:off x="3344466" y="4136399"/>
            <a:ext cx="479822" cy="4119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1" name="Line 21">
            <a:extLst>
              <a:ext uri="{FF2B5EF4-FFF2-40B4-BE49-F238E27FC236}">
                <a16:creationId xmlns:a16="http://schemas.microsoft.com/office/drawing/2014/main" id="{ABBDC9CE-1911-7D41-B37E-605A89C034CB}"/>
              </a:ext>
            </a:extLst>
          </p:cNvPr>
          <p:cNvSpPr>
            <a:spLocks noChangeShapeType="1"/>
          </p:cNvSpPr>
          <p:nvPr/>
        </p:nvSpPr>
        <p:spPr bwMode="auto">
          <a:xfrm rot="16200000">
            <a:off x="4037410" y="1624179"/>
            <a:ext cx="2524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2" name="Line 22">
            <a:extLst>
              <a:ext uri="{FF2B5EF4-FFF2-40B4-BE49-F238E27FC236}">
                <a16:creationId xmlns:a16="http://schemas.microsoft.com/office/drawing/2014/main" id="{9C80FE4C-93B6-AF44-93F1-BD88B4EDEC2A}"/>
              </a:ext>
            </a:extLst>
          </p:cNvPr>
          <p:cNvSpPr>
            <a:spLocks noChangeShapeType="1"/>
          </p:cNvSpPr>
          <p:nvPr/>
        </p:nvSpPr>
        <p:spPr bwMode="auto">
          <a:xfrm>
            <a:off x="4854178" y="3173183"/>
            <a:ext cx="479822" cy="7560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3" name="Line 23">
            <a:extLst>
              <a:ext uri="{FF2B5EF4-FFF2-40B4-BE49-F238E27FC236}">
                <a16:creationId xmlns:a16="http://schemas.microsoft.com/office/drawing/2014/main" id="{A23EF50F-ECEB-C042-B51D-A132BB199BC1}"/>
              </a:ext>
            </a:extLst>
          </p:cNvPr>
          <p:cNvSpPr>
            <a:spLocks noChangeShapeType="1"/>
          </p:cNvSpPr>
          <p:nvPr/>
        </p:nvSpPr>
        <p:spPr bwMode="auto">
          <a:xfrm flipV="1">
            <a:off x="1913335" y="3366063"/>
            <a:ext cx="483394"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4" name="Line 24">
            <a:extLst>
              <a:ext uri="{FF2B5EF4-FFF2-40B4-BE49-F238E27FC236}">
                <a16:creationId xmlns:a16="http://schemas.microsoft.com/office/drawing/2014/main" id="{CD783AAC-49A6-6D41-BDEB-8C095364AAC3}"/>
              </a:ext>
            </a:extLst>
          </p:cNvPr>
          <p:cNvSpPr>
            <a:spLocks noChangeShapeType="1"/>
          </p:cNvSpPr>
          <p:nvPr/>
        </p:nvSpPr>
        <p:spPr bwMode="auto">
          <a:xfrm rot="5400000" flipH="1">
            <a:off x="2781300" y="1948030"/>
            <a:ext cx="579835" cy="119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5" name="Text Box 25">
            <a:extLst>
              <a:ext uri="{FF2B5EF4-FFF2-40B4-BE49-F238E27FC236}">
                <a16:creationId xmlns:a16="http://schemas.microsoft.com/office/drawing/2014/main" id="{54C6F0AA-E74E-F748-B089-DB80E5FCABD1}"/>
              </a:ext>
            </a:extLst>
          </p:cNvPr>
          <p:cNvSpPr txBox="1">
            <a:spLocks noChangeArrowheads="1"/>
          </p:cNvSpPr>
          <p:nvPr/>
        </p:nvSpPr>
        <p:spPr bwMode="auto">
          <a:xfrm>
            <a:off x="1654969" y="2889814"/>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117776" name="Oval 26">
            <a:extLst>
              <a:ext uri="{FF2B5EF4-FFF2-40B4-BE49-F238E27FC236}">
                <a16:creationId xmlns:a16="http://schemas.microsoft.com/office/drawing/2014/main" id="{54886783-F363-034C-A548-7091F879251D}"/>
              </a:ext>
            </a:extLst>
          </p:cNvPr>
          <p:cNvSpPr>
            <a:spLocks noChangeArrowheads="1"/>
          </p:cNvSpPr>
          <p:nvPr/>
        </p:nvSpPr>
        <p:spPr bwMode="auto">
          <a:xfrm>
            <a:off x="2384823" y="3173183"/>
            <a:ext cx="420290" cy="42148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A</a:t>
            </a:r>
          </a:p>
        </p:txBody>
      </p:sp>
      <p:sp>
        <p:nvSpPr>
          <p:cNvPr id="117777" name="Line 27">
            <a:extLst>
              <a:ext uri="{FF2B5EF4-FFF2-40B4-BE49-F238E27FC236}">
                <a16:creationId xmlns:a16="http://schemas.microsoft.com/office/drawing/2014/main" id="{9735C0E5-B57D-084A-B302-143252FC4494}"/>
              </a:ext>
            </a:extLst>
          </p:cNvPr>
          <p:cNvSpPr>
            <a:spLocks noChangeShapeType="1"/>
          </p:cNvSpPr>
          <p:nvPr/>
        </p:nvSpPr>
        <p:spPr bwMode="auto">
          <a:xfrm flipV="1">
            <a:off x="4854178" y="2725507"/>
            <a:ext cx="604838" cy="3095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8" name="AutoShape 28">
            <a:extLst>
              <a:ext uri="{FF2B5EF4-FFF2-40B4-BE49-F238E27FC236}">
                <a16:creationId xmlns:a16="http://schemas.microsoft.com/office/drawing/2014/main" id="{C180E13E-E215-A64C-8D7C-292C8169DB01}"/>
              </a:ext>
            </a:extLst>
          </p:cNvPr>
          <p:cNvSpPr>
            <a:spLocks noChangeArrowheads="1"/>
          </p:cNvSpPr>
          <p:nvPr/>
        </p:nvSpPr>
        <p:spPr bwMode="auto">
          <a:xfrm flipV="1">
            <a:off x="4518422" y="4440007"/>
            <a:ext cx="809625" cy="290513"/>
          </a:xfrm>
          <a:prstGeom prst="wedgeRoundRectCallout">
            <a:avLst>
              <a:gd name="adj1" fmla="val -66181"/>
              <a:gd name="adj2" fmla="val 131963"/>
              <a:gd name="adj3" fmla="val 16667"/>
            </a:avLst>
          </a:prstGeom>
          <a:solidFill>
            <a:schemeClr val="bg1"/>
          </a:solidFill>
          <a:ln w="9525">
            <a:solidFill>
              <a:schemeClr val="tx1"/>
            </a:solidFill>
            <a:miter lim="800000"/>
            <a:headEnd/>
            <a:tailEnd/>
          </a:ln>
        </p:spPr>
        <p:txBody>
          <a:bodyPr rot="10800000"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800">
              <a:solidFill>
                <a:schemeClr val="tx1"/>
              </a:solidFill>
              <a:ea typeface="宋体" panose="02010600030101010101" pitchFamily="2" charset="-122"/>
            </a:endParaRPr>
          </a:p>
        </p:txBody>
      </p:sp>
      <p:sp>
        <p:nvSpPr>
          <p:cNvPr id="117779" name="Text Box 29">
            <a:extLst>
              <a:ext uri="{FF2B5EF4-FFF2-40B4-BE49-F238E27FC236}">
                <a16:creationId xmlns:a16="http://schemas.microsoft.com/office/drawing/2014/main" id="{E234B3F6-0A25-CE4C-85FB-397EC5F19981}"/>
              </a:ext>
            </a:extLst>
          </p:cNvPr>
          <p:cNvSpPr txBox="1">
            <a:spLocks noChangeArrowheads="1"/>
          </p:cNvSpPr>
          <p:nvPr/>
        </p:nvSpPr>
        <p:spPr bwMode="auto">
          <a:xfrm>
            <a:off x="4595813" y="443286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互联网</a:t>
            </a:r>
          </a:p>
        </p:txBody>
      </p:sp>
      <p:pic>
        <p:nvPicPr>
          <p:cNvPr id="117780" name="Picture 30">
            <a:extLst>
              <a:ext uri="{FF2B5EF4-FFF2-40B4-BE49-F238E27FC236}">
                <a16:creationId xmlns:a16="http://schemas.microsoft.com/office/drawing/2014/main" id="{A4B9BF8D-D33B-4448-9CD0-D7339112CC2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7873" y="1165789"/>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1" name="Picture 31">
            <a:extLst>
              <a:ext uri="{FF2B5EF4-FFF2-40B4-BE49-F238E27FC236}">
                <a16:creationId xmlns:a16="http://schemas.microsoft.com/office/drawing/2014/main" id="{508B1B16-89CF-C041-85A3-7CC7B6750DA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292" y="2451664"/>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2" name="Picture 32">
            <a:extLst>
              <a:ext uri="{FF2B5EF4-FFF2-40B4-BE49-F238E27FC236}">
                <a16:creationId xmlns:a16="http://schemas.microsoft.com/office/drawing/2014/main" id="{00E14202-7C8C-E343-87E7-D346E8192A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623" y="4480489"/>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3" name="Picture 33">
            <a:extLst>
              <a:ext uri="{FF2B5EF4-FFF2-40B4-BE49-F238E27FC236}">
                <a16:creationId xmlns:a16="http://schemas.microsoft.com/office/drawing/2014/main" id="{8391E62B-ED87-7642-9FAD-B3CE9AEA74D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7079" y="3792307"/>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4" name="Picture 34">
            <a:extLst>
              <a:ext uri="{FF2B5EF4-FFF2-40B4-BE49-F238E27FC236}">
                <a16:creationId xmlns:a16="http://schemas.microsoft.com/office/drawing/2014/main" id="{1D793275-1CD9-E445-BA9C-54BC1CCEAC6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4644" y="1314617"/>
            <a:ext cx="44053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85" name="Oval 35">
            <a:extLst>
              <a:ext uri="{FF2B5EF4-FFF2-40B4-BE49-F238E27FC236}">
                <a16:creationId xmlns:a16="http://schemas.microsoft.com/office/drawing/2014/main" id="{901BDA93-5B18-AD4F-AFA8-54174791A6F0}"/>
              </a:ext>
            </a:extLst>
          </p:cNvPr>
          <p:cNvSpPr>
            <a:spLocks noChangeArrowheads="1"/>
          </p:cNvSpPr>
          <p:nvPr/>
        </p:nvSpPr>
        <p:spPr bwMode="auto">
          <a:xfrm>
            <a:off x="2927748" y="2148055"/>
            <a:ext cx="396478" cy="397669"/>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B</a:t>
            </a:r>
          </a:p>
        </p:txBody>
      </p:sp>
      <p:sp>
        <p:nvSpPr>
          <p:cNvPr id="117786" name="Oval 36">
            <a:extLst>
              <a:ext uri="{FF2B5EF4-FFF2-40B4-BE49-F238E27FC236}">
                <a16:creationId xmlns:a16="http://schemas.microsoft.com/office/drawing/2014/main" id="{9488EE3F-0303-AA44-918A-BF676F41117C}"/>
              </a:ext>
            </a:extLst>
          </p:cNvPr>
          <p:cNvSpPr>
            <a:spLocks noChangeArrowheads="1"/>
          </p:cNvSpPr>
          <p:nvPr/>
        </p:nvSpPr>
        <p:spPr bwMode="auto">
          <a:xfrm>
            <a:off x="3993356" y="1689664"/>
            <a:ext cx="386954" cy="388144"/>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D</a:t>
            </a:r>
          </a:p>
        </p:txBody>
      </p:sp>
      <p:sp>
        <p:nvSpPr>
          <p:cNvPr id="117787" name="Oval 37">
            <a:extLst>
              <a:ext uri="{FF2B5EF4-FFF2-40B4-BE49-F238E27FC236}">
                <a16:creationId xmlns:a16="http://schemas.microsoft.com/office/drawing/2014/main" id="{D6304D08-CCE8-FD4D-9C83-625527CB9C7D}"/>
              </a:ext>
            </a:extLst>
          </p:cNvPr>
          <p:cNvSpPr>
            <a:spLocks noChangeArrowheads="1"/>
          </p:cNvSpPr>
          <p:nvPr/>
        </p:nvSpPr>
        <p:spPr bwMode="auto">
          <a:xfrm>
            <a:off x="4612482" y="2889814"/>
            <a:ext cx="431006" cy="432197"/>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E</a:t>
            </a:r>
          </a:p>
        </p:txBody>
      </p:sp>
      <p:sp>
        <p:nvSpPr>
          <p:cNvPr id="117788" name="Oval 38">
            <a:extLst>
              <a:ext uri="{FF2B5EF4-FFF2-40B4-BE49-F238E27FC236}">
                <a16:creationId xmlns:a16="http://schemas.microsoft.com/office/drawing/2014/main" id="{BC46B7B7-E459-AC4B-AE31-B355FEB4E232}"/>
              </a:ext>
            </a:extLst>
          </p:cNvPr>
          <p:cNvSpPr>
            <a:spLocks noChangeArrowheads="1"/>
          </p:cNvSpPr>
          <p:nvPr/>
        </p:nvSpPr>
        <p:spPr bwMode="auto">
          <a:xfrm>
            <a:off x="3652838" y="3900655"/>
            <a:ext cx="409575" cy="410765"/>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C</a:t>
            </a:r>
          </a:p>
        </p:txBody>
      </p:sp>
      <p:sp>
        <p:nvSpPr>
          <p:cNvPr id="117789" name="Text Box 39">
            <a:extLst>
              <a:ext uri="{FF2B5EF4-FFF2-40B4-BE49-F238E27FC236}">
                <a16:creationId xmlns:a16="http://schemas.microsoft.com/office/drawing/2014/main" id="{B8CFE7A3-F133-9144-8426-2E2CF43558CB}"/>
              </a:ext>
            </a:extLst>
          </p:cNvPr>
          <p:cNvSpPr txBox="1">
            <a:spLocks noChangeArrowheads="1"/>
          </p:cNvSpPr>
          <p:nvPr/>
        </p:nvSpPr>
        <p:spPr bwMode="auto">
          <a:xfrm>
            <a:off x="4950619" y="375778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5</a:t>
            </a:r>
            <a:endParaRPr kumimoji="1" lang="en-US" altLang="zh-CN" sz="1500">
              <a:latin typeface="Arial" panose="020B0604020202020204" pitchFamily="34" charset="0"/>
              <a:ea typeface="宋体" panose="02010600030101010101" pitchFamily="2" charset="-122"/>
            </a:endParaRPr>
          </a:p>
        </p:txBody>
      </p:sp>
      <p:sp>
        <p:nvSpPr>
          <p:cNvPr id="117790" name="Text Box 40">
            <a:extLst>
              <a:ext uri="{FF2B5EF4-FFF2-40B4-BE49-F238E27FC236}">
                <a16:creationId xmlns:a16="http://schemas.microsoft.com/office/drawing/2014/main" id="{0EDF959B-2FF4-7747-ADAB-679D90DB4672}"/>
              </a:ext>
            </a:extLst>
          </p:cNvPr>
          <p:cNvSpPr txBox="1">
            <a:spLocks noChangeArrowheads="1"/>
          </p:cNvSpPr>
          <p:nvPr/>
        </p:nvSpPr>
        <p:spPr bwMode="auto">
          <a:xfrm>
            <a:off x="5706666" y="2407611"/>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6</a:t>
            </a:r>
            <a:endParaRPr kumimoji="1" lang="en-US" altLang="zh-CN" sz="1500">
              <a:latin typeface="Arial" panose="020B0604020202020204" pitchFamily="34" charset="0"/>
              <a:ea typeface="宋体" panose="02010600030101010101" pitchFamily="2" charset="-122"/>
            </a:endParaRPr>
          </a:p>
        </p:txBody>
      </p:sp>
      <p:sp>
        <p:nvSpPr>
          <p:cNvPr id="117791" name="Text Box 41">
            <a:extLst>
              <a:ext uri="{FF2B5EF4-FFF2-40B4-BE49-F238E27FC236}">
                <a16:creationId xmlns:a16="http://schemas.microsoft.com/office/drawing/2014/main" id="{D7710A1B-D6B4-9342-9D2E-33421BA67C8F}"/>
              </a:ext>
            </a:extLst>
          </p:cNvPr>
          <p:cNvSpPr txBox="1">
            <a:spLocks noChangeArrowheads="1"/>
          </p:cNvSpPr>
          <p:nvPr/>
        </p:nvSpPr>
        <p:spPr bwMode="auto">
          <a:xfrm>
            <a:off x="3654029" y="116578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117792" name="Text Box 42">
            <a:extLst>
              <a:ext uri="{FF2B5EF4-FFF2-40B4-BE49-F238E27FC236}">
                <a16:creationId xmlns:a16="http://schemas.microsoft.com/office/drawing/2014/main" id="{CEBEE798-FE83-604C-B0AB-6EEC88F5FEA9}"/>
              </a:ext>
            </a:extLst>
          </p:cNvPr>
          <p:cNvSpPr txBox="1">
            <a:spLocks noChangeArrowheads="1"/>
          </p:cNvSpPr>
          <p:nvPr/>
        </p:nvSpPr>
        <p:spPr bwMode="auto">
          <a:xfrm>
            <a:off x="2627710" y="1274136"/>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117793" name="Text Box 43">
            <a:extLst>
              <a:ext uri="{FF2B5EF4-FFF2-40B4-BE49-F238E27FC236}">
                <a16:creationId xmlns:a16="http://schemas.microsoft.com/office/drawing/2014/main" id="{1528D4CC-D5FC-0642-AEC0-E152438E2ABA}"/>
              </a:ext>
            </a:extLst>
          </p:cNvPr>
          <p:cNvSpPr txBox="1">
            <a:spLocks noChangeArrowheads="1"/>
          </p:cNvSpPr>
          <p:nvPr/>
        </p:nvSpPr>
        <p:spPr bwMode="auto">
          <a:xfrm>
            <a:off x="2789635" y="4460248"/>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pic>
        <p:nvPicPr>
          <p:cNvPr id="117794" name="Picture 45">
            <a:extLst>
              <a:ext uri="{FF2B5EF4-FFF2-40B4-BE49-F238E27FC236}">
                <a16:creationId xmlns:a16="http://schemas.microsoft.com/office/drawing/2014/main" id="{D27E8ABC-A674-9948-86FE-20FCCCDF7D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392" y="3173182"/>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82" name="Rectangle 46">
            <a:extLst>
              <a:ext uri="{FF2B5EF4-FFF2-40B4-BE49-F238E27FC236}">
                <a16:creationId xmlns:a16="http://schemas.microsoft.com/office/drawing/2014/main" id="{C00D5EBE-997C-524B-9C06-B76CAE27CCCC}"/>
              </a:ext>
            </a:extLst>
          </p:cNvPr>
          <p:cNvSpPr>
            <a:spLocks noChangeArrowheads="1"/>
          </p:cNvSpPr>
          <p:nvPr/>
        </p:nvSpPr>
        <p:spPr bwMode="auto">
          <a:xfrm>
            <a:off x="1763316" y="3272004"/>
            <a:ext cx="119063" cy="119063"/>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796" name="Text Box 48">
            <a:extLst>
              <a:ext uri="{FF2B5EF4-FFF2-40B4-BE49-F238E27FC236}">
                <a16:creationId xmlns:a16="http://schemas.microsoft.com/office/drawing/2014/main" id="{131A3650-F531-6848-A7EB-8802A404175E}"/>
              </a:ext>
            </a:extLst>
          </p:cNvPr>
          <p:cNvSpPr txBox="1">
            <a:spLocks noChangeArrowheads="1"/>
          </p:cNvSpPr>
          <p:nvPr/>
        </p:nvSpPr>
        <p:spPr bwMode="auto">
          <a:xfrm>
            <a:off x="5423297" y="2045660"/>
            <a:ext cx="2233304" cy="415498"/>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hlink"/>
                </a:solidFill>
                <a:latin typeface="Arial" panose="020B0604020202020204" pitchFamily="34" charset="0"/>
                <a:ea typeface="宋体" panose="02010600030101010101" pitchFamily="2" charset="-122"/>
              </a:rPr>
              <a:t>H</a:t>
            </a:r>
            <a:r>
              <a:rPr kumimoji="1" lang="en-US" altLang="zh-CN" sz="2100" baseline="-25000">
                <a:solidFill>
                  <a:schemeClr val="hlink"/>
                </a:solidFill>
                <a:latin typeface="Arial" panose="020B0604020202020204" pitchFamily="34" charset="0"/>
                <a:ea typeface="宋体" panose="02010600030101010101" pitchFamily="2" charset="-122"/>
              </a:rPr>
              <a:t>1</a:t>
            </a:r>
            <a:r>
              <a:rPr kumimoji="1" lang="en-US" altLang="zh-CN" sz="1200" baseline="-25000">
                <a:solidFill>
                  <a:schemeClr val="hlink"/>
                </a:solidFill>
                <a:latin typeface="Arial" panose="020B0604020202020204" pitchFamily="34" charset="0"/>
                <a:ea typeface="宋体" panose="02010600030101010101" pitchFamily="2" charset="-122"/>
              </a:rPr>
              <a:t> </a:t>
            </a:r>
            <a:r>
              <a:rPr kumimoji="1" lang="zh-CN" altLang="en-US" sz="2100">
                <a:solidFill>
                  <a:schemeClr val="hlink"/>
                </a:solidFill>
                <a:latin typeface="Arial" panose="020B0604020202020204" pitchFamily="34" charset="0"/>
                <a:ea typeface="宋体" panose="02010600030101010101" pitchFamily="2" charset="-122"/>
              </a:rPr>
              <a:t>向</a:t>
            </a:r>
            <a:r>
              <a:rPr kumimoji="1" lang="zh-CN" altLang="en-US" sz="1200">
                <a:solidFill>
                  <a:schemeClr val="hlink"/>
                </a:solidFill>
                <a:latin typeface="Arial" panose="020B0604020202020204" pitchFamily="34" charset="0"/>
                <a:ea typeface="宋体" panose="02010600030101010101" pitchFamily="2" charset="-122"/>
              </a:rPr>
              <a:t> </a:t>
            </a:r>
            <a:r>
              <a:rPr kumimoji="1" lang="en-US" altLang="zh-CN" sz="2100">
                <a:solidFill>
                  <a:schemeClr val="hlink"/>
                </a:solidFill>
                <a:latin typeface="Arial" panose="020B0604020202020204" pitchFamily="34" charset="0"/>
                <a:ea typeface="宋体" panose="02010600030101010101" pitchFamily="2" charset="-122"/>
              </a:rPr>
              <a:t>H</a:t>
            </a:r>
            <a:r>
              <a:rPr kumimoji="1" lang="en-US" altLang="zh-CN" sz="2100" baseline="-25000">
                <a:solidFill>
                  <a:schemeClr val="hlink"/>
                </a:solidFill>
                <a:latin typeface="Arial" panose="020B0604020202020204" pitchFamily="34" charset="0"/>
                <a:ea typeface="宋体" panose="02010600030101010101" pitchFamily="2" charset="-122"/>
              </a:rPr>
              <a:t>5</a:t>
            </a:r>
            <a:r>
              <a:rPr kumimoji="1" lang="en-US" altLang="zh-CN" sz="1200">
                <a:solidFill>
                  <a:schemeClr val="hlink"/>
                </a:solidFill>
                <a:latin typeface="Arial" panose="020B0604020202020204" pitchFamily="34" charset="0"/>
                <a:ea typeface="宋体" panose="02010600030101010101" pitchFamily="2" charset="-122"/>
              </a:rPr>
              <a:t> </a:t>
            </a:r>
            <a:r>
              <a:rPr kumimoji="1" lang="zh-CN" altLang="en-US" sz="2100">
                <a:solidFill>
                  <a:schemeClr val="hlink"/>
                </a:solidFill>
                <a:latin typeface="Arial" panose="020B0604020202020204" pitchFamily="34" charset="0"/>
                <a:ea typeface="宋体" panose="02010600030101010101" pitchFamily="2" charset="-122"/>
              </a:rPr>
              <a:t>发送分组</a:t>
            </a:r>
          </a:p>
        </p:txBody>
      </p:sp>
      <p:sp>
        <p:nvSpPr>
          <p:cNvPr id="117797" name="Text Box 55">
            <a:extLst>
              <a:ext uri="{FF2B5EF4-FFF2-40B4-BE49-F238E27FC236}">
                <a16:creationId xmlns:a16="http://schemas.microsoft.com/office/drawing/2014/main" id="{3E4866F0-B296-AE49-A3B3-18598F5B1910}"/>
              </a:ext>
            </a:extLst>
          </p:cNvPr>
          <p:cNvSpPr txBox="1">
            <a:spLocks noChangeArrowheads="1"/>
          </p:cNvSpPr>
          <p:nvPr/>
        </p:nvSpPr>
        <p:spPr bwMode="auto">
          <a:xfrm>
            <a:off x="1702594" y="1921836"/>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路由器</a:t>
            </a:r>
          </a:p>
        </p:txBody>
      </p:sp>
      <p:sp>
        <p:nvSpPr>
          <p:cNvPr id="117798" name="Text Box 56">
            <a:extLst>
              <a:ext uri="{FF2B5EF4-FFF2-40B4-BE49-F238E27FC236}">
                <a16:creationId xmlns:a16="http://schemas.microsoft.com/office/drawing/2014/main" id="{0792DFA5-A8A7-0146-B234-894B8820D0E0}"/>
              </a:ext>
            </a:extLst>
          </p:cNvPr>
          <p:cNvSpPr txBox="1">
            <a:spLocks noChangeArrowheads="1"/>
          </p:cNvSpPr>
          <p:nvPr/>
        </p:nvSpPr>
        <p:spPr bwMode="auto">
          <a:xfrm>
            <a:off x="1143001" y="2515957"/>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主机</a:t>
            </a:r>
          </a:p>
        </p:txBody>
      </p:sp>
      <p:sp>
        <p:nvSpPr>
          <p:cNvPr id="117799" name="Line 57">
            <a:extLst>
              <a:ext uri="{FF2B5EF4-FFF2-40B4-BE49-F238E27FC236}">
                <a16:creationId xmlns:a16="http://schemas.microsoft.com/office/drawing/2014/main" id="{8C94F121-FCCD-5844-844F-4EA0EC4D6EFC}"/>
              </a:ext>
            </a:extLst>
          </p:cNvPr>
          <p:cNvSpPr>
            <a:spLocks noChangeShapeType="1"/>
          </p:cNvSpPr>
          <p:nvPr/>
        </p:nvSpPr>
        <p:spPr bwMode="auto">
          <a:xfrm>
            <a:off x="2357438" y="2083761"/>
            <a:ext cx="594122" cy="1619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7800" name="Line 58">
            <a:extLst>
              <a:ext uri="{FF2B5EF4-FFF2-40B4-BE49-F238E27FC236}">
                <a16:creationId xmlns:a16="http://schemas.microsoft.com/office/drawing/2014/main" id="{7D0ECE39-A203-6649-AC34-1F9EA5CDDE11}"/>
              </a:ext>
            </a:extLst>
          </p:cNvPr>
          <p:cNvSpPr>
            <a:spLocks noChangeShapeType="1"/>
          </p:cNvSpPr>
          <p:nvPr/>
        </p:nvSpPr>
        <p:spPr bwMode="auto">
          <a:xfrm>
            <a:off x="1439466" y="2786229"/>
            <a:ext cx="270272" cy="432197"/>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5595" name="Rectangle 59">
            <a:extLst>
              <a:ext uri="{FF2B5EF4-FFF2-40B4-BE49-F238E27FC236}">
                <a16:creationId xmlns:a16="http://schemas.microsoft.com/office/drawing/2014/main" id="{A1DCA03C-BA0C-7D49-A03B-EA02E5EEC6D1}"/>
              </a:ext>
            </a:extLst>
          </p:cNvPr>
          <p:cNvSpPr>
            <a:spLocks noChangeArrowheads="1"/>
          </p:cNvSpPr>
          <p:nvPr/>
        </p:nvSpPr>
        <p:spPr bwMode="auto">
          <a:xfrm>
            <a:off x="2411016" y="3272004"/>
            <a:ext cx="119063" cy="119063"/>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5597" name="Rectangle 61">
            <a:extLst>
              <a:ext uri="{FF2B5EF4-FFF2-40B4-BE49-F238E27FC236}">
                <a16:creationId xmlns:a16="http://schemas.microsoft.com/office/drawing/2014/main" id="{040C3ED4-C897-A04F-ACBE-649316F2D0BF}"/>
              </a:ext>
            </a:extLst>
          </p:cNvPr>
          <p:cNvSpPr>
            <a:spLocks noChangeArrowheads="1"/>
          </p:cNvSpPr>
          <p:nvPr/>
        </p:nvSpPr>
        <p:spPr bwMode="auto">
          <a:xfrm>
            <a:off x="3762376" y="4028051"/>
            <a:ext cx="108347" cy="108347"/>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5598" name="Text Box 62">
            <a:extLst>
              <a:ext uri="{FF2B5EF4-FFF2-40B4-BE49-F238E27FC236}">
                <a16:creationId xmlns:a16="http://schemas.microsoft.com/office/drawing/2014/main" id="{2357BE14-967F-2449-92A0-F66F599A327B}"/>
              </a:ext>
            </a:extLst>
          </p:cNvPr>
          <p:cNvSpPr txBox="1">
            <a:spLocks noChangeArrowheads="1"/>
          </p:cNvSpPr>
          <p:nvPr/>
        </p:nvSpPr>
        <p:spPr bwMode="auto">
          <a:xfrm>
            <a:off x="2357438" y="1436061"/>
            <a:ext cx="2753916" cy="1061829"/>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在路由器</a:t>
            </a:r>
            <a:r>
              <a:rPr kumimoji="1" lang="zh-CN" altLang="en-US" sz="75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E</a:t>
            </a:r>
            <a:r>
              <a:rPr kumimoji="1" lang="en-US" altLang="zh-CN" sz="750">
                <a:latin typeface="黑体" panose="02010609060101010101" pitchFamily="49" charset="-122"/>
                <a:ea typeface="宋体" panose="02010600030101010101" pitchFamily="2" charset="-122"/>
              </a:rPr>
              <a:t> </a:t>
            </a:r>
            <a:r>
              <a:rPr kumimoji="1" lang="zh-CN" altLang="en-US" sz="2100">
                <a:latin typeface="黑体" panose="02010609060101010101" pitchFamily="49" charset="-122"/>
                <a:ea typeface="宋体" panose="02010600030101010101" pitchFamily="2" charset="-122"/>
              </a:rPr>
              <a:t>暂存</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查找转发表</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找到转发的端口</a:t>
            </a:r>
          </a:p>
        </p:txBody>
      </p:sp>
      <p:sp>
        <p:nvSpPr>
          <p:cNvPr id="65599" name="Rectangle 63">
            <a:extLst>
              <a:ext uri="{FF2B5EF4-FFF2-40B4-BE49-F238E27FC236}">
                <a16:creationId xmlns:a16="http://schemas.microsoft.com/office/drawing/2014/main" id="{6751674C-4FC8-8D4A-BCE8-C8E7A9E073C8}"/>
              </a:ext>
            </a:extLst>
          </p:cNvPr>
          <p:cNvSpPr>
            <a:spLocks noChangeArrowheads="1"/>
          </p:cNvSpPr>
          <p:nvPr/>
        </p:nvSpPr>
        <p:spPr bwMode="auto">
          <a:xfrm>
            <a:off x="4733926" y="3163658"/>
            <a:ext cx="108347" cy="108347"/>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5600" name="Text Box 64">
            <a:extLst>
              <a:ext uri="{FF2B5EF4-FFF2-40B4-BE49-F238E27FC236}">
                <a16:creationId xmlns:a16="http://schemas.microsoft.com/office/drawing/2014/main" id="{BAA96821-596E-A345-84D3-879D16EFCF5E}"/>
              </a:ext>
            </a:extLst>
          </p:cNvPr>
          <p:cNvSpPr txBox="1">
            <a:spLocks noChangeArrowheads="1"/>
          </p:cNvSpPr>
          <p:nvPr/>
        </p:nvSpPr>
        <p:spPr bwMode="auto">
          <a:xfrm>
            <a:off x="2519362" y="1436060"/>
            <a:ext cx="2862263" cy="415498"/>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最后到达目的主机</a:t>
            </a:r>
            <a:r>
              <a:rPr kumimoji="1" lang="zh-CN" altLang="en-US" sz="60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H</a:t>
            </a:r>
            <a:r>
              <a:rPr kumimoji="1" lang="en-US" altLang="zh-CN" sz="2100" baseline="-25000">
                <a:latin typeface="Arial" panose="020B0604020202020204" pitchFamily="34" charset="0"/>
                <a:ea typeface="宋体" panose="02010600030101010101" pitchFamily="2" charset="-122"/>
              </a:rPr>
              <a:t>5</a:t>
            </a:r>
          </a:p>
        </p:txBody>
      </p:sp>
      <p:sp>
        <p:nvSpPr>
          <p:cNvPr id="65596" name="Text Box 60">
            <a:extLst>
              <a:ext uri="{FF2B5EF4-FFF2-40B4-BE49-F238E27FC236}">
                <a16:creationId xmlns:a16="http://schemas.microsoft.com/office/drawing/2014/main" id="{89F90B20-135E-344F-96AF-1CAD927A8FB2}"/>
              </a:ext>
            </a:extLst>
          </p:cNvPr>
          <p:cNvSpPr txBox="1">
            <a:spLocks noChangeArrowheads="1"/>
          </p:cNvSpPr>
          <p:nvPr/>
        </p:nvSpPr>
        <p:spPr bwMode="auto">
          <a:xfrm flipH="1">
            <a:off x="2141935" y="1436061"/>
            <a:ext cx="2753915" cy="1061829"/>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在路由器</a:t>
            </a:r>
            <a:r>
              <a:rPr kumimoji="1" lang="zh-CN" altLang="en-US" sz="75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C</a:t>
            </a:r>
            <a:r>
              <a:rPr kumimoji="1" lang="en-US" altLang="zh-CN" sz="750">
                <a:latin typeface="黑体" panose="02010609060101010101" pitchFamily="49" charset="-122"/>
                <a:ea typeface="宋体" panose="02010600030101010101" pitchFamily="2" charset="-122"/>
              </a:rPr>
              <a:t> </a:t>
            </a:r>
            <a:r>
              <a:rPr kumimoji="1" lang="zh-CN" altLang="en-US" sz="2100">
                <a:latin typeface="黑体" panose="02010609060101010101" pitchFamily="49" charset="-122"/>
                <a:ea typeface="宋体" panose="02010600030101010101" pitchFamily="2" charset="-122"/>
              </a:rPr>
              <a:t>暂存</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查找转发表</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找到转发的端口</a:t>
            </a:r>
          </a:p>
        </p:txBody>
      </p:sp>
      <p:sp>
        <p:nvSpPr>
          <p:cNvPr id="65590" name="Text Box 54">
            <a:extLst>
              <a:ext uri="{FF2B5EF4-FFF2-40B4-BE49-F238E27FC236}">
                <a16:creationId xmlns:a16="http://schemas.microsoft.com/office/drawing/2014/main" id="{A92B207B-E135-A842-9904-FB7C3F466C34}"/>
              </a:ext>
            </a:extLst>
          </p:cNvPr>
          <p:cNvSpPr txBox="1">
            <a:spLocks noChangeArrowheads="1"/>
          </p:cNvSpPr>
          <p:nvPr/>
        </p:nvSpPr>
        <p:spPr bwMode="auto">
          <a:xfrm>
            <a:off x="1980010" y="1436061"/>
            <a:ext cx="2753915" cy="1061829"/>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在路由器</a:t>
            </a:r>
            <a:r>
              <a:rPr kumimoji="1" lang="zh-CN" altLang="en-US" sz="75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A</a:t>
            </a:r>
            <a:r>
              <a:rPr kumimoji="1" lang="en-US" altLang="zh-CN" sz="750">
                <a:latin typeface="黑体" panose="02010609060101010101" pitchFamily="49" charset="-122"/>
                <a:ea typeface="宋体" panose="02010600030101010101" pitchFamily="2" charset="-122"/>
              </a:rPr>
              <a:t> </a:t>
            </a:r>
            <a:r>
              <a:rPr kumimoji="1" lang="zh-CN" altLang="en-US" sz="2100">
                <a:latin typeface="黑体" panose="02010609060101010101" pitchFamily="49" charset="-122"/>
                <a:ea typeface="宋体" panose="02010600030101010101" pitchFamily="2" charset="-122"/>
              </a:rPr>
              <a:t>暂存</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查找转发表</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找到转发的端口</a:t>
            </a:r>
          </a:p>
        </p:txBody>
      </p:sp>
      <p:sp>
        <p:nvSpPr>
          <p:cNvPr id="117808" name="幻灯片编号占位符 1">
            <a:extLst>
              <a:ext uri="{FF2B5EF4-FFF2-40B4-BE49-F238E27FC236}">
                <a16:creationId xmlns:a16="http://schemas.microsoft.com/office/drawing/2014/main" id="{6DB8C0C3-BC0A-6043-A0FA-164A48FB06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62472F5-25CB-154A-BA56-698593DD0C8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53802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82"/>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grpId="1" nodeType="afterEffect">
                                  <p:stCondLst>
                                    <p:cond delay="0"/>
                                  </p:stCondLst>
                                  <p:childTnLst>
                                    <p:animMotion origin="layout" path="M 0.00365 -0.0074 L 0.09445 7.51445E-7 " pathEditMode="relative" rAng="0" ptsTypes="AA">
                                      <p:cBhvr>
                                        <p:cTn id="9" dur="2000" fill="hold"/>
                                        <p:tgtEl>
                                          <p:spTgt spid="65582"/>
                                        </p:tgtEl>
                                        <p:attrNameLst>
                                          <p:attrName>ppt_x</p:attrName>
                                          <p:attrName>ppt_y</p:attrName>
                                        </p:attrNameLst>
                                      </p:cBhvr>
                                      <p:rCtr x="4531" y="370"/>
                                    </p:animMotion>
                                  </p:childTnLst>
                                </p:cTn>
                              </p:par>
                            </p:childTnLst>
                          </p:cTn>
                        </p:par>
                        <p:par>
                          <p:cTn id="10" fill="hold" nodeType="afterGroup">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65590"/>
                                        </p:tgtEl>
                                        <p:attrNameLst>
                                          <p:attrName>style.visibility</p:attrName>
                                        </p:attrNameLst>
                                      </p:cBhvr>
                                      <p:to>
                                        <p:strVal val="visible"/>
                                      </p:to>
                                    </p:set>
                                  </p:childTnLst>
                                </p:cTn>
                              </p:par>
                            </p:childTnLst>
                          </p:cTn>
                        </p:par>
                        <p:par>
                          <p:cTn id="13" fill="hold" nodeType="afterGroup">
                            <p:stCondLst>
                              <p:cond delay="2000"/>
                            </p:stCondLst>
                            <p:childTnLst>
                              <p:par>
                                <p:cTn id="14" presetID="6" presetClass="emph" presetSubtype="0" fill="hold" grpId="1" nodeType="afterEffect">
                                  <p:stCondLst>
                                    <p:cond delay="300"/>
                                  </p:stCondLst>
                                  <p:childTnLst>
                                    <p:animScale>
                                      <p:cBhvr>
                                        <p:cTn id="15" dur="1000" fill="hold"/>
                                        <p:tgtEl>
                                          <p:spTgt spid="65590"/>
                                        </p:tgtEl>
                                      </p:cBhvr>
                                      <p:by x="150000" y="150000"/>
                                    </p:animScale>
                                  </p:childTnLst>
                                </p:cTn>
                              </p:par>
                            </p:childTnLst>
                          </p:cTn>
                        </p:par>
                        <p:par>
                          <p:cTn id="16" fill="hold" nodeType="afterGroup">
                            <p:stCondLst>
                              <p:cond delay="3300"/>
                            </p:stCondLst>
                            <p:childTnLst>
                              <p:par>
                                <p:cTn id="17" presetID="1" presetClass="exit" presetSubtype="0" fill="hold" grpId="2" nodeType="afterEffect">
                                  <p:stCondLst>
                                    <p:cond delay="2000"/>
                                  </p:stCondLst>
                                  <p:childTnLst>
                                    <p:set>
                                      <p:cBhvr>
                                        <p:cTn id="18" dur="1" fill="hold">
                                          <p:stCondLst>
                                            <p:cond delay="0"/>
                                          </p:stCondLst>
                                        </p:cTn>
                                        <p:tgtEl>
                                          <p:spTgt spid="65590"/>
                                        </p:tgtEl>
                                        <p:attrNameLst>
                                          <p:attrName>style.visibility</p:attrName>
                                        </p:attrNameLst>
                                      </p:cBhvr>
                                      <p:to>
                                        <p:strVal val="hidden"/>
                                      </p:to>
                                    </p:set>
                                  </p:childTnLst>
                                </p:cTn>
                              </p:par>
                            </p:childTnLst>
                          </p:cTn>
                        </p:par>
                        <p:par>
                          <p:cTn id="19" fill="hold" nodeType="afterGroup">
                            <p:stCondLst>
                              <p:cond delay="5300"/>
                            </p:stCondLst>
                            <p:childTnLst>
                              <p:par>
                                <p:cTn id="20" presetID="1" presetClass="exit" presetSubtype="0" fill="hold" grpId="2" nodeType="afterEffect">
                                  <p:stCondLst>
                                    <p:cond delay="0"/>
                                  </p:stCondLst>
                                  <p:childTnLst>
                                    <p:set>
                                      <p:cBhvr>
                                        <p:cTn id="21" dur="1" fill="hold">
                                          <p:stCondLst>
                                            <p:cond delay="0"/>
                                          </p:stCondLst>
                                        </p:cTn>
                                        <p:tgtEl>
                                          <p:spTgt spid="65582"/>
                                        </p:tgtEl>
                                        <p:attrNameLst>
                                          <p:attrName>style.visibility</p:attrName>
                                        </p:attrNameLst>
                                      </p:cBhvr>
                                      <p:to>
                                        <p:strVal val="hidden"/>
                                      </p:to>
                                    </p:set>
                                  </p:childTnLst>
                                </p:cTn>
                              </p:par>
                            </p:childTnLst>
                          </p:cTn>
                        </p:par>
                        <p:par>
                          <p:cTn id="22" fill="hold" nodeType="afterGroup">
                            <p:stCondLst>
                              <p:cond delay="5300"/>
                            </p:stCondLst>
                            <p:childTnLst>
                              <p:par>
                                <p:cTn id="23" presetID="1" presetClass="entr" presetSubtype="0" fill="hold" grpId="0" nodeType="afterEffect">
                                  <p:stCondLst>
                                    <p:cond delay="0"/>
                                  </p:stCondLst>
                                  <p:childTnLst>
                                    <p:set>
                                      <p:cBhvr>
                                        <p:cTn id="24" dur="1" fill="hold">
                                          <p:stCondLst>
                                            <p:cond delay="0"/>
                                          </p:stCondLst>
                                        </p:cTn>
                                        <p:tgtEl>
                                          <p:spTgt spid="65595"/>
                                        </p:tgtEl>
                                        <p:attrNameLst>
                                          <p:attrName>style.visibility</p:attrName>
                                        </p:attrNameLst>
                                      </p:cBhvr>
                                      <p:to>
                                        <p:strVal val="visible"/>
                                      </p:to>
                                    </p:set>
                                  </p:childTnLst>
                                </p:cTn>
                              </p:par>
                            </p:childTnLst>
                          </p:cTn>
                        </p:par>
                        <p:par>
                          <p:cTn id="25" fill="hold" nodeType="afterGroup">
                            <p:stCondLst>
                              <p:cond delay="5300"/>
                            </p:stCondLst>
                            <p:childTnLst>
                              <p:par>
                                <p:cTn id="26" presetID="63" presetClass="path" presetSubtype="0" accel="50000" decel="50000" fill="hold" grpId="1" nodeType="afterEffect">
                                  <p:stCondLst>
                                    <p:cond delay="0"/>
                                  </p:stCondLst>
                                  <p:childTnLst>
                                    <p:animMotion origin="layout" path="M 3.61111E-6 1.44509E-6 L 0.18264 0.14381 " pathEditMode="relative" rAng="0" ptsTypes="AA">
                                      <p:cBhvr>
                                        <p:cTn id="27" dur="2000" fill="hold"/>
                                        <p:tgtEl>
                                          <p:spTgt spid="65595"/>
                                        </p:tgtEl>
                                        <p:attrNameLst>
                                          <p:attrName>ppt_x</p:attrName>
                                          <p:attrName>ppt_y</p:attrName>
                                        </p:attrNameLst>
                                      </p:cBhvr>
                                      <p:rCtr x="9132" y="7191"/>
                                    </p:animMotion>
                                  </p:childTnLst>
                                </p:cTn>
                              </p:par>
                            </p:childTnLst>
                          </p:cTn>
                        </p:par>
                        <p:par>
                          <p:cTn id="28" fill="hold" nodeType="afterGroup">
                            <p:stCondLst>
                              <p:cond delay="7300"/>
                            </p:stCondLst>
                            <p:childTnLst>
                              <p:par>
                                <p:cTn id="29" presetID="1" presetClass="entr" presetSubtype="0" fill="hold" grpId="0" nodeType="afterEffect">
                                  <p:stCondLst>
                                    <p:cond delay="0"/>
                                  </p:stCondLst>
                                  <p:childTnLst>
                                    <p:set>
                                      <p:cBhvr>
                                        <p:cTn id="30" dur="1" fill="hold">
                                          <p:stCondLst>
                                            <p:cond delay="0"/>
                                          </p:stCondLst>
                                        </p:cTn>
                                        <p:tgtEl>
                                          <p:spTgt spid="65596"/>
                                        </p:tgtEl>
                                        <p:attrNameLst>
                                          <p:attrName>style.visibility</p:attrName>
                                        </p:attrNameLst>
                                      </p:cBhvr>
                                      <p:to>
                                        <p:strVal val="visible"/>
                                      </p:to>
                                    </p:set>
                                  </p:childTnLst>
                                </p:cTn>
                              </p:par>
                            </p:childTnLst>
                          </p:cTn>
                        </p:par>
                        <p:par>
                          <p:cTn id="31" fill="hold" nodeType="afterGroup">
                            <p:stCondLst>
                              <p:cond delay="7300"/>
                            </p:stCondLst>
                            <p:childTnLst>
                              <p:par>
                                <p:cTn id="32" presetID="6" presetClass="emph" presetSubtype="0" fill="hold" grpId="1" nodeType="afterEffect">
                                  <p:stCondLst>
                                    <p:cond delay="0"/>
                                  </p:stCondLst>
                                  <p:childTnLst>
                                    <p:animScale>
                                      <p:cBhvr>
                                        <p:cTn id="33" dur="1000" fill="hold"/>
                                        <p:tgtEl>
                                          <p:spTgt spid="65596"/>
                                        </p:tgtEl>
                                      </p:cBhvr>
                                      <p:by x="150000" y="150000"/>
                                    </p:animScale>
                                  </p:childTnLst>
                                </p:cTn>
                              </p:par>
                            </p:childTnLst>
                          </p:cTn>
                        </p:par>
                        <p:par>
                          <p:cTn id="34" fill="hold" nodeType="afterGroup">
                            <p:stCondLst>
                              <p:cond delay="8300"/>
                            </p:stCondLst>
                            <p:childTnLst>
                              <p:par>
                                <p:cTn id="35" presetID="1" presetClass="exit" presetSubtype="0" fill="hold" grpId="2" nodeType="afterEffect">
                                  <p:stCondLst>
                                    <p:cond delay="2000"/>
                                  </p:stCondLst>
                                  <p:childTnLst>
                                    <p:set>
                                      <p:cBhvr>
                                        <p:cTn id="36" dur="1" fill="hold">
                                          <p:stCondLst>
                                            <p:cond delay="0"/>
                                          </p:stCondLst>
                                        </p:cTn>
                                        <p:tgtEl>
                                          <p:spTgt spid="65596"/>
                                        </p:tgtEl>
                                        <p:attrNameLst>
                                          <p:attrName>style.visibility</p:attrName>
                                        </p:attrNameLst>
                                      </p:cBhvr>
                                      <p:to>
                                        <p:strVal val="hidden"/>
                                      </p:to>
                                    </p:set>
                                  </p:childTnLst>
                                </p:cTn>
                              </p:par>
                            </p:childTnLst>
                          </p:cTn>
                        </p:par>
                        <p:par>
                          <p:cTn id="37" fill="hold" nodeType="afterGroup">
                            <p:stCondLst>
                              <p:cond delay="10300"/>
                            </p:stCondLst>
                            <p:childTnLst>
                              <p:par>
                                <p:cTn id="38" presetID="1" presetClass="exit" presetSubtype="0" fill="hold" grpId="2" nodeType="afterEffect">
                                  <p:stCondLst>
                                    <p:cond delay="0"/>
                                  </p:stCondLst>
                                  <p:childTnLst>
                                    <p:set>
                                      <p:cBhvr>
                                        <p:cTn id="39" dur="1" fill="hold">
                                          <p:stCondLst>
                                            <p:cond delay="0"/>
                                          </p:stCondLst>
                                        </p:cTn>
                                        <p:tgtEl>
                                          <p:spTgt spid="65595"/>
                                        </p:tgtEl>
                                        <p:attrNameLst>
                                          <p:attrName>style.visibility</p:attrName>
                                        </p:attrNameLst>
                                      </p:cBhvr>
                                      <p:to>
                                        <p:strVal val="hidden"/>
                                      </p:to>
                                    </p:set>
                                  </p:childTnLst>
                                </p:cTn>
                              </p:par>
                            </p:childTnLst>
                          </p:cTn>
                        </p:par>
                        <p:par>
                          <p:cTn id="40" fill="hold" nodeType="afterGroup">
                            <p:stCondLst>
                              <p:cond delay="10300"/>
                            </p:stCondLst>
                            <p:childTnLst>
                              <p:par>
                                <p:cTn id="41" presetID="1" presetClass="entr" presetSubtype="0" fill="hold" grpId="0" nodeType="afterEffect">
                                  <p:stCondLst>
                                    <p:cond delay="0"/>
                                  </p:stCondLst>
                                  <p:childTnLst>
                                    <p:set>
                                      <p:cBhvr>
                                        <p:cTn id="42" dur="1" fill="hold">
                                          <p:stCondLst>
                                            <p:cond delay="0"/>
                                          </p:stCondLst>
                                        </p:cTn>
                                        <p:tgtEl>
                                          <p:spTgt spid="65597"/>
                                        </p:tgtEl>
                                        <p:attrNameLst>
                                          <p:attrName>style.visibility</p:attrName>
                                        </p:attrNameLst>
                                      </p:cBhvr>
                                      <p:to>
                                        <p:strVal val="visible"/>
                                      </p:to>
                                    </p:set>
                                  </p:childTnLst>
                                </p:cTn>
                              </p:par>
                            </p:childTnLst>
                          </p:cTn>
                        </p:par>
                        <p:par>
                          <p:cTn id="43" fill="hold" nodeType="afterGroup">
                            <p:stCondLst>
                              <p:cond delay="10300"/>
                            </p:stCondLst>
                            <p:childTnLst>
                              <p:par>
                                <p:cTn id="44" presetID="63" presetClass="path" presetSubtype="0" accel="50000" decel="50000" fill="hold" grpId="1" nodeType="afterEffect">
                                  <p:stCondLst>
                                    <p:cond delay="0"/>
                                  </p:stCondLst>
                                  <p:childTnLst>
                                    <p:animMotion origin="layout" path="M 0.00729 -0.00185 L 0.14166 -0.17803 " pathEditMode="relative" rAng="0" ptsTypes="AA">
                                      <p:cBhvr>
                                        <p:cTn id="45" dur="2000" fill="hold"/>
                                        <p:tgtEl>
                                          <p:spTgt spid="65597"/>
                                        </p:tgtEl>
                                        <p:attrNameLst>
                                          <p:attrName>ppt_x</p:attrName>
                                          <p:attrName>ppt_y</p:attrName>
                                        </p:attrNameLst>
                                      </p:cBhvr>
                                      <p:rCtr x="6719" y="-8809"/>
                                    </p:animMotion>
                                  </p:childTnLst>
                                </p:cTn>
                              </p:par>
                            </p:childTnLst>
                          </p:cTn>
                        </p:par>
                        <p:par>
                          <p:cTn id="46" fill="hold" nodeType="afterGroup">
                            <p:stCondLst>
                              <p:cond delay="12300"/>
                            </p:stCondLst>
                            <p:childTnLst>
                              <p:par>
                                <p:cTn id="47" presetID="1" presetClass="entr" presetSubtype="0" fill="hold" grpId="0" nodeType="afterEffect">
                                  <p:stCondLst>
                                    <p:cond delay="0"/>
                                  </p:stCondLst>
                                  <p:childTnLst>
                                    <p:set>
                                      <p:cBhvr>
                                        <p:cTn id="48" dur="1" fill="hold">
                                          <p:stCondLst>
                                            <p:cond delay="0"/>
                                          </p:stCondLst>
                                        </p:cTn>
                                        <p:tgtEl>
                                          <p:spTgt spid="65598"/>
                                        </p:tgtEl>
                                        <p:attrNameLst>
                                          <p:attrName>style.visibility</p:attrName>
                                        </p:attrNameLst>
                                      </p:cBhvr>
                                      <p:to>
                                        <p:strVal val="visible"/>
                                      </p:to>
                                    </p:set>
                                  </p:childTnLst>
                                </p:cTn>
                              </p:par>
                            </p:childTnLst>
                          </p:cTn>
                        </p:par>
                        <p:par>
                          <p:cTn id="49" fill="hold" nodeType="afterGroup">
                            <p:stCondLst>
                              <p:cond delay="12300"/>
                            </p:stCondLst>
                            <p:childTnLst>
                              <p:par>
                                <p:cTn id="50" presetID="6" presetClass="emph" presetSubtype="0" fill="hold" grpId="1" nodeType="afterEffect">
                                  <p:stCondLst>
                                    <p:cond delay="0"/>
                                  </p:stCondLst>
                                  <p:childTnLst>
                                    <p:animScale>
                                      <p:cBhvr>
                                        <p:cTn id="51" dur="1000" fill="hold"/>
                                        <p:tgtEl>
                                          <p:spTgt spid="65598"/>
                                        </p:tgtEl>
                                      </p:cBhvr>
                                      <p:by x="150000" y="150000"/>
                                    </p:animScale>
                                  </p:childTnLst>
                                </p:cTn>
                              </p:par>
                            </p:childTnLst>
                          </p:cTn>
                        </p:par>
                        <p:par>
                          <p:cTn id="52" fill="hold" nodeType="afterGroup">
                            <p:stCondLst>
                              <p:cond delay="13300"/>
                            </p:stCondLst>
                            <p:childTnLst>
                              <p:par>
                                <p:cTn id="53" presetID="1" presetClass="exit" presetSubtype="0" fill="hold" grpId="2" nodeType="afterEffect">
                                  <p:stCondLst>
                                    <p:cond delay="2000"/>
                                  </p:stCondLst>
                                  <p:childTnLst>
                                    <p:set>
                                      <p:cBhvr>
                                        <p:cTn id="54" dur="1" fill="hold">
                                          <p:stCondLst>
                                            <p:cond delay="0"/>
                                          </p:stCondLst>
                                        </p:cTn>
                                        <p:tgtEl>
                                          <p:spTgt spid="65598"/>
                                        </p:tgtEl>
                                        <p:attrNameLst>
                                          <p:attrName>style.visibility</p:attrName>
                                        </p:attrNameLst>
                                      </p:cBhvr>
                                      <p:to>
                                        <p:strVal val="hidden"/>
                                      </p:to>
                                    </p:set>
                                  </p:childTnLst>
                                </p:cTn>
                              </p:par>
                            </p:childTnLst>
                          </p:cTn>
                        </p:par>
                        <p:par>
                          <p:cTn id="55" fill="hold" nodeType="afterGroup">
                            <p:stCondLst>
                              <p:cond delay="15300"/>
                            </p:stCondLst>
                            <p:childTnLst>
                              <p:par>
                                <p:cTn id="56" presetID="1" presetClass="exit" presetSubtype="0" fill="hold" grpId="2" nodeType="afterEffect">
                                  <p:stCondLst>
                                    <p:cond delay="0"/>
                                  </p:stCondLst>
                                  <p:childTnLst>
                                    <p:set>
                                      <p:cBhvr>
                                        <p:cTn id="57" dur="1" fill="hold">
                                          <p:stCondLst>
                                            <p:cond delay="0"/>
                                          </p:stCondLst>
                                        </p:cTn>
                                        <p:tgtEl>
                                          <p:spTgt spid="65597"/>
                                        </p:tgtEl>
                                        <p:attrNameLst>
                                          <p:attrName>style.visibility</p:attrName>
                                        </p:attrNameLst>
                                      </p:cBhvr>
                                      <p:to>
                                        <p:strVal val="hidden"/>
                                      </p:to>
                                    </p:set>
                                  </p:childTnLst>
                                </p:cTn>
                              </p:par>
                            </p:childTnLst>
                          </p:cTn>
                        </p:par>
                        <p:par>
                          <p:cTn id="58" fill="hold" nodeType="afterGroup">
                            <p:stCondLst>
                              <p:cond delay="15300"/>
                            </p:stCondLst>
                            <p:childTnLst>
                              <p:par>
                                <p:cTn id="59" presetID="1" presetClass="entr" presetSubtype="0" fill="hold" grpId="0" nodeType="afterEffect">
                                  <p:stCondLst>
                                    <p:cond delay="0"/>
                                  </p:stCondLst>
                                  <p:childTnLst>
                                    <p:set>
                                      <p:cBhvr>
                                        <p:cTn id="60" dur="1" fill="hold">
                                          <p:stCondLst>
                                            <p:cond delay="0"/>
                                          </p:stCondLst>
                                        </p:cTn>
                                        <p:tgtEl>
                                          <p:spTgt spid="65599"/>
                                        </p:tgtEl>
                                        <p:attrNameLst>
                                          <p:attrName>style.visibility</p:attrName>
                                        </p:attrNameLst>
                                      </p:cBhvr>
                                      <p:to>
                                        <p:strVal val="visible"/>
                                      </p:to>
                                    </p:set>
                                  </p:childTnLst>
                                </p:cTn>
                              </p:par>
                            </p:childTnLst>
                          </p:cTn>
                        </p:par>
                        <p:par>
                          <p:cTn id="61" fill="hold" nodeType="afterGroup">
                            <p:stCondLst>
                              <p:cond delay="15300"/>
                            </p:stCondLst>
                            <p:childTnLst>
                              <p:par>
                                <p:cTn id="62" presetID="63" presetClass="path" presetSubtype="0" accel="50000" decel="50000" fill="hold" grpId="1" nodeType="afterEffect">
                                  <p:stCondLst>
                                    <p:cond delay="0"/>
                                  </p:stCondLst>
                                  <p:childTnLst>
                                    <p:animMotion origin="layout" path="M 0.02205 0.00671 L 0.08664 0.14705 " pathEditMode="relative" rAng="0" ptsTypes="AA">
                                      <p:cBhvr>
                                        <p:cTn id="63" dur="2000" fill="hold"/>
                                        <p:tgtEl>
                                          <p:spTgt spid="65599"/>
                                        </p:tgtEl>
                                        <p:attrNameLst>
                                          <p:attrName>ppt_x</p:attrName>
                                          <p:attrName>ppt_y</p:attrName>
                                        </p:attrNameLst>
                                      </p:cBhvr>
                                      <p:rCtr x="3229" y="7006"/>
                                    </p:animMotion>
                                  </p:childTnLst>
                                </p:cTn>
                              </p:par>
                            </p:childTnLst>
                          </p:cTn>
                        </p:par>
                        <p:par>
                          <p:cTn id="64" fill="hold" nodeType="afterGroup">
                            <p:stCondLst>
                              <p:cond delay="17300"/>
                            </p:stCondLst>
                            <p:childTnLst>
                              <p:par>
                                <p:cTn id="65" presetID="1" presetClass="entr" presetSubtype="0" fill="hold" grpId="0" nodeType="afterEffect">
                                  <p:stCondLst>
                                    <p:cond delay="0"/>
                                  </p:stCondLst>
                                  <p:childTnLst>
                                    <p:set>
                                      <p:cBhvr>
                                        <p:cTn id="66" dur="1" fill="hold">
                                          <p:stCondLst>
                                            <p:cond delay="0"/>
                                          </p:stCondLst>
                                        </p:cTn>
                                        <p:tgtEl>
                                          <p:spTgt spid="65600"/>
                                        </p:tgtEl>
                                        <p:attrNameLst>
                                          <p:attrName>style.visibility</p:attrName>
                                        </p:attrNameLst>
                                      </p:cBhvr>
                                      <p:to>
                                        <p:strVal val="visible"/>
                                      </p:to>
                                    </p:set>
                                  </p:childTnLst>
                                </p:cTn>
                              </p:par>
                            </p:childTnLst>
                          </p:cTn>
                        </p:par>
                        <p:par>
                          <p:cTn id="67" fill="hold" nodeType="afterGroup">
                            <p:stCondLst>
                              <p:cond delay="17300"/>
                            </p:stCondLst>
                            <p:childTnLst>
                              <p:par>
                                <p:cTn id="68" presetID="6" presetClass="emph" presetSubtype="0" fill="hold" grpId="1" nodeType="afterEffect">
                                  <p:stCondLst>
                                    <p:cond delay="0"/>
                                  </p:stCondLst>
                                  <p:childTnLst>
                                    <p:animScale>
                                      <p:cBhvr>
                                        <p:cTn id="69" dur="1000" fill="hold"/>
                                        <p:tgtEl>
                                          <p:spTgt spid="6560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2" grpId="0" animBg="1"/>
      <p:bldP spid="65582" grpId="1" animBg="1"/>
      <p:bldP spid="65582" grpId="2" animBg="1"/>
      <p:bldP spid="65595" grpId="0" animBg="1"/>
      <p:bldP spid="65595" grpId="1" animBg="1"/>
      <p:bldP spid="65595" grpId="2" animBg="1"/>
      <p:bldP spid="65597" grpId="0" animBg="1"/>
      <p:bldP spid="65597" grpId="1" animBg="1"/>
      <p:bldP spid="65597" grpId="2" animBg="1"/>
      <p:bldP spid="65598" grpId="0" animBg="1"/>
      <p:bldP spid="65598" grpId="1" animBg="1"/>
      <p:bldP spid="65598" grpId="2" animBg="1"/>
      <p:bldP spid="65599" grpId="0" animBg="1"/>
      <p:bldP spid="65599" grpId="1" animBg="1"/>
      <p:bldP spid="65600" grpId="0" animBg="1"/>
      <p:bldP spid="65600" grpId="1" animBg="1"/>
      <p:bldP spid="65596" grpId="0" animBg="1"/>
      <p:bldP spid="65596" grpId="1" animBg="1"/>
      <p:bldP spid="65596" grpId="2" animBg="1"/>
      <p:bldP spid="65590" grpId="0" animBg="1"/>
      <p:bldP spid="65590" grpId="1" animBg="1"/>
      <p:bldP spid="65590" grpId="2"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47E2F085-1DBA-7440-9984-DE321D22A99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路由器</a:t>
            </a:r>
          </a:p>
        </p:txBody>
      </p:sp>
      <p:sp>
        <p:nvSpPr>
          <p:cNvPr id="63491" name="Rectangle 3">
            <a:extLst>
              <a:ext uri="{FF2B5EF4-FFF2-40B4-BE49-F238E27FC236}">
                <a16:creationId xmlns:a16="http://schemas.microsoft.com/office/drawing/2014/main" id="{57BDCCDB-AF02-DB4A-905E-DCBB00F74192}"/>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在路由器中的输入和输出端口之间</a:t>
            </a:r>
            <a:r>
              <a:rPr lang="zh-CN" altLang="en-US">
                <a:solidFill>
                  <a:schemeClr val="hlink"/>
                </a:solidFill>
                <a:latin typeface="Times New Roman" panose="02020603050405020304" pitchFamily="18" charset="0"/>
                <a:ea typeface="宋体" panose="02010600030101010101" pitchFamily="2" charset="-122"/>
              </a:rPr>
              <a:t>没有直接连线</a:t>
            </a:r>
            <a:r>
              <a:rPr lang="zh-CN" altLang="en-US">
                <a:latin typeface="Times New Roman" panose="02020603050405020304" pitchFamily="18" charset="0"/>
                <a:ea typeface="宋体" panose="02010600030101010101" pitchFamily="2" charset="-122"/>
              </a:rPr>
              <a:t>。</a:t>
            </a:r>
          </a:p>
          <a:p>
            <a:pPr eaLnBrk="1" hangingPunct="1"/>
            <a:r>
              <a:rPr lang="zh-CN" altLang="en-US">
                <a:latin typeface="Times New Roman" panose="02020603050405020304" pitchFamily="18" charset="0"/>
                <a:ea typeface="宋体" panose="02010600030101010101" pitchFamily="2" charset="-122"/>
              </a:rPr>
              <a:t>路由器处理分组的过程是：</a:t>
            </a:r>
          </a:p>
          <a:p>
            <a:pPr lvl="1" eaLnBrk="1" hangingPunct="1"/>
            <a:r>
              <a:rPr lang="zh-CN" altLang="en-US">
                <a:solidFill>
                  <a:srgbClr val="333399"/>
                </a:solidFill>
                <a:latin typeface="Times New Roman" panose="02020603050405020304" pitchFamily="18" charset="0"/>
                <a:ea typeface="宋体" panose="02010600030101010101" pitchFamily="2" charset="-122"/>
              </a:rPr>
              <a:t>把收到的分组先放入</a:t>
            </a:r>
            <a:r>
              <a:rPr lang="zh-CN" altLang="en-US">
                <a:solidFill>
                  <a:schemeClr val="hlink"/>
                </a:solidFill>
                <a:latin typeface="Times New Roman" panose="02020603050405020304" pitchFamily="18" charset="0"/>
                <a:ea typeface="宋体" panose="02010600030101010101" pitchFamily="2" charset="-122"/>
              </a:rPr>
              <a:t>缓存（暂时存储）</a:t>
            </a:r>
            <a:r>
              <a:rPr lang="zh-CN" altLang="en-US">
                <a:solidFill>
                  <a:srgbClr val="333399"/>
                </a:solidFill>
                <a:latin typeface="Times New Roman" panose="02020603050405020304" pitchFamily="18" charset="0"/>
                <a:ea typeface="宋体" panose="02010600030101010101" pitchFamily="2" charset="-122"/>
              </a:rPr>
              <a:t>；</a:t>
            </a:r>
          </a:p>
          <a:p>
            <a:pPr lvl="1" eaLnBrk="1" hangingPunct="1"/>
            <a:r>
              <a:rPr lang="zh-CN" altLang="en-US">
                <a:solidFill>
                  <a:srgbClr val="333399"/>
                </a:solidFill>
                <a:latin typeface="Times New Roman" panose="02020603050405020304" pitchFamily="18" charset="0"/>
                <a:ea typeface="宋体" panose="02010600030101010101" pitchFamily="2" charset="-122"/>
              </a:rPr>
              <a:t>查找</a:t>
            </a:r>
            <a:r>
              <a:rPr lang="zh-CN" altLang="en-US">
                <a:solidFill>
                  <a:schemeClr val="hlink"/>
                </a:solidFill>
                <a:latin typeface="Times New Roman" panose="02020603050405020304" pitchFamily="18" charset="0"/>
                <a:ea typeface="宋体" panose="02010600030101010101" pitchFamily="2" charset="-122"/>
              </a:rPr>
              <a:t>转发表</a:t>
            </a:r>
            <a:r>
              <a:rPr lang="zh-CN" altLang="en-US">
                <a:solidFill>
                  <a:srgbClr val="333399"/>
                </a:solidFill>
                <a:latin typeface="Times New Roman" panose="02020603050405020304" pitchFamily="18" charset="0"/>
                <a:ea typeface="宋体" panose="02010600030101010101" pitchFamily="2" charset="-122"/>
              </a:rPr>
              <a:t>，找出到某个目的地址应从哪个端口转发；</a:t>
            </a:r>
          </a:p>
          <a:p>
            <a:pPr lvl="1" eaLnBrk="1" hangingPunct="1"/>
            <a:r>
              <a:rPr lang="zh-CN" altLang="en-US">
                <a:solidFill>
                  <a:srgbClr val="333399"/>
                </a:solidFill>
                <a:latin typeface="Times New Roman" panose="02020603050405020304" pitchFamily="18" charset="0"/>
                <a:ea typeface="宋体" panose="02010600030101010101" pitchFamily="2" charset="-122"/>
              </a:rPr>
              <a:t>把分组送到适当的</a:t>
            </a:r>
            <a:r>
              <a:rPr lang="zh-CN" altLang="en-US">
                <a:solidFill>
                  <a:schemeClr val="hlink"/>
                </a:solidFill>
                <a:latin typeface="Times New Roman" panose="02020603050405020304" pitchFamily="18" charset="0"/>
                <a:ea typeface="宋体" panose="02010600030101010101" pitchFamily="2" charset="-122"/>
              </a:rPr>
              <a:t>端口</a:t>
            </a:r>
            <a:r>
              <a:rPr lang="zh-CN" altLang="en-US">
                <a:solidFill>
                  <a:srgbClr val="333399"/>
                </a:solidFill>
                <a:latin typeface="Times New Roman" panose="02020603050405020304" pitchFamily="18" charset="0"/>
                <a:ea typeface="宋体" panose="02010600030101010101" pitchFamily="2" charset="-122"/>
              </a:rPr>
              <a:t>转发出去。</a:t>
            </a:r>
            <a:r>
              <a:rPr lang="zh-CN" altLang="en-US">
                <a:latin typeface="Times New Roman" panose="02020603050405020304" pitchFamily="18" charset="0"/>
                <a:ea typeface="宋体" panose="02010600030101010101" pitchFamily="2" charset="-122"/>
              </a:rPr>
              <a:t> </a:t>
            </a:r>
          </a:p>
        </p:txBody>
      </p:sp>
      <p:sp>
        <p:nvSpPr>
          <p:cNvPr id="119811" name="幻灯片编号占位符 1">
            <a:extLst>
              <a:ext uri="{FF2B5EF4-FFF2-40B4-BE49-F238E27FC236}">
                <a16:creationId xmlns:a16="http://schemas.microsoft.com/office/drawing/2014/main" id="{5A6D8B3B-9B02-FB4C-A1BC-B3DDA0C4405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DA07CF-16AB-524F-AFA9-BF1716BED5D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594236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4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4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2D6BA043-F6EF-9B43-8C26-1AAAFA4ADA86}"/>
              </a:ext>
            </a:extLst>
          </p:cNvPr>
          <p:cNvSpPr>
            <a:spLocks noGrp="1" noChangeArrowheads="1"/>
          </p:cNvSpPr>
          <p:nvPr>
            <p:ph type="title"/>
          </p:nvPr>
        </p:nvSpPr>
        <p:spPr>
          <a:xfrm>
            <a:off x="133564" y="160735"/>
            <a:ext cx="7582878" cy="736997"/>
          </a:xfrm>
        </p:spPr>
        <p:txBody>
          <a:bodyPr/>
          <a:lstStyle/>
          <a:p>
            <a:pPr eaLnBrk="1" hangingPunct="1"/>
            <a:r>
              <a:rPr lang="zh-CN" altLang="en-US" dirty="0">
                <a:latin typeface="Times New Roman" panose="02020603050405020304" pitchFamily="18" charset="0"/>
                <a:ea typeface="宋体" panose="02010600030101010101" pitchFamily="2" charset="-122"/>
              </a:rPr>
              <a:t>主机和路由器的作用不同</a:t>
            </a:r>
          </a:p>
        </p:txBody>
      </p:sp>
      <p:sp>
        <p:nvSpPr>
          <p:cNvPr id="62467" name="Rectangle 3">
            <a:extLst>
              <a:ext uri="{FF2B5EF4-FFF2-40B4-BE49-F238E27FC236}">
                <a16:creationId xmlns:a16="http://schemas.microsoft.com/office/drawing/2014/main" id="{730F2114-D680-DD4F-B915-A9CD9AFDB19E}"/>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主机是</a:t>
            </a:r>
            <a:r>
              <a:rPr lang="zh-CN" altLang="en-US">
                <a:solidFill>
                  <a:schemeClr val="hlink"/>
                </a:solidFill>
                <a:latin typeface="Times New Roman" panose="02020603050405020304" pitchFamily="18" charset="0"/>
                <a:ea typeface="宋体" panose="02010600030101010101" pitchFamily="2" charset="-122"/>
              </a:rPr>
              <a:t>为用户进行信息处理</a:t>
            </a:r>
            <a:r>
              <a:rPr lang="zh-CN" altLang="en-US">
                <a:latin typeface="Times New Roman" panose="02020603050405020304" pitchFamily="18" charset="0"/>
                <a:ea typeface="宋体" panose="02010600030101010101" pitchFamily="2" charset="-122"/>
              </a:rPr>
              <a:t>的，并向网络发送分组，从网络接收分组。</a:t>
            </a:r>
          </a:p>
          <a:p>
            <a:pPr eaLnBrk="1" hangingPunct="1"/>
            <a:r>
              <a:rPr lang="zh-CN" altLang="en-US">
                <a:latin typeface="Times New Roman" panose="02020603050405020304" pitchFamily="18" charset="0"/>
                <a:ea typeface="宋体" panose="02010600030101010101" pitchFamily="2" charset="-122"/>
              </a:rPr>
              <a:t>路由器对分组进行</a:t>
            </a:r>
            <a:r>
              <a:rPr lang="zh-CN" altLang="en-US">
                <a:solidFill>
                  <a:schemeClr val="hlink"/>
                </a:solidFill>
                <a:latin typeface="Times New Roman" panose="02020603050405020304" pitchFamily="18" charset="0"/>
                <a:ea typeface="宋体" panose="02010600030101010101" pitchFamily="2" charset="-122"/>
              </a:rPr>
              <a:t>存储转发</a:t>
            </a:r>
            <a:r>
              <a:rPr lang="zh-CN" altLang="en-US">
                <a:latin typeface="Times New Roman" panose="02020603050405020304" pitchFamily="18" charset="0"/>
                <a:ea typeface="宋体" panose="02010600030101010101" pitchFamily="2" charset="-122"/>
              </a:rPr>
              <a:t>，最后把分组交付目的主机。</a:t>
            </a:r>
          </a:p>
        </p:txBody>
      </p:sp>
      <p:sp>
        <p:nvSpPr>
          <p:cNvPr id="121859" name="幻灯片编号占位符 1">
            <a:extLst>
              <a:ext uri="{FF2B5EF4-FFF2-40B4-BE49-F238E27FC236}">
                <a16:creationId xmlns:a16="http://schemas.microsoft.com/office/drawing/2014/main" id="{19150A0D-5D33-264D-B850-4D3EE0E9507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E84741-3575-524B-B180-CCFDE08657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6272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a:extLst>
              <a:ext uri="{FF2B5EF4-FFF2-40B4-BE49-F238E27FC236}">
                <a16:creationId xmlns:a16="http://schemas.microsoft.com/office/drawing/2014/main" id="{2DFE1627-F55C-E947-B197-02D261F7F0F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分组交换的优点</a:t>
            </a:r>
          </a:p>
        </p:txBody>
      </p:sp>
      <p:sp>
        <p:nvSpPr>
          <p:cNvPr id="66563" name="Rectangle 3">
            <a:extLst>
              <a:ext uri="{FF2B5EF4-FFF2-40B4-BE49-F238E27FC236}">
                <a16:creationId xmlns:a16="http://schemas.microsoft.com/office/drawing/2014/main" id="{80ABF2E5-AFF6-FB4F-ADBF-325585E88955}"/>
              </a:ext>
            </a:extLst>
          </p:cNvPr>
          <p:cNvSpPr>
            <a:spLocks noGrp="1" noChangeArrowheads="1"/>
          </p:cNvSpPr>
          <p:nvPr>
            <p:ph type="body" idx="1"/>
          </p:nvPr>
        </p:nvSpPr>
        <p:spPr>
          <a:xfrm>
            <a:off x="228600" y="1113235"/>
            <a:ext cx="8621486" cy="3456384"/>
          </a:xfrm>
        </p:spPr>
        <p:txBody>
          <a:bodyPr/>
          <a:lstStyle/>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高效</a:t>
            </a:r>
            <a:r>
              <a:rPr lang="zh-CN" altLang="en-US" dirty="0">
                <a:latin typeface="Times New Roman" panose="02020603050405020304" pitchFamily="18" charset="0"/>
                <a:ea typeface="宋体" panose="02010600030101010101" pitchFamily="2" charset="-122"/>
              </a:rPr>
              <a:t>    动态分配传输带宽，对通信链路是逐段占用。 </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灵活</a:t>
            </a:r>
            <a:r>
              <a:rPr lang="zh-CN" altLang="en-US" dirty="0">
                <a:latin typeface="Times New Roman" panose="02020603050405020304" pitchFamily="18" charset="0"/>
                <a:ea typeface="宋体" panose="02010600030101010101" pitchFamily="2" charset="-122"/>
              </a:rPr>
              <a:t>    以分组为传送单位和查找路由。</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迅速</a:t>
            </a:r>
            <a:r>
              <a:rPr lang="zh-CN" altLang="en-US" dirty="0">
                <a:latin typeface="Times New Roman" panose="02020603050405020304" pitchFamily="18" charset="0"/>
                <a:ea typeface="宋体" panose="02010600030101010101" pitchFamily="2" charset="-122"/>
              </a:rPr>
              <a:t>    不必先建立连接就能向其他主机发送分组。</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可靠    </a:t>
            </a:r>
            <a:r>
              <a:rPr lang="zh-CN" altLang="en-US" dirty="0">
                <a:latin typeface="Times New Roman" panose="02020603050405020304" pitchFamily="18" charset="0"/>
                <a:ea typeface="宋体" panose="02010600030101010101" pitchFamily="2" charset="-122"/>
              </a:rPr>
              <a:t>保证可靠性的网络协议；分布式的路由选择协议使网络有很好的生存性。   </a:t>
            </a:r>
          </a:p>
        </p:txBody>
      </p:sp>
      <p:sp>
        <p:nvSpPr>
          <p:cNvPr id="123907" name="幻灯片编号占位符 1">
            <a:extLst>
              <a:ext uri="{FF2B5EF4-FFF2-40B4-BE49-F238E27FC236}">
                <a16:creationId xmlns:a16="http://schemas.microsoft.com/office/drawing/2014/main" id="{066A52BD-B056-9445-A0E9-D5F3F998949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91C12AB-08CF-B048-9813-25A0D21E841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1675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5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5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FFEAD6B9-D2AF-BE4F-8931-F553D7376F7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分组交换带来的问题</a:t>
            </a:r>
          </a:p>
        </p:txBody>
      </p:sp>
      <p:sp>
        <p:nvSpPr>
          <p:cNvPr id="67587" name="Rectangle 3">
            <a:extLst>
              <a:ext uri="{FF2B5EF4-FFF2-40B4-BE49-F238E27FC236}">
                <a16:creationId xmlns:a16="http://schemas.microsoft.com/office/drawing/2014/main" id="{66931EE4-C3F0-574C-8C39-5A6FCB191361}"/>
              </a:ext>
            </a:extLst>
          </p:cNvPr>
          <p:cNvSpPr>
            <a:spLocks noGrp="1" noChangeArrowheads="1"/>
          </p:cNvSpPr>
          <p:nvPr>
            <p:ph type="body" idx="1"/>
          </p:nvPr>
        </p:nvSpPr>
        <p:spPr>
          <a:xfrm>
            <a:off x="217714" y="1102689"/>
            <a:ext cx="8720801" cy="3401615"/>
          </a:xfrm>
        </p:spPr>
        <p:txBody>
          <a:bodyPr/>
          <a:lstStyle/>
          <a:p>
            <a:pPr eaLnBrk="1" hangingPunct="1"/>
            <a:r>
              <a:rPr lang="zh-CN" altLang="en-US" dirty="0">
                <a:latin typeface="Times New Roman" panose="02020603050405020304" pitchFamily="18" charset="0"/>
                <a:ea typeface="宋体" panose="02010600030101010101" pitchFamily="2" charset="-122"/>
              </a:rPr>
              <a:t>分组在各结点存储转发时需要</a:t>
            </a:r>
            <a:r>
              <a:rPr lang="zh-CN" altLang="en-US" dirty="0">
                <a:solidFill>
                  <a:schemeClr val="hlink"/>
                </a:solidFill>
                <a:latin typeface="Times New Roman" panose="02020603050405020304" pitchFamily="18" charset="0"/>
                <a:ea typeface="宋体" panose="02010600030101010101" pitchFamily="2" charset="-122"/>
              </a:rPr>
              <a:t>排队</a:t>
            </a:r>
            <a:r>
              <a:rPr lang="zh-CN" altLang="en-US" dirty="0">
                <a:latin typeface="Times New Roman" panose="02020603050405020304" pitchFamily="18" charset="0"/>
                <a:ea typeface="宋体" panose="02010600030101010101" pitchFamily="2" charset="-122"/>
              </a:rPr>
              <a:t>，这就会造成一定的</a:t>
            </a:r>
            <a:r>
              <a:rPr lang="zh-CN" altLang="en-US" dirty="0">
                <a:solidFill>
                  <a:schemeClr val="hlink"/>
                </a:solidFill>
                <a:latin typeface="Times New Roman" panose="02020603050405020304" pitchFamily="18" charset="0"/>
                <a:ea typeface="宋体" panose="02010600030101010101" pitchFamily="2" charset="-122"/>
              </a:rPr>
              <a:t>时延</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分组必须携带的首部（里面有必不可少的控制信息）也造成了一定的</a:t>
            </a:r>
            <a:r>
              <a:rPr lang="zh-CN" altLang="en-US" dirty="0">
                <a:solidFill>
                  <a:schemeClr val="hlink"/>
                </a:solidFill>
                <a:latin typeface="Times New Roman" panose="02020603050405020304" pitchFamily="18" charset="0"/>
                <a:ea typeface="宋体" panose="02010600030101010101" pitchFamily="2" charset="-122"/>
              </a:rPr>
              <a:t>开销</a:t>
            </a:r>
            <a:r>
              <a:rPr lang="zh-CN" altLang="en-US" dirty="0">
                <a:latin typeface="Times New Roman" panose="02020603050405020304" pitchFamily="18" charset="0"/>
                <a:ea typeface="宋体" panose="02010600030101010101" pitchFamily="2" charset="-122"/>
              </a:rPr>
              <a:t>。 </a:t>
            </a:r>
          </a:p>
        </p:txBody>
      </p:sp>
      <p:sp>
        <p:nvSpPr>
          <p:cNvPr id="125955" name="幻灯片编号占位符 1">
            <a:extLst>
              <a:ext uri="{FF2B5EF4-FFF2-40B4-BE49-F238E27FC236}">
                <a16:creationId xmlns:a16="http://schemas.microsoft.com/office/drawing/2014/main" id="{2BA41EDD-D1A3-B847-88A2-E0FE27EF3F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5CA70B2-FFCD-314B-9BD4-EFA1A94C5A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2050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67EA33AD-E47F-694C-BF16-8ECE3564AB16}"/>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存储转发原理并非完全新的概念 </a:t>
            </a:r>
          </a:p>
        </p:txBody>
      </p:sp>
      <p:sp>
        <p:nvSpPr>
          <p:cNvPr id="153603" name="Rectangle 3">
            <a:extLst>
              <a:ext uri="{FF2B5EF4-FFF2-40B4-BE49-F238E27FC236}">
                <a16:creationId xmlns:a16="http://schemas.microsoft.com/office/drawing/2014/main" id="{D4368259-F124-A74C-87BE-C11558A281DB}"/>
              </a:ext>
            </a:extLst>
          </p:cNvPr>
          <p:cNvSpPr>
            <a:spLocks noGrp="1" noChangeArrowheads="1"/>
          </p:cNvSpPr>
          <p:nvPr>
            <p:ph type="body" idx="1"/>
          </p:nvPr>
        </p:nvSpPr>
        <p:spPr>
          <a:xfrm>
            <a:off x="222485" y="1094043"/>
            <a:ext cx="8699029" cy="3456384"/>
          </a:xfrm>
        </p:spPr>
        <p:txBody>
          <a:bodyPr/>
          <a:lstStyle/>
          <a:p>
            <a:pPr eaLnBrk="1" hangingPunct="1"/>
            <a:r>
              <a:rPr lang="zh-CN" altLang="en-US" dirty="0">
                <a:latin typeface="Times New Roman" panose="02020603050405020304" pitchFamily="18" charset="0"/>
                <a:ea typeface="宋体" panose="02010600030101010101" pitchFamily="2" charset="-122"/>
              </a:rPr>
              <a:t>在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世纪 </a:t>
            </a:r>
            <a:r>
              <a:rPr lang="en-US" altLang="zh-CN" dirty="0">
                <a:latin typeface="Times New Roman" panose="02020603050405020304" pitchFamily="18" charset="0"/>
                <a:ea typeface="宋体" panose="02010600030101010101" pitchFamily="2" charset="-122"/>
              </a:rPr>
              <a:t>40 </a:t>
            </a:r>
            <a:r>
              <a:rPr lang="zh-CN" altLang="en-US" dirty="0">
                <a:latin typeface="Times New Roman" panose="02020603050405020304" pitchFamily="18" charset="0"/>
                <a:ea typeface="宋体" panose="02010600030101010101" pitchFamily="2" charset="-122"/>
              </a:rPr>
              <a:t>年代，电报通信也采用了基于存储转发原理的</a:t>
            </a:r>
            <a:r>
              <a:rPr lang="zh-CN" altLang="en-US" dirty="0">
                <a:solidFill>
                  <a:schemeClr val="hlink"/>
                </a:solidFill>
                <a:latin typeface="Times New Roman" panose="02020603050405020304" pitchFamily="18" charset="0"/>
                <a:ea typeface="宋体" panose="02010600030101010101" pitchFamily="2" charset="-122"/>
              </a:rPr>
              <a:t>报文交换</a:t>
            </a:r>
            <a:r>
              <a:rPr lang="en-US" altLang="zh-CN" dirty="0">
                <a:latin typeface="Times New Roman" panose="02020603050405020304" pitchFamily="18" charset="0"/>
                <a:ea typeface="宋体" panose="02010600030101010101" pitchFamily="2" charset="-122"/>
              </a:rPr>
              <a:t>(message switching)</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报文交换的时延较长，从几分钟到几小时不等。现在报文交换已经很少有人使用了。 </a:t>
            </a:r>
          </a:p>
        </p:txBody>
      </p:sp>
      <p:sp>
        <p:nvSpPr>
          <p:cNvPr id="128003" name="幻灯片编号占位符 1">
            <a:extLst>
              <a:ext uri="{FF2B5EF4-FFF2-40B4-BE49-F238E27FC236}">
                <a16:creationId xmlns:a16="http://schemas.microsoft.com/office/drawing/2014/main" id="{05A26DD7-EB8B-F847-BA0F-82265AC7860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3F7991-4305-B54A-BA7E-6592D885D56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86711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E5005743-660A-9B44-B1F0-62CD4B562102}"/>
              </a:ext>
            </a:extLst>
          </p:cNvPr>
          <p:cNvSpPr>
            <a:spLocks noGrp="1" noChangeArrowheads="1"/>
          </p:cNvSpPr>
          <p:nvPr>
            <p:ph type="title"/>
          </p:nvPr>
        </p:nvSpPr>
        <p:spPr>
          <a:xfrm>
            <a:off x="1656160" y="-110729"/>
            <a:ext cx="5844778" cy="629841"/>
          </a:xfrm>
        </p:spPr>
        <p:txBody>
          <a:bodyPr/>
          <a:lstStyle/>
          <a:p>
            <a:pPr algn="ctr" eaLnBrk="1" hangingPunct="1"/>
            <a:r>
              <a:rPr lang="zh-CN" altLang="en-US" sz="2700">
                <a:ea typeface="宋体" panose="02010600030101010101" pitchFamily="2" charset="-122"/>
              </a:rPr>
              <a:t>三种交换的比较 </a:t>
            </a:r>
          </a:p>
        </p:txBody>
      </p:sp>
      <p:grpSp>
        <p:nvGrpSpPr>
          <p:cNvPr id="154758" name="Group 134">
            <a:extLst>
              <a:ext uri="{FF2B5EF4-FFF2-40B4-BE49-F238E27FC236}">
                <a16:creationId xmlns:a16="http://schemas.microsoft.com/office/drawing/2014/main" id="{7D8D498A-7420-C34C-97C3-E0D2C796855B}"/>
              </a:ext>
            </a:extLst>
          </p:cNvPr>
          <p:cNvGrpSpPr>
            <a:grpSpLocks/>
          </p:cNvGrpSpPr>
          <p:nvPr/>
        </p:nvGrpSpPr>
        <p:grpSpPr bwMode="auto">
          <a:xfrm>
            <a:off x="6669884" y="1082274"/>
            <a:ext cx="448866" cy="309563"/>
            <a:chOff x="4642" y="1604"/>
            <a:chExt cx="377" cy="260"/>
          </a:xfrm>
        </p:grpSpPr>
        <p:sp>
          <p:nvSpPr>
            <p:cNvPr id="130221" name="AutoShape 4">
              <a:extLst>
                <a:ext uri="{FF2B5EF4-FFF2-40B4-BE49-F238E27FC236}">
                  <a16:creationId xmlns:a16="http://schemas.microsoft.com/office/drawing/2014/main" id="{EB7E8949-7EAE-1E48-93B9-769B80B64C48}"/>
                </a:ext>
              </a:extLst>
            </p:cNvPr>
            <p:cNvSpPr>
              <a:spLocks noChangeArrowheads="1"/>
            </p:cNvSpPr>
            <p:nvPr/>
          </p:nvSpPr>
          <p:spPr bwMode="auto">
            <a:xfrm rot="5400000">
              <a:off x="4733" y="1579"/>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22" name="Text Box 5">
              <a:extLst>
                <a:ext uri="{FF2B5EF4-FFF2-40B4-BE49-F238E27FC236}">
                  <a16:creationId xmlns:a16="http://schemas.microsoft.com/office/drawing/2014/main" id="{ABE2C17A-42FE-9843-B59B-3E0348E89CFE}"/>
                </a:ext>
              </a:extLst>
            </p:cNvPr>
            <p:cNvSpPr txBox="1">
              <a:spLocks noChangeArrowheads="1"/>
            </p:cNvSpPr>
            <p:nvPr/>
          </p:nvSpPr>
          <p:spPr bwMode="auto">
            <a:xfrm rot="626605">
              <a:off x="4642" y="1604"/>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1</a:t>
              </a:r>
              <a:endParaRPr kumimoji="1" lang="en-US" altLang="zh-CN" sz="1350">
                <a:latin typeface="Arial" panose="020B0604020202020204" pitchFamily="34" charset="0"/>
                <a:ea typeface="宋体" panose="02010600030101010101" pitchFamily="2" charset="-122"/>
              </a:endParaRPr>
            </a:p>
          </p:txBody>
        </p:sp>
        <p:sp>
          <p:nvSpPr>
            <p:cNvPr id="130223" name="Line 6">
              <a:extLst>
                <a:ext uri="{FF2B5EF4-FFF2-40B4-BE49-F238E27FC236}">
                  <a16:creationId xmlns:a16="http://schemas.microsoft.com/office/drawing/2014/main" id="{69D9185E-5D63-324C-A0B6-545E3E479FD6}"/>
                </a:ext>
              </a:extLst>
            </p:cNvPr>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24" name="Line 7">
              <a:extLst>
                <a:ext uri="{FF2B5EF4-FFF2-40B4-BE49-F238E27FC236}">
                  <a16:creationId xmlns:a16="http://schemas.microsoft.com/office/drawing/2014/main" id="{EFE01FC2-A216-E047-B973-32B3956CAEE8}"/>
                </a:ext>
              </a:extLst>
            </p:cNvPr>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25" name="AutoShape 8">
              <a:extLst>
                <a:ext uri="{FF2B5EF4-FFF2-40B4-BE49-F238E27FC236}">
                  <a16:creationId xmlns:a16="http://schemas.microsoft.com/office/drawing/2014/main" id="{7C3EAC21-C19B-FF4D-B658-F7ECDFFC3A6B}"/>
                </a:ext>
              </a:extLst>
            </p:cNvPr>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9" name="Group 135">
            <a:extLst>
              <a:ext uri="{FF2B5EF4-FFF2-40B4-BE49-F238E27FC236}">
                <a16:creationId xmlns:a16="http://schemas.microsoft.com/office/drawing/2014/main" id="{E3B38241-D3F2-5E4A-9106-BEFBB324849D}"/>
              </a:ext>
            </a:extLst>
          </p:cNvPr>
          <p:cNvGrpSpPr>
            <a:grpSpLocks/>
          </p:cNvGrpSpPr>
          <p:nvPr/>
        </p:nvGrpSpPr>
        <p:grpSpPr bwMode="auto">
          <a:xfrm>
            <a:off x="6656789" y="1295402"/>
            <a:ext cx="457201" cy="309563"/>
            <a:chOff x="4631" y="1783"/>
            <a:chExt cx="384" cy="260"/>
          </a:xfrm>
        </p:grpSpPr>
        <p:sp>
          <p:nvSpPr>
            <p:cNvPr id="130216" name="AutoShape 9">
              <a:extLst>
                <a:ext uri="{FF2B5EF4-FFF2-40B4-BE49-F238E27FC236}">
                  <a16:creationId xmlns:a16="http://schemas.microsoft.com/office/drawing/2014/main" id="{E140000D-4EB9-0541-A843-8D43EC87FC66}"/>
                </a:ext>
              </a:extLst>
            </p:cNvPr>
            <p:cNvSpPr>
              <a:spLocks noChangeArrowheads="1"/>
            </p:cNvSpPr>
            <p:nvPr/>
          </p:nvSpPr>
          <p:spPr bwMode="auto">
            <a:xfrm rot="5400000">
              <a:off x="4729" y="1758"/>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17" name="Text Box 10">
              <a:extLst>
                <a:ext uri="{FF2B5EF4-FFF2-40B4-BE49-F238E27FC236}">
                  <a16:creationId xmlns:a16="http://schemas.microsoft.com/office/drawing/2014/main" id="{47F4076A-3A62-444A-88B4-79126A34822A}"/>
                </a:ext>
              </a:extLst>
            </p:cNvPr>
            <p:cNvSpPr txBox="1">
              <a:spLocks noChangeArrowheads="1"/>
            </p:cNvSpPr>
            <p:nvPr/>
          </p:nvSpPr>
          <p:spPr bwMode="auto">
            <a:xfrm rot="626605">
              <a:off x="4631" y="1783"/>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2</a:t>
              </a:r>
              <a:endParaRPr kumimoji="1" lang="en-US" altLang="zh-CN" sz="1350">
                <a:latin typeface="Arial" panose="020B0604020202020204" pitchFamily="34" charset="0"/>
                <a:ea typeface="宋体" panose="02010600030101010101" pitchFamily="2" charset="-122"/>
              </a:endParaRPr>
            </a:p>
          </p:txBody>
        </p:sp>
        <p:sp>
          <p:nvSpPr>
            <p:cNvPr id="130218" name="Line 11">
              <a:extLst>
                <a:ext uri="{FF2B5EF4-FFF2-40B4-BE49-F238E27FC236}">
                  <a16:creationId xmlns:a16="http://schemas.microsoft.com/office/drawing/2014/main" id="{B7A12F66-4D4E-634F-8FD3-81A789C9CC86}"/>
                </a:ext>
              </a:extLst>
            </p:cNvPr>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9" name="Line 12">
              <a:extLst>
                <a:ext uri="{FF2B5EF4-FFF2-40B4-BE49-F238E27FC236}">
                  <a16:creationId xmlns:a16="http://schemas.microsoft.com/office/drawing/2014/main" id="{56CAD908-C850-4D40-98A9-27A83CBD2B77}"/>
                </a:ext>
              </a:extLst>
            </p:cNvPr>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20" name="AutoShape 13">
              <a:extLst>
                <a:ext uri="{FF2B5EF4-FFF2-40B4-BE49-F238E27FC236}">
                  <a16:creationId xmlns:a16="http://schemas.microsoft.com/office/drawing/2014/main" id="{A7E80D56-4AD6-F642-8220-015F2530A646}"/>
                </a:ext>
              </a:extLst>
            </p:cNvPr>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0" name="Group 136">
            <a:extLst>
              <a:ext uri="{FF2B5EF4-FFF2-40B4-BE49-F238E27FC236}">
                <a16:creationId xmlns:a16="http://schemas.microsoft.com/office/drawing/2014/main" id="{A5ABE3B9-AACA-204F-BF2E-0DBC6E84235D}"/>
              </a:ext>
            </a:extLst>
          </p:cNvPr>
          <p:cNvGrpSpPr>
            <a:grpSpLocks/>
          </p:cNvGrpSpPr>
          <p:nvPr/>
        </p:nvGrpSpPr>
        <p:grpSpPr bwMode="auto">
          <a:xfrm>
            <a:off x="6661552" y="1512098"/>
            <a:ext cx="456010" cy="302419"/>
            <a:chOff x="4635" y="1965"/>
            <a:chExt cx="383" cy="254"/>
          </a:xfrm>
        </p:grpSpPr>
        <p:sp>
          <p:nvSpPr>
            <p:cNvPr id="130211" name="AutoShape 14">
              <a:extLst>
                <a:ext uri="{FF2B5EF4-FFF2-40B4-BE49-F238E27FC236}">
                  <a16:creationId xmlns:a16="http://schemas.microsoft.com/office/drawing/2014/main" id="{ED90D826-9A2C-984A-9D92-F92D5C9BEF5D}"/>
                </a:ext>
              </a:extLst>
            </p:cNvPr>
            <p:cNvSpPr>
              <a:spLocks noChangeArrowheads="1"/>
            </p:cNvSpPr>
            <p:nvPr/>
          </p:nvSpPr>
          <p:spPr bwMode="auto">
            <a:xfrm rot="5400000">
              <a:off x="4732" y="1934"/>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12" name="Text Box 15">
              <a:extLst>
                <a:ext uri="{FF2B5EF4-FFF2-40B4-BE49-F238E27FC236}">
                  <a16:creationId xmlns:a16="http://schemas.microsoft.com/office/drawing/2014/main" id="{DCCC2B37-C37A-C948-B28E-5843B918464A}"/>
                </a:ext>
              </a:extLst>
            </p:cNvPr>
            <p:cNvSpPr txBox="1">
              <a:spLocks noChangeArrowheads="1"/>
            </p:cNvSpPr>
            <p:nvPr/>
          </p:nvSpPr>
          <p:spPr bwMode="auto">
            <a:xfrm rot="626605">
              <a:off x="4635" y="1965"/>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3</a:t>
              </a:r>
              <a:endParaRPr kumimoji="1" lang="en-US" altLang="zh-CN" sz="1350">
                <a:latin typeface="Arial" panose="020B0604020202020204" pitchFamily="34" charset="0"/>
                <a:ea typeface="宋体" panose="02010600030101010101" pitchFamily="2" charset="-122"/>
              </a:endParaRPr>
            </a:p>
          </p:txBody>
        </p:sp>
        <p:sp>
          <p:nvSpPr>
            <p:cNvPr id="130213" name="Line 16">
              <a:extLst>
                <a:ext uri="{FF2B5EF4-FFF2-40B4-BE49-F238E27FC236}">
                  <a16:creationId xmlns:a16="http://schemas.microsoft.com/office/drawing/2014/main" id="{B3DB0DCD-0D49-C14F-9EDF-F13B59CD1D73}"/>
                </a:ext>
              </a:extLst>
            </p:cNvPr>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4" name="Line 17">
              <a:extLst>
                <a:ext uri="{FF2B5EF4-FFF2-40B4-BE49-F238E27FC236}">
                  <a16:creationId xmlns:a16="http://schemas.microsoft.com/office/drawing/2014/main" id="{F18FE2B8-AF68-D941-B8DD-7BB6781F65ED}"/>
                </a:ext>
              </a:extLst>
            </p:cNvPr>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5" name="AutoShape 18">
              <a:extLst>
                <a:ext uri="{FF2B5EF4-FFF2-40B4-BE49-F238E27FC236}">
                  <a16:creationId xmlns:a16="http://schemas.microsoft.com/office/drawing/2014/main" id="{410288ED-FA6A-1540-9DFD-7F6B6A27E2A0}"/>
                </a:ext>
              </a:extLst>
            </p:cNvPr>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1" name="Group 137">
            <a:extLst>
              <a:ext uri="{FF2B5EF4-FFF2-40B4-BE49-F238E27FC236}">
                <a16:creationId xmlns:a16="http://schemas.microsoft.com/office/drawing/2014/main" id="{482304A6-CE52-9848-B305-915C7685C663}"/>
              </a:ext>
            </a:extLst>
          </p:cNvPr>
          <p:cNvGrpSpPr>
            <a:grpSpLocks/>
          </p:cNvGrpSpPr>
          <p:nvPr/>
        </p:nvGrpSpPr>
        <p:grpSpPr bwMode="auto">
          <a:xfrm>
            <a:off x="6666314" y="1714504"/>
            <a:ext cx="456010" cy="308372"/>
            <a:chOff x="4639" y="2135"/>
            <a:chExt cx="383" cy="259"/>
          </a:xfrm>
        </p:grpSpPr>
        <p:sp>
          <p:nvSpPr>
            <p:cNvPr id="130206" name="AutoShape 19">
              <a:extLst>
                <a:ext uri="{FF2B5EF4-FFF2-40B4-BE49-F238E27FC236}">
                  <a16:creationId xmlns:a16="http://schemas.microsoft.com/office/drawing/2014/main" id="{C76B5F79-CDB6-A041-8AB7-3FF163AB0F6B}"/>
                </a:ext>
              </a:extLst>
            </p:cNvPr>
            <p:cNvSpPr>
              <a:spLocks noChangeArrowheads="1"/>
            </p:cNvSpPr>
            <p:nvPr/>
          </p:nvSpPr>
          <p:spPr bwMode="auto">
            <a:xfrm rot="5400000">
              <a:off x="4737" y="2109"/>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07" name="Text Box 20">
              <a:extLst>
                <a:ext uri="{FF2B5EF4-FFF2-40B4-BE49-F238E27FC236}">
                  <a16:creationId xmlns:a16="http://schemas.microsoft.com/office/drawing/2014/main" id="{95EF8EEB-269A-774C-B6AC-6CB6ED265F6B}"/>
                </a:ext>
              </a:extLst>
            </p:cNvPr>
            <p:cNvSpPr txBox="1">
              <a:spLocks noChangeArrowheads="1"/>
            </p:cNvSpPr>
            <p:nvPr/>
          </p:nvSpPr>
          <p:spPr bwMode="auto">
            <a:xfrm rot="626605">
              <a:off x="4639" y="2135"/>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4</a:t>
              </a:r>
              <a:endParaRPr kumimoji="1" lang="en-US" altLang="zh-CN" sz="1350">
                <a:latin typeface="Arial" panose="020B0604020202020204" pitchFamily="34" charset="0"/>
                <a:ea typeface="宋体" panose="02010600030101010101" pitchFamily="2" charset="-122"/>
              </a:endParaRPr>
            </a:p>
          </p:txBody>
        </p:sp>
        <p:sp>
          <p:nvSpPr>
            <p:cNvPr id="130208" name="Line 21">
              <a:extLst>
                <a:ext uri="{FF2B5EF4-FFF2-40B4-BE49-F238E27FC236}">
                  <a16:creationId xmlns:a16="http://schemas.microsoft.com/office/drawing/2014/main" id="{07A16D8C-6431-8E46-B444-10B016A99D22}"/>
                </a:ext>
              </a:extLst>
            </p:cNvPr>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9" name="Line 22">
              <a:extLst>
                <a:ext uri="{FF2B5EF4-FFF2-40B4-BE49-F238E27FC236}">
                  <a16:creationId xmlns:a16="http://schemas.microsoft.com/office/drawing/2014/main" id="{D8F93B11-5493-E24D-982E-AEF659F33806}"/>
                </a:ext>
              </a:extLst>
            </p:cNvPr>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0" name="AutoShape 23">
              <a:extLst>
                <a:ext uri="{FF2B5EF4-FFF2-40B4-BE49-F238E27FC236}">
                  <a16:creationId xmlns:a16="http://schemas.microsoft.com/office/drawing/2014/main" id="{8AEF0EDA-373F-FD4C-A3CD-D6BE7B5FD0CC}"/>
                </a:ext>
              </a:extLst>
            </p:cNvPr>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3" name="Group 139">
            <a:extLst>
              <a:ext uri="{FF2B5EF4-FFF2-40B4-BE49-F238E27FC236}">
                <a16:creationId xmlns:a16="http://schemas.microsoft.com/office/drawing/2014/main" id="{6C726687-274E-CD47-9F01-E21AED16AD7C}"/>
              </a:ext>
            </a:extLst>
          </p:cNvPr>
          <p:cNvGrpSpPr>
            <a:grpSpLocks/>
          </p:cNvGrpSpPr>
          <p:nvPr/>
        </p:nvGrpSpPr>
        <p:grpSpPr bwMode="auto">
          <a:xfrm>
            <a:off x="7086591" y="1378745"/>
            <a:ext cx="463153" cy="304800"/>
            <a:chOff x="4992" y="1853"/>
            <a:chExt cx="389" cy="256"/>
          </a:xfrm>
        </p:grpSpPr>
        <p:sp>
          <p:nvSpPr>
            <p:cNvPr id="130201" name="AutoShape 24">
              <a:extLst>
                <a:ext uri="{FF2B5EF4-FFF2-40B4-BE49-F238E27FC236}">
                  <a16:creationId xmlns:a16="http://schemas.microsoft.com/office/drawing/2014/main" id="{96D26FE8-6F70-E34C-BAC2-6BDC8E022688}"/>
                </a:ext>
              </a:extLst>
            </p:cNvPr>
            <p:cNvSpPr>
              <a:spLocks noChangeArrowheads="1"/>
            </p:cNvSpPr>
            <p:nvPr/>
          </p:nvSpPr>
          <p:spPr bwMode="auto">
            <a:xfrm rot="5400000">
              <a:off x="5091" y="1824"/>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02" name="Text Box 25">
              <a:extLst>
                <a:ext uri="{FF2B5EF4-FFF2-40B4-BE49-F238E27FC236}">
                  <a16:creationId xmlns:a16="http://schemas.microsoft.com/office/drawing/2014/main" id="{0CE49F18-0443-A44F-AE8C-01ECD64B9F64}"/>
                </a:ext>
              </a:extLst>
            </p:cNvPr>
            <p:cNvSpPr txBox="1">
              <a:spLocks noChangeArrowheads="1"/>
            </p:cNvSpPr>
            <p:nvPr/>
          </p:nvSpPr>
          <p:spPr bwMode="auto">
            <a:xfrm rot="626605">
              <a:off x="4992" y="1853"/>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1</a:t>
              </a:r>
              <a:endParaRPr kumimoji="1" lang="en-US" altLang="zh-CN" sz="1350">
                <a:latin typeface="Arial" panose="020B0604020202020204" pitchFamily="34" charset="0"/>
                <a:ea typeface="宋体" panose="02010600030101010101" pitchFamily="2" charset="-122"/>
              </a:endParaRPr>
            </a:p>
          </p:txBody>
        </p:sp>
        <p:sp>
          <p:nvSpPr>
            <p:cNvPr id="130203" name="Line 26">
              <a:extLst>
                <a:ext uri="{FF2B5EF4-FFF2-40B4-BE49-F238E27FC236}">
                  <a16:creationId xmlns:a16="http://schemas.microsoft.com/office/drawing/2014/main" id="{81C9CA52-D874-2A46-8049-95309AB7B70C}"/>
                </a:ext>
              </a:extLst>
            </p:cNvPr>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4" name="Line 27">
              <a:extLst>
                <a:ext uri="{FF2B5EF4-FFF2-40B4-BE49-F238E27FC236}">
                  <a16:creationId xmlns:a16="http://schemas.microsoft.com/office/drawing/2014/main" id="{1E6BF332-1A7F-C741-B89E-C157A077E135}"/>
                </a:ext>
              </a:extLst>
            </p:cNvPr>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5" name="AutoShape 28">
              <a:extLst>
                <a:ext uri="{FF2B5EF4-FFF2-40B4-BE49-F238E27FC236}">
                  <a16:creationId xmlns:a16="http://schemas.microsoft.com/office/drawing/2014/main" id="{370187DE-6DF4-2D45-BB36-28847794E3C1}"/>
                </a:ext>
              </a:extLst>
            </p:cNvPr>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4" name="Group 140">
            <a:extLst>
              <a:ext uri="{FF2B5EF4-FFF2-40B4-BE49-F238E27FC236}">
                <a16:creationId xmlns:a16="http://schemas.microsoft.com/office/drawing/2014/main" id="{89DC14A8-9E05-2A4C-B2DA-2F7447521716}"/>
              </a:ext>
            </a:extLst>
          </p:cNvPr>
          <p:cNvGrpSpPr>
            <a:grpSpLocks/>
          </p:cNvGrpSpPr>
          <p:nvPr/>
        </p:nvGrpSpPr>
        <p:grpSpPr bwMode="auto">
          <a:xfrm>
            <a:off x="7080648" y="1577582"/>
            <a:ext cx="463153" cy="315516"/>
            <a:chOff x="4987" y="2020"/>
            <a:chExt cx="389" cy="265"/>
          </a:xfrm>
        </p:grpSpPr>
        <p:sp>
          <p:nvSpPr>
            <p:cNvPr id="130196" name="AutoShape 29">
              <a:extLst>
                <a:ext uri="{FF2B5EF4-FFF2-40B4-BE49-F238E27FC236}">
                  <a16:creationId xmlns:a16="http://schemas.microsoft.com/office/drawing/2014/main" id="{ADD0AEE2-81AB-B744-9827-08A06C1C7A4E}"/>
                </a:ext>
              </a:extLst>
            </p:cNvPr>
            <p:cNvSpPr>
              <a:spLocks noChangeArrowheads="1"/>
            </p:cNvSpPr>
            <p:nvPr/>
          </p:nvSpPr>
          <p:spPr bwMode="auto">
            <a:xfrm rot="5400000">
              <a:off x="5091" y="2000"/>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97" name="Text Box 30">
              <a:extLst>
                <a:ext uri="{FF2B5EF4-FFF2-40B4-BE49-F238E27FC236}">
                  <a16:creationId xmlns:a16="http://schemas.microsoft.com/office/drawing/2014/main" id="{D6B1A43F-ADFD-0547-88E1-1F9A05162995}"/>
                </a:ext>
              </a:extLst>
            </p:cNvPr>
            <p:cNvSpPr txBox="1">
              <a:spLocks noChangeArrowheads="1"/>
            </p:cNvSpPr>
            <p:nvPr/>
          </p:nvSpPr>
          <p:spPr bwMode="auto">
            <a:xfrm rot="626605">
              <a:off x="4987" y="2020"/>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2</a:t>
              </a:r>
              <a:endParaRPr kumimoji="1" lang="en-US" altLang="zh-CN" sz="1350">
                <a:latin typeface="Arial" panose="020B0604020202020204" pitchFamily="34" charset="0"/>
                <a:ea typeface="宋体" panose="02010600030101010101" pitchFamily="2" charset="-122"/>
              </a:endParaRPr>
            </a:p>
          </p:txBody>
        </p:sp>
        <p:sp>
          <p:nvSpPr>
            <p:cNvPr id="130198" name="Line 31">
              <a:extLst>
                <a:ext uri="{FF2B5EF4-FFF2-40B4-BE49-F238E27FC236}">
                  <a16:creationId xmlns:a16="http://schemas.microsoft.com/office/drawing/2014/main" id="{7431F1AE-AB17-954D-8BC8-C9CE260C0A15}"/>
                </a:ext>
              </a:extLst>
            </p:cNvPr>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9" name="Line 32">
              <a:extLst>
                <a:ext uri="{FF2B5EF4-FFF2-40B4-BE49-F238E27FC236}">
                  <a16:creationId xmlns:a16="http://schemas.microsoft.com/office/drawing/2014/main" id="{738F390E-E0FB-B342-8C63-59D15F805EF1}"/>
                </a:ext>
              </a:extLst>
            </p:cNvPr>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0" name="AutoShape 33">
              <a:extLst>
                <a:ext uri="{FF2B5EF4-FFF2-40B4-BE49-F238E27FC236}">
                  <a16:creationId xmlns:a16="http://schemas.microsoft.com/office/drawing/2014/main" id="{BD868F36-A1BA-9D44-AD64-3BA7B3DDDA01}"/>
                </a:ext>
              </a:extLst>
            </p:cNvPr>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5" name="Group 141">
            <a:extLst>
              <a:ext uri="{FF2B5EF4-FFF2-40B4-BE49-F238E27FC236}">
                <a16:creationId xmlns:a16="http://schemas.microsoft.com/office/drawing/2014/main" id="{8F4FE2ED-F675-8345-AAF0-6C49373CE967}"/>
              </a:ext>
            </a:extLst>
          </p:cNvPr>
          <p:cNvGrpSpPr>
            <a:grpSpLocks/>
          </p:cNvGrpSpPr>
          <p:nvPr/>
        </p:nvGrpSpPr>
        <p:grpSpPr bwMode="auto">
          <a:xfrm>
            <a:off x="7092558" y="1793084"/>
            <a:ext cx="456010" cy="309563"/>
            <a:chOff x="4997" y="2201"/>
            <a:chExt cx="383" cy="260"/>
          </a:xfrm>
        </p:grpSpPr>
        <p:sp>
          <p:nvSpPr>
            <p:cNvPr id="130191" name="AutoShape 34">
              <a:extLst>
                <a:ext uri="{FF2B5EF4-FFF2-40B4-BE49-F238E27FC236}">
                  <a16:creationId xmlns:a16="http://schemas.microsoft.com/office/drawing/2014/main" id="{46DDE130-A666-5848-BA96-EC3A3E28368A}"/>
                </a:ext>
              </a:extLst>
            </p:cNvPr>
            <p:cNvSpPr>
              <a:spLocks noChangeArrowheads="1"/>
            </p:cNvSpPr>
            <p:nvPr/>
          </p:nvSpPr>
          <p:spPr bwMode="auto">
            <a:xfrm rot="5400000">
              <a:off x="5094" y="217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92" name="Text Box 35">
              <a:extLst>
                <a:ext uri="{FF2B5EF4-FFF2-40B4-BE49-F238E27FC236}">
                  <a16:creationId xmlns:a16="http://schemas.microsoft.com/office/drawing/2014/main" id="{C9E2C198-58BC-544D-8ED2-5AE8F10BA865}"/>
                </a:ext>
              </a:extLst>
            </p:cNvPr>
            <p:cNvSpPr txBox="1">
              <a:spLocks noChangeArrowheads="1"/>
            </p:cNvSpPr>
            <p:nvPr/>
          </p:nvSpPr>
          <p:spPr bwMode="auto">
            <a:xfrm rot="626605">
              <a:off x="4997" y="2201"/>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3</a:t>
              </a:r>
              <a:endParaRPr kumimoji="1" lang="en-US" altLang="zh-CN" sz="1350">
                <a:latin typeface="Arial" panose="020B0604020202020204" pitchFamily="34" charset="0"/>
                <a:ea typeface="宋体" panose="02010600030101010101" pitchFamily="2" charset="-122"/>
              </a:endParaRPr>
            </a:p>
          </p:txBody>
        </p:sp>
        <p:sp>
          <p:nvSpPr>
            <p:cNvPr id="130193" name="Line 36">
              <a:extLst>
                <a:ext uri="{FF2B5EF4-FFF2-40B4-BE49-F238E27FC236}">
                  <a16:creationId xmlns:a16="http://schemas.microsoft.com/office/drawing/2014/main" id="{7C8BD778-1E95-D244-B3F2-33CDBB900151}"/>
                </a:ext>
              </a:extLst>
            </p:cNvPr>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4" name="Line 37">
              <a:extLst>
                <a:ext uri="{FF2B5EF4-FFF2-40B4-BE49-F238E27FC236}">
                  <a16:creationId xmlns:a16="http://schemas.microsoft.com/office/drawing/2014/main" id="{95F62B49-1088-5E48-88E1-E2125B0C262B}"/>
                </a:ext>
              </a:extLst>
            </p:cNvPr>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5" name="AutoShape 38">
              <a:extLst>
                <a:ext uri="{FF2B5EF4-FFF2-40B4-BE49-F238E27FC236}">
                  <a16:creationId xmlns:a16="http://schemas.microsoft.com/office/drawing/2014/main" id="{77F14EE2-D358-0D4A-B3D1-13C262ADB09F}"/>
                </a:ext>
              </a:extLst>
            </p:cNvPr>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6" name="Group 142">
            <a:extLst>
              <a:ext uri="{FF2B5EF4-FFF2-40B4-BE49-F238E27FC236}">
                <a16:creationId xmlns:a16="http://schemas.microsoft.com/office/drawing/2014/main" id="{4C55E2C5-1459-BE42-93E3-A82E48F53A90}"/>
              </a:ext>
            </a:extLst>
          </p:cNvPr>
          <p:cNvGrpSpPr>
            <a:grpSpLocks/>
          </p:cNvGrpSpPr>
          <p:nvPr/>
        </p:nvGrpSpPr>
        <p:grpSpPr bwMode="auto">
          <a:xfrm>
            <a:off x="7088981" y="1995492"/>
            <a:ext cx="464344" cy="316706"/>
            <a:chOff x="4994" y="2371"/>
            <a:chExt cx="390" cy="266"/>
          </a:xfrm>
        </p:grpSpPr>
        <p:sp>
          <p:nvSpPr>
            <p:cNvPr id="130186" name="AutoShape 39">
              <a:extLst>
                <a:ext uri="{FF2B5EF4-FFF2-40B4-BE49-F238E27FC236}">
                  <a16:creationId xmlns:a16="http://schemas.microsoft.com/office/drawing/2014/main" id="{B6A837E2-085E-404C-9339-8C8A529E471C}"/>
                </a:ext>
              </a:extLst>
            </p:cNvPr>
            <p:cNvSpPr>
              <a:spLocks noChangeArrowheads="1"/>
            </p:cNvSpPr>
            <p:nvPr/>
          </p:nvSpPr>
          <p:spPr bwMode="auto">
            <a:xfrm rot="5400000">
              <a:off x="5098" y="2352"/>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87" name="Text Box 40">
              <a:extLst>
                <a:ext uri="{FF2B5EF4-FFF2-40B4-BE49-F238E27FC236}">
                  <a16:creationId xmlns:a16="http://schemas.microsoft.com/office/drawing/2014/main" id="{DBDBF300-382D-914B-9631-71DDF31B64C5}"/>
                </a:ext>
              </a:extLst>
            </p:cNvPr>
            <p:cNvSpPr txBox="1">
              <a:spLocks noChangeArrowheads="1"/>
            </p:cNvSpPr>
            <p:nvPr/>
          </p:nvSpPr>
          <p:spPr bwMode="auto">
            <a:xfrm rot="626605">
              <a:off x="4994" y="2371"/>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4</a:t>
              </a:r>
              <a:endParaRPr kumimoji="1" lang="en-US" altLang="zh-CN" sz="1350">
                <a:latin typeface="Arial" panose="020B0604020202020204" pitchFamily="34" charset="0"/>
                <a:ea typeface="宋体" panose="02010600030101010101" pitchFamily="2" charset="-122"/>
              </a:endParaRPr>
            </a:p>
          </p:txBody>
        </p:sp>
        <p:sp>
          <p:nvSpPr>
            <p:cNvPr id="130188" name="Line 41">
              <a:extLst>
                <a:ext uri="{FF2B5EF4-FFF2-40B4-BE49-F238E27FC236}">
                  <a16:creationId xmlns:a16="http://schemas.microsoft.com/office/drawing/2014/main" id="{A2E61977-8F4A-254C-9F7A-A8FB233497A1}"/>
                </a:ext>
              </a:extLst>
            </p:cNvPr>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9" name="Line 42">
              <a:extLst>
                <a:ext uri="{FF2B5EF4-FFF2-40B4-BE49-F238E27FC236}">
                  <a16:creationId xmlns:a16="http://schemas.microsoft.com/office/drawing/2014/main" id="{9871A0E5-A5CD-B441-8344-36B8B76710B5}"/>
                </a:ext>
              </a:extLst>
            </p:cNvPr>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0" name="AutoShape 43">
              <a:extLst>
                <a:ext uri="{FF2B5EF4-FFF2-40B4-BE49-F238E27FC236}">
                  <a16:creationId xmlns:a16="http://schemas.microsoft.com/office/drawing/2014/main" id="{36C9E80B-3C88-A842-B08E-5DC97D1B7335}"/>
                </a:ext>
              </a:extLst>
            </p:cNvPr>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6" name="Group 132">
            <a:extLst>
              <a:ext uri="{FF2B5EF4-FFF2-40B4-BE49-F238E27FC236}">
                <a16:creationId xmlns:a16="http://schemas.microsoft.com/office/drawing/2014/main" id="{1D12ECF7-972C-134B-B0F1-EC1D4EF5667D}"/>
              </a:ext>
            </a:extLst>
          </p:cNvPr>
          <p:cNvGrpSpPr>
            <a:grpSpLocks/>
          </p:cNvGrpSpPr>
          <p:nvPr/>
        </p:nvGrpSpPr>
        <p:grpSpPr bwMode="auto">
          <a:xfrm>
            <a:off x="6223397" y="1216822"/>
            <a:ext cx="463153" cy="308372"/>
            <a:chOff x="4267" y="1717"/>
            <a:chExt cx="389" cy="259"/>
          </a:xfrm>
        </p:grpSpPr>
        <p:sp>
          <p:nvSpPr>
            <p:cNvPr id="130181" name="AutoShape 49">
              <a:extLst>
                <a:ext uri="{FF2B5EF4-FFF2-40B4-BE49-F238E27FC236}">
                  <a16:creationId xmlns:a16="http://schemas.microsoft.com/office/drawing/2014/main" id="{E0F6AE86-78F9-7C48-B97B-F857BEF62967}"/>
                </a:ext>
              </a:extLst>
            </p:cNvPr>
            <p:cNvSpPr>
              <a:spLocks noChangeArrowheads="1"/>
            </p:cNvSpPr>
            <p:nvPr/>
          </p:nvSpPr>
          <p:spPr bwMode="auto">
            <a:xfrm rot="5400000">
              <a:off x="4371" y="1691"/>
              <a:ext cx="210" cy="360"/>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82" name="Text Box 50">
              <a:extLst>
                <a:ext uri="{FF2B5EF4-FFF2-40B4-BE49-F238E27FC236}">
                  <a16:creationId xmlns:a16="http://schemas.microsoft.com/office/drawing/2014/main" id="{1B7CD7C3-3C83-6B4C-BFA8-C49AEE9E5E95}"/>
                </a:ext>
              </a:extLst>
            </p:cNvPr>
            <p:cNvSpPr txBox="1">
              <a:spLocks noChangeArrowheads="1"/>
            </p:cNvSpPr>
            <p:nvPr/>
          </p:nvSpPr>
          <p:spPr bwMode="auto">
            <a:xfrm rot="626605">
              <a:off x="4267" y="1717"/>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3</a:t>
              </a:r>
              <a:endParaRPr kumimoji="1" lang="en-US" altLang="zh-CN" sz="1350">
                <a:latin typeface="Arial" panose="020B0604020202020204" pitchFamily="34" charset="0"/>
                <a:ea typeface="宋体" panose="02010600030101010101" pitchFamily="2" charset="-122"/>
              </a:endParaRPr>
            </a:p>
          </p:txBody>
        </p:sp>
        <p:sp>
          <p:nvSpPr>
            <p:cNvPr id="130183" name="Line 51">
              <a:extLst>
                <a:ext uri="{FF2B5EF4-FFF2-40B4-BE49-F238E27FC236}">
                  <a16:creationId xmlns:a16="http://schemas.microsoft.com/office/drawing/2014/main" id="{D6AFF6A4-D2D7-FB44-8694-3C3E0081650E}"/>
                </a:ext>
              </a:extLst>
            </p:cNvPr>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4" name="Line 52">
              <a:extLst>
                <a:ext uri="{FF2B5EF4-FFF2-40B4-BE49-F238E27FC236}">
                  <a16:creationId xmlns:a16="http://schemas.microsoft.com/office/drawing/2014/main" id="{B403B002-0BCF-B443-A0D8-0524C87303EB}"/>
                </a:ext>
              </a:extLst>
            </p:cNvPr>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5" name="AutoShape 53">
              <a:extLst>
                <a:ext uri="{FF2B5EF4-FFF2-40B4-BE49-F238E27FC236}">
                  <a16:creationId xmlns:a16="http://schemas.microsoft.com/office/drawing/2014/main" id="{638BBED8-297A-AF42-9E18-0AF57DD7370E}"/>
                </a:ext>
              </a:extLst>
            </p:cNvPr>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7" name="Group 133">
            <a:extLst>
              <a:ext uri="{FF2B5EF4-FFF2-40B4-BE49-F238E27FC236}">
                <a16:creationId xmlns:a16="http://schemas.microsoft.com/office/drawing/2014/main" id="{D3E852DF-1D92-874E-B526-CC6682822A6D}"/>
              </a:ext>
            </a:extLst>
          </p:cNvPr>
          <p:cNvGrpSpPr>
            <a:grpSpLocks/>
          </p:cNvGrpSpPr>
          <p:nvPr/>
        </p:nvGrpSpPr>
        <p:grpSpPr bwMode="auto">
          <a:xfrm>
            <a:off x="6235307" y="1425174"/>
            <a:ext cx="456010" cy="309563"/>
            <a:chOff x="4277" y="1892"/>
            <a:chExt cx="383" cy="260"/>
          </a:xfrm>
        </p:grpSpPr>
        <p:sp>
          <p:nvSpPr>
            <p:cNvPr id="130176" name="AutoShape 54">
              <a:extLst>
                <a:ext uri="{FF2B5EF4-FFF2-40B4-BE49-F238E27FC236}">
                  <a16:creationId xmlns:a16="http://schemas.microsoft.com/office/drawing/2014/main" id="{4B679A5B-2EFD-4C42-83C6-EB30589DB581}"/>
                </a:ext>
              </a:extLst>
            </p:cNvPr>
            <p:cNvSpPr>
              <a:spLocks noChangeArrowheads="1"/>
            </p:cNvSpPr>
            <p:nvPr/>
          </p:nvSpPr>
          <p:spPr bwMode="auto">
            <a:xfrm rot="5400000">
              <a:off x="4374" y="1867"/>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77" name="Text Box 55">
              <a:extLst>
                <a:ext uri="{FF2B5EF4-FFF2-40B4-BE49-F238E27FC236}">
                  <a16:creationId xmlns:a16="http://schemas.microsoft.com/office/drawing/2014/main" id="{BBAEC483-67FB-7F45-99C8-B5FAA8296529}"/>
                </a:ext>
              </a:extLst>
            </p:cNvPr>
            <p:cNvSpPr txBox="1">
              <a:spLocks noChangeArrowheads="1"/>
            </p:cNvSpPr>
            <p:nvPr/>
          </p:nvSpPr>
          <p:spPr bwMode="auto">
            <a:xfrm rot="626605">
              <a:off x="4277" y="1892"/>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4</a:t>
              </a:r>
              <a:endParaRPr kumimoji="1" lang="en-US" altLang="zh-CN" sz="1350">
                <a:latin typeface="Arial" panose="020B0604020202020204" pitchFamily="34" charset="0"/>
                <a:ea typeface="宋体" panose="02010600030101010101" pitchFamily="2" charset="-122"/>
              </a:endParaRPr>
            </a:p>
          </p:txBody>
        </p:sp>
        <p:sp>
          <p:nvSpPr>
            <p:cNvPr id="130178" name="Line 56">
              <a:extLst>
                <a:ext uri="{FF2B5EF4-FFF2-40B4-BE49-F238E27FC236}">
                  <a16:creationId xmlns:a16="http://schemas.microsoft.com/office/drawing/2014/main" id="{2CBB93D3-A038-674F-A634-0D56A34B1395}"/>
                </a:ext>
              </a:extLst>
            </p:cNvPr>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79" name="Line 57">
              <a:extLst>
                <a:ext uri="{FF2B5EF4-FFF2-40B4-BE49-F238E27FC236}">
                  <a16:creationId xmlns:a16="http://schemas.microsoft.com/office/drawing/2014/main" id="{1EF39C0D-2DA8-F340-B653-8728E87495C2}"/>
                </a:ext>
              </a:extLst>
            </p:cNvPr>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0" name="AutoShape 58">
              <a:extLst>
                <a:ext uri="{FF2B5EF4-FFF2-40B4-BE49-F238E27FC236}">
                  <a16:creationId xmlns:a16="http://schemas.microsoft.com/office/drawing/2014/main" id="{FD002F5C-F75A-AF4B-A531-DC1177CE12C3}"/>
                </a:ext>
              </a:extLst>
            </p:cNvPr>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1" name="Group 127">
            <a:extLst>
              <a:ext uri="{FF2B5EF4-FFF2-40B4-BE49-F238E27FC236}">
                <a16:creationId xmlns:a16="http://schemas.microsoft.com/office/drawing/2014/main" id="{84FF5CE6-48DF-864A-8778-152D6F171BAF}"/>
              </a:ext>
            </a:extLst>
          </p:cNvPr>
          <p:cNvGrpSpPr>
            <a:grpSpLocks/>
          </p:cNvGrpSpPr>
          <p:nvPr/>
        </p:nvGrpSpPr>
        <p:grpSpPr bwMode="auto">
          <a:xfrm>
            <a:off x="4567238" y="1781175"/>
            <a:ext cx="432197" cy="809625"/>
            <a:chOff x="2876" y="2191"/>
            <a:chExt cx="363" cy="680"/>
          </a:xfrm>
        </p:grpSpPr>
        <p:sp>
          <p:nvSpPr>
            <p:cNvPr id="130171" name="AutoShape 59">
              <a:extLst>
                <a:ext uri="{FF2B5EF4-FFF2-40B4-BE49-F238E27FC236}">
                  <a16:creationId xmlns:a16="http://schemas.microsoft.com/office/drawing/2014/main" id="{DB3DAADF-52CD-4243-BE29-CF2094B170DC}"/>
                </a:ext>
              </a:extLst>
            </p:cNvPr>
            <p:cNvSpPr>
              <a:spLocks noChangeArrowheads="1"/>
            </p:cNvSpPr>
            <p:nvPr/>
          </p:nvSpPr>
          <p:spPr bwMode="auto">
            <a:xfrm rot="5400000">
              <a:off x="2723" y="2356"/>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72" name="AutoShape 60">
              <a:extLst>
                <a:ext uri="{FF2B5EF4-FFF2-40B4-BE49-F238E27FC236}">
                  <a16:creationId xmlns:a16="http://schemas.microsoft.com/office/drawing/2014/main" id="{164C1814-FD25-2042-9110-0B66E654C19F}"/>
                </a:ext>
              </a:extLst>
            </p:cNvPr>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73" name="Text Box 61">
              <a:extLst>
                <a:ext uri="{FF2B5EF4-FFF2-40B4-BE49-F238E27FC236}">
                  <a16:creationId xmlns:a16="http://schemas.microsoft.com/office/drawing/2014/main" id="{60BA5328-59A6-E74D-822C-7A87A45E0D14}"/>
                </a:ext>
              </a:extLst>
            </p:cNvPr>
            <p:cNvSpPr txBox="1">
              <a:spLocks noChangeArrowheads="1"/>
            </p:cNvSpPr>
            <p:nvPr/>
          </p:nvSpPr>
          <p:spPr bwMode="auto">
            <a:xfrm>
              <a:off x="2919" y="2300"/>
              <a:ext cx="3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报</a:t>
              </a:r>
            </a:p>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文</a:t>
              </a:r>
            </a:p>
          </p:txBody>
        </p:sp>
        <p:sp>
          <p:nvSpPr>
            <p:cNvPr id="130174" name="Line 62">
              <a:extLst>
                <a:ext uri="{FF2B5EF4-FFF2-40B4-BE49-F238E27FC236}">
                  <a16:creationId xmlns:a16="http://schemas.microsoft.com/office/drawing/2014/main" id="{F4BD42C6-3A67-EF4E-93E5-1E0DBFFA8943}"/>
                </a:ext>
              </a:extLst>
            </p:cNvPr>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75" name="Line 63">
              <a:extLst>
                <a:ext uri="{FF2B5EF4-FFF2-40B4-BE49-F238E27FC236}">
                  <a16:creationId xmlns:a16="http://schemas.microsoft.com/office/drawing/2014/main" id="{5EC2467E-CA4B-6C4C-8957-A291C2C4DBE3}"/>
                </a:ext>
              </a:extLst>
            </p:cNvPr>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2" name="Group 128">
            <a:extLst>
              <a:ext uri="{FF2B5EF4-FFF2-40B4-BE49-F238E27FC236}">
                <a16:creationId xmlns:a16="http://schemas.microsoft.com/office/drawing/2014/main" id="{7DB36A68-A73B-2C43-8238-CA1260F7C552}"/>
              </a:ext>
            </a:extLst>
          </p:cNvPr>
          <p:cNvGrpSpPr>
            <a:grpSpLocks/>
          </p:cNvGrpSpPr>
          <p:nvPr/>
        </p:nvGrpSpPr>
        <p:grpSpPr bwMode="auto">
          <a:xfrm>
            <a:off x="5013723" y="2783682"/>
            <a:ext cx="435769" cy="803672"/>
            <a:chOff x="3251" y="3033"/>
            <a:chExt cx="366" cy="675"/>
          </a:xfrm>
        </p:grpSpPr>
        <p:sp>
          <p:nvSpPr>
            <p:cNvPr id="130166" name="AutoShape 64">
              <a:extLst>
                <a:ext uri="{FF2B5EF4-FFF2-40B4-BE49-F238E27FC236}">
                  <a16:creationId xmlns:a16="http://schemas.microsoft.com/office/drawing/2014/main" id="{648FB623-D4F5-284A-9A90-CD36ACCF86A5}"/>
                </a:ext>
              </a:extLst>
            </p:cNvPr>
            <p:cNvSpPr>
              <a:spLocks noChangeArrowheads="1"/>
            </p:cNvSpPr>
            <p:nvPr/>
          </p:nvSpPr>
          <p:spPr bwMode="auto">
            <a:xfrm rot="5400000">
              <a:off x="3102" y="3193"/>
              <a:ext cx="675" cy="355"/>
            </a:xfrm>
            <a:prstGeom prst="parallelogram">
              <a:avLst>
                <a:gd name="adj" fmla="val 1829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7" name="AutoShape 65">
              <a:extLst>
                <a:ext uri="{FF2B5EF4-FFF2-40B4-BE49-F238E27FC236}">
                  <a16:creationId xmlns:a16="http://schemas.microsoft.com/office/drawing/2014/main" id="{8D009F75-C9C4-AB4E-8E83-1BDB1E46F8C4}"/>
                </a:ext>
              </a:extLst>
            </p:cNvPr>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8" name="Text Box 66">
              <a:extLst>
                <a:ext uri="{FF2B5EF4-FFF2-40B4-BE49-F238E27FC236}">
                  <a16:creationId xmlns:a16="http://schemas.microsoft.com/office/drawing/2014/main" id="{68058FD3-EEB8-1943-8545-8595447FF182}"/>
                </a:ext>
              </a:extLst>
            </p:cNvPr>
            <p:cNvSpPr txBox="1">
              <a:spLocks noChangeArrowheads="1"/>
            </p:cNvSpPr>
            <p:nvPr/>
          </p:nvSpPr>
          <p:spPr bwMode="auto">
            <a:xfrm>
              <a:off x="3293" y="3143"/>
              <a:ext cx="3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报</a:t>
              </a:r>
            </a:p>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文</a:t>
              </a:r>
            </a:p>
          </p:txBody>
        </p:sp>
        <p:sp>
          <p:nvSpPr>
            <p:cNvPr id="130169" name="Line 67">
              <a:extLst>
                <a:ext uri="{FF2B5EF4-FFF2-40B4-BE49-F238E27FC236}">
                  <a16:creationId xmlns:a16="http://schemas.microsoft.com/office/drawing/2014/main" id="{9783FE22-5EB4-374E-9BE1-930BC01EEBA8}"/>
                </a:ext>
              </a:extLst>
            </p:cNvPr>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70" name="Line 68">
              <a:extLst>
                <a:ext uri="{FF2B5EF4-FFF2-40B4-BE49-F238E27FC236}">
                  <a16:creationId xmlns:a16="http://schemas.microsoft.com/office/drawing/2014/main" id="{37DDF4F4-66B0-224E-A084-685DC59A3544}"/>
                </a:ext>
              </a:extLst>
            </p:cNvPr>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0" name="Group 126">
            <a:extLst>
              <a:ext uri="{FF2B5EF4-FFF2-40B4-BE49-F238E27FC236}">
                <a16:creationId xmlns:a16="http://schemas.microsoft.com/office/drawing/2014/main" id="{FB8D7DF8-7267-B94F-9EF1-E82F64FA77B4}"/>
              </a:ext>
            </a:extLst>
          </p:cNvPr>
          <p:cNvGrpSpPr>
            <a:grpSpLocks/>
          </p:cNvGrpSpPr>
          <p:nvPr/>
        </p:nvGrpSpPr>
        <p:grpSpPr bwMode="auto">
          <a:xfrm>
            <a:off x="4142187" y="828676"/>
            <a:ext cx="428625" cy="802481"/>
            <a:chOff x="2519" y="1391"/>
            <a:chExt cx="360" cy="674"/>
          </a:xfrm>
        </p:grpSpPr>
        <p:sp>
          <p:nvSpPr>
            <p:cNvPr id="130161" name="AutoShape 69">
              <a:extLst>
                <a:ext uri="{FF2B5EF4-FFF2-40B4-BE49-F238E27FC236}">
                  <a16:creationId xmlns:a16="http://schemas.microsoft.com/office/drawing/2014/main" id="{9CEB2F62-0398-5E49-83AB-149EA250766A}"/>
                </a:ext>
              </a:extLst>
            </p:cNvPr>
            <p:cNvSpPr>
              <a:spLocks noChangeArrowheads="1"/>
            </p:cNvSpPr>
            <p:nvPr/>
          </p:nvSpPr>
          <p:spPr bwMode="auto">
            <a:xfrm rot="5400000">
              <a:off x="2365" y="1550"/>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2" name="AutoShape 70">
              <a:extLst>
                <a:ext uri="{FF2B5EF4-FFF2-40B4-BE49-F238E27FC236}">
                  <a16:creationId xmlns:a16="http://schemas.microsoft.com/office/drawing/2014/main" id="{40D3D335-36A6-FC41-965D-8CCFEA954C3A}"/>
                </a:ext>
              </a:extLst>
            </p:cNvPr>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3" name="Text Box 71">
              <a:extLst>
                <a:ext uri="{FF2B5EF4-FFF2-40B4-BE49-F238E27FC236}">
                  <a16:creationId xmlns:a16="http://schemas.microsoft.com/office/drawing/2014/main" id="{F8617A8E-575F-4440-91CF-F73E66A6302F}"/>
                </a:ext>
              </a:extLst>
            </p:cNvPr>
            <p:cNvSpPr txBox="1">
              <a:spLocks noChangeArrowheads="1"/>
            </p:cNvSpPr>
            <p:nvPr/>
          </p:nvSpPr>
          <p:spPr bwMode="auto">
            <a:xfrm>
              <a:off x="2567" y="1500"/>
              <a:ext cx="3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报</a:t>
              </a:r>
            </a:p>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文</a:t>
              </a:r>
            </a:p>
          </p:txBody>
        </p:sp>
        <p:sp>
          <p:nvSpPr>
            <p:cNvPr id="130164" name="Line 72">
              <a:extLst>
                <a:ext uri="{FF2B5EF4-FFF2-40B4-BE49-F238E27FC236}">
                  <a16:creationId xmlns:a16="http://schemas.microsoft.com/office/drawing/2014/main" id="{F0C49037-AE7E-CF44-93BF-1C71F8A4FCD6}"/>
                </a:ext>
              </a:extLst>
            </p:cNvPr>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65" name="Line 73">
              <a:extLst>
                <a:ext uri="{FF2B5EF4-FFF2-40B4-BE49-F238E27FC236}">
                  <a16:creationId xmlns:a16="http://schemas.microsoft.com/office/drawing/2014/main" id="{E0627F7A-05C1-7A47-A9C1-9949955A7BAA}"/>
                </a:ext>
              </a:extLst>
            </p:cNvPr>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63" name="Line 74">
            <a:extLst>
              <a:ext uri="{FF2B5EF4-FFF2-40B4-BE49-F238E27FC236}">
                <a16:creationId xmlns:a16="http://schemas.microsoft.com/office/drawing/2014/main" id="{A9155A72-92E6-CC42-85CD-C115F48A82F6}"/>
              </a:ext>
            </a:extLst>
          </p:cNvPr>
          <p:cNvSpPr>
            <a:spLocks noChangeShapeType="1"/>
          </p:cNvSpPr>
          <p:nvPr/>
        </p:nvSpPr>
        <p:spPr bwMode="auto">
          <a:xfrm>
            <a:off x="2558654" y="827485"/>
            <a:ext cx="0" cy="28598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4" name="Line 75">
            <a:extLst>
              <a:ext uri="{FF2B5EF4-FFF2-40B4-BE49-F238E27FC236}">
                <a16:creationId xmlns:a16="http://schemas.microsoft.com/office/drawing/2014/main" id="{36CB901F-20AC-3141-B2F8-8413FA900F0F}"/>
              </a:ext>
            </a:extLst>
          </p:cNvPr>
          <p:cNvSpPr>
            <a:spLocks noChangeShapeType="1"/>
          </p:cNvSpPr>
          <p:nvPr/>
        </p:nvSpPr>
        <p:spPr bwMode="auto">
          <a:xfrm>
            <a:off x="2990850" y="827485"/>
            <a:ext cx="0" cy="28598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5" name="Text Box 76">
            <a:extLst>
              <a:ext uri="{FF2B5EF4-FFF2-40B4-BE49-F238E27FC236}">
                <a16:creationId xmlns:a16="http://schemas.microsoft.com/office/drawing/2014/main" id="{57ADAE64-2487-854F-865E-3EB424C57B4F}"/>
              </a:ext>
            </a:extLst>
          </p:cNvPr>
          <p:cNvSpPr txBox="1">
            <a:spLocks noChangeArrowheads="1"/>
          </p:cNvSpPr>
          <p:nvPr/>
        </p:nvSpPr>
        <p:spPr bwMode="auto">
          <a:xfrm>
            <a:off x="1980010" y="3668316"/>
            <a:ext cx="16616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      B      C     D </a:t>
            </a:r>
          </a:p>
        </p:txBody>
      </p:sp>
      <p:sp>
        <p:nvSpPr>
          <p:cNvPr id="130066" name="Text Box 77">
            <a:extLst>
              <a:ext uri="{FF2B5EF4-FFF2-40B4-BE49-F238E27FC236}">
                <a16:creationId xmlns:a16="http://schemas.microsoft.com/office/drawing/2014/main" id="{C3A9CA00-E450-AD4E-AB10-3C60D9287509}"/>
              </a:ext>
            </a:extLst>
          </p:cNvPr>
          <p:cNvSpPr txBox="1">
            <a:spLocks noChangeArrowheads="1"/>
          </p:cNvSpPr>
          <p:nvPr/>
        </p:nvSpPr>
        <p:spPr bwMode="auto">
          <a:xfrm>
            <a:off x="4002882" y="3668316"/>
            <a:ext cx="16616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      B      C      D</a:t>
            </a:r>
          </a:p>
        </p:txBody>
      </p:sp>
      <p:sp>
        <p:nvSpPr>
          <p:cNvPr id="130067" name="Text Box 78">
            <a:extLst>
              <a:ext uri="{FF2B5EF4-FFF2-40B4-BE49-F238E27FC236}">
                <a16:creationId xmlns:a16="http://schemas.microsoft.com/office/drawing/2014/main" id="{452847AA-3838-A845-B8DF-3E1C53440CC1}"/>
              </a:ext>
            </a:extLst>
          </p:cNvPr>
          <p:cNvSpPr txBox="1">
            <a:spLocks noChangeArrowheads="1"/>
          </p:cNvSpPr>
          <p:nvPr/>
        </p:nvSpPr>
        <p:spPr bwMode="auto">
          <a:xfrm>
            <a:off x="6109098" y="3668316"/>
            <a:ext cx="16616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      B      C      D</a:t>
            </a:r>
          </a:p>
        </p:txBody>
      </p:sp>
      <p:sp>
        <p:nvSpPr>
          <p:cNvPr id="154703" name="Line 79">
            <a:extLst>
              <a:ext uri="{FF2B5EF4-FFF2-40B4-BE49-F238E27FC236}">
                <a16:creationId xmlns:a16="http://schemas.microsoft.com/office/drawing/2014/main" id="{537BD940-FFD3-9749-9447-BAAD0CC48724}"/>
              </a:ext>
            </a:extLst>
          </p:cNvPr>
          <p:cNvSpPr>
            <a:spLocks noChangeShapeType="1"/>
          </p:cNvSpPr>
          <p:nvPr/>
        </p:nvSpPr>
        <p:spPr bwMode="auto">
          <a:xfrm>
            <a:off x="2126457" y="927498"/>
            <a:ext cx="432197" cy="50006"/>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4" name="Line 80">
            <a:extLst>
              <a:ext uri="{FF2B5EF4-FFF2-40B4-BE49-F238E27FC236}">
                <a16:creationId xmlns:a16="http://schemas.microsoft.com/office/drawing/2014/main" id="{007D53AE-3805-DF4B-BFCB-E4D2CBB20065}"/>
              </a:ext>
            </a:extLst>
          </p:cNvPr>
          <p:cNvSpPr>
            <a:spLocks noChangeShapeType="1"/>
          </p:cNvSpPr>
          <p:nvPr/>
        </p:nvSpPr>
        <p:spPr bwMode="auto">
          <a:xfrm>
            <a:off x="2558653" y="1128713"/>
            <a:ext cx="432197" cy="50006"/>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5" name="Line 81">
            <a:extLst>
              <a:ext uri="{FF2B5EF4-FFF2-40B4-BE49-F238E27FC236}">
                <a16:creationId xmlns:a16="http://schemas.microsoft.com/office/drawing/2014/main" id="{74805FEB-FE65-4D48-993C-0ED3FAD5F6B5}"/>
              </a:ext>
            </a:extLst>
          </p:cNvPr>
          <p:cNvSpPr>
            <a:spLocks noChangeShapeType="1"/>
          </p:cNvSpPr>
          <p:nvPr/>
        </p:nvSpPr>
        <p:spPr bwMode="auto">
          <a:xfrm>
            <a:off x="2990851" y="1328738"/>
            <a:ext cx="431006" cy="50006"/>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6" name="Line 82">
            <a:extLst>
              <a:ext uri="{FF2B5EF4-FFF2-40B4-BE49-F238E27FC236}">
                <a16:creationId xmlns:a16="http://schemas.microsoft.com/office/drawing/2014/main" id="{16626846-E918-EC4E-9F59-E691CA05B6B2}"/>
              </a:ext>
            </a:extLst>
          </p:cNvPr>
          <p:cNvSpPr>
            <a:spLocks noChangeShapeType="1"/>
          </p:cNvSpPr>
          <p:nvPr/>
        </p:nvSpPr>
        <p:spPr bwMode="auto">
          <a:xfrm flipH="1">
            <a:off x="2126456" y="1629967"/>
            <a:ext cx="1295400" cy="20121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11" name="Text Box 87">
            <a:extLst>
              <a:ext uri="{FF2B5EF4-FFF2-40B4-BE49-F238E27FC236}">
                <a16:creationId xmlns:a16="http://schemas.microsoft.com/office/drawing/2014/main" id="{3094EF95-C4B7-224B-AD66-CC88929DD737}"/>
              </a:ext>
            </a:extLst>
          </p:cNvPr>
          <p:cNvSpPr txBox="1">
            <a:spLocks noChangeArrowheads="1"/>
          </p:cNvSpPr>
          <p:nvPr/>
        </p:nvSpPr>
        <p:spPr bwMode="auto">
          <a:xfrm>
            <a:off x="4373166" y="49530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报文交换</a:t>
            </a:r>
          </a:p>
        </p:txBody>
      </p:sp>
      <p:sp>
        <p:nvSpPr>
          <p:cNvPr id="130073" name="Text Box 88">
            <a:extLst>
              <a:ext uri="{FF2B5EF4-FFF2-40B4-BE49-F238E27FC236}">
                <a16:creationId xmlns:a16="http://schemas.microsoft.com/office/drawing/2014/main" id="{31134E5F-7A3F-5A4A-B7EF-4CFE201B606D}"/>
              </a:ext>
            </a:extLst>
          </p:cNvPr>
          <p:cNvSpPr txBox="1">
            <a:spLocks noChangeArrowheads="1"/>
          </p:cNvSpPr>
          <p:nvPr/>
        </p:nvSpPr>
        <p:spPr bwMode="auto">
          <a:xfrm>
            <a:off x="2303860" y="49530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电路交换</a:t>
            </a:r>
          </a:p>
        </p:txBody>
      </p:sp>
      <p:sp>
        <p:nvSpPr>
          <p:cNvPr id="154713" name="Text Box 89">
            <a:extLst>
              <a:ext uri="{FF2B5EF4-FFF2-40B4-BE49-F238E27FC236}">
                <a16:creationId xmlns:a16="http://schemas.microsoft.com/office/drawing/2014/main" id="{BC183DC2-D6F0-A949-9962-F9DDF0BB56C8}"/>
              </a:ext>
            </a:extLst>
          </p:cNvPr>
          <p:cNvSpPr txBox="1">
            <a:spLocks noChangeArrowheads="1"/>
          </p:cNvSpPr>
          <p:nvPr/>
        </p:nvSpPr>
        <p:spPr bwMode="auto">
          <a:xfrm>
            <a:off x="6436519" y="49530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分组交换</a:t>
            </a:r>
          </a:p>
        </p:txBody>
      </p:sp>
      <p:sp>
        <p:nvSpPr>
          <p:cNvPr id="130075" name="Line 90">
            <a:extLst>
              <a:ext uri="{FF2B5EF4-FFF2-40B4-BE49-F238E27FC236}">
                <a16:creationId xmlns:a16="http://schemas.microsoft.com/office/drawing/2014/main" id="{25F01AA4-9DE6-F64A-86D0-F4B902225C15}"/>
              </a:ext>
            </a:extLst>
          </p:cNvPr>
          <p:cNvSpPr>
            <a:spLocks noChangeShapeType="1"/>
          </p:cNvSpPr>
          <p:nvPr/>
        </p:nvSpPr>
        <p:spPr bwMode="auto">
          <a:xfrm>
            <a:off x="3776663" y="1178719"/>
            <a:ext cx="0" cy="205740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6" name="Text Box 91">
            <a:extLst>
              <a:ext uri="{FF2B5EF4-FFF2-40B4-BE49-F238E27FC236}">
                <a16:creationId xmlns:a16="http://schemas.microsoft.com/office/drawing/2014/main" id="{7552C4E0-B72F-D048-A343-C9135F60092C}"/>
              </a:ext>
            </a:extLst>
          </p:cNvPr>
          <p:cNvSpPr txBox="1">
            <a:spLocks noChangeArrowheads="1"/>
          </p:cNvSpPr>
          <p:nvPr/>
        </p:nvSpPr>
        <p:spPr bwMode="auto">
          <a:xfrm>
            <a:off x="3700463" y="3248025"/>
            <a:ext cx="2327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t</a:t>
            </a:r>
          </a:p>
        </p:txBody>
      </p:sp>
      <p:grpSp>
        <p:nvGrpSpPr>
          <p:cNvPr id="154746" name="Group 122">
            <a:extLst>
              <a:ext uri="{FF2B5EF4-FFF2-40B4-BE49-F238E27FC236}">
                <a16:creationId xmlns:a16="http://schemas.microsoft.com/office/drawing/2014/main" id="{EDB866DD-FB2A-0647-A856-A556BEAD9534}"/>
              </a:ext>
            </a:extLst>
          </p:cNvPr>
          <p:cNvGrpSpPr>
            <a:grpSpLocks/>
          </p:cNvGrpSpPr>
          <p:nvPr/>
        </p:nvGrpSpPr>
        <p:grpSpPr bwMode="auto">
          <a:xfrm>
            <a:off x="1277541" y="926307"/>
            <a:ext cx="877491" cy="922735"/>
            <a:chOff x="113" y="1473"/>
            <a:chExt cx="737" cy="775"/>
          </a:xfrm>
        </p:grpSpPr>
        <p:sp>
          <p:nvSpPr>
            <p:cNvPr id="130157" name="Line 92">
              <a:extLst>
                <a:ext uri="{FF2B5EF4-FFF2-40B4-BE49-F238E27FC236}">
                  <a16:creationId xmlns:a16="http://schemas.microsoft.com/office/drawing/2014/main" id="{DF1DC2A7-CAB9-FE4D-8301-55BD4EBAD949}"/>
                </a:ext>
              </a:extLst>
            </p:cNvPr>
            <p:cNvSpPr>
              <a:spLocks noChangeShapeType="1"/>
            </p:cNvSpPr>
            <p:nvPr/>
          </p:nvSpPr>
          <p:spPr bwMode="auto">
            <a:xfrm>
              <a:off x="630" y="1474"/>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8" name="Line 94">
              <a:extLst>
                <a:ext uri="{FF2B5EF4-FFF2-40B4-BE49-F238E27FC236}">
                  <a16:creationId xmlns:a16="http://schemas.microsoft.com/office/drawing/2014/main" id="{93B1C798-909D-8941-9F1B-4DC7D3A0C48C}"/>
                </a:ext>
              </a:extLst>
            </p:cNvPr>
            <p:cNvSpPr>
              <a:spLocks noChangeShapeType="1"/>
            </p:cNvSpPr>
            <p:nvPr/>
          </p:nvSpPr>
          <p:spPr bwMode="auto">
            <a:xfrm>
              <a:off x="622" y="2248"/>
              <a:ext cx="181"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9" name="Text Box 95">
              <a:extLst>
                <a:ext uri="{FF2B5EF4-FFF2-40B4-BE49-F238E27FC236}">
                  <a16:creationId xmlns:a16="http://schemas.microsoft.com/office/drawing/2014/main" id="{8A917A1A-4B3E-064F-BDC7-EEF30611DDB9}"/>
                </a:ext>
              </a:extLst>
            </p:cNvPr>
            <p:cNvSpPr txBox="1">
              <a:spLocks noChangeArrowheads="1"/>
            </p:cNvSpPr>
            <p:nvPr/>
          </p:nvSpPr>
          <p:spPr bwMode="auto">
            <a:xfrm>
              <a:off x="113" y="1733"/>
              <a:ext cx="7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latin typeface="Arial" panose="020B0604020202020204" pitchFamily="34" charset="0"/>
                  <a:ea typeface="宋体" panose="02010600030101010101" pitchFamily="2" charset="-122"/>
                </a:rPr>
                <a:t>连接建立</a:t>
              </a:r>
            </a:p>
          </p:txBody>
        </p:sp>
        <p:sp>
          <p:nvSpPr>
            <p:cNvPr id="130160" name="Line 97">
              <a:extLst>
                <a:ext uri="{FF2B5EF4-FFF2-40B4-BE49-F238E27FC236}">
                  <a16:creationId xmlns:a16="http://schemas.microsoft.com/office/drawing/2014/main" id="{3BFB0C9C-F936-0741-86CF-9733D8BA100E}"/>
                </a:ext>
              </a:extLst>
            </p:cNvPr>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47" name="Group 123">
            <a:extLst>
              <a:ext uri="{FF2B5EF4-FFF2-40B4-BE49-F238E27FC236}">
                <a16:creationId xmlns:a16="http://schemas.microsoft.com/office/drawing/2014/main" id="{68FDA208-5F99-2847-B772-1ACD94EFCA53}"/>
              </a:ext>
            </a:extLst>
          </p:cNvPr>
          <p:cNvGrpSpPr>
            <a:grpSpLocks/>
          </p:cNvGrpSpPr>
          <p:nvPr/>
        </p:nvGrpSpPr>
        <p:grpSpPr bwMode="auto">
          <a:xfrm>
            <a:off x="1277541" y="1846660"/>
            <a:ext cx="877491" cy="758428"/>
            <a:chOff x="113" y="2246"/>
            <a:chExt cx="737" cy="637"/>
          </a:xfrm>
        </p:grpSpPr>
        <p:sp>
          <p:nvSpPr>
            <p:cNvPr id="130154" name="Line 93">
              <a:extLst>
                <a:ext uri="{FF2B5EF4-FFF2-40B4-BE49-F238E27FC236}">
                  <a16:creationId xmlns:a16="http://schemas.microsoft.com/office/drawing/2014/main" id="{D4353DE2-EE9E-3C42-9D0E-7580D93BE400}"/>
                </a:ext>
              </a:extLst>
            </p:cNvPr>
            <p:cNvSpPr>
              <a:spLocks noChangeShapeType="1"/>
            </p:cNvSpPr>
            <p:nvPr/>
          </p:nvSpPr>
          <p:spPr bwMode="auto">
            <a:xfrm>
              <a:off x="630" y="288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5" name="Text Box 96">
              <a:extLst>
                <a:ext uri="{FF2B5EF4-FFF2-40B4-BE49-F238E27FC236}">
                  <a16:creationId xmlns:a16="http://schemas.microsoft.com/office/drawing/2014/main" id="{A3B45CD1-FBA0-6447-B7EA-583B5DACD218}"/>
                </a:ext>
              </a:extLst>
            </p:cNvPr>
            <p:cNvSpPr txBox="1">
              <a:spLocks noChangeArrowheads="1"/>
            </p:cNvSpPr>
            <p:nvPr/>
          </p:nvSpPr>
          <p:spPr bwMode="auto">
            <a:xfrm>
              <a:off x="113" y="2405"/>
              <a:ext cx="7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latin typeface="Arial" panose="020B0604020202020204" pitchFamily="34" charset="0"/>
                  <a:ea typeface="宋体" panose="02010600030101010101" pitchFamily="2" charset="-122"/>
                </a:rPr>
                <a:t>数据传送</a:t>
              </a:r>
            </a:p>
          </p:txBody>
        </p:sp>
        <p:sp>
          <p:nvSpPr>
            <p:cNvPr id="130156" name="Line 98">
              <a:extLst>
                <a:ext uri="{FF2B5EF4-FFF2-40B4-BE49-F238E27FC236}">
                  <a16:creationId xmlns:a16="http://schemas.microsoft.com/office/drawing/2014/main" id="{635483C5-0473-9441-8F13-BDCB73A91D11}"/>
                </a:ext>
              </a:extLst>
            </p:cNvPr>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79" name="Freeform 99">
            <a:extLst>
              <a:ext uri="{FF2B5EF4-FFF2-40B4-BE49-F238E27FC236}">
                <a16:creationId xmlns:a16="http://schemas.microsoft.com/office/drawing/2014/main" id="{D6810779-6DD3-8344-A2A1-D0D7A7CAB322}"/>
              </a:ext>
            </a:extLst>
          </p:cNvPr>
          <p:cNvSpPr>
            <a:spLocks/>
          </p:cNvSpPr>
          <p:nvPr/>
        </p:nvSpPr>
        <p:spPr bwMode="auto">
          <a:xfrm>
            <a:off x="2122885" y="827485"/>
            <a:ext cx="3572" cy="2865834"/>
          </a:xfrm>
          <a:custGeom>
            <a:avLst/>
            <a:gdLst>
              <a:gd name="T0" fmla="*/ 2147483646 w 3"/>
              <a:gd name="T1" fmla="*/ 0 h 2742"/>
              <a:gd name="T2" fmla="*/ 0 w 3"/>
              <a:gd name="T3" fmla="*/ 2147483646 h 2742"/>
              <a:gd name="T4" fmla="*/ 0 60000 65536"/>
              <a:gd name="T5" fmla="*/ 0 60000 65536"/>
            </a:gdLst>
            <a:ahLst/>
            <a:cxnLst>
              <a:cxn ang="T4">
                <a:pos x="T0" y="T1"/>
              </a:cxn>
              <a:cxn ang="T5">
                <a:pos x="T2" y="T3"/>
              </a:cxn>
            </a:cxnLst>
            <a:rect l="0" t="0" r="r" b="b"/>
            <a:pathLst>
              <a:path w="3" h="2742">
                <a:moveTo>
                  <a:pt x="3" y="0"/>
                </a:moveTo>
                <a:lnTo>
                  <a:pt x="0" y="274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80" name="Freeform 100">
            <a:extLst>
              <a:ext uri="{FF2B5EF4-FFF2-40B4-BE49-F238E27FC236}">
                <a16:creationId xmlns:a16="http://schemas.microsoft.com/office/drawing/2014/main" id="{69DFD082-5741-7D4F-922B-FC2B0AAD623A}"/>
              </a:ext>
            </a:extLst>
          </p:cNvPr>
          <p:cNvSpPr>
            <a:spLocks/>
          </p:cNvSpPr>
          <p:nvPr/>
        </p:nvSpPr>
        <p:spPr bwMode="auto">
          <a:xfrm>
            <a:off x="5445919" y="810817"/>
            <a:ext cx="3572" cy="2859881"/>
          </a:xfrm>
          <a:custGeom>
            <a:avLst/>
            <a:gdLst>
              <a:gd name="T0" fmla="*/ 2147483646 w 3"/>
              <a:gd name="T1" fmla="*/ 0 h 2736"/>
              <a:gd name="T2" fmla="*/ 0 w 3"/>
              <a:gd name="T3" fmla="*/ 2147483646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81" name="Line 101">
            <a:extLst>
              <a:ext uri="{FF2B5EF4-FFF2-40B4-BE49-F238E27FC236}">
                <a16:creationId xmlns:a16="http://schemas.microsoft.com/office/drawing/2014/main" id="{E271564B-91E2-0A4D-AA6E-B6FB2208F4EF}"/>
              </a:ext>
            </a:extLst>
          </p:cNvPr>
          <p:cNvSpPr>
            <a:spLocks noChangeShapeType="1"/>
          </p:cNvSpPr>
          <p:nvPr/>
        </p:nvSpPr>
        <p:spPr bwMode="auto">
          <a:xfrm>
            <a:off x="7547372" y="847726"/>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2" name="Line 102">
            <a:extLst>
              <a:ext uri="{FF2B5EF4-FFF2-40B4-BE49-F238E27FC236}">
                <a16:creationId xmlns:a16="http://schemas.microsoft.com/office/drawing/2014/main" id="{786C8FDE-FAC1-EC45-92B9-CF496F337D65}"/>
              </a:ext>
            </a:extLst>
          </p:cNvPr>
          <p:cNvSpPr>
            <a:spLocks noChangeShapeType="1"/>
          </p:cNvSpPr>
          <p:nvPr/>
        </p:nvSpPr>
        <p:spPr bwMode="auto">
          <a:xfrm>
            <a:off x="7113985" y="837010"/>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3" name="Line 103">
            <a:extLst>
              <a:ext uri="{FF2B5EF4-FFF2-40B4-BE49-F238E27FC236}">
                <a16:creationId xmlns:a16="http://schemas.microsoft.com/office/drawing/2014/main" id="{1BF9E635-39C9-1949-908C-7FC0FF8F13E2}"/>
              </a:ext>
            </a:extLst>
          </p:cNvPr>
          <p:cNvSpPr>
            <a:spLocks noChangeShapeType="1"/>
          </p:cNvSpPr>
          <p:nvPr/>
        </p:nvSpPr>
        <p:spPr bwMode="auto">
          <a:xfrm>
            <a:off x="6687741" y="827485"/>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4" name="Line 104">
            <a:extLst>
              <a:ext uri="{FF2B5EF4-FFF2-40B4-BE49-F238E27FC236}">
                <a16:creationId xmlns:a16="http://schemas.microsoft.com/office/drawing/2014/main" id="{7FD8D71C-5E25-B54E-9BFF-E143A934A367}"/>
              </a:ext>
            </a:extLst>
          </p:cNvPr>
          <p:cNvSpPr>
            <a:spLocks noChangeShapeType="1"/>
          </p:cNvSpPr>
          <p:nvPr/>
        </p:nvSpPr>
        <p:spPr bwMode="auto">
          <a:xfrm>
            <a:off x="4139804" y="810817"/>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5" name="Line 105">
            <a:extLst>
              <a:ext uri="{FF2B5EF4-FFF2-40B4-BE49-F238E27FC236}">
                <a16:creationId xmlns:a16="http://schemas.microsoft.com/office/drawing/2014/main" id="{C937752C-9B61-3B44-9F61-50870359DE7E}"/>
              </a:ext>
            </a:extLst>
          </p:cNvPr>
          <p:cNvSpPr>
            <a:spLocks noChangeShapeType="1"/>
          </p:cNvSpPr>
          <p:nvPr/>
        </p:nvSpPr>
        <p:spPr bwMode="auto">
          <a:xfrm>
            <a:off x="4567238" y="810817"/>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6" name="Line 106">
            <a:extLst>
              <a:ext uri="{FF2B5EF4-FFF2-40B4-BE49-F238E27FC236}">
                <a16:creationId xmlns:a16="http://schemas.microsoft.com/office/drawing/2014/main" id="{254414A3-DD30-DE4C-8C59-570DDDF899B1}"/>
              </a:ext>
            </a:extLst>
          </p:cNvPr>
          <p:cNvSpPr>
            <a:spLocks noChangeShapeType="1"/>
          </p:cNvSpPr>
          <p:nvPr/>
        </p:nvSpPr>
        <p:spPr bwMode="auto">
          <a:xfrm>
            <a:off x="5012531" y="810817"/>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749" name="Group 125">
            <a:extLst>
              <a:ext uri="{FF2B5EF4-FFF2-40B4-BE49-F238E27FC236}">
                <a16:creationId xmlns:a16="http://schemas.microsoft.com/office/drawing/2014/main" id="{F67E6E94-2885-694B-9C0B-D91A6B2DDBB8}"/>
              </a:ext>
            </a:extLst>
          </p:cNvPr>
          <p:cNvGrpSpPr>
            <a:grpSpLocks/>
          </p:cNvGrpSpPr>
          <p:nvPr/>
        </p:nvGrpSpPr>
        <p:grpSpPr bwMode="auto">
          <a:xfrm>
            <a:off x="2115742" y="1837135"/>
            <a:ext cx="1325165" cy="959644"/>
            <a:chOff x="817" y="2238"/>
            <a:chExt cx="1113" cy="806"/>
          </a:xfrm>
        </p:grpSpPr>
        <p:sp>
          <p:nvSpPr>
            <p:cNvPr id="130148" name="Line 83">
              <a:extLst>
                <a:ext uri="{FF2B5EF4-FFF2-40B4-BE49-F238E27FC236}">
                  <a16:creationId xmlns:a16="http://schemas.microsoft.com/office/drawing/2014/main" id="{3D5F2B91-AFF8-2A47-8C45-DCA257E54503}"/>
                </a:ext>
              </a:extLst>
            </p:cNvPr>
            <p:cNvSpPr>
              <a:spLocks noChangeShapeType="1"/>
            </p:cNvSpPr>
            <p:nvPr/>
          </p:nvSpPr>
          <p:spPr bwMode="auto">
            <a:xfrm>
              <a:off x="841" y="2268"/>
              <a:ext cx="1089" cy="1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30149" name="AutoShape 84">
              <a:extLst>
                <a:ext uri="{FF2B5EF4-FFF2-40B4-BE49-F238E27FC236}">
                  <a16:creationId xmlns:a16="http://schemas.microsoft.com/office/drawing/2014/main" id="{B2A5DFA1-695D-6341-BCF3-10CEA65DF704}"/>
                </a:ext>
              </a:extLst>
            </p:cNvPr>
            <p:cNvSpPr>
              <a:spLocks noChangeArrowheads="1"/>
            </p:cNvSpPr>
            <p:nvPr/>
          </p:nvSpPr>
          <p:spPr bwMode="auto">
            <a:xfrm rot="5400000">
              <a:off x="976" y="2091"/>
              <a:ext cx="793" cy="1092"/>
            </a:xfrm>
            <a:prstGeom prst="parallelogram">
              <a:avLst>
                <a:gd name="adj" fmla="val 21176"/>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50" name="Text Box 85">
              <a:extLst>
                <a:ext uri="{FF2B5EF4-FFF2-40B4-BE49-F238E27FC236}">
                  <a16:creationId xmlns:a16="http://schemas.microsoft.com/office/drawing/2014/main" id="{647CCD92-D057-8047-9548-664D8EC983FC}"/>
                </a:ext>
              </a:extLst>
            </p:cNvPr>
            <p:cNvSpPr txBox="1">
              <a:spLocks noChangeArrowheads="1"/>
            </p:cNvSpPr>
            <p:nvPr/>
          </p:nvSpPr>
          <p:spPr bwMode="auto">
            <a:xfrm>
              <a:off x="1113" y="2429"/>
              <a:ext cx="4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报文</a:t>
              </a:r>
            </a:p>
          </p:txBody>
        </p:sp>
        <p:sp>
          <p:nvSpPr>
            <p:cNvPr id="130151" name="AutoShape 86">
              <a:extLst>
                <a:ext uri="{FF2B5EF4-FFF2-40B4-BE49-F238E27FC236}">
                  <a16:creationId xmlns:a16="http://schemas.microsoft.com/office/drawing/2014/main" id="{528E4836-F50B-3F4C-9310-947DBF0AAB2A}"/>
                </a:ext>
              </a:extLst>
            </p:cNvPr>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52" name="Line 108">
              <a:extLst>
                <a:ext uri="{FF2B5EF4-FFF2-40B4-BE49-F238E27FC236}">
                  <a16:creationId xmlns:a16="http://schemas.microsoft.com/office/drawing/2014/main" id="{17D87809-B861-D04B-9F6B-E8AAD641A68D}"/>
                </a:ext>
              </a:extLst>
            </p:cNvPr>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3" name="Line 109">
              <a:extLst>
                <a:ext uri="{FF2B5EF4-FFF2-40B4-BE49-F238E27FC236}">
                  <a16:creationId xmlns:a16="http://schemas.microsoft.com/office/drawing/2014/main" id="{55265B3C-022C-5746-8584-3E944D2A5045}"/>
                </a:ext>
              </a:extLst>
            </p:cNvPr>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5" name="Group 131">
            <a:extLst>
              <a:ext uri="{FF2B5EF4-FFF2-40B4-BE49-F238E27FC236}">
                <a16:creationId xmlns:a16="http://schemas.microsoft.com/office/drawing/2014/main" id="{BACA217F-9932-F046-A16B-BB286A42BCAF}"/>
              </a:ext>
            </a:extLst>
          </p:cNvPr>
          <p:cNvGrpSpPr>
            <a:grpSpLocks/>
          </p:cNvGrpSpPr>
          <p:nvPr/>
        </p:nvGrpSpPr>
        <p:grpSpPr bwMode="auto">
          <a:xfrm>
            <a:off x="6232923" y="1014416"/>
            <a:ext cx="450057" cy="302419"/>
            <a:chOff x="4275" y="1547"/>
            <a:chExt cx="378" cy="254"/>
          </a:xfrm>
        </p:grpSpPr>
        <p:sp>
          <p:nvSpPr>
            <p:cNvPr id="130143" name="AutoShape 44">
              <a:extLst>
                <a:ext uri="{FF2B5EF4-FFF2-40B4-BE49-F238E27FC236}">
                  <a16:creationId xmlns:a16="http://schemas.microsoft.com/office/drawing/2014/main" id="{0CADAF7F-56ED-FA4D-975E-F9273E4694BD}"/>
                </a:ext>
              </a:extLst>
            </p:cNvPr>
            <p:cNvSpPr>
              <a:spLocks noChangeArrowheads="1"/>
            </p:cNvSpPr>
            <p:nvPr/>
          </p:nvSpPr>
          <p:spPr bwMode="auto">
            <a:xfrm rot="5400000">
              <a:off x="4367" y="151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44" name="Text Box 45">
              <a:extLst>
                <a:ext uri="{FF2B5EF4-FFF2-40B4-BE49-F238E27FC236}">
                  <a16:creationId xmlns:a16="http://schemas.microsoft.com/office/drawing/2014/main" id="{AECB1155-5A82-E54E-8B16-0012AF2C950C}"/>
                </a:ext>
              </a:extLst>
            </p:cNvPr>
            <p:cNvSpPr txBox="1">
              <a:spLocks noChangeArrowheads="1"/>
            </p:cNvSpPr>
            <p:nvPr/>
          </p:nvSpPr>
          <p:spPr bwMode="auto">
            <a:xfrm rot="626605">
              <a:off x="4275" y="1547"/>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2</a:t>
              </a:r>
              <a:endParaRPr kumimoji="1" lang="en-US" altLang="zh-CN" sz="1350">
                <a:latin typeface="Arial" panose="020B0604020202020204" pitchFamily="34" charset="0"/>
                <a:ea typeface="宋体" panose="02010600030101010101" pitchFamily="2" charset="-122"/>
              </a:endParaRPr>
            </a:p>
          </p:txBody>
        </p:sp>
        <p:sp>
          <p:nvSpPr>
            <p:cNvPr id="130145" name="Line 47">
              <a:extLst>
                <a:ext uri="{FF2B5EF4-FFF2-40B4-BE49-F238E27FC236}">
                  <a16:creationId xmlns:a16="http://schemas.microsoft.com/office/drawing/2014/main" id="{765A18BA-544E-B846-8E73-850543C61F10}"/>
                </a:ext>
              </a:extLst>
            </p:cNvPr>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46" name="AutoShape 48">
              <a:extLst>
                <a:ext uri="{FF2B5EF4-FFF2-40B4-BE49-F238E27FC236}">
                  <a16:creationId xmlns:a16="http://schemas.microsoft.com/office/drawing/2014/main" id="{96AE8B9D-EEF2-314C-8AB6-BB17D826A2AB}"/>
                </a:ext>
              </a:extLst>
            </p:cNvPr>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47" name="Line 46">
              <a:extLst>
                <a:ext uri="{FF2B5EF4-FFF2-40B4-BE49-F238E27FC236}">
                  <a16:creationId xmlns:a16="http://schemas.microsoft.com/office/drawing/2014/main" id="{798BEA7B-5D0B-5748-87A3-E24BA55F212E}"/>
                </a:ext>
              </a:extLst>
            </p:cNvPr>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4" name="Group 130">
            <a:extLst>
              <a:ext uri="{FF2B5EF4-FFF2-40B4-BE49-F238E27FC236}">
                <a16:creationId xmlns:a16="http://schemas.microsoft.com/office/drawing/2014/main" id="{6F1DFE5F-735F-C740-B78C-766DFF13A893}"/>
              </a:ext>
            </a:extLst>
          </p:cNvPr>
          <p:cNvGrpSpPr>
            <a:grpSpLocks/>
          </p:cNvGrpSpPr>
          <p:nvPr/>
        </p:nvGrpSpPr>
        <p:grpSpPr bwMode="auto">
          <a:xfrm>
            <a:off x="6231736" y="794145"/>
            <a:ext cx="456010" cy="309563"/>
            <a:chOff x="4274" y="1362"/>
            <a:chExt cx="383" cy="260"/>
          </a:xfrm>
        </p:grpSpPr>
        <p:sp>
          <p:nvSpPr>
            <p:cNvPr id="130138" name="AutoShape 110">
              <a:extLst>
                <a:ext uri="{FF2B5EF4-FFF2-40B4-BE49-F238E27FC236}">
                  <a16:creationId xmlns:a16="http://schemas.microsoft.com/office/drawing/2014/main" id="{7D851DC2-F254-4B4E-8EBD-54D162DB8C10}"/>
                </a:ext>
              </a:extLst>
            </p:cNvPr>
            <p:cNvSpPr>
              <a:spLocks noChangeArrowheads="1"/>
            </p:cNvSpPr>
            <p:nvPr/>
          </p:nvSpPr>
          <p:spPr bwMode="auto">
            <a:xfrm rot="5400000">
              <a:off x="4371" y="1337"/>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9" name="Text Box 111">
              <a:extLst>
                <a:ext uri="{FF2B5EF4-FFF2-40B4-BE49-F238E27FC236}">
                  <a16:creationId xmlns:a16="http://schemas.microsoft.com/office/drawing/2014/main" id="{3D7DAA9D-EA76-5D4D-A0F8-7F1732C798F6}"/>
                </a:ext>
              </a:extLst>
            </p:cNvPr>
            <p:cNvSpPr txBox="1">
              <a:spLocks noChangeArrowheads="1"/>
            </p:cNvSpPr>
            <p:nvPr/>
          </p:nvSpPr>
          <p:spPr bwMode="auto">
            <a:xfrm rot="626605">
              <a:off x="4274" y="1362"/>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1</a:t>
              </a:r>
              <a:endParaRPr kumimoji="1" lang="en-US" altLang="zh-CN" sz="1350">
                <a:latin typeface="Arial" panose="020B0604020202020204" pitchFamily="34" charset="0"/>
                <a:ea typeface="宋体" panose="02010600030101010101" pitchFamily="2" charset="-122"/>
              </a:endParaRPr>
            </a:p>
          </p:txBody>
        </p:sp>
        <p:sp>
          <p:nvSpPr>
            <p:cNvPr id="130140" name="Line 112">
              <a:extLst>
                <a:ext uri="{FF2B5EF4-FFF2-40B4-BE49-F238E27FC236}">
                  <a16:creationId xmlns:a16="http://schemas.microsoft.com/office/drawing/2014/main" id="{19C6C25F-EB72-EC44-980E-719C88ECDFC5}"/>
                </a:ext>
              </a:extLst>
            </p:cNvPr>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41" name="Line 113">
              <a:extLst>
                <a:ext uri="{FF2B5EF4-FFF2-40B4-BE49-F238E27FC236}">
                  <a16:creationId xmlns:a16="http://schemas.microsoft.com/office/drawing/2014/main" id="{29E49AEF-9D00-B14B-AD4D-F0672A3FA58A}"/>
                </a:ext>
              </a:extLst>
            </p:cNvPr>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42" name="AutoShape 114">
              <a:extLst>
                <a:ext uri="{FF2B5EF4-FFF2-40B4-BE49-F238E27FC236}">
                  <a16:creationId xmlns:a16="http://schemas.microsoft.com/office/drawing/2014/main" id="{8A4F2F3D-666D-E045-AADB-24C0CCA0C619}"/>
                </a:ext>
              </a:extLst>
            </p:cNvPr>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130090" name="Line 115">
            <a:extLst>
              <a:ext uri="{FF2B5EF4-FFF2-40B4-BE49-F238E27FC236}">
                <a16:creationId xmlns:a16="http://schemas.microsoft.com/office/drawing/2014/main" id="{A713F5B2-9814-CB4D-9C40-EF47DD863269}"/>
              </a:ext>
            </a:extLst>
          </p:cNvPr>
          <p:cNvSpPr>
            <a:spLocks noChangeShapeType="1"/>
          </p:cNvSpPr>
          <p:nvPr/>
        </p:nvSpPr>
        <p:spPr bwMode="auto">
          <a:xfrm>
            <a:off x="6249591" y="817960"/>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40" name="Line 116">
            <a:extLst>
              <a:ext uri="{FF2B5EF4-FFF2-40B4-BE49-F238E27FC236}">
                <a16:creationId xmlns:a16="http://schemas.microsoft.com/office/drawing/2014/main" id="{B901B052-E9A7-204B-87FE-D5C238E026E4}"/>
              </a:ext>
            </a:extLst>
          </p:cNvPr>
          <p:cNvSpPr>
            <a:spLocks noChangeShapeType="1"/>
          </p:cNvSpPr>
          <p:nvPr/>
        </p:nvSpPr>
        <p:spPr bwMode="auto">
          <a:xfrm>
            <a:off x="2122885" y="2667000"/>
            <a:ext cx="432197" cy="7143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41" name="Line 117">
            <a:extLst>
              <a:ext uri="{FF2B5EF4-FFF2-40B4-BE49-F238E27FC236}">
                <a16:creationId xmlns:a16="http://schemas.microsoft.com/office/drawing/2014/main" id="{BB027E71-5719-1D43-9250-E78F0E1040AA}"/>
              </a:ext>
            </a:extLst>
          </p:cNvPr>
          <p:cNvSpPr>
            <a:spLocks noChangeShapeType="1"/>
          </p:cNvSpPr>
          <p:nvPr/>
        </p:nvSpPr>
        <p:spPr bwMode="auto">
          <a:xfrm>
            <a:off x="2562225" y="2802731"/>
            <a:ext cx="425054" cy="7143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42" name="Line 118">
            <a:extLst>
              <a:ext uri="{FF2B5EF4-FFF2-40B4-BE49-F238E27FC236}">
                <a16:creationId xmlns:a16="http://schemas.microsoft.com/office/drawing/2014/main" id="{B20CF9A2-0CD7-954E-B275-62471424237C}"/>
              </a:ext>
            </a:extLst>
          </p:cNvPr>
          <p:cNvSpPr>
            <a:spLocks noChangeShapeType="1"/>
          </p:cNvSpPr>
          <p:nvPr/>
        </p:nvSpPr>
        <p:spPr bwMode="auto">
          <a:xfrm>
            <a:off x="2987279" y="2945607"/>
            <a:ext cx="431006" cy="64294"/>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748" name="Group 124">
            <a:extLst>
              <a:ext uri="{FF2B5EF4-FFF2-40B4-BE49-F238E27FC236}">
                <a16:creationId xmlns:a16="http://schemas.microsoft.com/office/drawing/2014/main" id="{8A607988-4670-3941-A1A3-A1B594633945}"/>
              </a:ext>
            </a:extLst>
          </p:cNvPr>
          <p:cNvGrpSpPr>
            <a:grpSpLocks/>
          </p:cNvGrpSpPr>
          <p:nvPr/>
        </p:nvGrpSpPr>
        <p:grpSpPr bwMode="auto">
          <a:xfrm>
            <a:off x="1277541" y="2588419"/>
            <a:ext cx="877491" cy="444104"/>
            <a:chOff x="113" y="2869"/>
            <a:chExt cx="737" cy="373"/>
          </a:xfrm>
        </p:grpSpPr>
        <p:sp>
          <p:nvSpPr>
            <p:cNvPr id="130135" name="Line 119">
              <a:extLst>
                <a:ext uri="{FF2B5EF4-FFF2-40B4-BE49-F238E27FC236}">
                  <a16:creationId xmlns:a16="http://schemas.microsoft.com/office/drawing/2014/main" id="{CC389FE1-AF19-9842-B0DA-DBEE12B53576}"/>
                </a:ext>
              </a:extLst>
            </p:cNvPr>
            <p:cNvSpPr>
              <a:spLocks noChangeShapeType="1"/>
            </p:cNvSpPr>
            <p:nvPr/>
          </p:nvSpPr>
          <p:spPr bwMode="auto">
            <a:xfrm>
              <a:off x="615" y="324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36" name="Line 120">
              <a:extLst>
                <a:ext uri="{FF2B5EF4-FFF2-40B4-BE49-F238E27FC236}">
                  <a16:creationId xmlns:a16="http://schemas.microsoft.com/office/drawing/2014/main" id="{37D2891F-20BE-9A4E-AD11-02ACB5BFD031}"/>
                </a:ext>
              </a:extLst>
            </p:cNvPr>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37" name="Text Box 121">
              <a:extLst>
                <a:ext uri="{FF2B5EF4-FFF2-40B4-BE49-F238E27FC236}">
                  <a16:creationId xmlns:a16="http://schemas.microsoft.com/office/drawing/2014/main" id="{F6101A18-859A-2840-B102-C61930C9DA84}"/>
                </a:ext>
              </a:extLst>
            </p:cNvPr>
            <p:cNvSpPr txBox="1">
              <a:spLocks noChangeArrowheads="1"/>
            </p:cNvSpPr>
            <p:nvPr/>
          </p:nvSpPr>
          <p:spPr bwMode="auto">
            <a:xfrm>
              <a:off x="113" y="2933"/>
              <a:ext cx="7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latin typeface="Arial" panose="020B0604020202020204" pitchFamily="34" charset="0"/>
                  <a:ea typeface="宋体" panose="02010600030101010101" pitchFamily="2" charset="-122"/>
                </a:rPr>
                <a:t>连接释放</a:t>
              </a:r>
            </a:p>
          </p:txBody>
        </p:sp>
      </p:grpSp>
      <p:sp>
        <p:nvSpPr>
          <p:cNvPr id="130095" name="Freeform 107">
            <a:extLst>
              <a:ext uri="{FF2B5EF4-FFF2-40B4-BE49-F238E27FC236}">
                <a16:creationId xmlns:a16="http://schemas.microsoft.com/office/drawing/2014/main" id="{17A3DD82-9003-654C-A68B-B66DD6BAE071}"/>
              </a:ext>
            </a:extLst>
          </p:cNvPr>
          <p:cNvSpPr>
            <a:spLocks/>
          </p:cNvSpPr>
          <p:nvPr/>
        </p:nvSpPr>
        <p:spPr bwMode="auto">
          <a:xfrm>
            <a:off x="3423047" y="844154"/>
            <a:ext cx="3572" cy="2859881"/>
          </a:xfrm>
          <a:custGeom>
            <a:avLst/>
            <a:gdLst>
              <a:gd name="T0" fmla="*/ 2147483646 w 3"/>
              <a:gd name="T1" fmla="*/ 0 h 2736"/>
              <a:gd name="T2" fmla="*/ 0 w 3"/>
              <a:gd name="T3" fmla="*/ 2147483646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96" name="AutoShape 143">
            <a:extLst>
              <a:ext uri="{FF2B5EF4-FFF2-40B4-BE49-F238E27FC236}">
                <a16:creationId xmlns:a16="http://schemas.microsoft.com/office/drawing/2014/main" id="{5B5842FA-2170-5943-B550-E477FA94EAB4}"/>
              </a:ext>
            </a:extLst>
          </p:cNvPr>
          <p:cNvSpPr>
            <a:spLocks noChangeArrowheads="1"/>
          </p:cNvSpPr>
          <p:nvPr/>
        </p:nvSpPr>
        <p:spPr bwMode="auto">
          <a:xfrm>
            <a:off x="1196578" y="4024313"/>
            <a:ext cx="6632972" cy="1085850"/>
          </a:xfrm>
          <a:prstGeom prst="roundRect">
            <a:avLst>
              <a:gd name="adj" fmla="val 16667"/>
            </a:avLst>
          </a:prstGeom>
          <a:noFill/>
          <a:ln w="952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097" name="Line 144">
            <a:extLst>
              <a:ext uri="{FF2B5EF4-FFF2-40B4-BE49-F238E27FC236}">
                <a16:creationId xmlns:a16="http://schemas.microsoft.com/office/drawing/2014/main" id="{5E0C3553-52F0-E54F-8A58-34533E675BAB}"/>
              </a:ext>
            </a:extLst>
          </p:cNvPr>
          <p:cNvSpPr>
            <a:spLocks noChangeShapeType="1"/>
          </p:cNvSpPr>
          <p:nvPr/>
        </p:nvSpPr>
        <p:spPr bwMode="auto">
          <a:xfrm>
            <a:off x="6229350" y="4652963"/>
            <a:ext cx="12573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30098" name="Line 145">
            <a:extLst>
              <a:ext uri="{FF2B5EF4-FFF2-40B4-BE49-F238E27FC236}">
                <a16:creationId xmlns:a16="http://schemas.microsoft.com/office/drawing/2014/main" id="{41B44EDB-4132-6642-9949-CE55DC9ABF75}"/>
              </a:ext>
            </a:extLst>
          </p:cNvPr>
          <p:cNvSpPr>
            <a:spLocks noChangeShapeType="1"/>
          </p:cNvSpPr>
          <p:nvPr/>
        </p:nvSpPr>
        <p:spPr bwMode="auto">
          <a:xfrm>
            <a:off x="4114800" y="4652963"/>
            <a:ext cx="12573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30099" name="Line 146">
            <a:extLst>
              <a:ext uri="{FF2B5EF4-FFF2-40B4-BE49-F238E27FC236}">
                <a16:creationId xmlns:a16="http://schemas.microsoft.com/office/drawing/2014/main" id="{7984C9E7-1567-8E48-8710-2CF6EDCB8022}"/>
              </a:ext>
            </a:extLst>
          </p:cNvPr>
          <p:cNvSpPr>
            <a:spLocks noChangeShapeType="1"/>
          </p:cNvSpPr>
          <p:nvPr/>
        </p:nvSpPr>
        <p:spPr bwMode="auto">
          <a:xfrm>
            <a:off x="2114550" y="4652963"/>
            <a:ext cx="12573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nvGrpSpPr>
          <p:cNvPr id="130100" name="Group 147">
            <a:extLst>
              <a:ext uri="{FF2B5EF4-FFF2-40B4-BE49-F238E27FC236}">
                <a16:creationId xmlns:a16="http://schemas.microsoft.com/office/drawing/2014/main" id="{0F5F652C-BB73-3946-B937-CFC419B3F674}"/>
              </a:ext>
            </a:extLst>
          </p:cNvPr>
          <p:cNvGrpSpPr>
            <a:grpSpLocks/>
          </p:cNvGrpSpPr>
          <p:nvPr/>
        </p:nvGrpSpPr>
        <p:grpSpPr bwMode="auto">
          <a:xfrm>
            <a:off x="2057400" y="4538663"/>
            <a:ext cx="1428750" cy="171450"/>
            <a:chOff x="768" y="2544"/>
            <a:chExt cx="1200" cy="144"/>
          </a:xfrm>
        </p:grpSpPr>
        <p:sp>
          <p:nvSpPr>
            <p:cNvPr id="130131" name="AutoShape 148">
              <a:extLst>
                <a:ext uri="{FF2B5EF4-FFF2-40B4-BE49-F238E27FC236}">
                  <a16:creationId xmlns:a16="http://schemas.microsoft.com/office/drawing/2014/main" id="{FA5BAD94-7287-9E41-9181-85F04CF3DBCF}"/>
                </a:ext>
              </a:extLst>
            </p:cNvPr>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2" name="AutoShape 149">
              <a:extLst>
                <a:ext uri="{FF2B5EF4-FFF2-40B4-BE49-F238E27FC236}">
                  <a16:creationId xmlns:a16="http://schemas.microsoft.com/office/drawing/2014/main" id="{37780CA6-BF18-8F44-8AE1-E59523B6D6CA}"/>
                </a:ext>
              </a:extLst>
            </p:cNvPr>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3" name="AutoShape 150">
              <a:extLst>
                <a:ext uri="{FF2B5EF4-FFF2-40B4-BE49-F238E27FC236}">
                  <a16:creationId xmlns:a16="http://schemas.microsoft.com/office/drawing/2014/main" id="{FA08E101-076F-7D4C-B387-F6B2F7575B33}"/>
                </a:ext>
              </a:extLst>
            </p:cNvPr>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4" name="AutoShape 151">
              <a:extLst>
                <a:ext uri="{FF2B5EF4-FFF2-40B4-BE49-F238E27FC236}">
                  <a16:creationId xmlns:a16="http://schemas.microsoft.com/office/drawing/2014/main" id="{3A7C45C7-D7CC-7D40-9F73-A2594CA004BC}"/>
                </a:ext>
              </a:extLst>
            </p:cNvPr>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30101" name="Group 152">
            <a:extLst>
              <a:ext uri="{FF2B5EF4-FFF2-40B4-BE49-F238E27FC236}">
                <a16:creationId xmlns:a16="http://schemas.microsoft.com/office/drawing/2014/main" id="{BE21DC9F-7CED-3844-8D71-B8A4B21BCE97}"/>
              </a:ext>
            </a:extLst>
          </p:cNvPr>
          <p:cNvGrpSpPr>
            <a:grpSpLocks/>
          </p:cNvGrpSpPr>
          <p:nvPr/>
        </p:nvGrpSpPr>
        <p:grpSpPr bwMode="auto">
          <a:xfrm>
            <a:off x="4057650" y="4538663"/>
            <a:ext cx="1428750" cy="171450"/>
            <a:chOff x="768" y="2544"/>
            <a:chExt cx="1200" cy="144"/>
          </a:xfrm>
        </p:grpSpPr>
        <p:sp>
          <p:nvSpPr>
            <p:cNvPr id="130127" name="AutoShape 153">
              <a:extLst>
                <a:ext uri="{FF2B5EF4-FFF2-40B4-BE49-F238E27FC236}">
                  <a16:creationId xmlns:a16="http://schemas.microsoft.com/office/drawing/2014/main" id="{EB948E93-B37A-F64A-90E9-EECDC02D8331}"/>
                </a:ext>
              </a:extLst>
            </p:cNvPr>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8" name="AutoShape 154">
              <a:extLst>
                <a:ext uri="{FF2B5EF4-FFF2-40B4-BE49-F238E27FC236}">
                  <a16:creationId xmlns:a16="http://schemas.microsoft.com/office/drawing/2014/main" id="{44E41DA9-BF11-0F43-9C9B-5B39325EACEE}"/>
                </a:ext>
              </a:extLst>
            </p:cNvPr>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9" name="AutoShape 155">
              <a:extLst>
                <a:ext uri="{FF2B5EF4-FFF2-40B4-BE49-F238E27FC236}">
                  <a16:creationId xmlns:a16="http://schemas.microsoft.com/office/drawing/2014/main" id="{174A862A-63E5-4249-9803-61F1601591AA}"/>
                </a:ext>
              </a:extLst>
            </p:cNvPr>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0" name="AutoShape 156">
              <a:extLst>
                <a:ext uri="{FF2B5EF4-FFF2-40B4-BE49-F238E27FC236}">
                  <a16:creationId xmlns:a16="http://schemas.microsoft.com/office/drawing/2014/main" id="{CC0A153D-D9E7-4D47-A0F5-99C4532DC327}"/>
                </a:ext>
              </a:extLst>
            </p:cNvPr>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30102" name="Group 157">
            <a:extLst>
              <a:ext uri="{FF2B5EF4-FFF2-40B4-BE49-F238E27FC236}">
                <a16:creationId xmlns:a16="http://schemas.microsoft.com/office/drawing/2014/main" id="{1B87DB9F-F1E3-EA4D-8EE8-0EBEF2103CDB}"/>
              </a:ext>
            </a:extLst>
          </p:cNvPr>
          <p:cNvGrpSpPr>
            <a:grpSpLocks/>
          </p:cNvGrpSpPr>
          <p:nvPr/>
        </p:nvGrpSpPr>
        <p:grpSpPr bwMode="auto">
          <a:xfrm>
            <a:off x="6172200" y="4538663"/>
            <a:ext cx="1428750" cy="171450"/>
            <a:chOff x="768" y="2544"/>
            <a:chExt cx="1200" cy="144"/>
          </a:xfrm>
        </p:grpSpPr>
        <p:sp>
          <p:nvSpPr>
            <p:cNvPr id="130123" name="AutoShape 158">
              <a:extLst>
                <a:ext uri="{FF2B5EF4-FFF2-40B4-BE49-F238E27FC236}">
                  <a16:creationId xmlns:a16="http://schemas.microsoft.com/office/drawing/2014/main" id="{8618FBAE-D5A4-D543-882F-6A904840A560}"/>
                </a:ext>
              </a:extLst>
            </p:cNvPr>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4" name="AutoShape 159">
              <a:extLst>
                <a:ext uri="{FF2B5EF4-FFF2-40B4-BE49-F238E27FC236}">
                  <a16:creationId xmlns:a16="http://schemas.microsoft.com/office/drawing/2014/main" id="{04C2F049-32DB-4E41-BD1A-9830A1DF1CE3}"/>
                </a:ext>
              </a:extLst>
            </p:cNvPr>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5" name="AutoShape 160">
              <a:extLst>
                <a:ext uri="{FF2B5EF4-FFF2-40B4-BE49-F238E27FC236}">
                  <a16:creationId xmlns:a16="http://schemas.microsoft.com/office/drawing/2014/main" id="{F69AB09B-7BD4-D64C-9FCC-7CCFB98DA7FD}"/>
                </a:ext>
              </a:extLst>
            </p:cNvPr>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6" name="AutoShape 161">
              <a:extLst>
                <a:ext uri="{FF2B5EF4-FFF2-40B4-BE49-F238E27FC236}">
                  <a16:creationId xmlns:a16="http://schemas.microsoft.com/office/drawing/2014/main" id="{38F33402-1322-8842-AFAF-B47DC5D0DF8E}"/>
                </a:ext>
              </a:extLst>
            </p:cNvPr>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130103" name="AutoShape 162">
            <a:extLst>
              <a:ext uri="{FF2B5EF4-FFF2-40B4-BE49-F238E27FC236}">
                <a16:creationId xmlns:a16="http://schemas.microsoft.com/office/drawing/2014/main" id="{97CF23D4-70C1-7B43-BD60-C4287055160F}"/>
              </a:ext>
            </a:extLst>
          </p:cNvPr>
          <p:cNvSpPr>
            <a:spLocks noChangeArrowheads="1"/>
          </p:cNvSpPr>
          <p:nvPr/>
        </p:nvSpPr>
        <p:spPr bwMode="auto">
          <a:xfrm>
            <a:off x="4057650" y="4252913"/>
            <a:ext cx="514350" cy="2286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4" name="AutoShape 163">
            <a:extLst>
              <a:ext uri="{FF2B5EF4-FFF2-40B4-BE49-F238E27FC236}">
                <a16:creationId xmlns:a16="http://schemas.microsoft.com/office/drawing/2014/main" id="{580DB105-9A88-9542-B1DD-AFEF1F8F0B24}"/>
              </a:ext>
            </a:extLst>
          </p:cNvPr>
          <p:cNvSpPr>
            <a:spLocks noChangeArrowheads="1"/>
          </p:cNvSpPr>
          <p:nvPr/>
        </p:nvSpPr>
        <p:spPr bwMode="auto">
          <a:xfrm>
            <a:off x="4543425" y="4252913"/>
            <a:ext cx="514350" cy="2286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5" name="AutoShape 164">
            <a:extLst>
              <a:ext uri="{FF2B5EF4-FFF2-40B4-BE49-F238E27FC236}">
                <a16:creationId xmlns:a16="http://schemas.microsoft.com/office/drawing/2014/main" id="{1C52BB7C-92F5-DD45-972A-F65052866CF3}"/>
              </a:ext>
            </a:extLst>
          </p:cNvPr>
          <p:cNvSpPr>
            <a:spLocks noChangeArrowheads="1"/>
          </p:cNvSpPr>
          <p:nvPr/>
        </p:nvSpPr>
        <p:spPr bwMode="auto">
          <a:xfrm>
            <a:off x="5029200" y="4252913"/>
            <a:ext cx="514350" cy="2286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6" name="AutoShape 165">
            <a:extLst>
              <a:ext uri="{FF2B5EF4-FFF2-40B4-BE49-F238E27FC236}">
                <a16:creationId xmlns:a16="http://schemas.microsoft.com/office/drawing/2014/main" id="{D6CE20FD-FFD8-5748-91B2-1717538E3107}"/>
              </a:ext>
            </a:extLst>
          </p:cNvPr>
          <p:cNvSpPr>
            <a:spLocks noChangeArrowheads="1"/>
          </p:cNvSpPr>
          <p:nvPr/>
        </p:nvSpPr>
        <p:spPr bwMode="auto">
          <a:xfrm>
            <a:off x="2114550" y="4310063"/>
            <a:ext cx="1428750" cy="228600"/>
          </a:xfrm>
          <a:prstGeom prst="rightArrow">
            <a:avLst>
              <a:gd name="adj1" fmla="val 58333"/>
              <a:gd name="adj2" fmla="val 109375"/>
            </a:avLst>
          </a:prstGeom>
          <a:solidFill>
            <a:srgbClr val="969696"/>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7" name="AutoShape 166">
            <a:extLst>
              <a:ext uri="{FF2B5EF4-FFF2-40B4-BE49-F238E27FC236}">
                <a16:creationId xmlns:a16="http://schemas.microsoft.com/office/drawing/2014/main" id="{59602944-3FE8-EC4D-881C-6283BE1E0F54}"/>
              </a:ext>
            </a:extLst>
          </p:cNvPr>
          <p:cNvSpPr>
            <a:spLocks noChangeArrowheads="1"/>
          </p:cNvSpPr>
          <p:nvPr/>
        </p:nvSpPr>
        <p:spPr bwMode="auto">
          <a:xfrm>
            <a:off x="6172200" y="4252913"/>
            <a:ext cx="514350" cy="2286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8" name="AutoShape 167">
            <a:extLst>
              <a:ext uri="{FF2B5EF4-FFF2-40B4-BE49-F238E27FC236}">
                <a16:creationId xmlns:a16="http://schemas.microsoft.com/office/drawing/2014/main" id="{3A3011C5-737D-1E47-9246-F494233345E6}"/>
              </a:ext>
            </a:extLst>
          </p:cNvPr>
          <p:cNvSpPr>
            <a:spLocks noChangeArrowheads="1"/>
          </p:cNvSpPr>
          <p:nvPr/>
        </p:nvSpPr>
        <p:spPr bwMode="auto">
          <a:xfrm>
            <a:off x="6629400" y="4252913"/>
            <a:ext cx="514350" cy="2286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9" name="AutoShape 168">
            <a:extLst>
              <a:ext uri="{FF2B5EF4-FFF2-40B4-BE49-F238E27FC236}">
                <a16:creationId xmlns:a16="http://schemas.microsoft.com/office/drawing/2014/main" id="{FB9F831E-5194-1D44-B88F-635B2AC0729F}"/>
              </a:ext>
            </a:extLst>
          </p:cNvPr>
          <p:cNvSpPr>
            <a:spLocks noChangeArrowheads="1"/>
          </p:cNvSpPr>
          <p:nvPr/>
        </p:nvSpPr>
        <p:spPr bwMode="auto">
          <a:xfrm>
            <a:off x="7086600" y="4252913"/>
            <a:ext cx="514350" cy="2286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10" name="Text Box 169">
            <a:extLst>
              <a:ext uri="{FF2B5EF4-FFF2-40B4-BE49-F238E27FC236}">
                <a16:creationId xmlns:a16="http://schemas.microsoft.com/office/drawing/2014/main" id="{B4C24F96-20F7-9247-AE83-C146DACE099E}"/>
              </a:ext>
            </a:extLst>
          </p:cNvPr>
          <p:cNvSpPr txBox="1">
            <a:spLocks noChangeArrowheads="1"/>
          </p:cNvSpPr>
          <p:nvPr/>
        </p:nvSpPr>
        <p:spPr bwMode="auto">
          <a:xfrm>
            <a:off x="1192575" y="4291013"/>
            <a:ext cx="877163" cy="466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数据传送</a:t>
            </a:r>
          </a:p>
          <a:p>
            <a:pPr algn="ct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的特点</a:t>
            </a:r>
          </a:p>
        </p:txBody>
      </p:sp>
      <p:sp>
        <p:nvSpPr>
          <p:cNvPr id="130111" name="Text Box 170">
            <a:extLst>
              <a:ext uri="{FF2B5EF4-FFF2-40B4-BE49-F238E27FC236}">
                <a16:creationId xmlns:a16="http://schemas.microsoft.com/office/drawing/2014/main" id="{6F6813E2-4555-B74B-8B69-A81E4F31E580}"/>
              </a:ext>
            </a:extLst>
          </p:cNvPr>
          <p:cNvSpPr txBox="1">
            <a:spLocks noChangeArrowheads="1"/>
          </p:cNvSpPr>
          <p:nvPr/>
        </p:nvSpPr>
        <p:spPr bwMode="auto">
          <a:xfrm>
            <a:off x="2087166" y="4099323"/>
            <a:ext cx="1396536"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比特流直达终点</a:t>
            </a:r>
          </a:p>
        </p:txBody>
      </p:sp>
      <p:sp>
        <p:nvSpPr>
          <p:cNvPr id="130112" name="Text Box 171">
            <a:extLst>
              <a:ext uri="{FF2B5EF4-FFF2-40B4-BE49-F238E27FC236}">
                <a16:creationId xmlns:a16="http://schemas.microsoft.com/office/drawing/2014/main" id="{5488701D-F7FF-8B41-9322-7E821CE2E8A1}"/>
              </a:ext>
            </a:extLst>
          </p:cNvPr>
          <p:cNvSpPr txBox="1">
            <a:spLocks noChangeArrowheads="1"/>
          </p:cNvSpPr>
          <p:nvPr/>
        </p:nvSpPr>
        <p:spPr bwMode="auto">
          <a:xfrm>
            <a:off x="4057651"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报文</a:t>
            </a:r>
          </a:p>
        </p:txBody>
      </p:sp>
      <p:sp>
        <p:nvSpPr>
          <p:cNvPr id="130113" name="Text Box 172">
            <a:extLst>
              <a:ext uri="{FF2B5EF4-FFF2-40B4-BE49-F238E27FC236}">
                <a16:creationId xmlns:a16="http://schemas.microsoft.com/office/drawing/2014/main" id="{2E9E17BE-0BAC-304C-B0CD-F64E079CDF00}"/>
              </a:ext>
            </a:extLst>
          </p:cNvPr>
          <p:cNvSpPr txBox="1">
            <a:spLocks noChangeArrowheads="1"/>
          </p:cNvSpPr>
          <p:nvPr/>
        </p:nvSpPr>
        <p:spPr bwMode="auto">
          <a:xfrm>
            <a:off x="4550569"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报文</a:t>
            </a:r>
          </a:p>
        </p:txBody>
      </p:sp>
      <p:sp>
        <p:nvSpPr>
          <p:cNvPr id="130114" name="Text Box 173">
            <a:extLst>
              <a:ext uri="{FF2B5EF4-FFF2-40B4-BE49-F238E27FC236}">
                <a16:creationId xmlns:a16="http://schemas.microsoft.com/office/drawing/2014/main" id="{13CC6896-6C3F-5B46-9217-625E96B8C74D}"/>
              </a:ext>
            </a:extLst>
          </p:cNvPr>
          <p:cNvSpPr txBox="1">
            <a:spLocks noChangeArrowheads="1"/>
          </p:cNvSpPr>
          <p:nvPr/>
        </p:nvSpPr>
        <p:spPr bwMode="auto">
          <a:xfrm>
            <a:off x="5043488"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报文</a:t>
            </a:r>
          </a:p>
        </p:txBody>
      </p:sp>
      <p:sp>
        <p:nvSpPr>
          <p:cNvPr id="130115" name="Text Box 174">
            <a:extLst>
              <a:ext uri="{FF2B5EF4-FFF2-40B4-BE49-F238E27FC236}">
                <a16:creationId xmlns:a16="http://schemas.microsoft.com/office/drawing/2014/main" id="{6A8CCE37-B578-CD45-BBDD-A4EA9FF45EAA}"/>
              </a:ext>
            </a:extLst>
          </p:cNvPr>
          <p:cNvSpPr txBox="1">
            <a:spLocks noChangeArrowheads="1"/>
          </p:cNvSpPr>
          <p:nvPr/>
        </p:nvSpPr>
        <p:spPr bwMode="auto">
          <a:xfrm>
            <a:off x="6172201"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分组</a:t>
            </a:r>
          </a:p>
        </p:txBody>
      </p:sp>
      <p:sp>
        <p:nvSpPr>
          <p:cNvPr id="130116" name="Text Box 175">
            <a:extLst>
              <a:ext uri="{FF2B5EF4-FFF2-40B4-BE49-F238E27FC236}">
                <a16:creationId xmlns:a16="http://schemas.microsoft.com/office/drawing/2014/main" id="{89A3EB05-AD23-8F43-8B7E-337C236C0FA0}"/>
              </a:ext>
            </a:extLst>
          </p:cNvPr>
          <p:cNvSpPr txBox="1">
            <a:spLocks noChangeArrowheads="1"/>
          </p:cNvSpPr>
          <p:nvPr/>
        </p:nvSpPr>
        <p:spPr bwMode="auto">
          <a:xfrm>
            <a:off x="6636544"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分组</a:t>
            </a:r>
          </a:p>
        </p:txBody>
      </p:sp>
      <p:sp>
        <p:nvSpPr>
          <p:cNvPr id="130117" name="Text Box 176">
            <a:extLst>
              <a:ext uri="{FF2B5EF4-FFF2-40B4-BE49-F238E27FC236}">
                <a16:creationId xmlns:a16="http://schemas.microsoft.com/office/drawing/2014/main" id="{5E4989B1-4351-344E-80AC-D74881338BCC}"/>
              </a:ext>
            </a:extLst>
          </p:cNvPr>
          <p:cNvSpPr txBox="1">
            <a:spLocks noChangeArrowheads="1"/>
          </p:cNvSpPr>
          <p:nvPr/>
        </p:nvSpPr>
        <p:spPr bwMode="auto">
          <a:xfrm>
            <a:off x="7100888"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分组</a:t>
            </a:r>
          </a:p>
        </p:txBody>
      </p:sp>
      <p:sp>
        <p:nvSpPr>
          <p:cNvPr id="130118" name="Text Box 177">
            <a:extLst>
              <a:ext uri="{FF2B5EF4-FFF2-40B4-BE49-F238E27FC236}">
                <a16:creationId xmlns:a16="http://schemas.microsoft.com/office/drawing/2014/main" id="{3701568E-4EE9-8A42-8F92-3D3FDE6A5830}"/>
              </a:ext>
            </a:extLst>
          </p:cNvPr>
          <p:cNvSpPr txBox="1">
            <a:spLocks noChangeArrowheads="1"/>
          </p:cNvSpPr>
          <p:nvPr/>
        </p:nvSpPr>
        <p:spPr bwMode="auto">
          <a:xfrm>
            <a:off x="4320779" y="4710113"/>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19" name="Text Box 178">
            <a:extLst>
              <a:ext uri="{FF2B5EF4-FFF2-40B4-BE49-F238E27FC236}">
                <a16:creationId xmlns:a16="http://schemas.microsoft.com/office/drawing/2014/main" id="{C5D4E602-50FE-A14E-9B8E-B8EFEFF67E16}"/>
              </a:ext>
            </a:extLst>
          </p:cNvPr>
          <p:cNvSpPr txBox="1">
            <a:spLocks noChangeArrowheads="1"/>
          </p:cNvSpPr>
          <p:nvPr/>
        </p:nvSpPr>
        <p:spPr bwMode="auto">
          <a:xfrm>
            <a:off x="4757738" y="4710113"/>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20" name="Text Box 179">
            <a:extLst>
              <a:ext uri="{FF2B5EF4-FFF2-40B4-BE49-F238E27FC236}">
                <a16:creationId xmlns:a16="http://schemas.microsoft.com/office/drawing/2014/main" id="{C5B96575-ADD7-2948-8505-97827F03B48F}"/>
              </a:ext>
            </a:extLst>
          </p:cNvPr>
          <p:cNvSpPr txBox="1">
            <a:spLocks noChangeArrowheads="1"/>
          </p:cNvSpPr>
          <p:nvPr/>
        </p:nvSpPr>
        <p:spPr bwMode="auto">
          <a:xfrm>
            <a:off x="6448426" y="4700588"/>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21" name="Text Box 180">
            <a:extLst>
              <a:ext uri="{FF2B5EF4-FFF2-40B4-BE49-F238E27FC236}">
                <a16:creationId xmlns:a16="http://schemas.microsoft.com/office/drawing/2014/main" id="{923942FA-3394-4045-9D5D-15D04E4DD7EF}"/>
              </a:ext>
            </a:extLst>
          </p:cNvPr>
          <p:cNvSpPr txBox="1">
            <a:spLocks noChangeArrowheads="1"/>
          </p:cNvSpPr>
          <p:nvPr/>
        </p:nvSpPr>
        <p:spPr bwMode="auto">
          <a:xfrm>
            <a:off x="6872288" y="4710113"/>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22" name="幻灯片编号占位符 2">
            <a:extLst>
              <a:ext uri="{FF2B5EF4-FFF2-40B4-BE49-F238E27FC236}">
                <a16:creationId xmlns:a16="http://schemas.microsoft.com/office/drawing/2014/main" id="{4B05D436-A9C2-A941-99E8-AE28130CAF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001839B-2961-B149-BCD6-CA33D26DB4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394188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4746"/>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nodeType="afterEffect">
                                  <p:stCondLst>
                                    <p:cond delay="0"/>
                                  </p:stCondLst>
                                  <p:childTnLst>
                                    <p:set>
                                      <p:cBhvr>
                                        <p:cTn id="9" dur="1" fill="hold">
                                          <p:stCondLst>
                                            <p:cond delay="0"/>
                                          </p:stCondLst>
                                        </p:cTn>
                                        <p:tgtEl>
                                          <p:spTgt spid="154703"/>
                                        </p:tgtEl>
                                        <p:attrNameLst>
                                          <p:attrName>style.visibility</p:attrName>
                                        </p:attrNameLst>
                                      </p:cBhvr>
                                      <p:to>
                                        <p:strVal val="visible"/>
                                      </p:to>
                                    </p:set>
                                    <p:animEffect transition="in" filter="wipe(left)">
                                      <p:cBhvr>
                                        <p:cTn id="10" dur="500"/>
                                        <p:tgtEl>
                                          <p:spTgt spid="154703"/>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154704"/>
                                        </p:tgtEl>
                                        <p:attrNameLst>
                                          <p:attrName>style.visibility</p:attrName>
                                        </p:attrNameLst>
                                      </p:cBhvr>
                                      <p:to>
                                        <p:strVal val="visible"/>
                                      </p:to>
                                    </p:set>
                                    <p:animEffect transition="in" filter="wipe(left)">
                                      <p:cBhvr>
                                        <p:cTn id="14" dur="500"/>
                                        <p:tgtEl>
                                          <p:spTgt spid="154704"/>
                                        </p:tgtEl>
                                      </p:cBhvr>
                                    </p:animEffect>
                                  </p:childTnLst>
                                </p:cTn>
                              </p:par>
                            </p:childTnLst>
                          </p:cTn>
                        </p:par>
                        <p:par>
                          <p:cTn id="15" fill="hold" nodeType="afterGroup">
                            <p:stCondLst>
                              <p:cond delay="1000"/>
                            </p:stCondLst>
                            <p:childTnLst>
                              <p:par>
                                <p:cTn id="16" presetID="22" presetClass="entr" presetSubtype="8" fill="hold" nodeType="afterEffect">
                                  <p:stCondLst>
                                    <p:cond delay="0"/>
                                  </p:stCondLst>
                                  <p:childTnLst>
                                    <p:set>
                                      <p:cBhvr>
                                        <p:cTn id="17" dur="1" fill="hold">
                                          <p:stCondLst>
                                            <p:cond delay="0"/>
                                          </p:stCondLst>
                                        </p:cTn>
                                        <p:tgtEl>
                                          <p:spTgt spid="154705"/>
                                        </p:tgtEl>
                                        <p:attrNameLst>
                                          <p:attrName>style.visibility</p:attrName>
                                        </p:attrNameLst>
                                      </p:cBhvr>
                                      <p:to>
                                        <p:strVal val="visible"/>
                                      </p:to>
                                    </p:set>
                                    <p:animEffect transition="in" filter="wipe(left)">
                                      <p:cBhvr>
                                        <p:cTn id="18" dur="500"/>
                                        <p:tgtEl>
                                          <p:spTgt spid="154705"/>
                                        </p:tgtEl>
                                      </p:cBhvr>
                                    </p:animEffect>
                                  </p:childTnLst>
                                </p:cTn>
                              </p:par>
                            </p:childTnLst>
                          </p:cTn>
                        </p:par>
                        <p:par>
                          <p:cTn id="19" fill="hold" nodeType="afterGroup">
                            <p:stCondLst>
                              <p:cond delay="1500"/>
                            </p:stCondLst>
                            <p:childTnLst>
                              <p:par>
                                <p:cTn id="20" presetID="22" presetClass="entr" presetSubtype="2" fill="hold" nodeType="afterEffect">
                                  <p:stCondLst>
                                    <p:cond delay="0"/>
                                  </p:stCondLst>
                                  <p:childTnLst>
                                    <p:set>
                                      <p:cBhvr>
                                        <p:cTn id="21" dur="1" fill="hold">
                                          <p:stCondLst>
                                            <p:cond delay="0"/>
                                          </p:stCondLst>
                                        </p:cTn>
                                        <p:tgtEl>
                                          <p:spTgt spid="154706"/>
                                        </p:tgtEl>
                                        <p:attrNameLst>
                                          <p:attrName>style.visibility</p:attrName>
                                        </p:attrNameLst>
                                      </p:cBhvr>
                                      <p:to>
                                        <p:strVal val="visible"/>
                                      </p:to>
                                    </p:set>
                                    <p:animEffect transition="in" filter="wipe(right)">
                                      <p:cBhvr>
                                        <p:cTn id="22" dur="500"/>
                                        <p:tgtEl>
                                          <p:spTgt spid="154706"/>
                                        </p:tgtEl>
                                      </p:cBhvr>
                                    </p:animEffect>
                                  </p:childTnLst>
                                </p:cTn>
                              </p:par>
                            </p:childTnLst>
                          </p:cTn>
                        </p:par>
                        <p:par>
                          <p:cTn id="23" fill="hold" nodeType="afterGroup">
                            <p:stCondLst>
                              <p:cond delay="2000"/>
                            </p:stCondLst>
                            <p:childTnLst>
                              <p:par>
                                <p:cTn id="24" presetID="1" presetClass="entr" presetSubtype="0" fill="hold" nodeType="afterEffect">
                                  <p:stCondLst>
                                    <p:cond delay="500"/>
                                  </p:stCondLst>
                                  <p:childTnLst>
                                    <p:set>
                                      <p:cBhvr>
                                        <p:cTn id="25" dur="1" fill="hold">
                                          <p:stCondLst>
                                            <p:cond delay="0"/>
                                          </p:stCondLst>
                                        </p:cTn>
                                        <p:tgtEl>
                                          <p:spTgt spid="154747"/>
                                        </p:tgtEl>
                                        <p:attrNameLst>
                                          <p:attrName>style.visibility</p:attrName>
                                        </p:attrNameLst>
                                      </p:cBhvr>
                                      <p:to>
                                        <p:strVal val="visible"/>
                                      </p:to>
                                    </p:set>
                                  </p:childTnLst>
                                </p:cTn>
                              </p:par>
                            </p:childTnLst>
                          </p:cTn>
                        </p:par>
                        <p:par>
                          <p:cTn id="26" fill="hold" nodeType="afterGroup">
                            <p:stCondLst>
                              <p:cond delay="2500"/>
                            </p:stCondLst>
                            <p:childTnLst>
                              <p:par>
                                <p:cTn id="27" presetID="22" presetClass="entr" presetSubtype="8" fill="hold" nodeType="afterEffect">
                                  <p:stCondLst>
                                    <p:cond delay="0"/>
                                  </p:stCondLst>
                                  <p:childTnLst>
                                    <p:set>
                                      <p:cBhvr>
                                        <p:cTn id="28" dur="1" fill="hold">
                                          <p:stCondLst>
                                            <p:cond delay="0"/>
                                          </p:stCondLst>
                                        </p:cTn>
                                        <p:tgtEl>
                                          <p:spTgt spid="154749"/>
                                        </p:tgtEl>
                                        <p:attrNameLst>
                                          <p:attrName>style.visibility</p:attrName>
                                        </p:attrNameLst>
                                      </p:cBhvr>
                                      <p:to>
                                        <p:strVal val="visible"/>
                                      </p:to>
                                    </p:set>
                                    <p:animEffect transition="in" filter="wipe(left)">
                                      <p:cBhvr>
                                        <p:cTn id="29" dur="500"/>
                                        <p:tgtEl>
                                          <p:spTgt spid="154749"/>
                                        </p:tgtEl>
                                      </p:cBhvr>
                                    </p:animEffect>
                                  </p:childTnLst>
                                </p:cTn>
                              </p:par>
                            </p:childTnLst>
                          </p:cTn>
                        </p:par>
                        <p:par>
                          <p:cTn id="30" fill="hold" nodeType="afterGroup">
                            <p:stCondLst>
                              <p:cond delay="3000"/>
                            </p:stCondLst>
                            <p:childTnLst>
                              <p:par>
                                <p:cTn id="31" presetID="1" presetClass="entr" presetSubtype="0" fill="hold" nodeType="afterEffect">
                                  <p:stCondLst>
                                    <p:cond delay="500"/>
                                  </p:stCondLst>
                                  <p:childTnLst>
                                    <p:set>
                                      <p:cBhvr>
                                        <p:cTn id="32" dur="1" fill="hold">
                                          <p:stCondLst>
                                            <p:cond delay="0"/>
                                          </p:stCondLst>
                                        </p:cTn>
                                        <p:tgtEl>
                                          <p:spTgt spid="154748"/>
                                        </p:tgtEl>
                                        <p:attrNameLst>
                                          <p:attrName>style.visibility</p:attrName>
                                        </p:attrNameLst>
                                      </p:cBhvr>
                                      <p:to>
                                        <p:strVal val="visible"/>
                                      </p:to>
                                    </p:set>
                                  </p:childTnLst>
                                </p:cTn>
                              </p:par>
                            </p:childTnLst>
                          </p:cTn>
                        </p:par>
                        <p:par>
                          <p:cTn id="33" fill="hold" nodeType="afterGroup">
                            <p:stCondLst>
                              <p:cond delay="3500"/>
                            </p:stCondLst>
                            <p:childTnLst>
                              <p:par>
                                <p:cTn id="34" presetID="22" presetClass="entr" presetSubtype="8" fill="hold" nodeType="afterEffect">
                                  <p:stCondLst>
                                    <p:cond delay="0"/>
                                  </p:stCondLst>
                                  <p:childTnLst>
                                    <p:set>
                                      <p:cBhvr>
                                        <p:cTn id="35" dur="1" fill="hold">
                                          <p:stCondLst>
                                            <p:cond delay="0"/>
                                          </p:stCondLst>
                                        </p:cTn>
                                        <p:tgtEl>
                                          <p:spTgt spid="154740"/>
                                        </p:tgtEl>
                                        <p:attrNameLst>
                                          <p:attrName>style.visibility</p:attrName>
                                        </p:attrNameLst>
                                      </p:cBhvr>
                                      <p:to>
                                        <p:strVal val="visible"/>
                                      </p:to>
                                    </p:set>
                                    <p:animEffect transition="in" filter="wipe(left)">
                                      <p:cBhvr>
                                        <p:cTn id="36" dur="500"/>
                                        <p:tgtEl>
                                          <p:spTgt spid="154740"/>
                                        </p:tgtEl>
                                      </p:cBhvr>
                                    </p:animEffect>
                                  </p:childTnLst>
                                </p:cTn>
                              </p:par>
                            </p:childTnLst>
                          </p:cTn>
                        </p:par>
                        <p:par>
                          <p:cTn id="37" fill="hold" nodeType="afterGroup">
                            <p:stCondLst>
                              <p:cond delay="4000"/>
                            </p:stCondLst>
                            <p:childTnLst>
                              <p:par>
                                <p:cTn id="38" presetID="22" presetClass="entr" presetSubtype="8" fill="hold" nodeType="afterEffect">
                                  <p:stCondLst>
                                    <p:cond delay="0"/>
                                  </p:stCondLst>
                                  <p:childTnLst>
                                    <p:set>
                                      <p:cBhvr>
                                        <p:cTn id="39" dur="1" fill="hold">
                                          <p:stCondLst>
                                            <p:cond delay="0"/>
                                          </p:stCondLst>
                                        </p:cTn>
                                        <p:tgtEl>
                                          <p:spTgt spid="154741"/>
                                        </p:tgtEl>
                                        <p:attrNameLst>
                                          <p:attrName>style.visibility</p:attrName>
                                        </p:attrNameLst>
                                      </p:cBhvr>
                                      <p:to>
                                        <p:strVal val="visible"/>
                                      </p:to>
                                    </p:set>
                                    <p:animEffect transition="in" filter="wipe(left)">
                                      <p:cBhvr>
                                        <p:cTn id="40" dur="500"/>
                                        <p:tgtEl>
                                          <p:spTgt spid="154741"/>
                                        </p:tgtEl>
                                      </p:cBhvr>
                                    </p:animEffect>
                                  </p:childTnLst>
                                </p:cTn>
                              </p:par>
                            </p:childTnLst>
                          </p:cTn>
                        </p:par>
                        <p:par>
                          <p:cTn id="41" fill="hold" nodeType="afterGroup">
                            <p:stCondLst>
                              <p:cond delay="4500"/>
                            </p:stCondLst>
                            <p:childTnLst>
                              <p:par>
                                <p:cTn id="42" presetID="22" presetClass="entr" presetSubtype="8" fill="hold" nodeType="afterEffect">
                                  <p:stCondLst>
                                    <p:cond delay="0"/>
                                  </p:stCondLst>
                                  <p:childTnLst>
                                    <p:set>
                                      <p:cBhvr>
                                        <p:cTn id="43" dur="1" fill="hold">
                                          <p:stCondLst>
                                            <p:cond delay="0"/>
                                          </p:stCondLst>
                                        </p:cTn>
                                        <p:tgtEl>
                                          <p:spTgt spid="154742"/>
                                        </p:tgtEl>
                                        <p:attrNameLst>
                                          <p:attrName>style.visibility</p:attrName>
                                        </p:attrNameLst>
                                      </p:cBhvr>
                                      <p:to>
                                        <p:strVal val="visible"/>
                                      </p:to>
                                    </p:set>
                                    <p:animEffect transition="in" filter="wipe(left)">
                                      <p:cBhvr>
                                        <p:cTn id="44" dur="500"/>
                                        <p:tgtEl>
                                          <p:spTgt spid="1547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4711"/>
                                        </p:tgtEl>
                                        <p:attrNameLst>
                                          <p:attrName>style.visibility</p:attrName>
                                        </p:attrNameLst>
                                      </p:cBhvr>
                                      <p:to>
                                        <p:strVal val="visible"/>
                                      </p:to>
                                    </p:set>
                                  </p:childTnLst>
                                </p:cTn>
                              </p:par>
                            </p:childTnLst>
                          </p:cTn>
                        </p:par>
                        <p:par>
                          <p:cTn id="49" fill="hold" nodeType="afterGroup">
                            <p:stCondLst>
                              <p:cond delay="0"/>
                            </p:stCondLst>
                            <p:childTnLst>
                              <p:par>
                                <p:cTn id="50" presetID="22" presetClass="entr" presetSubtype="8" fill="hold" nodeType="afterEffect">
                                  <p:stCondLst>
                                    <p:cond delay="0"/>
                                  </p:stCondLst>
                                  <p:childTnLst>
                                    <p:set>
                                      <p:cBhvr>
                                        <p:cTn id="51" dur="1" fill="hold">
                                          <p:stCondLst>
                                            <p:cond delay="0"/>
                                          </p:stCondLst>
                                        </p:cTn>
                                        <p:tgtEl>
                                          <p:spTgt spid="154750"/>
                                        </p:tgtEl>
                                        <p:attrNameLst>
                                          <p:attrName>style.visibility</p:attrName>
                                        </p:attrNameLst>
                                      </p:cBhvr>
                                      <p:to>
                                        <p:strVal val="visible"/>
                                      </p:to>
                                    </p:set>
                                    <p:animEffect transition="in" filter="wipe(left)">
                                      <p:cBhvr>
                                        <p:cTn id="52" dur="2000"/>
                                        <p:tgtEl>
                                          <p:spTgt spid="154750"/>
                                        </p:tgtEl>
                                      </p:cBhvr>
                                    </p:animEffect>
                                  </p:childTnLst>
                                </p:cTn>
                              </p:par>
                            </p:childTnLst>
                          </p:cTn>
                        </p:par>
                        <p:par>
                          <p:cTn id="53" fill="hold" nodeType="afterGroup">
                            <p:stCondLst>
                              <p:cond delay="2000"/>
                            </p:stCondLst>
                            <p:childTnLst>
                              <p:par>
                                <p:cTn id="54" presetID="22" presetClass="entr" presetSubtype="8" fill="hold" nodeType="afterEffect">
                                  <p:stCondLst>
                                    <p:cond delay="1000"/>
                                  </p:stCondLst>
                                  <p:childTnLst>
                                    <p:set>
                                      <p:cBhvr>
                                        <p:cTn id="55" dur="1" fill="hold">
                                          <p:stCondLst>
                                            <p:cond delay="0"/>
                                          </p:stCondLst>
                                        </p:cTn>
                                        <p:tgtEl>
                                          <p:spTgt spid="154751"/>
                                        </p:tgtEl>
                                        <p:attrNameLst>
                                          <p:attrName>style.visibility</p:attrName>
                                        </p:attrNameLst>
                                      </p:cBhvr>
                                      <p:to>
                                        <p:strVal val="visible"/>
                                      </p:to>
                                    </p:set>
                                    <p:animEffect transition="in" filter="wipe(left)">
                                      <p:cBhvr>
                                        <p:cTn id="56" dur="2000"/>
                                        <p:tgtEl>
                                          <p:spTgt spid="154751"/>
                                        </p:tgtEl>
                                      </p:cBhvr>
                                    </p:animEffect>
                                  </p:childTnLst>
                                </p:cTn>
                              </p:par>
                            </p:childTnLst>
                          </p:cTn>
                        </p:par>
                        <p:par>
                          <p:cTn id="57" fill="hold" nodeType="afterGroup">
                            <p:stCondLst>
                              <p:cond delay="5000"/>
                            </p:stCondLst>
                            <p:childTnLst>
                              <p:par>
                                <p:cTn id="58" presetID="22" presetClass="entr" presetSubtype="8" fill="hold" nodeType="afterEffect">
                                  <p:stCondLst>
                                    <p:cond delay="1000"/>
                                  </p:stCondLst>
                                  <p:childTnLst>
                                    <p:set>
                                      <p:cBhvr>
                                        <p:cTn id="59" dur="1" fill="hold">
                                          <p:stCondLst>
                                            <p:cond delay="0"/>
                                          </p:stCondLst>
                                        </p:cTn>
                                        <p:tgtEl>
                                          <p:spTgt spid="154752"/>
                                        </p:tgtEl>
                                        <p:attrNameLst>
                                          <p:attrName>style.visibility</p:attrName>
                                        </p:attrNameLst>
                                      </p:cBhvr>
                                      <p:to>
                                        <p:strVal val="visible"/>
                                      </p:to>
                                    </p:set>
                                    <p:animEffect transition="in" filter="wipe(left)">
                                      <p:cBhvr>
                                        <p:cTn id="60" dur="2000"/>
                                        <p:tgtEl>
                                          <p:spTgt spid="15475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4713"/>
                                        </p:tgtEl>
                                        <p:attrNameLst>
                                          <p:attrName>style.visibility</p:attrName>
                                        </p:attrNameLst>
                                      </p:cBhvr>
                                      <p:to>
                                        <p:strVal val="visible"/>
                                      </p:to>
                                    </p:set>
                                  </p:childTnLst>
                                </p:cTn>
                              </p:par>
                            </p:childTnLst>
                          </p:cTn>
                        </p:par>
                        <p:par>
                          <p:cTn id="65" fill="hold" nodeType="afterGroup">
                            <p:stCondLst>
                              <p:cond delay="0"/>
                            </p:stCondLst>
                            <p:childTnLst>
                              <p:par>
                                <p:cTn id="66" presetID="22" presetClass="entr" presetSubtype="8" fill="hold" nodeType="afterEffect">
                                  <p:stCondLst>
                                    <p:cond delay="0"/>
                                  </p:stCondLst>
                                  <p:childTnLst>
                                    <p:set>
                                      <p:cBhvr>
                                        <p:cTn id="67" dur="1" fill="hold">
                                          <p:stCondLst>
                                            <p:cond delay="0"/>
                                          </p:stCondLst>
                                        </p:cTn>
                                        <p:tgtEl>
                                          <p:spTgt spid="154754"/>
                                        </p:tgtEl>
                                        <p:attrNameLst>
                                          <p:attrName>style.visibility</p:attrName>
                                        </p:attrNameLst>
                                      </p:cBhvr>
                                      <p:to>
                                        <p:strVal val="visible"/>
                                      </p:to>
                                    </p:set>
                                    <p:animEffect transition="in" filter="wipe(left)">
                                      <p:cBhvr>
                                        <p:cTn id="68" dur="500"/>
                                        <p:tgtEl>
                                          <p:spTgt spid="154754"/>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154755"/>
                                        </p:tgtEl>
                                        <p:attrNameLst>
                                          <p:attrName>style.visibility</p:attrName>
                                        </p:attrNameLst>
                                      </p:cBhvr>
                                      <p:to>
                                        <p:strVal val="visible"/>
                                      </p:to>
                                    </p:set>
                                    <p:animEffect transition="in" filter="wipe(left)">
                                      <p:cBhvr>
                                        <p:cTn id="72" dur="500"/>
                                        <p:tgtEl>
                                          <p:spTgt spid="154755"/>
                                        </p:tgtEl>
                                      </p:cBhvr>
                                    </p:animEffect>
                                  </p:childTnLst>
                                </p:cTn>
                              </p:par>
                              <p:par>
                                <p:cTn id="73" presetID="22" presetClass="entr" presetSubtype="8" fill="hold" nodeType="withEffect">
                                  <p:stCondLst>
                                    <p:cond delay="0"/>
                                  </p:stCondLst>
                                  <p:childTnLst>
                                    <p:set>
                                      <p:cBhvr>
                                        <p:cTn id="74" dur="1" fill="hold">
                                          <p:stCondLst>
                                            <p:cond delay="0"/>
                                          </p:stCondLst>
                                        </p:cTn>
                                        <p:tgtEl>
                                          <p:spTgt spid="154758"/>
                                        </p:tgtEl>
                                        <p:attrNameLst>
                                          <p:attrName>style.visibility</p:attrName>
                                        </p:attrNameLst>
                                      </p:cBhvr>
                                      <p:to>
                                        <p:strVal val="visible"/>
                                      </p:to>
                                    </p:set>
                                    <p:animEffect transition="in" filter="wipe(left)">
                                      <p:cBhvr>
                                        <p:cTn id="75" dur="500"/>
                                        <p:tgtEl>
                                          <p:spTgt spid="154758"/>
                                        </p:tgtEl>
                                      </p:cBhvr>
                                    </p:animEffect>
                                  </p:childTnLst>
                                </p:cTn>
                              </p:par>
                            </p:childTnLst>
                          </p:cTn>
                        </p:par>
                        <p:par>
                          <p:cTn id="76" fill="hold" nodeType="afterGroup">
                            <p:stCondLst>
                              <p:cond delay="1000"/>
                            </p:stCondLst>
                            <p:childTnLst>
                              <p:par>
                                <p:cTn id="77" presetID="22" presetClass="entr" presetSubtype="8" fill="hold" nodeType="afterEffect">
                                  <p:stCondLst>
                                    <p:cond delay="0"/>
                                  </p:stCondLst>
                                  <p:childTnLst>
                                    <p:set>
                                      <p:cBhvr>
                                        <p:cTn id="78" dur="1" fill="hold">
                                          <p:stCondLst>
                                            <p:cond delay="0"/>
                                          </p:stCondLst>
                                        </p:cTn>
                                        <p:tgtEl>
                                          <p:spTgt spid="154756"/>
                                        </p:tgtEl>
                                        <p:attrNameLst>
                                          <p:attrName>style.visibility</p:attrName>
                                        </p:attrNameLst>
                                      </p:cBhvr>
                                      <p:to>
                                        <p:strVal val="visible"/>
                                      </p:to>
                                    </p:set>
                                    <p:animEffect transition="in" filter="wipe(left)">
                                      <p:cBhvr>
                                        <p:cTn id="79" dur="500"/>
                                        <p:tgtEl>
                                          <p:spTgt spid="154756"/>
                                        </p:tgtEl>
                                      </p:cBhvr>
                                    </p:animEffect>
                                  </p:childTnLst>
                                </p:cTn>
                              </p:par>
                              <p:par>
                                <p:cTn id="80" presetID="22" presetClass="entr" presetSubtype="8" fill="hold" nodeType="withEffect">
                                  <p:stCondLst>
                                    <p:cond delay="0"/>
                                  </p:stCondLst>
                                  <p:childTnLst>
                                    <p:set>
                                      <p:cBhvr>
                                        <p:cTn id="81" dur="1" fill="hold">
                                          <p:stCondLst>
                                            <p:cond delay="0"/>
                                          </p:stCondLst>
                                        </p:cTn>
                                        <p:tgtEl>
                                          <p:spTgt spid="154759"/>
                                        </p:tgtEl>
                                        <p:attrNameLst>
                                          <p:attrName>style.visibility</p:attrName>
                                        </p:attrNameLst>
                                      </p:cBhvr>
                                      <p:to>
                                        <p:strVal val="visible"/>
                                      </p:to>
                                    </p:set>
                                    <p:animEffect transition="in" filter="wipe(left)">
                                      <p:cBhvr>
                                        <p:cTn id="82" dur="500"/>
                                        <p:tgtEl>
                                          <p:spTgt spid="154759"/>
                                        </p:tgtEl>
                                      </p:cBhvr>
                                    </p:animEffect>
                                  </p:childTnLst>
                                </p:cTn>
                              </p:par>
                              <p:par>
                                <p:cTn id="83" presetID="22" presetClass="entr" presetSubtype="8" fill="hold" nodeType="withEffect">
                                  <p:stCondLst>
                                    <p:cond delay="0"/>
                                  </p:stCondLst>
                                  <p:childTnLst>
                                    <p:set>
                                      <p:cBhvr>
                                        <p:cTn id="84" dur="1" fill="hold">
                                          <p:stCondLst>
                                            <p:cond delay="0"/>
                                          </p:stCondLst>
                                        </p:cTn>
                                        <p:tgtEl>
                                          <p:spTgt spid="154763"/>
                                        </p:tgtEl>
                                        <p:attrNameLst>
                                          <p:attrName>style.visibility</p:attrName>
                                        </p:attrNameLst>
                                      </p:cBhvr>
                                      <p:to>
                                        <p:strVal val="visible"/>
                                      </p:to>
                                    </p:set>
                                    <p:animEffect transition="in" filter="wipe(left)">
                                      <p:cBhvr>
                                        <p:cTn id="85" dur="500"/>
                                        <p:tgtEl>
                                          <p:spTgt spid="154763"/>
                                        </p:tgtEl>
                                      </p:cBhvr>
                                    </p:animEffect>
                                  </p:childTnLst>
                                </p:cTn>
                              </p:par>
                            </p:childTnLst>
                          </p:cTn>
                        </p:par>
                        <p:par>
                          <p:cTn id="86" fill="hold" nodeType="afterGroup">
                            <p:stCondLst>
                              <p:cond delay="1500"/>
                            </p:stCondLst>
                            <p:childTnLst>
                              <p:par>
                                <p:cTn id="87" presetID="22" presetClass="entr" presetSubtype="8" fill="hold" nodeType="afterEffect">
                                  <p:stCondLst>
                                    <p:cond delay="0"/>
                                  </p:stCondLst>
                                  <p:childTnLst>
                                    <p:set>
                                      <p:cBhvr>
                                        <p:cTn id="88" dur="1" fill="hold">
                                          <p:stCondLst>
                                            <p:cond delay="0"/>
                                          </p:stCondLst>
                                        </p:cTn>
                                        <p:tgtEl>
                                          <p:spTgt spid="154764"/>
                                        </p:tgtEl>
                                        <p:attrNameLst>
                                          <p:attrName>style.visibility</p:attrName>
                                        </p:attrNameLst>
                                      </p:cBhvr>
                                      <p:to>
                                        <p:strVal val="visible"/>
                                      </p:to>
                                    </p:set>
                                    <p:animEffect transition="in" filter="wipe(left)">
                                      <p:cBhvr>
                                        <p:cTn id="89" dur="500"/>
                                        <p:tgtEl>
                                          <p:spTgt spid="154764"/>
                                        </p:tgtEl>
                                      </p:cBhvr>
                                    </p:animEffect>
                                  </p:childTnLst>
                                </p:cTn>
                              </p:par>
                              <p:par>
                                <p:cTn id="90" presetID="22" presetClass="entr" presetSubtype="8" fill="hold" nodeType="withEffect">
                                  <p:stCondLst>
                                    <p:cond delay="0"/>
                                  </p:stCondLst>
                                  <p:childTnLst>
                                    <p:set>
                                      <p:cBhvr>
                                        <p:cTn id="91" dur="1" fill="hold">
                                          <p:stCondLst>
                                            <p:cond delay="0"/>
                                          </p:stCondLst>
                                        </p:cTn>
                                        <p:tgtEl>
                                          <p:spTgt spid="154760"/>
                                        </p:tgtEl>
                                        <p:attrNameLst>
                                          <p:attrName>style.visibility</p:attrName>
                                        </p:attrNameLst>
                                      </p:cBhvr>
                                      <p:to>
                                        <p:strVal val="visible"/>
                                      </p:to>
                                    </p:set>
                                    <p:animEffect transition="in" filter="wipe(left)">
                                      <p:cBhvr>
                                        <p:cTn id="92" dur="500"/>
                                        <p:tgtEl>
                                          <p:spTgt spid="154760"/>
                                        </p:tgtEl>
                                      </p:cBhvr>
                                    </p:animEffect>
                                  </p:childTnLst>
                                </p:cTn>
                              </p:par>
                              <p:par>
                                <p:cTn id="93" presetID="22" presetClass="entr" presetSubtype="8" fill="hold" nodeType="withEffect">
                                  <p:stCondLst>
                                    <p:cond delay="0"/>
                                  </p:stCondLst>
                                  <p:childTnLst>
                                    <p:set>
                                      <p:cBhvr>
                                        <p:cTn id="94" dur="1" fill="hold">
                                          <p:stCondLst>
                                            <p:cond delay="0"/>
                                          </p:stCondLst>
                                        </p:cTn>
                                        <p:tgtEl>
                                          <p:spTgt spid="154757"/>
                                        </p:tgtEl>
                                        <p:attrNameLst>
                                          <p:attrName>style.visibility</p:attrName>
                                        </p:attrNameLst>
                                      </p:cBhvr>
                                      <p:to>
                                        <p:strVal val="visible"/>
                                      </p:to>
                                    </p:set>
                                    <p:animEffect transition="in" filter="wipe(left)">
                                      <p:cBhvr>
                                        <p:cTn id="95" dur="500"/>
                                        <p:tgtEl>
                                          <p:spTgt spid="154757"/>
                                        </p:tgtEl>
                                      </p:cBhvr>
                                    </p:animEffect>
                                  </p:childTnLst>
                                </p:cTn>
                              </p:par>
                            </p:childTnLst>
                          </p:cTn>
                        </p:par>
                        <p:par>
                          <p:cTn id="96" fill="hold" nodeType="afterGroup">
                            <p:stCondLst>
                              <p:cond delay="2000"/>
                            </p:stCondLst>
                            <p:childTnLst>
                              <p:par>
                                <p:cTn id="97" presetID="22" presetClass="entr" presetSubtype="8" fill="hold" nodeType="afterEffect">
                                  <p:stCondLst>
                                    <p:cond delay="0"/>
                                  </p:stCondLst>
                                  <p:childTnLst>
                                    <p:set>
                                      <p:cBhvr>
                                        <p:cTn id="98" dur="1" fill="hold">
                                          <p:stCondLst>
                                            <p:cond delay="0"/>
                                          </p:stCondLst>
                                        </p:cTn>
                                        <p:tgtEl>
                                          <p:spTgt spid="154761"/>
                                        </p:tgtEl>
                                        <p:attrNameLst>
                                          <p:attrName>style.visibility</p:attrName>
                                        </p:attrNameLst>
                                      </p:cBhvr>
                                      <p:to>
                                        <p:strVal val="visible"/>
                                      </p:to>
                                    </p:set>
                                    <p:animEffect transition="in" filter="wipe(left)">
                                      <p:cBhvr>
                                        <p:cTn id="99" dur="500"/>
                                        <p:tgtEl>
                                          <p:spTgt spid="154761"/>
                                        </p:tgtEl>
                                      </p:cBhvr>
                                    </p:animEffect>
                                  </p:childTnLst>
                                </p:cTn>
                              </p:par>
                              <p:par>
                                <p:cTn id="100" presetID="22" presetClass="entr" presetSubtype="8" fill="hold" nodeType="withEffect">
                                  <p:stCondLst>
                                    <p:cond delay="0"/>
                                  </p:stCondLst>
                                  <p:childTnLst>
                                    <p:set>
                                      <p:cBhvr>
                                        <p:cTn id="101" dur="1" fill="hold">
                                          <p:stCondLst>
                                            <p:cond delay="0"/>
                                          </p:stCondLst>
                                        </p:cTn>
                                        <p:tgtEl>
                                          <p:spTgt spid="154765"/>
                                        </p:tgtEl>
                                        <p:attrNameLst>
                                          <p:attrName>style.visibility</p:attrName>
                                        </p:attrNameLst>
                                      </p:cBhvr>
                                      <p:to>
                                        <p:strVal val="visible"/>
                                      </p:to>
                                    </p:set>
                                    <p:animEffect transition="in" filter="wipe(left)">
                                      <p:cBhvr>
                                        <p:cTn id="102" dur="500"/>
                                        <p:tgtEl>
                                          <p:spTgt spid="154765"/>
                                        </p:tgtEl>
                                      </p:cBhvr>
                                    </p:animEffect>
                                  </p:childTnLst>
                                </p:cTn>
                              </p:par>
                            </p:childTnLst>
                          </p:cTn>
                        </p:par>
                        <p:par>
                          <p:cTn id="103" fill="hold" nodeType="afterGroup">
                            <p:stCondLst>
                              <p:cond delay="2500"/>
                            </p:stCondLst>
                            <p:childTnLst>
                              <p:par>
                                <p:cTn id="104" presetID="22" presetClass="entr" presetSubtype="8" fill="hold" nodeType="afterEffect">
                                  <p:stCondLst>
                                    <p:cond delay="0"/>
                                  </p:stCondLst>
                                  <p:childTnLst>
                                    <p:set>
                                      <p:cBhvr>
                                        <p:cTn id="105" dur="1" fill="hold">
                                          <p:stCondLst>
                                            <p:cond delay="0"/>
                                          </p:stCondLst>
                                        </p:cTn>
                                        <p:tgtEl>
                                          <p:spTgt spid="154766"/>
                                        </p:tgtEl>
                                        <p:attrNameLst>
                                          <p:attrName>style.visibility</p:attrName>
                                        </p:attrNameLst>
                                      </p:cBhvr>
                                      <p:to>
                                        <p:strVal val="visible"/>
                                      </p:to>
                                    </p:set>
                                    <p:animEffect transition="in" filter="wipe(left)">
                                      <p:cBhvr>
                                        <p:cTn id="106" dur="500"/>
                                        <p:tgtEl>
                                          <p:spTgt spid="15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711" grpId="0"/>
      <p:bldP spid="1547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CD5F7DCD-0BC1-4B47-8D05-F4F5BA896B9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计算机网络的产生背景</a:t>
            </a:r>
          </a:p>
        </p:txBody>
      </p:sp>
      <p:sp>
        <p:nvSpPr>
          <p:cNvPr id="390147" name="Rectangle 3">
            <a:extLst>
              <a:ext uri="{FF2B5EF4-FFF2-40B4-BE49-F238E27FC236}">
                <a16:creationId xmlns:a16="http://schemas.microsoft.com/office/drawing/2014/main" id="{7BA7963E-7858-1343-9CD5-E8209350E742}"/>
              </a:ext>
            </a:extLst>
          </p:cNvPr>
          <p:cNvSpPr>
            <a:spLocks noGrp="1" noChangeArrowheads="1"/>
          </p:cNvSpPr>
          <p:nvPr>
            <p:ph type="body" idx="1"/>
          </p:nvPr>
        </p:nvSpPr>
        <p:spPr>
          <a:xfrm>
            <a:off x="211599" y="982946"/>
            <a:ext cx="8720801" cy="3509963"/>
          </a:xfrm>
        </p:spPr>
        <p:txBody>
          <a:bodyPr/>
          <a:lstStyle/>
          <a:p>
            <a:pPr eaLnBrk="1" hangingPunct="1"/>
            <a:r>
              <a:rPr lang="zh-CN" altLang="en-US" dirty="0">
                <a:ea typeface="宋体" panose="02010600030101010101" pitchFamily="2" charset="-122"/>
              </a:rPr>
              <a:t>是 </a:t>
            </a:r>
            <a:r>
              <a:rPr lang="en-US" altLang="zh-CN" dirty="0">
                <a:ea typeface="宋体" panose="02010600030101010101" pitchFamily="2" charset="-122"/>
              </a:rPr>
              <a:t>20 </a:t>
            </a:r>
            <a:r>
              <a:rPr lang="zh-CN" altLang="en-US" dirty="0">
                <a:ea typeface="宋体" panose="02010600030101010101" pitchFamily="2" charset="-122"/>
              </a:rPr>
              <a:t>世纪 </a:t>
            </a:r>
            <a:r>
              <a:rPr lang="en-US" altLang="zh-CN" dirty="0">
                <a:ea typeface="宋体" panose="02010600030101010101" pitchFamily="2" charset="-122"/>
              </a:rPr>
              <a:t>60 </a:t>
            </a:r>
            <a:r>
              <a:rPr lang="zh-CN" altLang="en-US" dirty="0">
                <a:ea typeface="宋体" panose="02010600030101010101" pitchFamily="2" charset="-122"/>
              </a:rPr>
              <a:t>年代美苏冷战时期的产物。</a:t>
            </a:r>
          </a:p>
          <a:p>
            <a:pPr eaLnBrk="1" hangingPunct="1"/>
            <a:r>
              <a:rPr lang="en-US" altLang="zh-CN" dirty="0">
                <a:ea typeface="宋体" panose="02010600030101010101" pitchFamily="2" charset="-122"/>
              </a:rPr>
              <a:t>60 </a:t>
            </a:r>
            <a:r>
              <a:rPr lang="zh-CN" altLang="en-US" dirty="0">
                <a:ea typeface="宋体" panose="02010600030101010101" pitchFamily="2" charset="-122"/>
              </a:rPr>
              <a:t>年代初，美国国防部领导的远景研究规划局</a:t>
            </a:r>
            <a:r>
              <a:rPr lang="en-US" altLang="zh-CN" dirty="0">
                <a:ea typeface="宋体" panose="02010600030101010101" pitchFamily="2" charset="-122"/>
              </a:rPr>
              <a:t>ARPA (Advanced Research Project Agency) </a:t>
            </a:r>
            <a:r>
              <a:rPr lang="zh-CN" altLang="en-US" dirty="0">
                <a:ea typeface="宋体" panose="02010600030101010101" pitchFamily="2" charset="-122"/>
              </a:rPr>
              <a:t>提出要研制一种生存性</a:t>
            </a:r>
            <a:r>
              <a:rPr lang="en-US" altLang="zh-CN" dirty="0">
                <a:ea typeface="宋体" panose="02010600030101010101" pitchFamily="2" charset="-122"/>
              </a:rPr>
              <a:t>(survivability)</a:t>
            </a:r>
            <a:r>
              <a:rPr lang="zh-CN" altLang="en-US" dirty="0">
                <a:ea typeface="宋体" panose="02010600030101010101" pitchFamily="2" charset="-122"/>
              </a:rPr>
              <a:t>很强的网络。</a:t>
            </a:r>
          </a:p>
          <a:p>
            <a:pPr eaLnBrk="1" hangingPunct="1"/>
            <a:r>
              <a:rPr lang="zh-CN" altLang="en-US" dirty="0">
                <a:ea typeface="宋体" panose="02010600030101010101" pitchFamily="2" charset="-122"/>
              </a:rPr>
              <a:t>传统的电路交换</a:t>
            </a:r>
            <a:r>
              <a:rPr lang="en-US" altLang="zh-CN" dirty="0">
                <a:ea typeface="宋体" panose="02010600030101010101" pitchFamily="2" charset="-122"/>
              </a:rPr>
              <a:t>(circuit switching)</a:t>
            </a:r>
            <a:r>
              <a:rPr lang="zh-CN" altLang="en-US" dirty="0">
                <a:ea typeface="宋体" panose="02010600030101010101" pitchFamily="2" charset="-122"/>
              </a:rPr>
              <a:t>的电信网有一个缺点：正在通信的电路中有一个交换机或有一条链路被炸毁，则整个通信电路就要中断。</a:t>
            </a:r>
          </a:p>
          <a:p>
            <a:pPr eaLnBrk="1" hangingPunct="1"/>
            <a:r>
              <a:rPr lang="zh-CN" altLang="en-US" dirty="0">
                <a:ea typeface="宋体" panose="02010600030101010101" pitchFamily="2" charset="-122"/>
              </a:rPr>
              <a:t>如要改用其他迂回电路，必须重新拨号建立连接。这将要延误一些时间。 </a:t>
            </a:r>
          </a:p>
        </p:txBody>
      </p:sp>
      <p:sp>
        <p:nvSpPr>
          <p:cNvPr id="132099" name="幻灯片编号占位符 1">
            <a:extLst>
              <a:ext uri="{FF2B5EF4-FFF2-40B4-BE49-F238E27FC236}">
                <a16:creationId xmlns:a16="http://schemas.microsoft.com/office/drawing/2014/main" id="{D0C49175-194C-294B-95D4-8BD2D30FC7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977FD5-F628-8548-9927-AEA7ECE2A5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39063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01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01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01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0A63B941-1B8F-AB45-8418-E8C3C25930D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新型网络的基本特点</a:t>
            </a:r>
          </a:p>
        </p:txBody>
      </p:sp>
      <p:sp>
        <p:nvSpPr>
          <p:cNvPr id="392195" name="Rectangle 3">
            <a:extLst>
              <a:ext uri="{FF2B5EF4-FFF2-40B4-BE49-F238E27FC236}">
                <a16:creationId xmlns:a16="http://schemas.microsoft.com/office/drawing/2014/main" id="{CC7C039F-F49F-5741-A69F-DAC65D7018D5}"/>
              </a:ext>
            </a:extLst>
          </p:cNvPr>
          <p:cNvSpPr>
            <a:spLocks noGrp="1" noChangeArrowheads="1"/>
          </p:cNvSpPr>
          <p:nvPr>
            <p:ph type="body" idx="1"/>
          </p:nvPr>
        </p:nvSpPr>
        <p:spPr>
          <a:xfrm>
            <a:off x="133562" y="1045030"/>
            <a:ext cx="8804953" cy="3524590"/>
          </a:xfrm>
        </p:spPr>
        <p:txBody>
          <a:bodyPr/>
          <a:lstStyle/>
          <a:p>
            <a:pPr eaLnBrk="1" hangingPunct="1">
              <a:lnSpc>
                <a:spcPct val="90000"/>
              </a:lnSpc>
            </a:pPr>
            <a:r>
              <a:rPr lang="zh-CN" altLang="en-US" dirty="0">
                <a:ea typeface="宋体" panose="02010600030101010101" pitchFamily="2" charset="-122"/>
              </a:rPr>
              <a:t>网络用于计算机之间的数据传送，而不是为了打电话。</a:t>
            </a:r>
          </a:p>
          <a:p>
            <a:pPr eaLnBrk="1" hangingPunct="1">
              <a:lnSpc>
                <a:spcPct val="90000"/>
              </a:lnSpc>
            </a:pPr>
            <a:r>
              <a:rPr lang="zh-CN" altLang="en-US" dirty="0">
                <a:ea typeface="宋体" panose="02010600030101010101" pitchFamily="2" charset="-122"/>
              </a:rPr>
              <a:t>网络能够连接不同类型的计算机，不局限于单一类型的计算机。</a:t>
            </a:r>
          </a:p>
          <a:p>
            <a:pPr eaLnBrk="1" hangingPunct="1">
              <a:lnSpc>
                <a:spcPct val="90000"/>
              </a:lnSpc>
            </a:pPr>
            <a:r>
              <a:rPr lang="zh-CN" altLang="en-US" dirty="0">
                <a:ea typeface="宋体" panose="02010600030101010101" pitchFamily="2" charset="-122"/>
              </a:rPr>
              <a:t>所有的网络结点都同等重要，因而大大提高网络的生存性。</a:t>
            </a:r>
          </a:p>
          <a:p>
            <a:pPr eaLnBrk="1" hangingPunct="1">
              <a:lnSpc>
                <a:spcPct val="90000"/>
              </a:lnSpc>
            </a:pPr>
            <a:r>
              <a:rPr lang="zh-CN" altLang="en-US" dirty="0">
                <a:ea typeface="宋体" panose="02010600030101010101" pitchFamily="2" charset="-122"/>
              </a:rPr>
              <a:t>计算机在进行通信时，必须有冗余的路由。</a:t>
            </a:r>
          </a:p>
          <a:p>
            <a:pPr eaLnBrk="1" hangingPunct="1">
              <a:lnSpc>
                <a:spcPct val="90000"/>
              </a:lnSpc>
            </a:pPr>
            <a:r>
              <a:rPr lang="zh-CN" altLang="en-US" dirty="0">
                <a:ea typeface="宋体" panose="02010600030101010101" pitchFamily="2" charset="-122"/>
              </a:rPr>
              <a:t>网络的结构应当尽可能地简单，同时还能够非常可靠地传送数据。  </a:t>
            </a:r>
          </a:p>
        </p:txBody>
      </p:sp>
      <p:sp>
        <p:nvSpPr>
          <p:cNvPr id="134147" name="幻灯片编号占位符 1">
            <a:extLst>
              <a:ext uri="{FF2B5EF4-FFF2-40B4-BE49-F238E27FC236}">
                <a16:creationId xmlns:a16="http://schemas.microsoft.com/office/drawing/2014/main" id="{1F2674D4-EFCB-0D40-892B-E7D5BE125A9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C3DDD38-4E54-1345-966B-D6296B47F21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12874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2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2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2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2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076E966A-1476-1343-9AA7-0FC53D4C755C}"/>
              </a:ext>
            </a:extLst>
          </p:cNvPr>
          <p:cNvSpPr>
            <a:spLocks noGrp="1" noChangeArrowheads="1"/>
          </p:cNvSpPr>
          <p:nvPr>
            <p:ph type="title"/>
          </p:nvPr>
        </p:nvSpPr>
        <p:spPr/>
        <p:txBody>
          <a:bodyPr/>
          <a:lstStyle/>
          <a:p>
            <a:pPr eaLnBrk="1" hangingPunct="1"/>
            <a:r>
              <a:rPr lang="en-US" altLang="zh-CN" sz="3000" dirty="0">
                <a:ea typeface="宋体" panose="02010600030101010101" pitchFamily="2" charset="-122"/>
              </a:rPr>
              <a:t>ARPANET</a:t>
            </a:r>
            <a:r>
              <a:rPr lang="zh-CN" altLang="en-US" sz="3000" dirty="0">
                <a:ea typeface="宋体" panose="02010600030101010101" pitchFamily="2" charset="-122"/>
              </a:rPr>
              <a:t>的成功使计算机网络的概念发生根本变化 </a:t>
            </a:r>
          </a:p>
        </p:txBody>
      </p:sp>
      <p:sp>
        <p:nvSpPr>
          <p:cNvPr id="155651" name="Rectangle 3">
            <a:extLst>
              <a:ext uri="{FF2B5EF4-FFF2-40B4-BE49-F238E27FC236}">
                <a16:creationId xmlns:a16="http://schemas.microsoft.com/office/drawing/2014/main" id="{26D81D9A-116E-AF4B-87A6-4AD90CC570E0}"/>
              </a:ext>
            </a:extLst>
          </p:cNvPr>
          <p:cNvSpPr>
            <a:spLocks noGrp="1" noChangeArrowheads="1"/>
          </p:cNvSpPr>
          <p:nvPr>
            <p:ph type="body" idx="1"/>
          </p:nvPr>
        </p:nvSpPr>
        <p:spPr>
          <a:xfrm>
            <a:off x="210741" y="1069181"/>
            <a:ext cx="8727774" cy="3348038"/>
          </a:xfrm>
        </p:spPr>
        <p:txBody>
          <a:bodyPr/>
          <a:lstStyle/>
          <a:p>
            <a:pPr eaLnBrk="1" hangingPunct="1"/>
            <a:r>
              <a:rPr lang="zh-CN" altLang="en-US" dirty="0">
                <a:latin typeface="Times New Roman" panose="02020603050405020304" pitchFamily="18" charset="0"/>
                <a:ea typeface="宋体" panose="02010600030101010101" pitchFamily="2" charset="-122"/>
              </a:rPr>
              <a:t>早期的面向终端的计算机网络是以</a:t>
            </a:r>
            <a:r>
              <a:rPr lang="zh-CN" altLang="en-US" dirty="0">
                <a:solidFill>
                  <a:schemeClr val="hlink"/>
                </a:solidFill>
                <a:latin typeface="Times New Roman" panose="02020603050405020304" pitchFamily="18" charset="0"/>
                <a:ea typeface="宋体" panose="02010600030101010101" pitchFamily="2" charset="-122"/>
              </a:rPr>
              <a:t>单个主机为中心</a:t>
            </a:r>
            <a:r>
              <a:rPr lang="zh-CN" altLang="en-US" dirty="0">
                <a:latin typeface="Times New Roman" panose="02020603050405020304" pitchFamily="18" charset="0"/>
                <a:ea typeface="宋体" panose="02010600030101010101" pitchFamily="2" charset="-122"/>
              </a:rPr>
              <a:t>的星形网</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各终端通过通信线路共享昂贵的中心主机的硬件和软件资源。</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分组交换网则是以</a:t>
            </a:r>
            <a:r>
              <a:rPr lang="zh-CN" altLang="en-US" dirty="0">
                <a:solidFill>
                  <a:schemeClr val="hlink"/>
                </a:solidFill>
                <a:latin typeface="Times New Roman" panose="02020603050405020304" pitchFamily="18" charset="0"/>
                <a:ea typeface="宋体" panose="02010600030101010101" pitchFamily="2" charset="-122"/>
              </a:rPr>
              <a:t>网络为中心</a:t>
            </a:r>
            <a:r>
              <a:rPr lang="zh-CN" altLang="en-US" dirty="0">
                <a:latin typeface="Times New Roman" panose="02020603050405020304" pitchFamily="18" charset="0"/>
                <a:ea typeface="宋体" panose="02010600030101010101" pitchFamily="2" charset="-122"/>
              </a:rPr>
              <a:t>，主机都处在网络的外围。</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用户通过分组交换网可共享连接在网络上的许多硬件和各种丰富的软件资源。</a:t>
            </a:r>
            <a:r>
              <a:rPr lang="zh-CN" altLang="en-US" dirty="0">
                <a:latin typeface="Times New Roman" panose="02020603050405020304" pitchFamily="18" charset="0"/>
                <a:ea typeface="宋体" panose="02010600030101010101" pitchFamily="2" charset="-122"/>
              </a:rPr>
              <a:t>  </a:t>
            </a:r>
          </a:p>
        </p:txBody>
      </p:sp>
      <p:sp>
        <p:nvSpPr>
          <p:cNvPr id="136195" name="幻灯片编号占位符 1">
            <a:extLst>
              <a:ext uri="{FF2B5EF4-FFF2-40B4-BE49-F238E27FC236}">
                <a16:creationId xmlns:a16="http://schemas.microsoft.com/office/drawing/2014/main" id="{64DAD5FD-ACEC-CE4E-BEA7-9DA37683A00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6247F6-BD07-A046-929F-F0F7BA1F855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832196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565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565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5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848FFA6E-ABC5-A34B-835A-FC9E820D3C6A}"/>
              </a:ext>
            </a:extLst>
          </p:cNvPr>
          <p:cNvSpPr>
            <a:spLocks noGrp="1" noChangeArrowheads="1"/>
          </p:cNvSpPr>
          <p:nvPr>
            <p:ph type="title"/>
          </p:nvPr>
        </p:nvSpPr>
        <p:spPr>
          <a:xfrm>
            <a:off x="174171" y="120254"/>
            <a:ext cx="7826829" cy="790575"/>
          </a:xfrm>
        </p:spPr>
        <p:txBody>
          <a:bodyPr/>
          <a:lstStyle/>
          <a:p>
            <a:pPr eaLnBrk="1" hangingPunct="1"/>
            <a:r>
              <a:rPr lang="zh-CN" altLang="en-US" dirty="0">
                <a:latin typeface="Times New Roman" panose="02020603050405020304" pitchFamily="18" charset="0"/>
                <a:ea typeface="宋体" panose="02010600030101010101" pitchFamily="2" charset="-122"/>
              </a:rPr>
              <a:t>从主机为中心到以网络为中心</a:t>
            </a:r>
          </a:p>
        </p:txBody>
      </p:sp>
      <p:grpSp>
        <p:nvGrpSpPr>
          <p:cNvPr id="157792" name="Group 96">
            <a:extLst>
              <a:ext uri="{FF2B5EF4-FFF2-40B4-BE49-F238E27FC236}">
                <a16:creationId xmlns:a16="http://schemas.microsoft.com/office/drawing/2014/main" id="{5E865EB5-643B-7B41-AE23-9491F9F113BD}"/>
              </a:ext>
            </a:extLst>
          </p:cNvPr>
          <p:cNvGrpSpPr>
            <a:grpSpLocks/>
          </p:cNvGrpSpPr>
          <p:nvPr/>
        </p:nvGrpSpPr>
        <p:grpSpPr bwMode="auto">
          <a:xfrm>
            <a:off x="1385888" y="2247900"/>
            <a:ext cx="2828925" cy="2071688"/>
            <a:chOff x="204" y="1888"/>
            <a:chExt cx="2376" cy="1740"/>
          </a:xfrm>
        </p:grpSpPr>
        <p:sp>
          <p:nvSpPr>
            <p:cNvPr id="138266" name="Freeform 5">
              <a:extLst>
                <a:ext uri="{FF2B5EF4-FFF2-40B4-BE49-F238E27FC236}">
                  <a16:creationId xmlns:a16="http://schemas.microsoft.com/office/drawing/2014/main" id="{E46BCA57-F6AA-BF4D-9501-2622D5162C52}"/>
                </a:ext>
              </a:extLst>
            </p:cNvPr>
            <p:cNvSpPr>
              <a:spLocks/>
            </p:cNvSpPr>
            <p:nvPr/>
          </p:nvSpPr>
          <p:spPr bwMode="auto">
            <a:xfrm rot="-2333506">
              <a:off x="1490" y="2271"/>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7" name="Freeform 6">
              <a:extLst>
                <a:ext uri="{FF2B5EF4-FFF2-40B4-BE49-F238E27FC236}">
                  <a16:creationId xmlns:a16="http://schemas.microsoft.com/office/drawing/2014/main" id="{D0A7B513-DF23-354B-B09F-447A7FF25328}"/>
                </a:ext>
              </a:extLst>
            </p:cNvPr>
            <p:cNvSpPr>
              <a:spLocks/>
            </p:cNvSpPr>
            <p:nvPr/>
          </p:nvSpPr>
          <p:spPr bwMode="auto">
            <a:xfrm rot="2229264">
              <a:off x="717" y="2322"/>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8" name="Freeform 7">
              <a:extLst>
                <a:ext uri="{FF2B5EF4-FFF2-40B4-BE49-F238E27FC236}">
                  <a16:creationId xmlns:a16="http://schemas.microsoft.com/office/drawing/2014/main" id="{4FDE7389-1C45-5B41-A2EF-5E5726EF0590}"/>
                </a:ext>
              </a:extLst>
            </p:cNvPr>
            <p:cNvSpPr>
              <a:spLocks/>
            </p:cNvSpPr>
            <p:nvPr/>
          </p:nvSpPr>
          <p:spPr bwMode="auto">
            <a:xfrm rot="2387191">
              <a:off x="1380" y="3248"/>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9" name="Freeform 8">
              <a:extLst>
                <a:ext uri="{FF2B5EF4-FFF2-40B4-BE49-F238E27FC236}">
                  <a16:creationId xmlns:a16="http://schemas.microsoft.com/office/drawing/2014/main" id="{C1F5A386-234B-0A48-A89C-CC8E27FF6A52}"/>
                </a:ext>
              </a:extLst>
            </p:cNvPr>
            <p:cNvSpPr>
              <a:spLocks/>
            </p:cNvSpPr>
            <p:nvPr/>
          </p:nvSpPr>
          <p:spPr bwMode="auto">
            <a:xfrm rot="-2521975">
              <a:off x="717" y="3248"/>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70" name="Freeform 9">
              <a:extLst>
                <a:ext uri="{FF2B5EF4-FFF2-40B4-BE49-F238E27FC236}">
                  <a16:creationId xmlns:a16="http://schemas.microsoft.com/office/drawing/2014/main" id="{3E0765D7-239B-2842-A636-B742FFD3C101}"/>
                </a:ext>
              </a:extLst>
            </p:cNvPr>
            <p:cNvSpPr>
              <a:spLocks/>
            </p:cNvSpPr>
            <p:nvPr/>
          </p:nvSpPr>
          <p:spPr bwMode="auto">
            <a:xfrm>
              <a:off x="515" y="2943"/>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71" name="Freeform 10">
              <a:extLst>
                <a:ext uri="{FF2B5EF4-FFF2-40B4-BE49-F238E27FC236}">
                  <a16:creationId xmlns:a16="http://schemas.microsoft.com/office/drawing/2014/main" id="{C93F3F02-170F-A54C-B24E-6C2EE6A00883}"/>
                </a:ext>
              </a:extLst>
            </p:cNvPr>
            <p:cNvSpPr>
              <a:spLocks/>
            </p:cNvSpPr>
            <p:nvPr/>
          </p:nvSpPr>
          <p:spPr bwMode="auto">
            <a:xfrm>
              <a:off x="1674" y="2749"/>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38272" name="Picture 21">
              <a:extLst>
                <a:ext uri="{FF2B5EF4-FFF2-40B4-BE49-F238E27FC236}">
                  <a16:creationId xmlns:a16="http://schemas.microsoft.com/office/drawing/2014/main" id="{D46F7A54-5744-D14F-9DBC-8868F65E618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7" y="2440"/>
              <a:ext cx="654"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3" name="Picture 22">
              <a:extLst>
                <a:ext uri="{FF2B5EF4-FFF2-40B4-BE49-F238E27FC236}">
                  <a16:creationId xmlns:a16="http://schemas.microsoft.com/office/drawing/2014/main" id="{425E6657-8579-AA47-BFFD-A795F041E34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 y="1904"/>
              <a:ext cx="26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4" name="Picture 23">
              <a:extLst>
                <a:ext uri="{FF2B5EF4-FFF2-40B4-BE49-F238E27FC236}">
                  <a16:creationId xmlns:a16="http://schemas.microsoft.com/office/drawing/2014/main" id="{7F78EFB0-B586-7041-9018-A6A547F60B0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 y="2739"/>
              <a:ext cx="26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5" name="Picture 24">
              <a:extLst>
                <a:ext uri="{FF2B5EF4-FFF2-40B4-BE49-F238E27FC236}">
                  <a16:creationId xmlns:a16="http://schemas.microsoft.com/office/drawing/2014/main" id="{00DECA2F-CB4C-454C-8844-D43AEC68A62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 y="3309"/>
              <a:ext cx="26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6" name="Picture 25">
              <a:extLst>
                <a:ext uri="{FF2B5EF4-FFF2-40B4-BE49-F238E27FC236}">
                  <a16:creationId xmlns:a16="http://schemas.microsoft.com/office/drawing/2014/main" id="{743CF6DA-F0C2-1349-A507-66EE67FD2C3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7" y="3351"/>
              <a:ext cx="26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7" name="Picture 26">
              <a:extLst>
                <a:ext uri="{FF2B5EF4-FFF2-40B4-BE49-F238E27FC236}">
                  <a16:creationId xmlns:a16="http://schemas.microsoft.com/office/drawing/2014/main" id="{4FADD42E-11F6-7042-8E9A-1C3EA8CF18F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8" y="2576"/>
              <a:ext cx="26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8" name="Picture 27">
              <a:extLst>
                <a:ext uri="{FF2B5EF4-FFF2-40B4-BE49-F238E27FC236}">
                  <a16:creationId xmlns:a16="http://schemas.microsoft.com/office/drawing/2014/main" id="{8E4C7517-3CEE-E04D-862D-785725ECB6C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2" y="1904"/>
              <a:ext cx="26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79" name="Text Box 28">
              <a:extLst>
                <a:ext uri="{FF2B5EF4-FFF2-40B4-BE49-F238E27FC236}">
                  <a16:creationId xmlns:a16="http://schemas.microsoft.com/office/drawing/2014/main" id="{0E6119AE-BC55-6743-BE94-DCD297654662}"/>
                </a:ext>
              </a:extLst>
            </p:cNvPr>
            <p:cNvSpPr txBox="1">
              <a:spLocks noChangeArrowheads="1"/>
            </p:cNvSpPr>
            <p:nvPr/>
          </p:nvSpPr>
          <p:spPr bwMode="auto">
            <a:xfrm>
              <a:off x="1156" y="2160"/>
              <a:ext cx="543"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5000"/>
                </a:lnSpc>
                <a:spcBef>
                  <a:spcPct val="0"/>
                </a:spcBef>
                <a:buClrTx/>
                <a:buSzTx/>
                <a:buFontTx/>
                <a:buNone/>
              </a:pPr>
              <a:r>
                <a:rPr kumimoji="1" lang="zh-CN" altLang="en-US" sz="1800">
                  <a:ea typeface="宋体" panose="02010600030101010101" pitchFamily="2" charset="-122"/>
                </a:rPr>
                <a:t>主机</a:t>
              </a:r>
            </a:p>
          </p:txBody>
        </p:sp>
        <p:sp>
          <p:nvSpPr>
            <p:cNvPr id="138280" name="Text Box 35">
              <a:extLst>
                <a:ext uri="{FF2B5EF4-FFF2-40B4-BE49-F238E27FC236}">
                  <a16:creationId xmlns:a16="http://schemas.microsoft.com/office/drawing/2014/main" id="{DC3FF9CD-9704-564A-B2DF-0B5413D2731F}"/>
                </a:ext>
              </a:extLst>
            </p:cNvPr>
            <p:cNvSpPr txBox="1">
              <a:spLocks noChangeArrowheads="1"/>
            </p:cNvSpPr>
            <p:nvPr/>
          </p:nvSpPr>
          <p:spPr bwMode="auto">
            <a:xfrm>
              <a:off x="204" y="1888"/>
              <a:ext cx="5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终端</a:t>
              </a:r>
            </a:p>
          </p:txBody>
        </p:sp>
      </p:grpSp>
      <p:sp>
        <p:nvSpPr>
          <p:cNvPr id="138243" name="Text Box 39">
            <a:extLst>
              <a:ext uri="{FF2B5EF4-FFF2-40B4-BE49-F238E27FC236}">
                <a16:creationId xmlns:a16="http://schemas.microsoft.com/office/drawing/2014/main" id="{D7D315B3-A767-4147-B79F-3CA8C59EE0AE}"/>
              </a:ext>
            </a:extLst>
          </p:cNvPr>
          <p:cNvSpPr txBox="1">
            <a:spLocks noChangeArrowheads="1"/>
          </p:cNvSpPr>
          <p:nvPr/>
        </p:nvSpPr>
        <p:spPr bwMode="auto">
          <a:xfrm>
            <a:off x="2144316" y="1653779"/>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以主机为中心</a:t>
            </a:r>
          </a:p>
        </p:txBody>
      </p:sp>
      <p:sp>
        <p:nvSpPr>
          <p:cNvPr id="157736" name="Text Box 40">
            <a:extLst>
              <a:ext uri="{FF2B5EF4-FFF2-40B4-BE49-F238E27FC236}">
                <a16:creationId xmlns:a16="http://schemas.microsoft.com/office/drawing/2014/main" id="{113902C7-64B8-1D46-B7F4-51BFFF4E7C06}"/>
              </a:ext>
            </a:extLst>
          </p:cNvPr>
          <p:cNvSpPr txBox="1">
            <a:spLocks noChangeArrowheads="1"/>
          </p:cNvSpPr>
          <p:nvPr/>
        </p:nvSpPr>
        <p:spPr bwMode="auto">
          <a:xfrm>
            <a:off x="5114925" y="1653779"/>
            <a:ext cx="2262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以分组交换网为中心</a:t>
            </a:r>
          </a:p>
        </p:txBody>
      </p:sp>
      <p:sp>
        <p:nvSpPr>
          <p:cNvPr id="157737" name="AutoShape 41">
            <a:extLst>
              <a:ext uri="{FF2B5EF4-FFF2-40B4-BE49-F238E27FC236}">
                <a16:creationId xmlns:a16="http://schemas.microsoft.com/office/drawing/2014/main" id="{D9F87763-BD7B-6142-9A97-CE7B70D1051D}"/>
              </a:ext>
            </a:extLst>
          </p:cNvPr>
          <p:cNvSpPr>
            <a:spLocks noChangeArrowheads="1"/>
          </p:cNvSpPr>
          <p:nvPr/>
        </p:nvSpPr>
        <p:spPr bwMode="auto">
          <a:xfrm>
            <a:off x="3977879" y="1762125"/>
            <a:ext cx="972740" cy="161925"/>
          </a:xfrm>
          <a:prstGeom prst="rightArrow">
            <a:avLst>
              <a:gd name="adj1" fmla="val 50000"/>
              <a:gd name="adj2" fmla="val 150184"/>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157793" name="Group 97">
            <a:extLst>
              <a:ext uri="{FF2B5EF4-FFF2-40B4-BE49-F238E27FC236}">
                <a16:creationId xmlns:a16="http://schemas.microsoft.com/office/drawing/2014/main" id="{5E7E0BCA-7F37-CD4B-BDD4-7159CF02F42B}"/>
              </a:ext>
            </a:extLst>
          </p:cNvPr>
          <p:cNvGrpSpPr>
            <a:grpSpLocks/>
          </p:cNvGrpSpPr>
          <p:nvPr/>
        </p:nvGrpSpPr>
        <p:grpSpPr bwMode="auto">
          <a:xfrm>
            <a:off x="4775598" y="2247900"/>
            <a:ext cx="2874169" cy="2268141"/>
            <a:chOff x="3051" y="1888"/>
            <a:chExt cx="2414" cy="1905"/>
          </a:xfrm>
        </p:grpSpPr>
        <p:sp>
          <p:nvSpPr>
            <p:cNvPr id="138248" name="Line 4">
              <a:extLst>
                <a:ext uri="{FF2B5EF4-FFF2-40B4-BE49-F238E27FC236}">
                  <a16:creationId xmlns:a16="http://schemas.microsoft.com/office/drawing/2014/main" id="{7A44D93A-7B03-1743-B29F-DCCFA978A965}"/>
                </a:ext>
              </a:extLst>
            </p:cNvPr>
            <p:cNvSpPr>
              <a:spLocks noChangeShapeType="1"/>
            </p:cNvSpPr>
            <p:nvPr/>
          </p:nvSpPr>
          <p:spPr bwMode="auto">
            <a:xfrm flipH="1" flipV="1">
              <a:off x="3216" y="2637"/>
              <a:ext cx="497" cy="12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9" name="Line 11">
              <a:extLst>
                <a:ext uri="{FF2B5EF4-FFF2-40B4-BE49-F238E27FC236}">
                  <a16:creationId xmlns:a16="http://schemas.microsoft.com/office/drawing/2014/main" id="{5445F24C-419F-3943-82F6-2AC50B16EBAA}"/>
                </a:ext>
              </a:extLst>
            </p:cNvPr>
            <p:cNvSpPr>
              <a:spLocks noChangeShapeType="1"/>
            </p:cNvSpPr>
            <p:nvPr/>
          </p:nvSpPr>
          <p:spPr bwMode="auto">
            <a:xfrm flipH="1">
              <a:off x="4817" y="2759"/>
              <a:ext cx="49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0" name="Line 12">
              <a:extLst>
                <a:ext uri="{FF2B5EF4-FFF2-40B4-BE49-F238E27FC236}">
                  <a16:creationId xmlns:a16="http://schemas.microsoft.com/office/drawing/2014/main" id="{5DB0B602-B4BE-0B4C-A434-49946CA0CD6B}"/>
                </a:ext>
              </a:extLst>
            </p:cNvPr>
            <p:cNvSpPr>
              <a:spLocks noChangeShapeType="1"/>
            </p:cNvSpPr>
            <p:nvPr/>
          </p:nvSpPr>
          <p:spPr bwMode="auto">
            <a:xfrm flipH="1">
              <a:off x="4637" y="2009"/>
              <a:ext cx="179" cy="52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1" name="Line 13">
              <a:extLst>
                <a:ext uri="{FF2B5EF4-FFF2-40B4-BE49-F238E27FC236}">
                  <a16:creationId xmlns:a16="http://schemas.microsoft.com/office/drawing/2014/main" id="{E2972D66-BCD9-484D-A8A7-C081845CEC0E}"/>
                </a:ext>
              </a:extLst>
            </p:cNvPr>
            <p:cNvSpPr>
              <a:spLocks noChangeShapeType="1"/>
            </p:cNvSpPr>
            <p:nvPr/>
          </p:nvSpPr>
          <p:spPr bwMode="auto">
            <a:xfrm flipH="1" flipV="1">
              <a:off x="4597" y="3126"/>
              <a:ext cx="276" cy="36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2" name="Line 14">
              <a:extLst>
                <a:ext uri="{FF2B5EF4-FFF2-40B4-BE49-F238E27FC236}">
                  <a16:creationId xmlns:a16="http://schemas.microsoft.com/office/drawing/2014/main" id="{97A46417-BD83-8147-B677-50CFEEFDC58F}"/>
                </a:ext>
              </a:extLst>
            </p:cNvPr>
            <p:cNvSpPr>
              <a:spLocks noChangeShapeType="1"/>
            </p:cNvSpPr>
            <p:nvPr/>
          </p:nvSpPr>
          <p:spPr bwMode="auto">
            <a:xfrm>
              <a:off x="3872" y="2057"/>
              <a:ext cx="181" cy="47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3" name="Line 15">
              <a:extLst>
                <a:ext uri="{FF2B5EF4-FFF2-40B4-BE49-F238E27FC236}">
                  <a16:creationId xmlns:a16="http://schemas.microsoft.com/office/drawing/2014/main" id="{FCB99814-B104-274B-B4C4-5A9E4E3FBBCB}"/>
                </a:ext>
              </a:extLst>
            </p:cNvPr>
            <p:cNvSpPr>
              <a:spLocks noChangeShapeType="1"/>
            </p:cNvSpPr>
            <p:nvPr/>
          </p:nvSpPr>
          <p:spPr bwMode="auto">
            <a:xfrm flipV="1">
              <a:off x="4155" y="3187"/>
              <a:ext cx="55" cy="36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4" name="Line 16">
              <a:extLst>
                <a:ext uri="{FF2B5EF4-FFF2-40B4-BE49-F238E27FC236}">
                  <a16:creationId xmlns:a16="http://schemas.microsoft.com/office/drawing/2014/main" id="{18AEAAAD-72FA-7A46-8B03-58E32EF75E78}"/>
                </a:ext>
              </a:extLst>
            </p:cNvPr>
            <p:cNvSpPr>
              <a:spLocks noChangeShapeType="1"/>
            </p:cNvSpPr>
            <p:nvPr/>
          </p:nvSpPr>
          <p:spPr bwMode="auto">
            <a:xfrm flipV="1">
              <a:off x="3548" y="3126"/>
              <a:ext cx="386" cy="24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38255" name="Picture 29">
              <a:extLst>
                <a:ext uri="{FF2B5EF4-FFF2-40B4-BE49-F238E27FC236}">
                  <a16:creationId xmlns:a16="http://schemas.microsoft.com/office/drawing/2014/main" id="{912EB01A-8A39-5B43-B182-FCC0EFEDBF7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2" y="1904"/>
              <a:ext cx="316"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6" name="Picture 30">
              <a:extLst>
                <a:ext uri="{FF2B5EF4-FFF2-40B4-BE49-F238E27FC236}">
                  <a16:creationId xmlns:a16="http://schemas.microsoft.com/office/drawing/2014/main" id="{4D773D3C-FA3B-3948-B212-BA7F3632054D}"/>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3" y="1904"/>
              <a:ext cx="317"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7" name="Picture 31">
              <a:extLst>
                <a:ext uri="{FF2B5EF4-FFF2-40B4-BE49-F238E27FC236}">
                  <a16:creationId xmlns:a16="http://schemas.microsoft.com/office/drawing/2014/main" id="{31134D21-7618-3946-8D94-A71CDE2FC4D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9" y="2515"/>
              <a:ext cx="31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8" name="Picture 32">
              <a:extLst>
                <a:ext uri="{FF2B5EF4-FFF2-40B4-BE49-F238E27FC236}">
                  <a16:creationId xmlns:a16="http://schemas.microsoft.com/office/drawing/2014/main" id="{8FA86413-F0C5-B940-BAD5-323B67D1347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7" y="3248"/>
              <a:ext cx="317"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9" name="Picture 33">
              <a:extLst>
                <a:ext uri="{FF2B5EF4-FFF2-40B4-BE49-F238E27FC236}">
                  <a16:creationId xmlns:a16="http://schemas.microsoft.com/office/drawing/2014/main" id="{FECA9208-B9AC-E04D-AAF3-183BDF0E9C2A}"/>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9" y="3431"/>
              <a:ext cx="317"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60" name="Text Box 36">
              <a:extLst>
                <a:ext uri="{FF2B5EF4-FFF2-40B4-BE49-F238E27FC236}">
                  <a16:creationId xmlns:a16="http://schemas.microsoft.com/office/drawing/2014/main" id="{7C361E95-FA34-AB46-B108-526A0A190B58}"/>
                </a:ext>
              </a:extLst>
            </p:cNvPr>
            <p:cNvSpPr txBox="1">
              <a:spLocks noChangeArrowheads="1"/>
            </p:cNvSpPr>
            <p:nvPr/>
          </p:nvSpPr>
          <p:spPr bwMode="auto">
            <a:xfrm>
              <a:off x="3243" y="1888"/>
              <a:ext cx="5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主机</a:t>
              </a:r>
            </a:p>
          </p:txBody>
        </p:sp>
        <p:pic>
          <p:nvPicPr>
            <p:cNvPr id="138261" name="Picture 37">
              <a:extLst>
                <a:ext uri="{FF2B5EF4-FFF2-40B4-BE49-F238E27FC236}">
                  <a16:creationId xmlns:a16="http://schemas.microsoft.com/office/drawing/2014/main" id="{C1AF48B5-5CAC-704F-9E81-822C5C96D837}"/>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1" y="2393"/>
              <a:ext cx="31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8262" name="Group 95">
              <a:extLst>
                <a:ext uri="{FF2B5EF4-FFF2-40B4-BE49-F238E27FC236}">
                  <a16:creationId xmlns:a16="http://schemas.microsoft.com/office/drawing/2014/main" id="{0C29DBB4-2C3F-2449-A042-DCBBC26B93A3}"/>
                </a:ext>
              </a:extLst>
            </p:cNvPr>
            <p:cNvGrpSpPr>
              <a:grpSpLocks/>
            </p:cNvGrpSpPr>
            <p:nvPr/>
          </p:nvGrpSpPr>
          <p:grpSpPr bwMode="auto">
            <a:xfrm>
              <a:off x="3515" y="2394"/>
              <a:ext cx="1497" cy="855"/>
              <a:chOff x="3515" y="2394"/>
              <a:chExt cx="1497" cy="855"/>
            </a:xfrm>
          </p:grpSpPr>
          <p:graphicFrame>
            <p:nvGraphicFramePr>
              <p:cNvPr id="138264" name="Object 93">
                <a:extLst>
                  <a:ext uri="{FF2B5EF4-FFF2-40B4-BE49-F238E27FC236}">
                    <a16:creationId xmlns:a16="http://schemas.microsoft.com/office/drawing/2014/main" id="{2136C6E5-A6E3-8945-8079-3086474E9FB9}"/>
                  </a:ext>
                </a:extLst>
              </p:cNvPr>
              <p:cNvGraphicFramePr>
                <a:graphicFrameLocks noChangeAspect="1"/>
              </p:cNvGraphicFramePr>
              <p:nvPr/>
            </p:nvGraphicFramePr>
            <p:xfrm>
              <a:off x="3515" y="2394"/>
              <a:ext cx="1497" cy="855"/>
            </p:xfrm>
            <a:graphic>
              <a:graphicData uri="http://schemas.openxmlformats.org/presentationml/2006/ole">
                <mc:AlternateContent xmlns:mc="http://schemas.openxmlformats.org/markup-compatibility/2006">
                  <mc:Choice xmlns:v="urn:schemas-microsoft-com:vml" Requires="v">
                    <p:oleObj spid="_x0000_s126993" name="VISIO" r:id="rId7" imgW="3378200" imgH="1930400" progId="Visio.Drawing.6">
                      <p:embed/>
                    </p:oleObj>
                  </mc:Choice>
                  <mc:Fallback>
                    <p:oleObj name="VISIO" r:id="rId7" imgW="3378200" imgH="1930400" progId="Visio.Drawing.6">
                      <p:embed/>
                      <p:pic>
                        <p:nvPicPr>
                          <p:cNvPr id="138264" name="Object 93">
                            <a:extLst>
                              <a:ext uri="{FF2B5EF4-FFF2-40B4-BE49-F238E27FC236}">
                                <a16:creationId xmlns:a16="http://schemas.microsoft.com/office/drawing/2014/main" id="{2136C6E5-A6E3-8945-8079-3086474E9FB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5" y="2394"/>
                            <a:ext cx="1497" cy="855"/>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8265" name="Text Box 20">
                <a:extLst>
                  <a:ext uri="{FF2B5EF4-FFF2-40B4-BE49-F238E27FC236}">
                    <a16:creationId xmlns:a16="http://schemas.microsoft.com/office/drawing/2014/main" id="{5BBF8757-D423-8E47-8370-7F63A47B3320}"/>
                  </a:ext>
                </a:extLst>
              </p:cNvPr>
              <p:cNvSpPr txBox="1">
                <a:spLocks noChangeArrowheads="1"/>
              </p:cNvSpPr>
              <p:nvPr/>
            </p:nvSpPr>
            <p:spPr bwMode="auto">
              <a:xfrm>
                <a:off x="3742" y="2643"/>
                <a:ext cx="11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分组交换网</a:t>
                </a:r>
              </a:p>
            </p:txBody>
          </p:sp>
        </p:grpSp>
        <p:pic>
          <p:nvPicPr>
            <p:cNvPr id="138263" name="Picture 34">
              <a:extLst>
                <a:ext uri="{FF2B5EF4-FFF2-40B4-BE49-F238E27FC236}">
                  <a16:creationId xmlns:a16="http://schemas.microsoft.com/office/drawing/2014/main" id="{A18DFC1B-B0C3-3A44-A1C1-E22AEC2E0B0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4" y="3158"/>
              <a:ext cx="31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8247" name="幻灯片编号占位符 1">
            <a:extLst>
              <a:ext uri="{FF2B5EF4-FFF2-40B4-BE49-F238E27FC236}">
                <a16:creationId xmlns:a16="http://schemas.microsoft.com/office/drawing/2014/main" id="{10B94BC1-10F0-BC48-85AF-F0825BE0438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5D58A3D-D985-5A40-967A-53EA3B0B5F4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6243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57792"/>
                                        </p:tgtEl>
                                        <p:attrNameLst>
                                          <p:attrName>style.visibility</p:attrName>
                                        </p:attrNameLst>
                                      </p:cBhvr>
                                      <p:to>
                                        <p:strVal val="visible"/>
                                      </p:to>
                                    </p:set>
                                    <p:animEffect transition="in" filter="box(out)">
                                      <p:cBhvr>
                                        <p:cTn id="7" dur="1000"/>
                                        <p:tgtEl>
                                          <p:spTgt spid="1577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7737"/>
                                        </p:tgtEl>
                                        <p:attrNameLst>
                                          <p:attrName>style.visibility</p:attrName>
                                        </p:attrNameLst>
                                      </p:cBhvr>
                                      <p:to>
                                        <p:strVal val="visible"/>
                                      </p:to>
                                    </p:set>
                                  </p:childTnLst>
                                </p:cTn>
                              </p:par>
                            </p:childTnLst>
                          </p:cTn>
                        </p:par>
                        <p:par>
                          <p:cTn id="12" fill="hold" nodeType="afterGroup">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57736"/>
                                        </p:tgtEl>
                                        <p:attrNameLst>
                                          <p:attrName>style.visibility</p:attrName>
                                        </p:attrNameLst>
                                      </p:cBhvr>
                                      <p:to>
                                        <p:strVal val="visible"/>
                                      </p:to>
                                    </p:set>
                                  </p:childTnLst>
                                </p:cTn>
                              </p:par>
                            </p:childTnLst>
                          </p:cTn>
                        </p:par>
                        <p:par>
                          <p:cTn id="15" fill="hold" nodeType="afterGroup">
                            <p:stCondLst>
                              <p:cond delay="0"/>
                            </p:stCondLst>
                            <p:childTnLst>
                              <p:par>
                                <p:cTn id="16" presetID="4" presetClass="entr" presetSubtype="32" fill="hold" nodeType="afterEffect">
                                  <p:stCondLst>
                                    <p:cond delay="0"/>
                                  </p:stCondLst>
                                  <p:childTnLst>
                                    <p:set>
                                      <p:cBhvr>
                                        <p:cTn id="17" dur="1" fill="hold">
                                          <p:stCondLst>
                                            <p:cond delay="0"/>
                                          </p:stCondLst>
                                        </p:cTn>
                                        <p:tgtEl>
                                          <p:spTgt spid="157793"/>
                                        </p:tgtEl>
                                        <p:attrNameLst>
                                          <p:attrName>style.visibility</p:attrName>
                                        </p:attrNameLst>
                                      </p:cBhvr>
                                      <p:to>
                                        <p:strVal val="visible"/>
                                      </p:to>
                                    </p:set>
                                    <p:animEffect transition="in" filter="box(out)">
                                      <p:cBhvr>
                                        <p:cTn id="18" dur="1000"/>
                                        <p:tgtEl>
                                          <p:spTgt spid="157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36" grpId="0"/>
      <p:bldP spid="15773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2038EB39-9AB9-594C-BC1F-671BC6C30D0D}"/>
              </a:ext>
            </a:extLst>
          </p:cNvPr>
          <p:cNvSpPr>
            <a:spLocks noGrp="1" noChangeArrowheads="1"/>
          </p:cNvSpPr>
          <p:nvPr>
            <p:ph type="title"/>
          </p:nvPr>
        </p:nvSpPr>
        <p:spPr>
          <a:xfrm>
            <a:off x="174172" y="141685"/>
            <a:ext cx="7298192" cy="844153"/>
          </a:xfrm>
        </p:spPr>
        <p:txBody>
          <a:bodyPr/>
          <a:lstStyle/>
          <a:p>
            <a:pPr eaLnBrk="1" hangingPunct="1"/>
            <a:r>
              <a:rPr lang="en-US" altLang="zh-CN" dirty="0">
                <a:latin typeface="Times New Roman" panose="02020603050405020304" pitchFamily="18" charset="0"/>
                <a:ea typeface="宋体" panose="02010600030101010101" pitchFamily="2" charset="-122"/>
              </a:rPr>
              <a:t>1. 4  </a:t>
            </a:r>
            <a:r>
              <a:rPr lang="zh-CN" altLang="en-US" dirty="0">
                <a:latin typeface="Times New Roman" panose="02020603050405020304" pitchFamily="18" charset="0"/>
                <a:ea typeface="宋体" panose="02010600030101010101" pitchFamily="2" charset="-122"/>
              </a:rPr>
              <a:t>计算机网络在我国的发展</a:t>
            </a:r>
          </a:p>
        </p:txBody>
      </p:sp>
      <p:sp>
        <p:nvSpPr>
          <p:cNvPr id="162819" name="Rectangle 3">
            <a:extLst>
              <a:ext uri="{FF2B5EF4-FFF2-40B4-BE49-F238E27FC236}">
                <a16:creationId xmlns:a16="http://schemas.microsoft.com/office/drawing/2014/main" id="{530549A9-4371-3F47-A66E-98A74E031838}"/>
              </a:ext>
            </a:extLst>
          </p:cNvPr>
          <p:cNvSpPr>
            <a:spLocks noGrp="1" noChangeArrowheads="1"/>
          </p:cNvSpPr>
          <p:nvPr>
            <p:ph type="body" idx="1"/>
          </p:nvPr>
        </p:nvSpPr>
        <p:spPr>
          <a:xfrm>
            <a:off x="206828" y="985838"/>
            <a:ext cx="8730343" cy="3975497"/>
          </a:xfrm>
        </p:spPr>
        <p:txBody>
          <a:bodyPr/>
          <a:lstStyle/>
          <a:p>
            <a:pPr eaLnBrk="1" hangingPunct="1">
              <a:buFont typeface="Wingdings" pitchFamily="2" charset="2"/>
              <a:buChar char="l"/>
            </a:pPr>
            <a:r>
              <a:rPr lang="zh-CN" altLang="en-US" dirty="0">
                <a:ea typeface="宋体" panose="02010600030101010101" pitchFamily="2" charset="-122"/>
              </a:rPr>
              <a:t>铁道部在 </a:t>
            </a:r>
            <a:r>
              <a:rPr lang="en-US" altLang="zh-CN" dirty="0">
                <a:ea typeface="宋体" panose="02010600030101010101" pitchFamily="2" charset="-122"/>
              </a:rPr>
              <a:t>1980 </a:t>
            </a:r>
            <a:r>
              <a:rPr lang="zh-CN" altLang="en-US" dirty="0">
                <a:ea typeface="宋体" panose="02010600030101010101" pitchFamily="2" charset="-122"/>
              </a:rPr>
              <a:t>年开始进行计算机联网实验。</a:t>
            </a:r>
          </a:p>
          <a:p>
            <a:pPr eaLnBrk="1" hangingPunct="1">
              <a:buFont typeface="Wingdings" pitchFamily="2" charset="2"/>
              <a:buChar char="l"/>
            </a:pPr>
            <a:r>
              <a:rPr lang="en-US" altLang="zh-CN" dirty="0">
                <a:ea typeface="宋体" panose="02010600030101010101" pitchFamily="2" charset="-122"/>
              </a:rPr>
              <a:t>1989 </a:t>
            </a:r>
            <a:r>
              <a:rPr lang="zh-CN" altLang="en-US" dirty="0">
                <a:ea typeface="宋体" panose="02010600030101010101" pitchFamily="2" charset="-122"/>
              </a:rPr>
              <a:t>年</a:t>
            </a:r>
            <a:r>
              <a:rPr lang="en-US" altLang="zh-CN" dirty="0">
                <a:ea typeface="宋体" panose="02010600030101010101" pitchFamily="2" charset="-122"/>
              </a:rPr>
              <a:t>11 </a:t>
            </a:r>
            <a:r>
              <a:rPr lang="zh-CN" altLang="en-US" dirty="0">
                <a:ea typeface="宋体" panose="02010600030101010101" pitchFamily="2" charset="-122"/>
              </a:rPr>
              <a:t>月我国第一个公用分组交换网 </a:t>
            </a:r>
            <a:r>
              <a:rPr lang="en-US" altLang="zh-CN" dirty="0">
                <a:ea typeface="宋体" panose="02010600030101010101" pitchFamily="2" charset="-122"/>
              </a:rPr>
              <a:t>CNPAC </a:t>
            </a:r>
            <a:r>
              <a:rPr lang="zh-CN" altLang="en-US" dirty="0">
                <a:ea typeface="宋体" panose="02010600030101010101" pitchFamily="2" charset="-122"/>
              </a:rPr>
              <a:t>建成运行。 </a:t>
            </a:r>
          </a:p>
          <a:p>
            <a:pPr eaLnBrk="1" hangingPunct="1">
              <a:buFont typeface="Wingdings" pitchFamily="2" charset="2"/>
              <a:buChar char="l"/>
            </a:pPr>
            <a:r>
              <a:rPr lang="en-US" altLang="zh-CN" dirty="0">
                <a:ea typeface="宋体" panose="02010600030101010101" pitchFamily="2" charset="-122"/>
              </a:rPr>
              <a:t>1994</a:t>
            </a:r>
            <a:r>
              <a:rPr lang="zh-CN" altLang="en-US" dirty="0">
                <a:ea typeface="宋体" panose="02010600030101010101" pitchFamily="2" charset="-122"/>
              </a:rPr>
              <a:t>年</a:t>
            </a:r>
            <a:r>
              <a:rPr lang="en-US" altLang="zh-CN" dirty="0">
                <a:ea typeface="宋体" panose="02010600030101010101" pitchFamily="2" charset="-122"/>
              </a:rPr>
              <a:t>4</a:t>
            </a:r>
            <a:r>
              <a:rPr lang="zh-CN" altLang="en-US" dirty="0">
                <a:ea typeface="宋体" panose="02010600030101010101" pitchFamily="2" charset="-122"/>
              </a:rPr>
              <a:t>月</a:t>
            </a:r>
            <a:r>
              <a:rPr lang="en-US" altLang="zh-CN" dirty="0">
                <a:ea typeface="宋体" panose="02010600030101010101" pitchFamily="2" charset="-122"/>
              </a:rPr>
              <a:t>20</a:t>
            </a:r>
            <a:r>
              <a:rPr lang="zh-CN" altLang="en-US" dirty="0">
                <a:ea typeface="宋体" panose="02010600030101010101" pitchFamily="2" charset="-122"/>
              </a:rPr>
              <a:t>日我国用</a:t>
            </a:r>
            <a:r>
              <a:rPr lang="en-US" altLang="zh-CN" dirty="0">
                <a:ea typeface="宋体" panose="02010600030101010101" pitchFamily="2" charset="-122"/>
              </a:rPr>
              <a:t>64 kb/s</a:t>
            </a:r>
            <a:r>
              <a:rPr lang="zh-CN" altLang="en-US" dirty="0">
                <a:ea typeface="宋体" panose="02010600030101010101" pitchFamily="2" charset="-122"/>
              </a:rPr>
              <a:t>专线正式连入因特网。</a:t>
            </a:r>
          </a:p>
          <a:p>
            <a:pPr eaLnBrk="1" hangingPunct="1">
              <a:buFont typeface="Wingdings" pitchFamily="2" charset="2"/>
              <a:buChar char="l"/>
            </a:pPr>
            <a:r>
              <a:rPr lang="zh-CN" altLang="en-US" dirty="0">
                <a:ea typeface="宋体" panose="02010600030101010101" pitchFamily="2" charset="-122"/>
              </a:rPr>
              <a:t>中国教育和科研计算机网</a:t>
            </a:r>
            <a:r>
              <a:rPr lang="en-US" altLang="zh-CN" dirty="0">
                <a:ea typeface="宋体" panose="02010600030101010101" pitchFamily="2" charset="-122"/>
              </a:rPr>
              <a:t>CERNET (China Education and Research </a:t>
            </a:r>
            <a:r>
              <a:rPr lang="en-US" altLang="zh-CN" dirty="0" err="1">
                <a:ea typeface="宋体" panose="02010600030101010101" pitchFamily="2" charset="-122"/>
              </a:rPr>
              <a:t>NETwork</a:t>
            </a:r>
            <a:r>
              <a:rPr lang="en-US" altLang="zh-CN" dirty="0">
                <a:ea typeface="宋体" panose="02010600030101010101" pitchFamily="2" charset="-122"/>
              </a:rPr>
              <a:t>)</a:t>
            </a:r>
            <a:r>
              <a:rPr lang="zh-CN" altLang="en-US" dirty="0">
                <a:ea typeface="宋体" panose="02010600030101010101" pitchFamily="2" charset="-122"/>
              </a:rPr>
              <a:t>，简称为中国教育网，是由国家投资建设，教育部负责管理，清华大学等高等学校承担建设和管理运行的全国性学术计算机互联网络。</a:t>
            </a:r>
          </a:p>
          <a:p>
            <a:pPr eaLnBrk="1" hangingPunct="1">
              <a:buFont typeface="Wingdings" pitchFamily="2" charset="2"/>
              <a:buChar char="l"/>
            </a:pPr>
            <a:r>
              <a:rPr lang="zh-CN" altLang="en-US" dirty="0">
                <a:ea typeface="宋体" panose="02010600030101010101" pitchFamily="2" charset="-122"/>
              </a:rPr>
              <a:t>中国互联网络信息中心 </a:t>
            </a:r>
            <a:r>
              <a:rPr lang="en-US" altLang="zh-CN" dirty="0">
                <a:ea typeface="宋体" panose="02010600030101010101" pitchFamily="2" charset="-122"/>
              </a:rPr>
              <a:t>CNNIC (Network Information Center of China)</a:t>
            </a:r>
            <a:r>
              <a:rPr lang="zh-CN" altLang="en-US" dirty="0">
                <a:ea typeface="宋体" panose="02010600030101010101" pitchFamily="2" charset="-122"/>
              </a:rPr>
              <a:t>每年两次公布的我国因特网的发展情况。</a:t>
            </a:r>
          </a:p>
        </p:txBody>
      </p:sp>
      <p:sp>
        <p:nvSpPr>
          <p:cNvPr id="140291" name="幻灯片编号占位符 1">
            <a:extLst>
              <a:ext uri="{FF2B5EF4-FFF2-40B4-BE49-F238E27FC236}">
                <a16:creationId xmlns:a16="http://schemas.microsoft.com/office/drawing/2014/main" id="{8329582B-C8D8-E247-97F4-07744C95A3B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2F3DA2-F5DE-D749-8B17-0CC0085C925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391552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2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28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28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2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84CAD034-659E-124B-998A-EF5D090183F5}"/>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1.5  </a:t>
            </a:r>
            <a:r>
              <a:rPr lang="zh-CN" altLang="en-US" dirty="0">
                <a:latin typeface="Times New Roman" panose="02020603050405020304" pitchFamily="18" charset="0"/>
                <a:ea typeface="宋体" panose="02010600030101010101" pitchFamily="2" charset="-122"/>
              </a:rPr>
              <a:t>计算机网络的分类</a:t>
            </a:r>
          </a:p>
        </p:txBody>
      </p:sp>
      <p:sp>
        <p:nvSpPr>
          <p:cNvPr id="142338" name="Rectangle 3">
            <a:extLst>
              <a:ext uri="{FF2B5EF4-FFF2-40B4-BE49-F238E27FC236}">
                <a16:creationId xmlns:a16="http://schemas.microsoft.com/office/drawing/2014/main" id="{D970C042-883A-964D-A668-0CF4FAFDC3AF}"/>
              </a:ext>
            </a:extLst>
          </p:cNvPr>
          <p:cNvSpPr>
            <a:spLocks noGrp="1" noChangeArrowheads="1"/>
          </p:cNvSpPr>
          <p:nvPr>
            <p:ph type="body" idx="1"/>
          </p:nvPr>
        </p:nvSpPr>
        <p:spPr>
          <a:xfrm>
            <a:off x="213737" y="1036241"/>
            <a:ext cx="8644601" cy="3832622"/>
          </a:xfrm>
        </p:spPr>
        <p:txBody>
          <a:bodyPr/>
          <a:lstStyle/>
          <a:p>
            <a:pPr marL="0" indent="0" eaLnBrk="1" hangingPunct="1">
              <a:buNone/>
            </a:pPr>
            <a:r>
              <a:rPr lang="en-US" altLang="zh-CN" dirty="0">
                <a:latin typeface="Times New Roman" panose="02020603050405020304" pitchFamily="18" charset="0"/>
                <a:ea typeface="宋体" panose="02010600030101010101" pitchFamily="2" charset="-122"/>
              </a:rPr>
              <a:t>1.5.1  </a:t>
            </a:r>
            <a:r>
              <a:rPr lang="zh-CN" altLang="en-US" dirty="0">
                <a:latin typeface="Times New Roman" panose="02020603050405020304" pitchFamily="18" charset="0"/>
                <a:ea typeface="宋体" panose="02010600030101010101" pitchFamily="2" charset="-122"/>
              </a:rPr>
              <a:t>计算机网络的不同定义</a:t>
            </a:r>
          </a:p>
          <a:p>
            <a:pPr marL="269875" indent="-269875" eaLnBrk="1" hangingPunct="1"/>
            <a:r>
              <a:rPr lang="zh-CN" altLang="en-US" dirty="0">
                <a:latin typeface="Arial" panose="020B0604020202020204" pitchFamily="34" charset="0"/>
                <a:ea typeface="宋体" panose="02010600030101010101" pitchFamily="2" charset="-122"/>
              </a:rPr>
              <a:t>最简单的定义：计算机网络是</a:t>
            </a:r>
            <a:r>
              <a:rPr lang="zh-CN" altLang="en-US" dirty="0">
                <a:latin typeface="Times New Roman" panose="02020603050405020304" pitchFamily="18" charset="0"/>
                <a:ea typeface="宋体" panose="02010600030101010101" pitchFamily="2" charset="-122"/>
              </a:rPr>
              <a:t>一些互相连接的、自治的计算机的集合。</a:t>
            </a:r>
          </a:p>
          <a:p>
            <a:pPr marL="314325" indent="-314325" eaLnBrk="1" hangingPunct="1"/>
            <a:r>
              <a:rPr lang="zh-CN" altLang="en-US" dirty="0">
                <a:latin typeface="Times New Roman" panose="02020603050405020304" pitchFamily="18" charset="0"/>
                <a:ea typeface="宋体" panose="02010600030101010101" pitchFamily="2" charset="-122"/>
              </a:rPr>
              <a:t>因特网</a:t>
            </a:r>
            <a:r>
              <a:rPr lang="en-US" altLang="zh-CN"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是</a:t>
            </a:r>
            <a:r>
              <a:rPr lang="zh-CN" altLang="en-US" dirty="0">
                <a:latin typeface="Arial" panose="020B0604020202020204" pitchFamily="34"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网络的网络</a:t>
            </a:r>
            <a:r>
              <a:rPr lang="zh-CN" altLang="en-US" dirty="0">
                <a:latin typeface="Arial" panose="020B0604020202020204" pitchFamily="34"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p:txBody>
      </p:sp>
      <p:sp>
        <p:nvSpPr>
          <p:cNvPr id="142339" name="幻灯片编号占位符 1">
            <a:extLst>
              <a:ext uri="{FF2B5EF4-FFF2-40B4-BE49-F238E27FC236}">
                <a16:creationId xmlns:a16="http://schemas.microsoft.com/office/drawing/2014/main" id="{C110BF7E-9004-854E-BCC9-BA99DC1B0E1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534A79-872C-9645-8223-10733BC3F0B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13704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1F5C5A87-66CD-AA4C-858E-767FE721DA6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1.5.2  </a:t>
            </a:r>
            <a:r>
              <a:rPr lang="zh-CN" altLang="en-US" dirty="0">
                <a:latin typeface="Times New Roman" panose="02020603050405020304" pitchFamily="18" charset="0"/>
                <a:ea typeface="宋体" panose="02010600030101010101" pitchFamily="2" charset="-122"/>
              </a:rPr>
              <a:t>几种不同类别的网络</a:t>
            </a:r>
          </a:p>
        </p:txBody>
      </p:sp>
      <p:sp>
        <p:nvSpPr>
          <p:cNvPr id="144386" name="Rectangle 3">
            <a:extLst>
              <a:ext uri="{FF2B5EF4-FFF2-40B4-BE49-F238E27FC236}">
                <a16:creationId xmlns:a16="http://schemas.microsoft.com/office/drawing/2014/main" id="{ECB8EAF6-F9F3-E74A-AA9F-5969D8C2034F}"/>
              </a:ext>
            </a:extLst>
          </p:cNvPr>
          <p:cNvSpPr>
            <a:spLocks noGrp="1" noChangeArrowheads="1"/>
          </p:cNvSpPr>
          <p:nvPr>
            <p:ph type="body" idx="1"/>
          </p:nvPr>
        </p:nvSpPr>
        <p:spPr>
          <a:xfrm>
            <a:off x="247067" y="1066659"/>
            <a:ext cx="8577942" cy="3511153"/>
          </a:xfrm>
        </p:spPr>
        <p:txBody>
          <a:bodyPr/>
          <a:lstStyle/>
          <a:p>
            <a:pPr eaLnBrk="1" hangingPunct="1"/>
            <a:r>
              <a:rPr lang="zh-CN" altLang="en-US" sz="2800" dirty="0">
                <a:latin typeface="Times New Roman" panose="02020603050405020304" pitchFamily="18" charset="0"/>
                <a:ea typeface="宋体" panose="02010600030101010101" pitchFamily="2" charset="-122"/>
              </a:rPr>
              <a:t>从网络的作用范围进行分类</a:t>
            </a:r>
          </a:p>
          <a:p>
            <a:pPr lvl="1" eaLnBrk="1" hangingPunct="1"/>
            <a:r>
              <a:rPr lang="zh-CN" altLang="en-US" sz="2400" dirty="0">
                <a:solidFill>
                  <a:srgbClr val="333399"/>
                </a:solidFill>
                <a:latin typeface="Arial" panose="020B0604020202020204" pitchFamily="34" charset="0"/>
                <a:ea typeface="宋体" panose="02010600030101010101" pitchFamily="2" charset="-122"/>
              </a:rPr>
              <a:t>广域网 </a:t>
            </a:r>
            <a:r>
              <a:rPr lang="en-US" altLang="zh-CN" sz="2400" b="1" dirty="0">
                <a:solidFill>
                  <a:srgbClr val="333399"/>
                </a:solidFill>
                <a:latin typeface="Arial" panose="020B0604020202020204" pitchFamily="34" charset="0"/>
                <a:ea typeface="宋体" panose="02010600030101010101" pitchFamily="2" charset="-122"/>
              </a:rPr>
              <a:t>WAN</a:t>
            </a:r>
            <a:r>
              <a:rPr lang="en-US" altLang="zh-CN" sz="2400" dirty="0">
                <a:solidFill>
                  <a:srgbClr val="333399"/>
                </a:solidFill>
                <a:latin typeface="Arial" panose="020B0604020202020204" pitchFamily="34" charset="0"/>
                <a:ea typeface="宋体" panose="02010600030101010101" pitchFamily="2" charset="-122"/>
              </a:rPr>
              <a:t> (Wide Area Network)</a:t>
            </a:r>
          </a:p>
          <a:p>
            <a:pPr lvl="1" eaLnBrk="1" hangingPunct="1"/>
            <a:r>
              <a:rPr lang="zh-CN" altLang="en-US" sz="2400" dirty="0">
                <a:solidFill>
                  <a:srgbClr val="333399"/>
                </a:solidFill>
                <a:latin typeface="Arial" panose="020B0604020202020204" pitchFamily="34" charset="0"/>
                <a:ea typeface="宋体" panose="02010600030101010101" pitchFamily="2" charset="-122"/>
              </a:rPr>
              <a:t>局域网 </a:t>
            </a:r>
            <a:r>
              <a:rPr lang="en-US" altLang="zh-CN" sz="2400" b="1" dirty="0">
                <a:solidFill>
                  <a:srgbClr val="333399"/>
                </a:solidFill>
                <a:latin typeface="Arial" panose="020B0604020202020204" pitchFamily="34" charset="0"/>
                <a:ea typeface="宋体" panose="02010600030101010101" pitchFamily="2" charset="-122"/>
              </a:rPr>
              <a:t>LAN</a:t>
            </a:r>
            <a:r>
              <a:rPr lang="en-US" altLang="zh-CN" sz="2400" dirty="0">
                <a:solidFill>
                  <a:srgbClr val="333399"/>
                </a:solidFill>
                <a:latin typeface="Arial" panose="020B0604020202020204" pitchFamily="34" charset="0"/>
                <a:ea typeface="宋体" panose="02010600030101010101" pitchFamily="2" charset="-122"/>
              </a:rPr>
              <a:t> (Local Area Network)</a:t>
            </a:r>
            <a:r>
              <a:rPr lang="en-US" altLang="zh-CN" sz="2400" dirty="0">
                <a:ea typeface="宋体" panose="02010600030101010101" pitchFamily="2" charset="-122"/>
              </a:rPr>
              <a:t> </a:t>
            </a:r>
          </a:p>
          <a:p>
            <a:pPr lvl="1" eaLnBrk="1" hangingPunct="1"/>
            <a:r>
              <a:rPr lang="zh-CN" altLang="en-US" sz="2400" dirty="0">
                <a:solidFill>
                  <a:srgbClr val="333399"/>
                </a:solidFill>
                <a:latin typeface="Arial" panose="020B0604020202020204" pitchFamily="34" charset="0"/>
                <a:ea typeface="宋体" panose="02010600030101010101" pitchFamily="2" charset="-122"/>
              </a:rPr>
              <a:t>城域网 </a:t>
            </a:r>
            <a:r>
              <a:rPr lang="en-US" altLang="zh-CN" sz="2400" b="1" dirty="0">
                <a:solidFill>
                  <a:srgbClr val="333399"/>
                </a:solidFill>
                <a:latin typeface="Arial" panose="020B0604020202020204" pitchFamily="34" charset="0"/>
                <a:ea typeface="宋体" panose="02010600030101010101" pitchFamily="2" charset="-122"/>
              </a:rPr>
              <a:t>MAN</a:t>
            </a:r>
            <a:r>
              <a:rPr lang="en-US" altLang="zh-CN" sz="2400" dirty="0">
                <a:solidFill>
                  <a:srgbClr val="333399"/>
                </a:solidFill>
                <a:latin typeface="Arial" panose="020B0604020202020204" pitchFamily="34" charset="0"/>
                <a:ea typeface="宋体" panose="02010600030101010101" pitchFamily="2" charset="-122"/>
              </a:rPr>
              <a:t> (Metropolitan Area Network)</a:t>
            </a:r>
          </a:p>
          <a:p>
            <a:pPr lvl="1" eaLnBrk="1" hangingPunct="1"/>
            <a:r>
              <a:rPr lang="zh-CN" altLang="en-US" sz="2400" dirty="0">
                <a:solidFill>
                  <a:srgbClr val="000066"/>
                </a:solidFill>
                <a:latin typeface="Arial" panose="020B0604020202020204" pitchFamily="34" charset="0"/>
                <a:ea typeface="宋体" panose="02010600030101010101" pitchFamily="2" charset="-122"/>
              </a:rPr>
              <a:t>个人区域网 </a:t>
            </a:r>
            <a:r>
              <a:rPr lang="en-US" altLang="zh-CN" sz="2400" b="1" dirty="0">
                <a:solidFill>
                  <a:srgbClr val="000066"/>
                </a:solidFill>
                <a:latin typeface="Arial" panose="020B0604020202020204" pitchFamily="34" charset="0"/>
                <a:ea typeface="宋体" panose="02010600030101010101" pitchFamily="2" charset="-122"/>
              </a:rPr>
              <a:t>PAN</a:t>
            </a:r>
            <a:r>
              <a:rPr lang="en-US" altLang="zh-CN" sz="2400" dirty="0">
                <a:solidFill>
                  <a:srgbClr val="000066"/>
                </a:solidFill>
                <a:latin typeface="Arial" panose="020B0604020202020204" pitchFamily="34" charset="0"/>
                <a:ea typeface="宋体" panose="02010600030101010101" pitchFamily="2" charset="-122"/>
              </a:rPr>
              <a:t> (Personal Area Network)</a:t>
            </a:r>
            <a:r>
              <a:rPr lang="en-US" altLang="zh-CN" sz="2400" dirty="0">
                <a:solidFill>
                  <a:schemeClr val="folHlink"/>
                </a:solidFill>
                <a:latin typeface="Arial" panose="020B0604020202020204" pitchFamily="34" charset="0"/>
                <a:ea typeface="宋体" panose="02010600030101010101" pitchFamily="2" charset="-122"/>
              </a:rPr>
              <a:t> </a:t>
            </a:r>
          </a:p>
        </p:txBody>
      </p:sp>
      <p:sp>
        <p:nvSpPr>
          <p:cNvPr id="144387" name="幻灯片编号占位符 1">
            <a:extLst>
              <a:ext uri="{FF2B5EF4-FFF2-40B4-BE49-F238E27FC236}">
                <a16:creationId xmlns:a16="http://schemas.microsoft.com/office/drawing/2014/main" id="{87E45EDD-1B78-0642-B05F-F456C6AE48D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A26F28-1BBB-0E4E-8B5F-E4AECD83A02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330553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0419D00C-D6FB-774B-B7EC-24292E4512D6}"/>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不同使用者的网络</a:t>
            </a:r>
          </a:p>
        </p:txBody>
      </p:sp>
      <p:sp>
        <p:nvSpPr>
          <p:cNvPr id="146434" name="Rectangle 3">
            <a:extLst>
              <a:ext uri="{FF2B5EF4-FFF2-40B4-BE49-F238E27FC236}">
                <a16:creationId xmlns:a16="http://schemas.microsoft.com/office/drawing/2014/main" id="{47933337-5E73-C14E-8AA8-2F917682E147}"/>
              </a:ext>
            </a:extLst>
          </p:cNvPr>
          <p:cNvSpPr>
            <a:spLocks noGrp="1" noChangeArrowheads="1"/>
          </p:cNvSpPr>
          <p:nvPr>
            <p:ph type="body" idx="1"/>
          </p:nvPr>
        </p:nvSpPr>
        <p:spPr>
          <a:xfrm>
            <a:off x="239486" y="1055914"/>
            <a:ext cx="8610600" cy="3513705"/>
          </a:xfrm>
        </p:spPr>
        <p:txBody>
          <a:bodyPr/>
          <a:lstStyle/>
          <a:p>
            <a:pPr eaLnBrk="1" hangingPunct="1"/>
            <a:r>
              <a:rPr lang="zh-CN" altLang="en-US" sz="2800" dirty="0">
                <a:latin typeface="Times New Roman" panose="02020603050405020304" pitchFamily="18" charset="0"/>
                <a:ea typeface="宋体" panose="02010600030101010101" pitchFamily="2" charset="-122"/>
              </a:rPr>
              <a:t>从网络的使用者进行分类</a:t>
            </a:r>
          </a:p>
          <a:p>
            <a:pPr lvl="1" eaLnBrk="1" hangingPunct="1"/>
            <a:r>
              <a:rPr lang="zh-CN" altLang="en-US" sz="2400" dirty="0">
                <a:solidFill>
                  <a:srgbClr val="333399"/>
                </a:solidFill>
                <a:latin typeface="Arial" panose="020B0604020202020204" pitchFamily="34" charset="0"/>
                <a:ea typeface="宋体" panose="02010600030101010101" pitchFamily="2" charset="-122"/>
              </a:rPr>
              <a:t>公用网 </a:t>
            </a:r>
            <a:r>
              <a:rPr lang="en-US" altLang="zh-CN" sz="2400" dirty="0">
                <a:solidFill>
                  <a:srgbClr val="333399"/>
                </a:solidFill>
                <a:latin typeface="Arial" panose="020B0604020202020204" pitchFamily="34" charset="0"/>
                <a:ea typeface="宋体" panose="02010600030101010101" pitchFamily="2" charset="-122"/>
              </a:rPr>
              <a:t>(public network) </a:t>
            </a:r>
          </a:p>
          <a:p>
            <a:pPr lvl="1" eaLnBrk="1" hangingPunct="1"/>
            <a:r>
              <a:rPr lang="zh-CN" altLang="en-US" sz="2400" dirty="0">
                <a:solidFill>
                  <a:srgbClr val="333399"/>
                </a:solidFill>
                <a:latin typeface="Arial" panose="020B0604020202020204" pitchFamily="34" charset="0"/>
                <a:ea typeface="宋体" panose="02010600030101010101" pitchFamily="2" charset="-122"/>
              </a:rPr>
              <a:t>专用网 </a:t>
            </a:r>
            <a:r>
              <a:rPr lang="en-US" altLang="zh-CN" sz="2400" dirty="0">
                <a:solidFill>
                  <a:srgbClr val="333399"/>
                </a:solidFill>
                <a:latin typeface="Arial" panose="020B0604020202020204" pitchFamily="34" charset="0"/>
                <a:ea typeface="宋体" panose="02010600030101010101" pitchFamily="2" charset="-122"/>
              </a:rPr>
              <a:t>(private network)</a:t>
            </a:r>
            <a:r>
              <a:rPr lang="en-US" altLang="zh-CN" sz="2400" dirty="0">
                <a:ea typeface="宋体" panose="02010600030101010101" pitchFamily="2" charset="-122"/>
              </a:rPr>
              <a:t> </a:t>
            </a:r>
          </a:p>
        </p:txBody>
      </p:sp>
      <p:sp>
        <p:nvSpPr>
          <p:cNvPr id="146435" name="幻灯片编号占位符 1">
            <a:extLst>
              <a:ext uri="{FF2B5EF4-FFF2-40B4-BE49-F238E27FC236}">
                <a16:creationId xmlns:a16="http://schemas.microsoft.com/office/drawing/2014/main" id="{6B5BC4EB-5BDE-944F-906A-0DA965F822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438870-224F-B64C-8B44-83F8EC95BC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586061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B10E7CED-8E71-5D4C-89EB-219C324CBFE3}"/>
              </a:ext>
            </a:extLst>
          </p:cNvPr>
          <p:cNvSpPr>
            <a:spLocks noGrp="1" noChangeArrowheads="1"/>
          </p:cNvSpPr>
          <p:nvPr>
            <p:ph type="title"/>
          </p:nvPr>
        </p:nvSpPr>
        <p:spPr>
          <a:xfrm>
            <a:off x="217714" y="160735"/>
            <a:ext cx="7702324" cy="666579"/>
          </a:xfrm>
        </p:spPr>
        <p:txBody>
          <a:bodyPr/>
          <a:lstStyle/>
          <a:p>
            <a:pPr marL="628650" indent="-628650" eaLnBrk="1" hangingPunct="1">
              <a:buFontTx/>
              <a:buAutoNum type="arabicPeriod" startAt="3"/>
            </a:pPr>
            <a:r>
              <a:rPr lang="zh-CN" altLang="en-US" dirty="0">
                <a:latin typeface="Times New Roman" panose="02020603050405020304" pitchFamily="18" charset="0"/>
                <a:ea typeface="宋体" panose="02010600030101010101" pitchFamily="2" charset="-122"/>
              </a:rPr>
              <a:t>用来把用户接入到因特网的网络</a:t>
            </a:r>
          </a:p>
        </p:txBody>
      </p:sp>
      <p:sp>
        <p:nvSpPr>
          <p:cNvPr id="148482" name="Rectangle 3">
            <a:extLst>
              <a:ext uri="{FF2B5EF4-FFF2-40B4-BE49-F238E27FC236}">
                <a16:creationId xmlns:a16="http://schemas.microsoft.com/office/drawing/2014/main" id="{86EE8974-5FC6-F443-8C0C-0F146894F2FA}"/>
              </a:ext>
            </a:extLst>
          </p:cNvPr>
          <p:cNvSpPr>
            <a:spLocks noGrp="1" noChangeArrowheads="1"/>
          </p:cNvSpPr>
          <p:nvPr>
            <p:ph type="body" idx="1"/>
          </p:nvPr>
        </p:nvSpPr>
        <p:spPr/>
        <p:txBody>
          <a:bodyPr/>
          <a:lstStyle/>
          <a:p>
            <a:pPr eaLnBrk="1" hangingPunct="1"/>
            <a:r>
              <a:rPr lang="zh-CN" altLang="en-US">
                <a:solidFill>
                  <a:srgbClr val="CC0000"/>
                </a:solidFill>
                <a:latin typeface="Times New Roman" panose="02020603050405020304" pitchFamily="18" charset="0"/>
                <a:ea typeface="宋体" panose="02010600030101010101" pitchFamily="2" charset="-122"/>
              </a:rPr>
              <a:t>接入网</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AN (Access Network)</a:t>
            </a:r>
            <a:r>
              <a:rPr lang="zh-CN" altLang="en-US">
                <a:latin typeface="Times New Roman" panose="02020603050405020304" pitchFamily="18" charset="0"/>
                <a:ea typeface="宋体" panose="02010600030101010101" pitchFamily="2" charset="-122"/>
              </a:rPr>
              <a:t>，它又称为本地接入网或居民接入网。</a:t>
            </a:r>
          </a:p>
          <a:p>
            <a:pPr eaLnBrk="1" hangingPunct="1"/>
            <a:r>
              <a:rPr lang="zh-CN" altLang="en-US">
                <a:latin typeface="Times New Roman" panose="02020603050405020304" pitchFamily="18" charset="0"/>
                <a:ea typeface="宋体" panose="02010600030101010101" pitchFamily="2" charset="-122"/>
              </a:rPr>
              <a:t>由 </a:t>
            </a:r>
            <a:r>
              <a:rPr lang="en-US" altLang="zh-CN">
                <a:latin typeface="Times New Roman" panose="02020603050405020304" pitchFamily="18" charset="0"/>
                <a:ea typeface="宋体" panose="02010600030101010101" pitchFamily="2" charset="-122"/>
              </a:rPr>
              <a:t>ISP </a:t>
            </a:r>
            <a:r>
              <a:rPr lang="zh-CN" altLang="en-US">
                <a:latin typeface="Times New Roman" panose="02020603050405020304" pitchFamily="18" charset="0"/>
                <a:ea typeface="宋体" panose="02010600030101010101" pitchFamily="2" charset="-122"/>
              </a:rPr>
              <a:t>提供的接入网只是起到让用户能够与因特网连接的“桥梁”作用。  </a:t>
            </a:r>
          </a:p>
        </p:txBody>
      </p:sp>
      <p:sp>
        <p:nvSpPr>
          <p:cNvPr id="148483" name="幻灯片编号占位符 1">
            <a:extLst>
              <a:ext uri="{FF2B5EF4-FFF2-40B4-BE49-F238E27FC236}">
                <a16:creationId xmlns:a16="http://schemas.microsoft.com/office/drawing/2014/main" id="{AF94C900-7F10-D94B-AE1D-B268C7EBA20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805C0E-0E35-E845-8136-A34986200AC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718854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0D4CA381-C655-FA41-8FDA-4AF98EDB5EF6}"/>
              </a:ext>
            </a:extLst>
          </p:cNvPr>
          <p:cNvSpPr>
            <a:spLocks noGrp="1" noChangeArrowheads="1"/>
          </p:cNvSpPr>
          <p:nvPr>
            <p:ph type="title"/>
          </p:nvPr>
        </p:nvSpPr>
        <p:spPr>
          <a:xfrm>
            <a:off x="174171" y="160735"/>
            <a:ext cx="8931728" cy="623036"/>
          </a:xfrm>
        </p:spPr>
        <p:txBody>
          <a:bodyPr/>
          <a:lstStyle/>
          <a:p>
            <a:pPr eaLnBrk="1" hangingPunct="1"/>
            <a:r>
              <a:rPr lang="en-US" altLang="zh-CN" sz="3600" dirty="0">
                <a:ea typeface="宋体" panose="02010600030101010101" pitchFamily="2" charset="-122"/>
              </a:rPr>
              <a:t>1.6  </a:t>
            </a:r>
            <a:r>
              <a:rPr lang="zh-CN" altLang="en-US" sz="3600" dirty="0">
                <a:ea typeface="宋体" panose="02010600030101010101" pitchFamily="2" charset="-122"/>
              </a:rPr>
              <a:t>计算机网络的性能</a:t>
            </a:r>
            <a:endParaRPr lang="zh-CN" altLang="en-US" sz="2700" dirty="0">
              <a:ea typeface="宋体" panose="02010600030101010101" pitchFamily="2" charset="-122"/>
            </a:endParaRPr>
          </a:p>
        </p:txBody>
      </p:sp>
      <p:sp>
        <p:nvSpPr>
          <p:cNvPr id="84995" name="Rectangle 3">
            <a:extLst>
              <a:ext uri="{FF2B5EF4-FFF2-40B4-BE49-F238E27FC236}">
                <a16:creationId xmlns:a16="http://schemas.microsoft.com/office/drawing/2014/main" id="{505C6ECB-7CA0-FA4E-B3D6-208D81E9973C}"/>
              </a:ext>
            </a:extLst>
          </p:cNvPr>
          <p:cNvSpPr>
            <a:spLocks noGrp="1" noChangeArrowheads="1"/>
          </p:cNvSpPr>
          <p:nvPr>
            <p:ph type="body" idx="1"/>
          </p:nvPr>
        </p:nvSpPr>
        <p:spPr>
          <a:xfrm>
            <a:off x="294361" y="1578429"/>
            <a:ext cx="8675468" cy="3193596"/>
          </a:xfrm>
        </p:spPr>
        <p:txBody>
          <a:bodyPr/>
          <a:lstStyle/>
          <a:p>
            <a:pPr marL="457200" indent="-457200" eaLnBrk="1" hangingPunct="1">
              <a:lnSpc>
                <a:spcPct val="90000"/>
              </a:lnSpc>
              <a:buNone/>
            </a:pPr>
            <a:r>
              <a:rPr lang="en-US" altLang="zh-CN" sz="2700" dirty="0">
                <a:ea typeface="宋体" panose="02010600030101010101" pitchFamily="2" charset="-122"/>
              </a:rPr>
              <a:t>1.  </a:t>
            </a:r>
            <a:r>
              <a:rPr lang="zh-CN" altLang="en-US" sz="2700" dirty="0">
                <a:ea typeface="宋体" panose="02010600030101010101" pitchFamily="2" charset="-122"/>
              </a:rPr>
              <a:t>速率</a:t>
            </a:r>
          </a:p>
          <a:p>
            <a:pPr marL="457200" indent="-457200" eaLnBrk="1" hangingPunct="1">
              <a:lnSpc>
                <a:spcPct val="90000"/>
              </a:lnSpc>
            </a:pPr>
            <a:r>
              <a:rPr lang="zh-CN" altLang="en-US" sz="2100" dirty="0">
                <a:solidFill>
                  <a:srgbClr val="CC0000"/>
                </a:solidFill>
                <a:ea typeface="宋体" panose="02010600030101010101" pitchFamily="2" charset="-122"/>
              </a:rPr>
              <a:t>比特</a:t>
            </a:r>
            <a:r>
              <a:rPr lang="zh-CN" altLang="en-US" sz="2100" dirty="0">
                <a:ea typeface="宋体" panose="02010600030101010101" pitchFamily="2" charset="-122"/>
              </a:rPr>
              <a:t>（</a:t>
            </a:r>
            <a:r>
              <a:rPr lang="en-US" altLang="zh-CN" sz="2100" dirty="0">
                <a:ea typeface="宋体" panose="02010600030101010101" pitchFamily="2" charset="-122"/>
              </a:rPr>
              <a:t>bit</a:t>
            </a:r>
            <a:r>
              <a:rPr lang="zh-CN" altLang="en-US" sz="2100" dirty="0">
                <a:ea typeface="宋体" panose="02010600030101010101" pitchFamily="2" charset="-122"/>
              </a:rPr>
              <a:t>）是计算机中数据量的单位，也是信息论中使用的信息量的单位。</a:t>
            </a:r>
          </a:p>
          <a:p>
            <a:pPr marL="457200" indent="-457200" eaLnBrk="1" hangingPunct="1">
              <a:lnSpc>
                <a:spcPct val="90000"/>
              </a:lnSpc>
            </a:pPr>
            <a:r>
              <a:rPr lang="en-US" altLang="zh-CN" sz="2100" dirty="0">
                <a:ea typeface="宋体" panose="02010600030101010101" pitchFamily="2" charset="-122"/>
              </a:rPr>
              <a:t>Bit </a:t>
            </a:r>
            <a:r>
              <a:rPr lang="zh-CN" altLang="en-US" sz="2100" dirty="0">
                <a:ea typeface="宋体" panose="02010600030101010101" pitchFamily="2" charset="-122"/>
              </a:rPr>
              <a:t>来源于 </a:t>
            </a:r>
            <a:r>
              <a:rPr lang="en-US" altLang="zh-CN" sz="2100" dirty="0">
                <a:ea typeface="宋体" panose="02010600030101010101" pitchFamily="2" charset="-122"/>
              </a:rPr>
              <a:t>binary digit</a:t>
            </a:r>
            <a:r>
              <a:rPr lang="zh-CN" altLang="en-US" sz="2100" dirty="0">
                <a:ea typeface="宋体" panose="02010600030101010101" pitchFamily="2" charset="-122"/>
              </a:rPr>
              <a:t>，意思是一个“</a:t>
            </a:r>
            <a:r>
              <a:rPr lang="zh-CN" altLang="en-US" sz="2100" dirty="0">
                <a:solidFill>
                  <a:srgbClr val="CC0000"/>
                </a:solidFill>
                <a:ea typeface="宋体" panose="02010600030101010101" pitchFamily="2" charset="-122"/>
              </a:rPr>
              <a:t>二进制数字</a:t>
            </a:r>
            <a:r>
              <a:rPr lang="zh-CN" altLang="en-US" sz="2100" dirty="0">
                <a:ea typeface="宋体" panose="02010600030101010101" pitchFamily="2" charset="-122"/>
              </a:rPr>
              <a:t>”，因此一个比特就是二进制数字中的一个 </a:t>
            </a:r>
            <a:r>
              <a:rPr lang="en-US" altLang="zh-CN" sz="2100" dirty="0">
                <a:ea typeface="宋体" panose="02010600030101010101" pitchFamily="2" charset="-122"/>
              </a:rPr>
              <a:t>1 </a:t>
            </a:r>
            <a:r>
              <a:rPr lang="zh-CN" altLang="en-US" sz="2100" dirty="0">
                <a:ea typeface="宋体" panose="02010600030101010101" pitchFamily="2" charset="-122"/>
              </a:rPr>
              <a:t>或 </a:t>
            </a:r>
            <a:r>
              <a:rPr lang="en-US" altLang="zh-CN" sz="2100" dirty="0">
                <a:ea typeface="宋体" panose="02010600030101010101" pitchFamily="2" charset="-122"/>
              </a:rPr>
              <a:t>0</a:t>
            </a:r>
            <a:r>
              <a:rPr lang="zh-CN" altLang="en-US" sz="2100" dirty="0">
                <a:ea typeface="宋体" panose="02010600030101010101" pitchFamily="2" charset="-122"/>
              </a:rPr>
              <a:t>。</a:t>
            </a:r>
          </a:p>
          <a:p>
            <a:pPr marL="457200" indent="-457200" eaLnBrk="1" hangingPunct="1">
              <a:lnSpc>
                <a:spcPct val="90000"/>
              </a:lnSpc>
            </a:pPr>
            <a:r>
              <a:rPr lang="zh-CN" altLang="en-US" sz="2100" dirty="0">
                <a:solidFill>
                  <a:srgbClr val="CC0000"/>
                </a:solidFill>
                <a:ea typeface="宋体" panose="02010600030101010101" pitchFamily="2" charset="-122"/>
              </a:rPr>
              <a:t>速率</a:t>
            </a:r>
            <a:r>
              <a:rPr lang="zh-CN" altLang="en-US" sz="2100" dirty="0">
                <a:solidFill>
                  <a:schemeClr val="folHlink"/>
                </a:solidFill>
                <a:ea typeface="宋体" panose="02010600030101010101" pitchFamily="2" charset="-122"/>
              </a:rPr>
              <a:t>即</a:t>
            </a:r>
            <a:r>
              <a:rPr lang="zh-CN" altLang="en-US" sz="2100" dirty="0">
                <a:solidFill>
                  <a:srgbClr val="CC0000"/>
                </a:solidFill>
                <a:ea typeface="宋体" panose="02010600030101010101" pitchFamily="2" charset="-122"/>
              </a:rPr>
              <a:t>数据率</a:t>
            </a:r>
            <a:r>
              <a:rPr lang="en-US" altLang="zh-CN" sz="2100" dirty="0">
                <a:ea typeface="宋体" panose="02010600030101010101" pitchFamily="2" charset="-122"/>
              </a:rPr>
              <a:t>(data rate)</a:t>
            </a:r>
            <a:r>
              <a:rPr lang="zh-CN" altLang="en-US" sz="2100" dirty="0">
                <a:ea typeface="宋体" panose="02010600030101010101" pitchFamily="2" charset="-122"/>
              </a:rPr>
              <a:t>或</a:t>
            </a:r>
            <a:r>
              <a:rPr lang="zh-CN" altLang="en-US" sz="2100" dirty="0">
                <a:solidFill>
                  <a:srgbClr val="CC0000"/>
                </a:solidFill>
                <a:ea typeface="宋体" panose="02010600030101010101" pitchFamily="2" charset="-122"/>
              </a:rPr>
              <a:t>比特率</a:t>
            </a:r>
            <a:r>
              <a:rPr lang="en-US" altLang="zh-CN" sz="2100" dirty="0">
                <a:ea typeface="宋体" panose="02010600030101010101" pitchFamily="2" charset="-122"/>
              </a:rPr>
              <a:t>(bit rate)</a:t>
            </a:r>
            <a:r>
              <a:rPr lang="zh-CN" altLang="en-US" sz="2100" dirty="0">
                <a:ea typeface="宋体" panose="02010600030101010101" pitchFamily="2" charset="-122"/>
              </a:rPr>
              <a:t>是计算机网络中最重要的一个性能指标。速率的单位是 </a:t>
            </a:r>
            <a:r>
              <a:rPr lang="en-US" altLang="zh-CN" sz="2100" dirty="0">
                <a:ea typeface="宋体" panose="02010600030101010101" pitchFamily="2" charset="-122"/>
              </a:rPr>
              <a:t>b/s</a:t>
            </a:r>
            <a:r>
              <a:rPr lang="zh-CN" altLang="en-US" sz="2100" dirty="0">
                <a:ea typeface="宋体" panose="02010600030101010101" pitchFamily="2" charset="-122"/>
              </a:rPr>
              <a:t>，或</a:t>
            </a:r>
            <a:r>
              <a:rPr lang="en-US" altLang="zh-CN" sz="2100" dirty="0">
                <a:ea typeface="宋体" panose="02010600030101010101" pitchFamily="2" charset="-122"/>
              </a:rPr>
              <a:t>kb/s, Mb/s, Gb/s </a:t>
            </a:r>
            <a:r>
              <a:rPr lang="zh-CN" altLang="en-US" sz="2100" dirty="0">
                <a:ea typeface="宋体" panose="02010600030101010101" pitchFamily="2" charset="-122"/>
              </a:rPr>
              <a:t>等</a:t>
            </a:r>
          </a:p>
          <a:p>
            <a:pPr marL="457200" indent="-457200" eaLnBrk="1" hangingPunct="1">
              <a:lnSpc>
                <a:spcPct val="90000"/>
              </a:lnSpc>
            </a:pPr>
            <a:r>
              <a:rPr lang="zh-CN" altLang="en-US" sz="2100" dirty="0">
                <a:ea typeface="宋体" panose="02010600030101010101" pitchFamily="2" charset="-122"/>
              </a:rPr>
              <a:t>速率往往是指</a:t>
            </a:r>
            <a:r>
              <a:rPr lang="zh-CN" altLang="en-US" sz="2100" dirty="0">
                <a:solidFill>
                  <a:srgbClr val="CC0000"/>
                </a:solidFill>
                <a:ea typeface="宋体" panose="02010600030101010101" pitchFamily="2" charset="-122"/>
              </a:rPr>
              <a:t>额定速率</a:t>
            </a:r>
            <a:r>
              <a:rPr lang="zh-CN" altLang="en-US" sz="2100" dirty="0">
                <a:ea typeface="宋体" panose="02010600030101010101" pitchFamily="2" charset="-122"/>
              </a:rPr>
              <a:t>或</a:t>
            </a:r>
            <a:r>
              <a:rPr lang="zh-CN" altLang="en-US" sz="2100" dirty="0">
                <a:solidFill>
                  <a:srgbClr val="CC0000"/>
                </a:solidFill>
                <a:ea typeface="宋体" panose="02010600030101010101" pitchFamily="2" charset="-122"/>
              </a:rPr>
              <a:t>标称速率</a:t>
            </a:r>
            <a:r>
              <a:rPr lang="zh-CN" altLang="en-US" sz="2100" dirty="0">
                <a:ea typeface="宋体" panose="02010600030101010101" pitchFamily="2" charset="-122"/>
              </a:rPr>
              <a:t>。  </a:t>
            </a:r>
          </a:p>
        </p:txBody>
      </p:sp>
      <p:sp>
        <p:nvSpPr>
          <p:cNvPr id="150531" name="幻灯片编号占位符 1">
            <a:extLst>
              <a:ext uri="{FF2B5EF4-FFF2-40B4-BE49-F238E27FC236}">
                <a16:creationId xmlns:a16="http://schemas.microsoft.com/office/drawing/2014/main" id="{BF67941B-66CF-EF44-9192-5B73308616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56428A-E7E5-E541-988C-A29B90D310B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E437FFE1-A670-6D49-B700-C459416BCE45}"/>
              </a:ext>
            </a:extLst>
          </p:cNvPr>
          <p:cNvSpPr/>
          <p:nvPr/>
        </p:nvSpPr>
        <p:spPr>
          <a:xfrm>
            <a:off x="174171" y="914251"/>
            <a:ext cx="4774064" cy="523220"/>
          </a:xfrm>
          <a:prstGeom prst="rect">
            <a:avLst/>
          </a:prstGeom>
        </p:spPr>
        <p:txBody>
          <a:bodyPr wrap="none">
            <a:spAutoFit/>
          </a:bodyPr>
          <a:lstStyle/>
          <a:p>
            <a:r>
              <a:rPr lang="en-US" altLang="zh-CN" sz="2800" dirty="0"/>
              <a:t>1.6.1  </a:t>
            </a:r>
            <a:r>
              <a:rPr lang="zh-CN" altLang="en-US" sz="2800" dirty="0"/>
              <a:t>计算机网络的性能指标</a:t>
            </a:r>
          </a:p>
        </p:txBody>
      </p:sp>
    </p:spTree>
    <p:extLst>
      <p:ext uri="{BB962C8B-B14F-4D97-AF65-F5344CB8AC3E}">
        <p14:creationId xmlns:p14="http://schemas.microsoft.com/office/powerpoint/2010/main" val="10896563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49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9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6B640DD3-989F-1641-89B6-CB29361492CD}"/>
              </a:ext>
            </a:extLst>
          </p:cNvPr>
          <p:cNvSpPr>
            <a:spLocks noGrp="1" noChangeArrowheads="1"/>
          </p:cNvSpPr>
          <p:nvPr>
            <p:ph type="title"/>
          </p:nvPr>
        </p:nvSpPr>
        <p:spPr>
          <a:xfrm>
            <a:off x="228600" y="160735"/>
            <a:ext cx="6611541" cy="612151"/>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带宽 </a:t>
            </a:r>
          </a:p>
        </p:txBody>
      </p:sp>
      <p:sp>
        <p:nvSpPr>
          <p:cNvPr id="152578" name="Rectangle 3">
            <a:extLst>
              <a:ext uri="{FF2B5EF4-FFF2-40B4-BE49-F238E27FC236}">
                <a16:creationId xmlns:a16="http://schemas.microsoft.com/office/drawing/2014/main" id="{223AF7A0-2B86-3148-B5C0-41750AFC8BBD}"/>
              </a:ext>
            </a:extLst>
          </p:cNvPr>
          <p:cNvSpPr>
            <a:spLocks noGrp="1" noChangeArrowheads="1"/>
          </p:cNvSpPr>
          <p:nvPr>
            <p:ph type="body" idx="1"/>
          </p:nvPr>
        </p:nvSpPr>
        <p:spPr/>
        <p:txBody>
          <a:bodyPr/>
          <a:lstStyle/>
          <a:p>
            <a:pPr eaLnBrk="1" hangingPunct="1"/>
            <a:r>
              <a:rPr lang="en-US" altLang="zh-CN">
                <a:latin typeface="Times New Roman" panose="02020603050405020304" pitchFamily="18" charset="0"/>
                <a:ea typeface="宋体" panose="02010600030101010101" pitchFamily="2" charset="-122"/>
              </a:rPr>
              <a:t>“</a:t>
            </a:r>
            <a:r>
              <a:rPr lang="zh-CN" altLang="en-US">
                <a:solidFill>
                  <a:schemeClr val="hlink"/>
                </a:solidFill>
                <a:latin typeface="Times New Roman" panose="02020603050405020304" pitchFamily="18" charset="0"/>
                <a:ea typeface="宋体" panose="02010600030101010101" pitchFamily="2" charset="-122"/>
              </a:rPr>
              <a:t>带宽</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(bandwidth)</a:t>
            </a:r>
            <a:r>
              <a:rPr lang="zh-CN" altLang="en-US">
                <a:latin typeface="Times New Roman" panose="02020603050405020304" pitchFamily="18" charset="0"/>
                <a:ea typeface="宋体" panose="02010600030101010101" pitchFamily="2" charset="-122"/>
              </a:rPr>
              <a:t>本来是指信号具有的频带宽度，单位是赫（或千赫、兆赫、吉赫等）。</a:t>
            </a:r>
          </a:p>
          <a:p>
            <a:pPr eaLnBrk="1" hangingPunct="1"/>
            <a:r>
              <a:rPr lang="zh-CN" altLang="en-US">
                <a:latin typeface="Times New Roman" panose="02020603050405020304" pitchFamily="18" charset="0"/>
                <a:ea typeface="宋体" panose="02010600030101010101" pitchFamily="2" charset="-122"/>
              </a:rPr>
              <a:t>现在“带宽”是数字信道所能传送的“</a:t>
            </a:r>
            <a:r>
              <a:rPr lang="zh-CN" altLang="en-US">
                <a:solidFill>
                  <a:schemeClr val="hlink"/>
                </a:solidFill>
                <a:latin typeface="Times New Roman" panose="02020603050405020304" pitchFamily="18" charset="0"/>
                <a:ea typeface="宋体" panose="02010600030101010101" pitchFamily="2" charset="-122"/>
              </a:rPr>
              <a:t>最高数据率</a:t>
            </a:r>
            <a:r>
              <a:rPr lang="zh-CN" altLang="en-US">
                <a:latin typeface="Times New Roman" panose="02020603050405020304" pitchFamily="18" charset="0"/>
                <a:ea typeface="宋体" panose="02010600030101010101" pitchFamily="2" charset="-122"/>
              </a:rPr>
              <a:t>”的同义语，单位是“比特每秒”，或 </a:t>
            </a:r>
            <a:r>
              <a:rPr lang="en-US" altLang="zh-CN">
                <a:latin typeface="Times New Roman" panose="02020603050405020304" pitchFamily="18" charset="0"/>
                <a:ea typeface="宋体" panose="02010600030101010101" pitchFamily="2" charset="-122"/>
              </a:rPr>
              <a:t>b/s (bit/s)</a:t>
            </a:r>
            <a:r>
              <a:rPr lang="zh-CN" altLang="en-US">
                <a:latin typeface="Times New Roman" panose="02020603050405020304" pitchFamily="18" charset="0"/>
                <a:ea typeface="宋体" panose="02010600030101010101" pitchFamily="2" charset="-122"/>
              </a:rPr>
              <a:t>。    </a:t>
            </a:r>
          </a:p>
          <a:p>
            <a:pPr eaLnBrk="1" hangingPunct="1"/>
            <a:endParaRPr lang="zh-CN" altLang="en-US">
              <a:latin typeface="Times New Roman" panose="02020603050405020304" pitchFamily="18" charset="0"/>
              <a:ea typeface="宋体" panose="02010600030101010101" pitchFamily="2" charset="-122"/>
            </a:endParaRPr>
          </a:p>
        </p:txBody>
      </p:sp>
      <p:sp>
        <p:nvSpPr>
          <p:cNvPr id="152579" name="幻灯片编号占位符 1">
            <a:extLst>
              <a:ext uri="{FF2B5EF4-FFF2-40B4-BE49-F238E27FC236}">
                <a16:creationId xmlns:a16="http://schemas.microsoft.com/office/drawing/2014/main" id="{39C5BD22-09E4-7A46-B2A7-95E5C30266C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FAA3193-3667-6F41-921D-28F2A96BB8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556973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D0D75790-3D81-C24A-8A3D-85D1E06680FC}"/>
              </a:ext>
            </a:extLst>
          </p:cNvPr>
          <p:cNvSpPr>
            <a:spLocks noGrp="1" noChangeArrowheads="1"/>
          </p:cNvSpPr>
          <p:nvPr>
            <p:ph type="title"/>
          </p:nvPr>
        </p:nvSpPr>
        <p:spPr>
          <a:xfrm>
            <a:off x="195944" y="160735"/>
            <a:ext cx="7184742" cy="790575"/>
          </a:xfrm>
        </p:spPr>
        <p:txBody>
          <a:bodyPr/>
          <a:lstStyle/>
          <a:p>
            <a:pPr eaLnBrk="1" hangingPunct="1"/>
            <a:r>
              <a:rPr lang="zh-CN" altLang="en-US" dirty="0">
                <a:latin typeface="Times New Roman" panose="02020603050405020304" pitchFamily="18" charset="0"/>
                <a:ea typeface="宋体" panose="02010600030101010101" pitchFamily="2" charset="-122"/>
              </a:rPr>
              <a:t>常用的带宽单位</a:t>
            </a:r>
          </a:p>
        </p:txBody>
      </p:sp>
      <p:sp>
        <p:nvSpPr>
          <p:cNvPr id="154626" name="Rectangle 3">
            <a:extLst>
              <a:ext uri="{FF2B5EF4-FFF2-40B4-BE49-F238E27FC236}">
                <a16:creationId xmlns:a16="http://schemas.microsoft.com/office/drawing/2014/main" id="{964F9486-70A3-5447-A285-B012424E51EB}"/>
              </a:ext>
            </a:extLst>
          </p:cNvPr>
          <p:cNvSpPr>
            <a:spLocks noGrp="1" noChangeArrowheads="1"/>
          </p:cNvSpPr>
          <p:nvPr>
            <p:ph type="body" idx="1"/>
          </p:nvPr>
        </p:nvSpPr>
        <p:spPr>
          <a:xfrm>
            <a:off x="195944" y="1037375"/>
            <a:ext cx="8697685" cy="3401615"/>
          </a:xfrm>
        </p:spPr>
        <p:txBody>
          <a:bodyPr/>
          <a:lstStyle/>
          <a:p>
            <a:pPr eaLnBrk="1" hangingPunct="1"/>
            <a:r>
              <a:rPr lang="zh-CN" altLang="en-US" dirty="0">
                <a:latin typeface="Times New Roman" panose="02020603050405020304" pitchFamily="18" charset="0"/>
                <a:ea typeface="宋体" panose="02010600030101010101" pitchFamily="2" charset="-122"/>
              </a:rPr>
              <a:t>更常用的带宽单位是</a:t>
            </a:r>
          </a:p>
          <a:p>
            <a:pPr lvl="1" eaLnBrk="1" hangingPunct="1"/>
            <a:r>
              <a:rPr lang="zh-CN" altLang="en-US" dirty="0">
                <a:solidFill>
                  <a:srgbClr val="333399"/>
                </a:solidFill>
                <a:latin typeface="Arial" panose="020B0604020202020204" pitchFamily="34" charset="0"/>
                <a:ea typeface="宋体" panose="02010600030101010101" pitchFamily="2" charset="-122"/>
              </a:rPr>
              <a:t>千比每秒，即 </a:t>
            </a:r>
            <a:r>
              <a:rPr lang="en-US" altLang="zh-CN" dirty="0">
                <a:solidFill>
                  <a:srgbClr val="333399"/>
                </a:solidFill>
                <a:latin typeface="Arial" panose="020B0604020202020204" pitchFamily="34" charset="0"/>
                <a:ea typeface="宋体" panose="02010600030101010101" pitchFamily="2" charset="-122"/>
              </a:rPr>
              <a:t>kb/s </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3</a:t>
            </a:r>
            <a:r>
              <a:rPr lang="en-US" altLang="zh-CN" dirty="0">
                <a:solidFill>
                  <a:srgbClr val="333399"/>
                </a:solidFill>
                <a:latin typeface="Arial" panose="020B0604020202020204" pitchFamily="34" charset="0"/>
                <a:ea typeface="宋体" panose="02010600030101010101" pitchFamily="2" charset="-122"/>
              </a:rPr>
              <a:t> b/s, bps</a:t>
            </a:r>
            <a:r>
              <a:rPr lang="zh-CN" altLang="en-US" dirty="0">
                <a:solidFill>
                  <a:srgbClr val="333399"/>
                </a:solidFill>
                <a:latin typeface="Arial" panose="020B0604020202020204" pitchFamily="34" charset="0"/>
                <a:ea typeface="宋体" panose="02010600030101010101" pitchFamily="2" charset="-122"/>
              </a:rPr>
              <a:t>）</a:t>
            </a:r>
          </a:p>
          <a:p>
            <a:pPr lvl="1" eaLnBrk="1" hangingPunct="1"/>
            <a:r>
              <a:rPr lang="zh-CN" altLang="en-US" dirty="0">
                <a:solidFill>
                  <a:srgbClr val="333399"/>
                </a:solidFill>
                <a:latin typeface="Arial" panose="020B0604020202020204" pitchFamily="34" charset="0"/>
                <a:ea typeface="宋体" panose="02010600030101010101" pitchFamily="2" charset="-122"/>
              </a:rPr>
              <a:t>兆比每秒，即 </a:t>
            </a:r>
            <a:r>
              <a:rPr lang="en-US" altLang="zh-CN" dirty="0">
                <a:solidFill>
                  <a:srgbClr val="333399"/>
                </a:solidFill>
                <a:latin typeface="Arial" panose="020B0604020202020204" pitchFamily="34" charset="0"/>
                <a:ea typeface="宋体" panose="02010600030101010101" pitchFamily="2" charset="-122"/>
              </a:rPr>
              <a:t>Mb/s</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6</a:t>
            </a:r>
            <a:r>
              <a:rPr lang="en-US" altLang="zh-CN" dirty="0">
                <a:solidFill>
                  <a:srgbClr val="333399"/>
                </a:solidFill>
                <a:latin typeface="Arial" panose="020B0604020202020204" pitchFamily="34" charset="0"/>
                <a:ea typeface="宋体" panose="02010600030101010101" pitchFamily="2" charset="-122"/>
              </a:rPr>
              <a:t> b/s</a:t>
            </a:r>
            <a:r>
              <a:rPr lang="zh-CN" altLang="en-US" dirty="0">
                <a:solidFill>
                  <a:srgbClr val="333399"/>
                </a:solidFill>
                <a:latin typeface="Arial" panose="020B0604020202020204" pitchFamily="34" charset="0"/>
                <a:ea typeface="宋体" panose="02010600030101010101" pitchFamily="2" charset="-122"/>
              </a:rPr>
              <a:t>）</a:t>
            </a:r>
          </a:p>
          <a:p>
            <a:pPr lvl="1" eaLnBrk="1" hangingPunct="1"/>
            <a:r>
              <a:rPr lang="zh-CN" altLang="en-US" dirty="0">
                <a:solidFill>
                  <a:srgbClr val="333399"/>
                </a:solidFill>
                <a:latin typeface="Arial" panose="020B0604020202020204" pitchFamily="34" charset="0"/>
                <a:ea typeface="宋体" panose="02010600030101010101" pitchFamily="2" charset="-122"/>
              </a:rPr>
              <a:t>吉比每秒，即 </a:t>
            </a:r>
            <a:r>
              <a:rPr lang="en-US" altLang="zh-CN" dirty="0">
                <a:solidFill>
                  <a:srgbClr val="333399"/>
                </a:solidFill>
                <a:latin typeface="Arial" panose="020B0604020202020204" pitchFamily="34" charset="0"/>
                <a:ea typeface="宋体" panose="02010600030101010101" pitchFamily="2" charset="-122"/>
              </a:rPr>
              <a:t>Gb/s</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9</a:t>
            </a:r>
            <a:r>
              <a:rPr lang="en-US" altLang="zh-CN" dirty="0">
                <a:solidFill>
                  <a:srgbClr val="333399"/>
                </a:solidFill>
                <a:latin typeface="Arial" panose="020B0604020202020204" pitchFamily="34" charset="0"/>
                <a:ea typeface="宋体" panose="02010600030101010101" pitchFamily="2" charset="-122"/>
              </a:rPr>
              <a:t> b/s</a:t>
            </a:r>
            <a:r>
              <a:rPr lang="zh-CN" altLang="en-US" dirty="0">
                <a:solidFill>
                  <a:srgbClr val="333399"/>
                </a:solidFill>
                <a:latin typeface="Arial" panose="020B0604020202020204" pitchFamily="34" charset="0"/>
                <a:ea typeface="宋体" panose="02010600030101010101" pitchFamily="2" charset="-122"/>
              </a:rPr>
              <a:t>）</a:t>
            </a:r>
          </a:p>
          <a:p>
            <a:pPr lvl="1" eaLnBrk="1" hangingPunct="1"/>
            <a:r>
              <a:rPr lang="zh-CN" altLang="en-US" dirty="0">
                <a:solidFill>
                  <a:srgbClr val="333399"/>
                </a:solidFill>
                <a:latin typeface="Arial" panose="020B0604020202020204" pitchFamily="34" charset="0"/>
                <a:ea typeface="宋体" panose="02010600030101010101" pitchFamily="2" charset="-122"/>
              </a:rPr>
              <a:t>太比每秒，即 </a:t>
            </a:r>
            <a:r>
              <a:rPr lang="en-US" altLang="zh-CN" dirty="0">
                <a:solidFill>
                  <a:srgbClr val="333399"/>
                </a:solidFill>
                <a:latin typeface="Arial" panose="020B0604020202020204" pitchFamily="34" charset="0"/>
                <a:ea typeface="宋体" panose="02010600030101010101" pitchFamily="2" charset="-122"/>
              </a:rPr>
              <a:t>Tb/s</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12</a:t>
            </a:r>
            <a:r>
              <a:rPr lang="en-US" altLang="zh-CN" dirty="0">
                <a:solidFill>
                  <a:srgbClr val="333399"/>
                </a:solidFill>
                <a:latin typeface="Arial" panose="020B0604020202020204" pitchFamily="34" charset="0"/>
                <a:ea typeface="宋体" panose="02010600030101010101" pitchFamily="2" charset="-122"/>
              </a:rPr>
              <a:t> b/s</a:t>
            </a:r>
            <a:r>
              <a:rPr lang="zh-CN" altLang="en-US" dirty="0">
                <a:solidFill>
                  <a:srgbClr val="333399"/>
                </a:solidFill>
                <a:latin typeface="Arial" panose="020B0604020202020204" pitchFamily="34"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请注意：在计算机界，</a:t>
            </a:r>
            <a:r>
              <a:rPr lang="en-US" altLang="zh-CN" dirty="0">
                <a:latin typeface="Times New Roman" panose="02020603050405020304" pitchFamily="18" charset="0"/>
                <a:ea typeface="宋体" panose="02010600030101010101" pitchFamily="2" charset="-122"/>
              </a:rPr>
              <a:t>K = 2</a:t>
            </a:r>
            <a:r>
              <a:rPr lang="en-US" altLang="zh-CN" baseline="30000" dirty="0">
                <a:latin typeface="Times New Roman" panose="02020603050405020304" pitchFamily="18" charset="0"/>
                <a:ea typeface="宋体" panose="02010600030101010101" pitchFamily="2" charset="-122"/>
              </a:rPr>
              <a:t>10</a:t>
            </a:r>
            <a:r>
              <a:rPr lang="en-US" altLang="zh-CN" dirty="0">
                <a:latin typeface="Times New Roman" panose="02020603050405020304" pitchFamily="18" charset="0"/>
                <a:ea typeface="宋体" panose="02010600030101010101" pitchFamily="2" charset="-122"/>
              </a:rPr>
              <a:t> = 1024</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M = 2</a:t>
            </a:r>
            <a:r>
              <a:rPr lang="en-US" altLang="zh-CN" baseline="30000" dirty="0">
                <a:latin typeface="Times New Roman" panose="02020603050405020304" pitchFamily="18" charset="0"/>
                <a:ea typeface="宋体" panose="02010600030101010101" pitchFamily="2" charset="-122"/>
              </a:rPr>
              <a:t>20</a:t>
            </a:r>
            <a:r>
              <a:rPr lang="en-US" altLang="zh-CN" dirty="0">
                <a:latin typeface="Times New Roman" panose="02020603050405020304" pitchFamily="18" charset="0"/>
                <a:ea typeface="宋体" panose="02010600030101010101" pitchFamily="2" charset="-122"/>
              </a:rPr>
              <a:t>, G = 2</a:t>
            </a:r>
            <a:r>
              <a:rPr lang="en-US" altLang="zh-CN" baseline="30000" dirty="0">
                <a:latin typeface="Times New Roman" panose="02020603050405020304" pitchFamily="18" charset="0"/>
                <a:ea typeface="宋体" panose="02010600030101010101" pitchFamily="2" charset="-122"/>
              </a:rPr>
              <a:t>30</a:t>
            </a:r>
            <a:r>
              <a:rPr lang="en-US" altLang="zh-CN" dirty="0">
                <a:latin typeface="Times New Roman" panose="02020603050405020304" pitchFamily="18" charset="0"/>
                <a:ea typeface="宋体" panose="02010600030101010101" pitchFamily="2" charset="-122"/>
              </a:rPr>
              <a:t>, T = 2</a:t>
            </a:r>
            <a:r>
              <a:rPr lang="en-US" altLang="zh-CN" baseline="30000" dirty="0">
                <a:latin typeface="Times New Roman" panose="02020603050405020304" pitchFamily="18" charset="0"/>
                <a:ea typeface="宋体" panose="02010600030101010101" pitchFamily="2" charset="-122"/>
              </a:rPr>
              <a:t>40</a:t>
            </a:r>
            <a:r>
              <a:rPr lang="zh-CN" altLang="en-US" dirty="0">
                <a:latin typeface="Times New Roman" panose="02020603050405020304" pitchFamily="18" charset="0"/>
                <a:ea typeface="宋体" panose="02010600030101010101" pitchFamily="2" charset="-122"/>
              </a:rPr>
              <a:t>。</a:t>
            </a:r>
          </a:p>
        </p:txBody>
      </p:sp>
      <p:sp>
        <p:nvSpPr>
          <p:cNvPr id="154627" name="幻灯片编号占位符 1">
            <a:extLst>
              <a:ext uri="{FF2B5EF4-FFF2-40B4-BE49-F238E27FC236}">
                <a16:creationId xmlns:a16="http://schemas.microsoft.com/office/drawing/2014/main" id="{5663B3DD-01D2-1D45-8387-99340737DCA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CD07F32-5B54-A14E-82F9-26BC7247BBB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02496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7401164E-11C7-F24D-ABFA-9B1CF5786FEF}"/>
              </a:ext>
            </a:extLst>
          </p:cNvPr>
          <p:cNvSpPr>
            <a:spLocks noGrp="1" noChangeArrowheads="1"/>
          </p:cNvSpPr>
          <p:nvPr>
            <p:ph type="title"/>
          </p:nvPr>
        </p:nvSpPr>
        <p:spPr>
          <a:xfrm>
            <a:off x="206829" y="195263"/>
            <a:ext cx="7119087" cy="646509"/>
          </a:xfrm>
        </p:spPr>
        <p:txBody>
          <a:bodyPr/>
          <a:lstStyle/>
          <a:p>
            <a:pPr eaLnBrk="1" hangingPunct="1"/>
            <a:r>
              <a:rPr lang="zh-CN" altLang="en-US" dirty="0">
                <a:latin typeface="Times New Roman" panose="02020603050405020304" pitchFamily="18" charset="0"/>
                <a:ea typeface="宋体" panose="02010600030101010101" pitchFamily="2" charset="-122"/>
              </a:rPr>
              <a:t>数字信号流随时间的变化</a:t>
            </a:r>
          </a:p>
        </p:txBody>
      </p:sp>
      <p:sp>
        <p:nvSpPr>
          <p:cNvPr id="156674" name="Rectangle 3">
            <a:extLst>
              <a:ext uri="{FF2B5EF4-FFF2-40B4-BE49-F238E27FC236}">
                <a16:creationId xmlns:a16="http://schemas.microsoft.com/office/drawing/2014/main" id="{2BD299E5-95E2-6042-B857-02338AB1C299}"/>
              </a:ext>
            </a:extLst>
          </p:cNvPr>
          <p:cNvSpPr>
            <a:spLocks noGrp="1" noChangeArrowheads="1"/>
          </p:cNvSpPr>
          <p:nvPr>
            <p:ph type="body" idx="1"/>
          </p:nvPr>
        </p:nvSpPr>
        <p:spPr>
          <a:xfrm>
            <a:off x="295870" y="941276"/>
            <a:ext cx="6368654" cy="547689"/>
          </a:xfrm>
        </p:spPr>
        <p:txBody>
          <a:bodyPr/>
          <a:lstStyle/>
          <a:p>
            <a:pPr eaLnBrk="1" hangingPunct="1"/>
            <a:r>
              <a:rPr lang="zh-CN" altLang="en-US" dirty="0">
                <a:latin typeface="Times New Roman" panose="02020603050405020304" pitchFamily="18" charset="0"/>
                <a:ea typeface="宋体" panose="02010600030101010101" pitchFamily="2" charset="-122"/>
              </a:rPr>
              <a:t>在</a:t>
            </a:r>
            <a:r>
              <a:rPr lang="zh-CN" altLang="en-US" dirty="0">
                <a:solidFill>
                  <a:schemeClr val="hlink"/>
                </a:solidFill>
                <a:latin typeface="Times New Roman" panose="02020603050405020304" pitchFamily="18" charset="0"/>
                <a:ea typeface="宋体" panose="02010600030101010101" pitchFamily="2" charset="-122"/>
              </a:rPr>
              <a:t>时间轴上</a:t>
            </a:r>
            <a:r>
              <a:rPr lang="zh-CN" altLang="en-US" dirty="0">
                <a:latin typeface="Times New Roman" panose="02020603050405020304" pitchFamily="18" charset="0"/>
                <a:ea typeface="宋体" panose="02010600030101010101" pitchFamily="2" charset="-122"/>
              </a:rPr>
              <a:t>信号的宽度随带宽的增大而变窄。     </a:t>
            </a:r>
          </a:p>
        </p:txBody>
      </p:sp>
      <p:grpSp>
        <p:nvGrpSpPr>
          <p:cNvPr id="87073" name="Group 33">
            <a:extLst>
              <a:ext uri="{FF2B5EF4-FFF2-40B4-BE49-F238E27FC236}">
                <a16:creationId xmlns:a16="http://schemas.microsoft.com/office/drawing/2014/main" id="{E8C0DEAD-4EAF-D04A-9DF8-6386824885EF}"/>
              </a:ext>
            </a:extLst>
          </p:cNvPr>
          <p:cNvGrpSpPr>
            <a:grpSpLocks/>
          </p:cNvGrpSpPr>
          <p:nvPr/>
        </p:nvGrpSpPr>
        <p:grpSpPr bwMode="auto">
          <a:xfrm>
            <a:off x="1317426" y="1684735"/>
            <a:ext cx="6509147" cy="1269206"/>
            <a:chOff x="204" y="1799"/>
            <a:chExt cx="5467" cy="1066"/>
          </a:xfrm>
        </p:grpSpPr>
        <p:sp>
          <p:nvSpPr>
            <p:cNvPr id="156692" name="Line 4">
              <a:extLst>
                <a:ext uri="{FF2B5EF4-FFF2-40B4-BE49-F238E27FC236}">
                  <a16:creationId xmlns:a16="http://schemas.microsoft.com/office/drawing/2014/main" id="{2D130D99-0D17-6147-B655-38062E07C584}"/>
                </a:ext>
              </a:extLst>
            </p:cNvPr>
            <p:cNvSpPr>
              <a:spLocks noChangeShapeType="1"/>
            </p:cNvSpPr>
            <p:nvPr/>
          </p:nvSpPr>
          <p:spPr bwMode="auto">
            <a:xfrm>
              <a:off x="1345" y="2602"/>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93" name="Line 5">
              <a:extLst>
                <a:ext uri="{FF2B5EF4-FFF2-40B4-BE49-F238E27FC236}">
                  <a16:creationId xmlns:a16="http://schemas.microsoft.com/office/drawing/2014/main" id="{5F919BF5-02CF-3A46-8E5E-1B84167E1C8A}"/>
                </a:ext>
              </a:extLst>
            </p:cNvPr>
            <p:cNvSpPr>
              <a:spLocks noChangeShapeType="1"/>
            </p:cNvSpPr>
            <p:nvPr/>
          </p:nvSpPr>
          <p:spPr bwMode="auto">
            <a:xfrm>
              <a:off x="1122" y="2357"/>
              <a:ext cx="4340"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4" name="Line 6">
              <a:extLst>
                <a:ext uri="{FF2B5EF4-FFF2-40B4-BE49-F238E27FC236}">
                  <a16:creationId xmlns:a16="http://schemas.microsoft.com/office/drawing/2014/main" id="{B3A4F547-FE0A-5D4D-A0BF-B615A85CF930}"/>
                </a:ext>
              </a:extLst>
            </p:cNvPr>
            <p:cNvSpPr>
              <a:spLocks noChangeShapeType="1"/>
            </p:cNvSpPr>
            <p:nvPr/>
          </p:nvSpPr>
          <p:spPr bwMode="auto">
            <a:xfrm>
              <a:off x="1353" y="2724"/>
              <a:ext cx="3782"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5" name="Freeform 8">
              <a:extLst>
                <a:ext uri="{FF2B5EF4-FFF2-40B4-BE49-F238E27FC236}">
                  <a16:creationId xmlns:a16="http://schemas.microsoft.com/office/drawing/2014/main" id="{3F8586C5-05C0-4941-AD49-D2BDE353B28F}"/>
                </a:ext>
              </a:extLst>
            </p:cNvPr>
            <p:cNvSpPr>
              <a:spLocks/>
            </p:cNvSpPr>
            <p:nvPr/>
          </p:nvSpPr>
          <p:spPr bwMode="auto">
            <a:xfrm>
              <a:off x="1345" y="2161"/>
              <a:ext cx="2559" cy="392"/>
            </a:xfrm>
            <a:custGeom>
              <a:avLst/>
              <a:gdLst>
                <a:gd name="T0" fmla="*/ 0 w 2208"/>
                <a:gd name="T1" fmla="*/ 408 h 384"/>
                <a:gd name="T2" fmla="*/ 0 w 2208"/>
                <a:gd name="T3" fmla="*/ 0 h 384"/>
                <a:gd name="T4" fmla="*/ 598 w 2208"/>
                <a:gd name="T5" fmla="*/ 0 h 384"/>
                <a:gd name="T6" fmla="*/ 598 w 2208"/>
                <a:gd name="T7" fmla="*/ 408 h 384"/>
                <a:gd name="T8" fmla="*/ 1195 w 2208"/>
                <a:gd name="T9" fmla="*/ 408 h 384"/>
                <a:gd name="T10" fmla="*/ 1195 w 2208"/>
                <a:gd name="T11" fmla="*/ 0 h 384"/>
                <a:gd name="T12" fmla="*/ 1793 w 2208"/>
                <a:gd name="T13" fmla="*/ 0 h 384"/>
                <a:gd name="T14" fmla="*/ 1793 w 2208"/>
                <a:gd name="T15" fmla="*/ 408 h 384"/>
                <a:gd name="T16" fmla="*/ 2391 w 2208"/>
                <a:gd name="T17" fmla="*/ 408 h 384"/>
                <a:gd name="T18" fmla="*/ 2391 w 2208"/>
                <a:gd name="T19" fmla="*/ 0 h 384"/>
                <a:gd name="T20" fmla="*/ 2989 w 2208"/>
                <a:gd name="T21" fmla="*/ 0 h 384"/>
                <a:gd name="T22" fmla="*/ 2989 w 2208"/>
                <a:gd name="T23" fmla="*/ 408 h 384"/>
                <a:gd name="T24" fmla="*/ 3437 w 2208"/>
                <a:gd name="T25" fmla="*/ 408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08" h="384">
                  <a:moveTo>
                    <a:pt x="0" y="384"/>
                  </a:moveTo>
                  <a:lnTo>
                    <a:pt x="0" y="0"/>
                  </a:lnTo>
                  <a:lnTo>
                    <a:pt x="384" y="0"/>
                  </a:lnTo>
                  <a:lnTo>
                    <a:pt x="384" y="384"/>
                  </a:lnTo>
                  <a:lnTo>
                    <a:pt x="768" y="384"/>
                  </a:lnTo>
                  <a:lnTo>
                    <a:pt x="768" y="0"/>
                  </a:lnTo>
                  <a:lnTo>
                    <a:pt x="1152" y="0"/>
                  </a:lnTo>
                  <a:lnTo>
                    <a:pt x="1152" y="384"/>
                  </a:lnTo>
                  <a:lnTo>
                    <a:pt x="1536" y="384"/>
                  </a:lnTo>
                  <a:lnTo>
                    <a:pt x="1536" y="0"/>
                  </a:lnTo>
                  <a:lnTo>
                    <a:pt x="1920" y="0"/>
                  </a:lnTo>
                  <a:lnTo>
                    <a:pt x="1920" y="384"/>
                  </a:lnTo>
                  <a:lnTo>
                    <a:pt x="2208"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96" name="Freeform 9">
              <a:extLst>
                <a:ext uri="{FF2B5EF4-FFF2-40B4-BE49-F238E27FC236}">
                  <a16:creationId xmlns:a16="http://schemas.microsoft.com/office/drawing/2014/main" id="{70886358-2199-5144-BE52-9E92555AAAC2}"/>
                </a:ext>
              </a:extLst>
            </p:cNvPr>
            <p:cNvSpPr>
              <a:spLocks/>
            </p:cNvSpPr>
            <p:nvPr/>
          </p:nvSpPr>
          <p:spPr bwMode="auto">
            <a:xfrm>
              <a:off x="4404" y="2161"/>
              <a:ext cx="724" cy="392"/>
            </a:xfrm>
            <a:custGeom>
              <a:avLst/>
              <a:gdLst>
                <a:gd name="T0" fmla="*/ 0 w 624"/>
                <a:gd name="T1" fmla="*/ 408 h 384"/>
                <a:gd name="T2" fmla="*/ 375 w 624"/>
                <a:gd name="T3" fmla="*/ 408 h 384"/>
                <a:gd name="T4" fmla="*/ 375 w 624"/>
                <a:gd name="T5" fmla="*/ 0 h 384"/>
                <a:gd name="T6" fmla="*/ 975 w 624"/>
                <a:gd name="T7" fmla="*/ 0 h 384"/>
                <a:gd name="T8" fmla="*/ 975 w 624"/>
                <a:gd name="T9" fmla="*/ 408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84">
                  <a:moveTo>
                    <a:pt x="0" y="384"/>
                  </a:moveTo>
                  <a:lnTo>
                    <a:pt x="240" y="384"/>
                  </a:lnTo>
                  <a:lnTo>
                    <a:pt x="240" y="0"/>
                  </a:lnTo>
                  <a:lnTo>
                    <a:pt x="624" y="0"/>
                  </a:lnTo>
                  <a:lnTo>
                    <a:pt x="624"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97" name="Line 11">
              <a:extLst>
                <a:ext uri="{FF2B5EF4-FFF2-40B4-BE49-F238E27FC236}">
                  <a16:creationId xmlns:a16="http://schemas.microsoft.com/office/drawing/2014/main" id="{9068D352-0744-FA45-AA39-E13B8C84E4D4}"/>
                </a:ext>
              </a:extLst>
            </p:cNvPr>
            <p:cNvSpPr>
              <a:spLocks noChangeShapeType="1"/>
            </p:cNvSpPr>
            <p:nvPr/>
          </p:nvSpPr>
          <p:spPr bwMode="auto">
            <a:xfrm>
              <a:off x="2235" y="2063"/>
              <a:ext cx="445"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8" name="Line 13">
              <a:extLst>
                <a:ext uri="{FF2B5EF4-FFF2-40B4-BE49-F238E27FC236}">
                  <a16:creationId xmlns:a16="http://schemas.microsoft.com/office/drawing/2014/main" id="{AC8C7B09-850A-3A4D-8EA5-B0A661D4E80C}"/>
                </a:ext>
              </a:extLst>
            </p:cNvPr>
            <p:cNvSpPr>
              <a:spLocks noChangeShapeType="1"/>
            </p:cNvSpPr>
            <p:nvPr/>
          </p:nvSpPr>
          <p:spPr bwMode="auto">
            <a:xfrm>
              <a:off x="5128" y="2602"/>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99" name="Text Box 14">
              <a:extLst>
                <a:ext uri="{FF2B5EF4-FFF2-40B4-BE49-F238E27FC236}">
                  <a16:creationId xmlns:a16="http://schemas.microsoft.com/office/drawing/2014/main" id="{5A55D2A1-7051-2046-A1D6-5D380CDEA1CC}"/>
                </a:ext>
              </a:extLst>
            </p:cNvPr>
            <p:cNvSpPr txBox="1">
              <a:spLocks noChangeArrowheads="1"/>
            </p:cNvSpPr>
            <p:nvPr/>
          </p:nvSpPr>
          <p:spPr bwMode="auto">
            <a:xfrm>
              <a:off x="2528" y="2594"/>
              <a:ext cx="1251"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每</a:t>
              </a:r>
              <a:r>
                <a:rPr kumimoji="1" lang="zh-CN" altLang="en-US" sz="1500">
                  <a:latin typeface="Arial" panose="020B0604020202020204" pitchFamily="34" charset="0"/>
                  <a:ea typeface="宋体" panose="02010600030101010101" pitchFamily="2" charset="-122"/>
                  <a:sym typeface="Symbol" pitchFamily="2" charset="2"/>
                </a:rPr>
                <a:t>秒</a:t>
              </a:r>
              <a:r>
                <a:rPr kumimoji="1" lang="zh-CN" altLang="en-US" sz="900">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10</a:t>
              </a:r>
              <a:r>
                <a:rPr kumimoji="1" lang="en-US" altLang="zh-CN" sz="1500" baseline="30000">
                  <a:latin typeface="Arial" panose="020B0604020202020204" pitchFamily="34" charset="0"/>
                  <a:ea typeface="宋体" panose="02010600030101010101" pitchFamily="2" charset="-122"/>
                  <a:sym typeface="Symbol" pitchFamily="2" charset="2"/>
                </a:rPr>
                <a:t>6</a:t>
              </a:r>
              <a:r>
                <a:rPr kumimoji="1" lang="en-US" altLang="zh-CN" sz="1050" baseline="30000">
                  <a:latin typeface="Arial" panose="020B0604020202020204" pitchFamily="34" charset="0"/>
                  <a:ea typeface="宋体" panose="02010600030101010101" pitchFamily="2" charset="-122"/>
                  <a:sym typeface="Symbol" pitchFamily="2" charset="2"/>
                </a:rPr>
                <a:t> </a:t>
              </a:r>
              <a:r>
                <a:rPr kumimoji="1" lang="zh-CN" altLang="en-US" sz="1500">
                  <a:latin typeface="Arial" panose="020B0604020202020204" pitchFamily="34" charset="0"/>
                  <a:ea typeface="宋体" panose="02010600030101010101" pitchFamily="2" charset="-122"/>
                  <a:sym typeface="Symbol" pitchFamily="2" charset="2"/>
                </a:rPr>
                <a:t>个比特</a:t>
              </a:r>
              <a:endParaRPr kumimoji="1" lang="zh-CN" altLang="en-US" sz="1500">
                <a:latin typeface="Arial" panose="020B0604020202020204" pitchFamily="34" charset="0"/>
                <a:ea typeface="宋体" panose="02010600030101010101" pitchFamily="2" charset="-122"/>
              </a:endParaRPr>
            </a:p>
          </p:txBody>
        </p:sp>
        <p:sp>
          <p:nvSpPr>
            <p:cNvPr id="156700" name="Text Box 15">
              <a:extLst>
                <a:ext uri="{FF2B5EF4-FFF2-40B4-BE49-F238E27FC236}">
                  <a16:creationId xmlns:a16="http://schemas.microsoft.com/office/drawing/2014/main" id="{110E353F-3BD9-054D-97E5-3D4E74879C9A}"/>
                </a:ext>
              </a:extLst>
            </p:cNvPr>
            <p:cNvSpPr txBox="1">
              <a:spLocks noChangeArrowheads="1"/>
            </p:cNvSpPr>
            <p:nvPr/>
          </p:nvSpPr>
          <p:spPr bwMode="auto">
            <a:xfrm>
              <a:off x="5193" y="2086"/>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时间</a:t>
              </a:r>
            </a:p>
          </p:txBody>
        </p:sp>
        <p:sp>
          <p:nvSpPr>
            <p:cNvPr id="156701" name="Text Box 27">
              <a:extLst>
                <a:ext uri="{FF2B5EF4-FFF2-40B4-BE49-F238E27FC236}">
                  <a16:creationId xmlns:a16="http://schemas.microsoft.com/office/drawing/2014/main" id="{8A5C7D84-7446-9044-8627-7C8FFB13426E}"/>
                </a:ext>
              </a:extLst>
            </p:cNvPr>
            <p:cNvSpPr txBox="1">
              <a:spLocks noChangeArrowheads="1"/>
            </p:cNvSpPr>
            <p:nvPr/>
          </p:nvSpPr>
          <p:spPr bwMode="auto">
            <a:xfrm>
              <a:off x="1440" y="2137"/>
              <a:ext cx="36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 </a:t>
              </a:r>
              <a:r>
                <a:rPr kumimoji="1" lang="en-US" altLang="zh-CN" sz="9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      0        1    </a:t>
              </a:r>
              <a:r>
                <a:rPr kumimoji="1" lang="en-US" altLang="zh-CN" sz="10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   0  </a:t>
              </a:r>
              <a:r>
                <a:rPr kumimoji="1" lang="en-US" altLang="zh-CN" sz="13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    1                                 1</a:t>
              </a:r>
            </a:p>
          </p:txBody>
        </p:sp>
        <p:sp>
          <p:nvSpPr>
            <p:cNvPr id="156702" name="Text Box 12">
              <a:extLst>
                <a:ext uri="{FF2B5EF4-FFF2-40B4-BE49-F238E27FC236}">
                  <a16:creationId xmlns:a16="http://schemas.microsoft.com/office/drawing/2014/main" id="{2ED51B59-A681-6447-8F63-1195FFF7EDB6}"/>
                </a:ext>
              </a:extLst>
            </p:cNvPr>
            <p:cNvSpPr txBox="1">
              <a:spLocks noChangeArrowheads="1"/>
            </p:cNvSpPr>
            <p:nvPr/>
          </p:nvSpPr>
          <p:spPr bwMode="auto">
            <a:xfrm>
              <a:off x="2211" y="1799"/>
              <a:ext cx="4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 </a:t>
              </a:r>
              <a:r>
                <a:rPr kumimoji="1" lang="en-US" altLang="zh-CN" sz="1500" b="1">
                  <a:latin typeface="Arial" panose="020B060402020202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sym typeface="Symbol" pitchFamily="2" charset="2"/>
                </a:rPr>
                <a:t>s</a:t>
              </a:r>
              <a:endParaRPr kumimoji="1" lang="en-US" altLang="zh-CN" sz="1500">
                <a:latin typeface="Arial" panose="020B0604020202020204" pitchFamily="34" charset="0"/>
                <a:ea typeface="宋体" panose="02010600030101010101" pitchFamily="2" charset="-122"/>
              </a:endParaRPr>
            </a:p>
          </p:txBody>
        </p:sp>
        <p:sp>
          <p:nvSpPr>
            <p:cNvPr id="156703" name="Text Box 31">
              <a:extLst>
                <a:ext uri="{FF2B5EF4-FFF2-40B4-BE49-F238E27FC236}">
                  <a16:creationId xmlns:a16="http://schemas.microsoft.com/office/drawing/2014/main" id="{D5680160-3917-5E41-9AF4-A5C593862E37}"/>
                </a:ext>
              </a:extLst>
            </p:cNvPr>
            <p:cNvSpPr txBox="1">
              <a:spLocks noChangeArrowheads="1"/>
            </p:cNvSpPr>
            <p:nvPr/>
          </p:nvSpPr>
          <p:spPr bwMode="auto">
            <a:xfrm>
              <a:off x="204" y="2115"/>
              <a:ext cx="791" cy="543"/>
            </a:xfrm>
            <a:prstGeom prst="rect">
              <a:avLst/>
            </a:prstGeom>
            <a:solidFill>
              <a:srgbClr val="FFFF99"/>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带宽为</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1 Mb/s </a:t>
              </a:r>
            </a:p>
          </p:txBody>
        </p:sp>
      </p:grpSp>
      <p:grpSp>
        <p:nvGrpSpPr>
          <p:cNvPr id="87074" name="Group 34">
            <a:extLst>
              <a:ext uri="{FF2B5EF4-FFF2-40B4-BE49-F238E27FC236}">
                <a16:creationId xmlns:a16="http://schemas.microsoft.com/office/drawing/2014/main" id="{7D6DE5B8-161A-EC4F-AADA-223F8D06460F}"/>
              </a:ext>
            </a:extLst>
          </p:cNvPr>
          <p:cNvGrpSpPr>
            <a:grpSpLocks/>
          </p:cNvGrpSpPr>
          <p:nvPr/>
        </p:nvGrpSpPr>
        <p:grpSpPr bwMode="auto">
          <a:xfrm>
            <a:off x="1317427" y="3058716"/>
            <a:ext cx="6477000" cy="1295400"/>
            <a:chOff x="204" y="2953"/>
            <a:chExt cx="5440" cy="1088"/>
          </a:xfrm>
        </p:grpSpPr>
        <p:sp>
          <p:nvSpPr>
            <p:cNvPr id="156678" name="Freeform 7">
              <a:extLst>
                <a:ext uri="{FF2B5EF4-FFF2-40B4-BE49-F238E27FC236}">
                  <a16:creationId xmlns:a16="http://schemas.microsoft.com/office/drawing/2014/main" id="{99CD426E-CD18-A34F-82F9-987E61A9C8DA}"/>
                </a:ext>
              </a:extLst>
            </p:cNvPr>
            <p:cNvSpPr>
              <a:spLocks/>
            </p:cNvSpPr>
            <p:nvPr/>
          </p:nvSpPr>
          <p:spPr bwMode="auto">
            <a:xfrm>
              <a:off x="1352" y="3337"/>
              <a:ext cx="2614" cy="392"/>
            </a:xfrm>
            <a:custGeom>
              <a:avLst/>
              <a:gdLst>
                <a:gd name="T0" fmla="*/ 0 w 2256"/>
                <a:gd name="T1" fmla="*/ 408 h 384"/>
                <a:gd name="T2" fmla="*/ 0 w 2256"/>
                <a:gd name="T3" fmla="*/ 0 h 384"/>
                <a:gd name="T4" fmla="*/ 149 w 2256"/>
                <a:gd name="T5" fmla="*/ 0 h 384"/>
                <a:gd name="T6" fmla="*/ 149 w 2256"/>
                <a:gd name="T7" fmla="*/ 408 h 384"/>
                <a:gd name="T8" fmla="*/ 298 w 2256"/>
                <a:gd name="T9" fmla="*/ 408 h 384"/>
                <a:gd name="T10" fmla="*/ 298 w 2256"/>
                <a:gd name="T11" fmla="*/ 0 h 384"/>
                <a:gd name="T12" fmla="*/ 448 w 2256"/>
                <a:gd name="T13" fmla="*/ 0 h 384"/>
                <a:gd name="T14" fmla="*/ 448 w 2256"/>
                <a:gd name="T15" fmla="*/ 408 h 384"/>
                <a:gd name="T16" fmla="*/ 598 w 2256"/>
                <a:gd name="T17" fmla="*/ 408 h 384"/>
                <a:gd name="T18" fmla="*/ 598 w 2256"/>
                <a:gd name="T19" fmla="*/ 0 h 384"/>
                <a:gd name="T20" fmla="*/ 746 w 2256"/>
                <a:gd name="T21" fmla="*/ 0 h 384"/>
                <a:gd name="T22" fmla="*/ 746 w 2256"/>
                <a:gd name="T23" fmla="*/ 408 h 384"/>
                <a:gd name="T24" fmla="*/ 896 w 2256"/>
                <a:gd name="T25" fmla="*/ 408 h 384"/>
                <a:gd name="T26" fmla="*/ 896 w 2256"/>
                <a:gd name="T27" fmla="*/ 0 h 384"/>
                <a:gd name="T28" fmla="*/ 1046 w 2256"/>
                <a:gd name="T29" fmla="*/ 0 h 384"/>
                <a:gd name="T30" fmla="*/ 1046 w 2256"/>
                <a:gd name="T31" fmla="*/ 408 h 384"/>
                <a:gd name="T32" fmla="*/ 1195 w 2256"/>
                <a:gd name="T33" fmla="*/ 408 h 384"/>
                <a:gd name="T34" fmla="*/ 1195 w 2256"/>
                <a:gd name="T35" fmla="*/ 0 h 384"/>
                <a:gd name="T36" fmla="*/ 1344 w 2256"/>
                <a:gd name="T37" fmla="*/ 0 h 384"/>
                <a:gd name="T38" fmla="*/ 1344 w 2256"/>
                <a:gd name="T39" fmla="*/ 408 h 384"/>
                <a:gd name="T40" fmla="*/ 1492 w 2256"/>
                <a:gd name="T41" fmla="*/ 408 h 384"/>
                <a:gd name="T42" fmla="*/ 1492 w 2256"/>
                <a:gd name="T43" fmla="*/ 0 h 384"/>
                <a:gd name="T44" fmla="*/ 1643 w 2256"/>
                <a:gd name="T45" fmla="*/ 0 h 384"/>
                <a:gd name="T46" fmla="*/ 1643 w 2256"/>
                <a:gd name="T47" fmla="*/ 408 h 384"/>
                <a:gd name="T48" fmla="*/ 1792 w 2256"/>
                <a:gd name="T49" fmla="*/ 408 h 384"/>
                <a:gd name="T50" fmla="*/ 1792 w 2256"/>
                <a:gd name="T51" fmla="*/ 0 h 384"/>
                <a:gd name="T52" fmla="*/ 1941 w 2256"/>
                <a:gd name="T53" fmla="*/ 0 h 384"/>
                <a:gd name="T54" fmla="*/ 1941 w 2256"/>
                <a:gd name="T55" fmla="*/ 408 h 384"/>
                <a:gd name="T56" fmla="*/ 2090 w 2256"/>
                <a:gd name="T57" fmla="*/ 408 h 384"/>
                <a:gd name="T58" fmla="*/ 2090 w 2256"/>
                <a:gd name="T59" fmla="*/ 0 h 384"/>
                <a:gd name="T60" fmla="*/ 2241 w 2256"/>
                <a:gd name="T61" fmla="*/ 0 h 384"/>
                <a:gd name="T62" fmla="*/ 2241 w 2256"/>
                <a:gd name="T63" fmla="*/ 408 h 384"/>
                <a:gd name="T64" fmla="*/ 2389 w 2256"/>
                <a:gd name="T65" fmla="*/ 408 h 384"/>
                <a:gd name="T66" fmla="*/ 2389 w 2256"/>
                <a:gd name="T67" fmla="*/ 0 h 384"/>
                <a:gd name="T68" fmla="*/ 2539 w 2256"/>
                <a:gd name="T69" fmla="*/ 0 h 384"/>
                <a:gd name="T70" fmla="*/ 2539 w 2256"/>
                <a:gd name="T71" fmla="*/ 408 h 384"/>
                <a:gd name="T72" fmla="*/ 2688 w 2256"/>
                <a:gd name="T73" fmla="*/ 408 h 384"/>
                <a:gd name="T74" fmla="*/ 2688 w 2256"/>
                <a:gd name="T75" fmla="*/ 0 h 384"/>
                <a:gd name="T76" fmla="*/ 2836 w 2256"/>
                <a:gd name="T77" fmla="*/ 0 h 384"/>
                <a:gd name="T78" fmla="*/ 2836 w 2256"/>
                <a:gd name="T79" fmla="*/ 408 h 384"/>
                <a:gd name="T80" fmla="*/ 3510 w 2256"/>
                <a:gd name="T81" fmla="*/ 408 h 38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256" h="384">
                  <a:moveTo>
                    <a:pt x="0" y="384"/>
                  </a:moveTo>
                  <a:lnTo>
                    <a:pt x="0" y="0"/>
                  </a:lnTo>
                  <a:lnTo>
                    <a:pt x="96" y="0"/>
                  </a:lnTo>
                  <a:lnTo>
                    <a:pt x="96" y="384"/>
                  </a:lnTo>
                  <a:lnTo>
                    <a:pt x="192" y="384"/>
                  </a:lnTo>
                  <a:lnTo>
                    <a:pt x="192" y="0"/>
                  </a:lnTo>
                  <a:lnTo>
                    <a:pt x="288" y="0"/>
                  </a:lnTo>
                  <a:lnTo>
                    <a:pt x="288" y="384"/>
                  </a:lnTo>
                  <a:lnTo>
                    <a:pt x="384" y="384"/>
                  </a:lnTo>
                  <a:lnTo>
                    <a:pt x="384" y="0"/>
                  </a:lnTo>
                  <a:lnTo>
                    <a:pt x="480" y="0"/>
                  </a:lnTo>
                  <a:lnTo>
                    <a:pt x="480" y="384"/>
                  </a:lnTo>
                  <a:lnTo>
                    <a:pt x="576" y="384"/>
                  </a:lnTo>
                  <a:lnTo>
                    <a:pt x="576" y="0"/>
                  </a:lnTo>
                  <a:lnTo>
                    <a:pt x="672" y="0"/>
                  </a:lnTo>
                  <a:lnTo>
                    <a:pt x="672" y="384"/>
                  </a:lnTo>
                  <a:lnTo>
                    <a:pt x="768" y="384"/>
                  </a:lnTo>
                  <a:lnTo>
                    <a:pt x="768" y="0"/>
                  </a:lnTo>
                  <a:lnTo>
                    <a:pt x="864" y="0"/>
                  </a:lnTo>
                  <a:lnTo>
                    <a:pt x="864" y="384"/>
                  </a:lnTo>
                  <a:lnTo>
                    <a:pt x="960" y="384"/>
                  </a:lnTo>
                  <a:lnTo>
                    <a:pt x="960" y="0"/>
                  </a:lnTo>
                  <a:lnTo>
                    <a:pt x="1056" y="0"/>
                  </a:lnTo>
                  <a:lnTo>
                    <a:pt x="1056" y="384"/>
                  </a:lnTo>
                  <a:lnTo>
                    <a:pt x="1152" y="384"/>
                  </a:lnTo>
                  <a:lnTo>
                    <a:pt x="1152" y="0"/>
                  </a:lnTo>
                  <a:lnTo>
                    <a:pt x="1248" y="0"/>
                  </a:lnTo>
                  <a:lnTo>
                    <a:pt x="1248" y="384"/>
                  </a:lnTo>
                  <a:lnTo>
                    <a:pt x="1344" y="384"/>
                  </a:lnTo>
                  <a:lnTo>
                    <a:pt x="1344" y="0"/>
                  </a:lnTo>
                  <a:lnTo>
                    <a:pt x="1440" y="0"/>
                  </a:lnTo>
                  <a:lnTo>
                    <a:pt x="1440" y="384"/>
                  </a:lnTo>
                  <a:lnTo>
                    <a:pt x="1536" y="384"/>
                  </a:lnTo>
                  <a:lnTo>
                    <a:pt x="1536" y="0"/>
                  </a:lnTo>
                  <a:lnTo>
                    <a:pt x="1632" y="0"/>
                  </a:lnTo>
                  <a:lnTo>
                    <a:pt x="1632" y="384"/>
                  </a:lnTo>
                  <a:lnTo>
                    <a:pt x="1728" y="384"/>
                  </a:lnTo>
                  <a:lnTo>
                    <a:pt x="1728" y="0"/>
                  </a:lnTo>
                  <a:lnTo>
                    <a:pt x="1824" y="0"/>
                  </a:lnTo>
                  <a:lnTo>
                    <a:pt x="1824" y="384"/>
                  </a:lnTo>
                  <a:lnTo>
                    <a:pt x="2256"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79" name="Freeform 10">
              <a:extLst>
                <a:ext uri="{FF2B5EF4-FFF2-40B4-BE49-F238E27FC236}">
                  <a16:creationId xmlns:a16="http://schemas.microsoft.com/office/drawing/2014/main" id="{420FD2D3-AC37-8548-B58B-A68E57F2A7EB}"/>
                </a:ext>
              </a:extLst>
            </p:cNvPr>
            <p:cNvSpPr>
              <a:spLocks/>
            </p:cNvSpPr>
            <p:nvPr/>
          </p:nvSpPr>
          <p:spPr bwMode="auto">
            <a:xfrm>
              <a:off x="4245" y="3337"/>
              <a:ext cx="890" cy="392"/>
            </a:xfrm>
            <a:custGeom>
              <a:avLst/>
              <a:gdLst>
                <a:gd name="T0" fmla="*/ 1195 w 768"/>
                <a:gd name="T1" fmla="*/ 408 h 384"/>
                <a:gd name="T2" fmla="*/ 1046 w 768"/>
                <a:gd name="T3" fmla="*/ 408 h 384"/>
                <a:gd name="T4" fmla="*/ 1046 w 768"/>
                <a:gd name="T5" fmla="*/ 0 h 384"/>
                <a:gd name="T6" fmla="*/ 897 w 768"/>
                <a:gd name="T7" fmla="*/ 0 h 384"/>
                <a:gd name="T8" fmla="*/ 897 w 768"/>
                <a:gd name="T9" fmla="*/ 408 h 384"/>
                <a:gd name="T10" fmla="*/ 746 w 768"/>
                <a:gd name="T11" fmla="*/ 408 h 384"/>
                <a:gd name="T12" fmla="*/ 746 w 768"/>
                <a:gd name="T13" fmla="*/ 0 h 384"/>
                <a:gd name="T14" fmla="*/ 598 w 768"/>
                <a:gd name="T15" fmla="*/ 0 h 384"/>
                <a:gd name="T16" fmla="*/ 598 w 768"/>
                <a:gd name="T17" fmla="*/ 408 h 384"/>
                <a:gd name="T18" fmla="*/ 448 w 768"/>
                <a:gd name="T19" fmla="*/ 408 h 384"/>
                <a:gd name="T20" fmla="*/ 448 w 768"/>
                <a:gd name="T21" fmla="*/ 0 h 384"/>
                <a:gd name="T22" fmla="*/ 299 w 768"/>
                <a:gd name="T23" fmla="*/ 0 h 384"/>
                <a:gd name="T24" fmla="*/ 299 w 768"/>
                <a:gd name="T25" fmla="*/ 408 h 384"/>
                <a:gd name="T26" fmla="*/ 0 w 768"/>
                <a:gd name="T27" fmla="*/ 408 h 3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384">
                  <a:moveTo>
                    <a:pt x="768" y="384"/>
                  </a:moveTo>
                  <a:lnTo>
                    <a:pt x="672" y="384"/>
                  </a:lnTo>
                  <a:lnTo>
                    <a:pt x="672" y="0"/>
                  </a:lnTo>
                  <a:lnTo>
                    <a:pt x="576" y="0"/>
                  </a:lnTo>
                  <a:lnTo>
                    <a:pt x="576" y="384"/>
                  </a:lnTo>
                  <a:lnTo>
                    <a:pt x="480" y="384"/>
                  </a:lnTo>
                  <a:lnTo>
                    <a:pt x="480" y="0"/>
                  </a:lnTo>
                  <a:lnTo>
                    <a:pt x="384" y="0"/>
                  </a:lnTo>
                  <a:lnTo>
                    <a:pt x="384" y="384"/>
                  </a:lnTo>
                  <a:lnTo>
                    <a:pt x="288" y="384"/>
                  </a:lnTo>
                  <a:lnTo>
                    <a:pt x="288" y="0"/>
                  </a:lnTo>
                  <a:lnTo>
                    <a:pt x="192" y="0"/>
                  </a:lnTo>
                  <a:lnTo>
                    <a:pt x="192" y="384"/>
                  </a:lnTo>
                  <a:lnTo>
                    <a:pt x="0"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80" name="Line 16">
              <a:extLst>
                <a:ext uri="{FF2B5EF4-FFF2-40B4-BE49-F238E27FC236}">
                  <a16:creationId xmlns:a16="http://schemas.microsoft.com/office/drawing/2014/main" id="{2CAD0A33-0BEC-B940-B110-496ED3B71D45}"/>
                </a:ext>
              </a:extLst>
            </p:cNvPr>
            <p:cNvSpPr>
              <a:spLocks noChangeShapeType="1"/>
            </p:cNvSpPr>
            <p:nvPr/>
          </p:nvSpPr>
          <p:spPr bwMode="auto">
            <a:xfrm>
              <a:off x="1129" y="3533"/>
              <a:ext cx="4340"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81" name="Text Box 17">
              <a:extLst>
                <a:ext uri="{FF2B5EF4-FFF2-40B4-BE49-F238E27FC236}">
                  <a16:creationId xmlns:a16="http://schemas.microsoft.com/office/drawing/2014/main" id="{22187C0B-D0CE-4148-8D42-895BF66A30E0}"/>
                </a:ext>
              </a:extLst>
            </p:cNvPr>
            <p:cNvSpPr txBox="1">
              <a:spLocks noChangeArrowheads="1"/>
            </p:cNvSpPr>
            <p:nvPr/>
          </p:nvSpPr>
          <p:spPr bwMode="auto">
            <a:xfrm>
              <a:off x="5166" y="3271"/>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时间</a:t>
              </a:r>
            </a:p>
          </p:txBody>
        </p:sp>
        <p:sp>
          <p:nvSpPr>
            <p:cNvPr id="156682" name="Line 18">
              <a:extLst>
                <a:ext uri="{FF2B5EF4-FFF2-40B4-BE49-F238E27FC236}">
                  <a16:creationId xmlns:a16="http://schemas.microsoft.com/office/drawing/2014/main" id="{58C1FEA8-991C-7346-8D68-3CE1270AB615}"/>
                </a:ext>
              </a:extLst>
            </p:cNvPr>
            <p:cNvSpPr>
              <a:spLocks noChangeShapeType="1"/>
            </p:cNvSpPr>
            <p:nvPr/>
          </p:nvSpPr>
          <p:spPr bwMode="auto">
            <a:xfrm>
              <a:off x="1352" y="3778"/>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3" name="Line 19">
              <a:extLst>
                <a:ext uri="{FF2B5EF4-FFF2-40B4-BE49-F238E27FC236}">
                  <a16:creationId xmlns:a16="http://schemas.microsoft.com/office/drawing/2014/main" id="{B006BF69-B360-4840-A945-BFA894A694B9}"/>
                </a:ext>
              </a:extLst>
            </p:cNvPr>
            <p:cNvSpPr>
              <a:spLocks noChangeShapeType="1"/>
            </p:cNvSpPr>
            <p:nvPr/>
          </p:nvSpPr>
          <p:spPr bwMode="auto">
            <a:xfrm>
              <a:off x="5135" y="3778"/>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4" name="Line 20">
              <a:extLst>
                <a:ext uri="{FF2B5EF4-FFF2-40B4-BE49-F238E27FC236}">
                  <a16:creationId xmlns:a16="http://schemas.microsoft.com/office/drawing/2014/main" id="{6BAA821D-DE89-2548-B445-21A72E8B2DCF}"/>
                </a:ext>
              </a:extLst>
            </p:cNvPr>
            <p:cNvSpPr>
              <a:spLocks noChangeShapeType="1"/>
            </p:cNvSpPr>
            <p:nvPr/>
          </p:nvSpPr>
          <p:spPr bwMode="auto">
            <a:xfrm>
              <a:off x="1352" y="3900"/>
              <a:ext cx="3783"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85" name="Text Box 21">
              <a:extLst>
                <a:ext uri="{FF2B5EF4-FFF2-40B4-BE49-F238E27FC236}">
                  <a16:creationId xmlns:a16="http://schemas.microsoft.com/office/drawing/2014/main" id="{83D37E61-0057-F54B-987E-1DFAC0F119E0}"/>
                </a:ext>
              </a:extLst>
            </p:cNvPr>
            <p:cNvSpPr txBox="1">
              <a:spLocks noChangeArrowheads="1"/>
            </p:cNvSpPr>
            <p:nvPr/>
          </p:nvSpPr>
          <p:spPr bwMode="auto">
            <a:xfrm>
              <a:off x="2468" y="3770"/>
              <a:ext cx="1483"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每</a:t>
              </a:r>
              <a:r>
                <a:rPr kumimoji="1" lang="zh-CN" altLang="en-US" sz="1500">
                  <a:latin typeface="Arial" panose="020B0604020202020204" pitchFamily="34" charset="0"/>
                  <a:ea typeface="宋体" panose="02010600030101010101" pitchFamily="2" charset="-122"/>
                  <a:sym typeface="Symbol" pitchFamily="2" charset="2"/>
                </a:rPr>
                <a:t>秒</a:t>
              </a:r>
              <a:r>
                <a:rPr kumimoji="1" lang="zh-CN" altLang="en-US" sz="1200">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4</a:t>
              </a:r>
              <a:r>
                <a:rPr kumimoji="1" lang="en-US" altLang="zh-CN" sz="750">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a:t>
              </a:r>
              <a:r>
                <a:rPr kumimoji="1" lang="en-US" altLang="zh-CN" sz="675">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10</a:t>
              </a:r>
              <a:r>
                <a:rPr kumimoji="1" lang="en-US" altLang="zh-CN" sz="1500" baseline="30000">
                  <a:latin typeface="Arial" panose="020B0604020202020204" pitchFamily="34" charset="0"/>
                  <a:ea typeface="宋体" panose="02010600030101010101" pitchFamily="2" charset="-122"/>
                  <a:sym typeface="Symbol" pitchFamily="2" charset="2"/>
                </a:rPr>
                <a:t>6</a:t>
              </a:r>
              <a:r>
                <a:rPr kumimoji="1" lang="en-US" altLang="zh-CN" sz="1050" baseline="30000">
                  <a:latin typeface="Arial" panose="020B0604020202020204" pitchFamily="34" charset="0"/>
                  <a:ea typeface="宋体" panose="02010600030101010101" pitchFamily="2" charset="-122"/>
                  <a:sym typeface="Symbol" pitchFamily="2" charset="2"/>
                </a:rPr>
                <a:t> </a:t>
              </a:r>
              <a:r>
                <a:rPr kumimoji="1" lang="zh-CN" altLang="en-US" sz="1500">
                  <a:latin typeface="Arial" panose="020B0604020202020204" pitchFamily="34" charset="0"/>
                  <a:ea typeface="宋体" panose="02010600030101010101" pitchFamily="2" charset="-122"/>
                  <a:sym typeface="Symbol" pitchFamily="2" charset="2"/>
                </a:rPr>
                <a:t>个比特</a:t>
              </a:r>
              <a:endParaRPr kumimoji="1" lang="zh-CN" altLang="en-US" sz="1500">
                <a:latin typeface="Arial" panose="020B0604020202020204" pitchFamily="34" charset="0"/>
                <a:ea typeface="宋体" panose="02010600030101010101" pitchFamily="2" charset="-122"/>
              </a:endParaRPr>
            </a:p>
          </p:txBody>
        </p:sp>
        <p:sp>
          <p:nvSpPr>
            <p:cNvPr id="156686" name="Line 22">
              <a:extLst>
                <a:ext uri="{FF2B5EF4-FFF2-40B4-BE49-F238E27FC236}">
                  <a16:creationId xmlns:a16="http://schemas.microsoft.com/office/drawing/2014/main" id="{63DC4E37-0A67-8244-8172-8E9B99182EF2}"/>
                </a:ext>
              </a:extLst>
            </p:cNvPr>
            <p:cNvSpPr>
              <a:spLocks noChangeShapeType="1"/>
            </p:cNvSpPr>
            <p:nvPr/>
          </p:nvSpPr>
          <p:spPr bwMode="auto">
            <a:xfrm>
              <a:off x="2242" y="3190"/>
              <a:ext cx="0" cy="9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7" name="Line 23">
              <a:extLst>
                <a:ext uri="{FF2B5EF4-FFF2-40B4-BE49-F238E27FC236}">
                  <a16:creationId xmlns:a16="http://schemas.microsoft.com/office/drawing/2014/main" id="{6CC35200-BC66-6042-AAC2-45B2759EE673}"/>
                </a:ext>
              </a:extLst>
            </p:cNvPr>
            <p:cNvSpPr>
              <a:spLocks noChangeShapeType="1"/>
            </p:cNvSpPr>
            <p:nvPr/>
          </p:nvSpPr>
          <p:spPr bwMode="auto">
            <a:xfrm>
              <a:off x="2353" y="3190"/>
              <a:ext cx="0" cy="9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8" name="Line 24">
              <a:extLst>
                <a:ext uri="{FF2B5EF4-FFF2-40B4-BE49-F238E27FC236}">
                  <a16:creationId xmlns:a16="http://schemas.microsoft.com/office/drawing/2014/main" id="{A4DB95B2-87AF-084A-A7F3-BA226931BCE9}"/>
                </a:ext>
              </a:extLst>
            </p:cNvPr>
            <p:cNvSpPr>
              <a:spLocks noChangeShapeType="1"/>
            </p:cNvSpPr>
            <p:nvPr/>
          </p:nvSpPr>
          <p:spPr bwMode="auto">
            <a:xfrm>
              <a:off x="1963" y="3239"/>
              <a:ext cx="279"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89" name="Line 25">
              <a:extLst>
                <a:ext uri="{FF2B5EF4-FFF2-40B4-BE49-F238E27FC236}">
                  <a16:creationId xmlns:a16="http://schemas.microsoft.com/office/drawing/2014/main" id="{E73D759D-A811-0C46-B1B2-C188D05763A2}"/>
                </a:ext>
              </a:extLst>
            </p:cNvPr>
            <p:cNvSpPr>
              <a:spLocks noChangeShapeType="1"/>
            </p:cNvSpPr>
            <p:nvPr/>
          </p:nvSpPr>
          <p:spPr bwMode="auto">
            <a:xfrm flipH="1">
              <a:off x="2353" y="3239"/>
              <a:ext cx="278"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0" name="Text Box 26">
              <a:extLst>
                <a:ext uri="{FF2B5EF4-FFF2-40B4-BE49-F238E27FC236}">
                  <a16:creationId xmlns:a16="http://schemas.microsoft.com/office/drawing/2014/main" id="{A0D15314-54CE-0A40-BA94-29CC85971FD7}"/>
                </a:ext>
              </a:extLst>
            </p:cNvPr>
            <p:cNvSpPr txBox="1">
              <a:spLocks noChangeArrowheads="1"/>
            </p:cNvSpPr>
            <p:nvPr/>
          </p:nvSpPr>
          <p:spPr bwMode="auto">
            <a:xfrm>
              <a:off x="2074" y="2953"/>
              <a:ext cx="6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0.25 </a:t>
              </a:r>
              <a:r>
                <a:rPr kumimoji="1" lang="en-US" altLang="zh-CN" sz="1500">
                  <a:latin typeface="Arial" panose="020B0604020202020204" pitchFamily="34" charset="0"/>
                  <a:ea typeface="宋体" panose="02010600030101010101" pitchFamily="2" charset="-122"/>
                  <a:sym typeface="Symbol" pitchFamily="2" charset="2"/>
                </a:rPr>
                <a:t>s</a:t>
              </a:r>
              <a:endParaRPr kumimoji="1" lang="en-US" altLang="zh-CN" sz="1500">
                <a:latin typeface="Arial" panose="020B0604020202020204" pitchFamily="34" charset="0"/>
                <a:ea typeface="宋体" panose="02010600030101010101" pitchFamily="2" charset="-122"/>
              </a:endParaRPr>
            </a:p>
          </p:txBody>
        </p:sp>
        <p:sp>
          <p:nvSpPr>
            <p:cNvPr id="156691" name="Text Box 32">
              <a:extLst>
                <a:ext uri="{FF2B5EF4-FFF2-40B4-BE49-F238E27FC236}">
                  <a16:creationId xmlns:a16="http://schemas.microsoft.com/office/drawing/2014/main" id="{A7248D67-E34F-E746-B799-81C7CE01EA7F}"/>
                </a:ext>
              </a:extLst>
            </p:cNvPr>
            <p:cNvSpPr txBox="1">
              <a:spLocks noChangeArrowheads="1"/>
            </p:cNvSpPr>
            <p:nvPr/>
          </p:nvSpPr>
          <p:spPr bwMode="auto">
            <a:xfrm>
              <a:off x="204" y="3269"/>
              <a:ext cx="791" cy="543"/>
            </a:xfrm>
            <a:prstGeom prst="rect">
              <a:avLst/>
            </a:prstGeom>
            <a:solidFill>
              <a:srgbClr val="FFFF99"/>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带宽为</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4 Mb/s </a:t>
              </a:r>
            </a:p>
          </p:txBody>
        </p:sp>
      </p:grpSp>
      <p:sp>
        <p:nvSpPr>
          <p:cNvPr id="156677" name="幻灯片编号占位符 1">
            <a:extLst>
              <a:ext uri="{FF2B5EF4-FFF2-40B4-BE49-F238E27FC236}">
                <a16:creationId xmlns:a16="http://schemas.microsoft.com/office/drawing/2014/main" id="{F7CAD9C6-4FAD-4D42-A365-B7E812B0CE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8645A62-43C8-7D41-AE63-1466FBE007D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685135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7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BEF1DA91-0883-E34B-A9D3-32A28010F43D}"/>
              </a:ext>
            </a:extLst>
          </p:cNvPr>
          <p:cNvSpPr>
            <a:spLocks noGrp="1" noChangeArrowheads="1"/>
          </p:cNvSpPr>
          <p:nvPr>
            <p:ph type="title"/>
          </p:nvPr>
        </p:nvSpPr>
        <p:spPr>
          <a:xfrm>
            <a:off x="206829" y="160735"/>
            <a:ext cx="6957162" cy="590379"/>
          </a:xfrm>
        </p:spPr>
        <p:txBody>
          <a:bodyPr/>
          <a:lstStyle/>
          <a:p>
            <a:pPr eaLnBrk="1" hangingPunct="1"/>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吞吐量</a:t>
            </a:r>
          </a:p>
        </p:txBody>
      </p:sp>
      <p:sp>
        <p:nvSpPr>
          <p:cNvPr id="158722" name="Rectangle 3">
            <a:extLst>
              <a:ext uri="{FF2B5EF4-FFF2-40B4-BE49-F238E27FC236}">
                <a16:creationId xmlns:a16="http://schemas.microsoft.com/office/drawing/2014/main" id="{8D710BB2-995A-9740-9017-C1242B316121}"/>
              </a:ext>
            </a:extLst>
          </p:cNvPr>
          <p:cNvSpPr>
            <a:spLocks noGrp="1" noChangeArrowheads="1"/>
          </p:cNvSpPr>
          <p:nvPr>
            <p:ph type="body" idx="1"/>
          </p:nvPr>
        </p:nvSpPr>
        <p:spPr>
          <a:xfrm>
            <a:off x="206829" y="1004717"/>
            <a:ext cx="8708571" cy="3671888"/>
          </a:xfrm>
        </p:spPr>
        <p:txBody>
          <a:bodyPr/>
          <a:lstStyle/>
          <a:p>
            <a:pPr eaLnBrk="1" hangingPunct="1"/>
            <a:r>
              <a:rPr lang="zh-CN" altLang="en-US" dirty="0">
                <a:solidFill>
                  <a:srgbClr val="CC0000"/>
                </a:solidFill>
                <a:latin typeface="Times New Roman" panose="02020603050405020304" pitchFamily="18" charset="0"/>
                <a:ea typeface="宋体" panose="02010600030101010101" pitchFamily="2" charset="-122"/>
              </a:rPr>
              <a:t>吞吐量</a:t>
            </a:r>
            <a:r>
              <a:rPr lang="en-US" altLang="zh-CN" dirty="0">
                <a:latin typeface="Times New Roman" panose="02020603050405020304" pitchFamily="18" charset="0"/>
                <a:ea typeface="宋体" panose="02010600030101010101" pitchFamily="2" charset="-122"/>
              </a:rPr>
              <a:t>(throughput)</a:t>
            </a:r>
            <a:r>
              <a:rPr lang="zh-CN" altLang="en-US" dirty="0">
                <a:latin typeface="Times New Roman" panose="02020603050405020304" pitchFamily="18" charset="0"/>
                <a:ea typeface="宋体" panose="02010600030101010101" pitchFamily="2" charset="-122"/>
              </a:rPr>
              <a:t>表示在单位时间内通过某个网络（或信道、接口）的数据量。</a:t>
            </a:r>
          </a:p>
          <a:p>
            <a:pPr eaLnBrk="1" hangingPunct="1"/>
            <a:r>
              <a:rPr lang="zh-CN" altLang="en-US" dirty="0">
                <a:latin typeface="Times New Roman" panose="02020603050405020304" pitchFamily="18" charset="0"/>
                <a:ea typeface="宋体" panose="02010600030101010101" pitchFamily="2" charset="-122"/>
              </a:rPr>
              <a:t>吞吐量更经常地用于对现实世界中的网络的一种测量，以便知道实际上到底有多少数据量能够通过网络。</a:t>
            </a:r>
          </a:p>
          <a:p>
            <a:pPr eaLnBrk="1" hangingPunct="1"/>
            <a:r>
              <a:rPr lang="zh-CN" altLang="en-US" dirty="0">
                <a:latin typeface="Times New Roman" panose="02020603050405020304" pitchFamily="18" charset="0"/>
                <a:ea typeface="宋体" panose="02010600030101010101" pitchFamily="2" charset="-122"/>
              </a:rPr>
              <a:t>吞吐量受网络的带宽或网络的额定速率的限制。  </a:t>
            </a:r>
          </a:p>
        </p:txBody>
      </p:sp>
      <p:sp>
        <p:nvSpPr>
          <p:cNvPr id="158723" name="幻灯片编号占位符 1">
            <a:extLst>
              <a:ext uri="{FF2B5EF4-FFF2-40B4-BE49-F238E27FC236}">
                <a16:creationId xmlns:a16="http://schemas.microsoft.com/office/drawing/2014/main" id="{2A426761-DDA1-064F-964C-E1DFA7625C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1B8DE7-EA45-C54E-8BFA-80ED3192823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466711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B35648DD-338E-2147-B677-1FCC8B0C5E4D}"/>
              </a:ext>
            </a:extLst>
          </p:cNvPr>
          <p:cNvSpPr>
            <a:spLocks noGrp="1" noChangeArrowheads="1"/>
          </p:cNvSpPr>
          <p:nvPr>
            <p:ph type="title"/>
          </p:nvPr>
        </p:nvSpPr>
        <p:spPr>
          <a:xfrm>
            <a:off x="195944" y="160736"/>
            <a:ext cx="7184742" cy="534590"/>
          </a:xfrm>
        </p:spPr>
        <p:txBody>
          <a:bodyPr/>
          <a:lstStyle/>
          <a:p>
            <a:pPr eaLnBrk="1" hangingPunct="1"/>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88067" name="Rectangle 3">
            <a:extLst>
              <a:ext uri="{FF2B5EF4-FFF2-40B4-BE49-F238E27FC236}">
                <a16:creationId xmlns:a16="http://schemas.microsoft.com/office/drawing/2014/main" id="{2C5E7F94-41B8-1E45-B875-C27CD2F708A9}"/>
              </a:ext>
            </a:extLst>
          </p:cNvPr>
          <p:cNvSpPr>
            <a:spLocks noGrp="1" noChangeArrowheads="1"/>
          </p:cNvSpPr>
          <p:nvPr>
            <p:ph type="body" idx="1"/>
          </p:nvPr>
        </p:nvSpPr>
        <p:spPr>
          <a:xfrm>
            <a:off x="212272" y="986008"/>
            <a:ext cx="8719456" cy="1574028"/>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发送时延</a:t>
            </a:r>
            <a:r>
              <a:rPr lang="zh-CN" altLang="en-US" dirty="0">
                <a:latin typeface="Times New Roman" panose="02020603050405020304" pitchFamily="18" charset="0"/>
                <a:ea typeface="宋体" panose="02010600030101010101" pitchFamily="2" charset="-122"/>
              </a:rPr>
              <a:t>    发送数据时，数据帧从结点进入到传输媒体所需要的时间。</a:t>
            </a:r>
          </a:p>
          <a:p>
            <a:pPr eaLnBrk="1" hangingPunct="1"/>
            <a:r>
              <a:rPr lang="zh-CN" altLang="en-US" dirty="0">
                <a:latin typeface="Times New Roman" panose="02020603050405020304" pitchFamily="18" charset="0"/>
                <a:ea typeface="宋体" panose="02010600030101010101" pitchFamily="2" charset="-122"/>
              </a:rPr>
              <a:t>也就是从发送数据帧的第一个比特算起，到该帧的最后一个比特发送完毕所需的时间。 </a:t>
            </a:r>
          </a:p>
        </p:txBody>
      </p:sp>
      <p:sp>
        <p:nvSpPr>
          <p:cNvPr id="160771" name="Rectangle 5">
            <a:extLst>
              <a:ext uri="{FF2B5EF4-FFF2-40B4-BE49-F238E27FC236}">
                <a16:creationId xmlns:a16="http://schemas.microsoft.com/office/drawing/2014/main" id="{64ACE808-AA6C-7A4F-AAD6-6728C08C849C}"/>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88081" name="Group 17">
            <a:extLst>
              <a:ext uri="{FF2B5EF4-FFF2-40B4-BE49-F238E27FC236}">
                <a16:creationId xmlns:a16="http://schemas.microsoft.com/office/drawing/2014/main" id="{89A05AA8-25A4-3D47-B7CE-F7AF661E2481}"/>
              </a:ext>
            </a:extLst>
          </p:cNvPr>
          <p:cNvGrpSpPr>
            <a:grpSpLocks/>
          </p:cNvGrpSpPr>
          <p:nvPr/>
        </p:nvGrpSpPr>
        <p:grpSpPr bwMode="auto">
          <a:xfrm>
            <a:off x="2600325" y="3265885"/>
            <a:ext cx="3943350" cy="919163"/>
            <a:chOff x="1574" y="3066"/>
            <a:chExt cx="3211" cy="772"/>
          </a:xfrm>
        </p:grpSpPr>
        <p:sp>
          <p:nvSpPr>
            <p:cNvPr id="160774" name="Rectangle 14">
              <a:extLst>
                <a:ext uri="{FF2B5EF4-FFF2-40B4-BE49-F238E27FC236}">
                  <a16:creationId xmlns:a16="http://schemas.microsoft.com/office/drawing/2014/main" id="{2E8E3FCE-4994-3C49-AE23-E48476836E19}"/>
                </a:ext>
              </a:extLst>
            </p:cNvPr>
            <p:cNvSpPr>
              <a:spLocks noChangeArrowheads="1"/>
            </p:cNvSpPr>
            <p:nvPr/>
          </p:nvSpPr>
          <p:spPr bwMode="auto">
            <a:xfrm>
              <a:off x="1574" y="3066"/>
              <a:ext cx="3211" cy="772"/>
            </a:xfrm>
            <a:prstGeom prst="rect">
              <a:avLst/>
            </a:prstGeom>
            <a:solidFill>
              <a:srgbClr val="FFFF99"/>
            </a:solidFill>
            <a:ln w="76200" cmpd="tri">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0775" name="Text Box 9">
              <a:extLst>
                <a:ext uri="{FF2B5EF4-FFF2-40B4-BE49-F238E27FC236}">
                  <a16:creationId xmlns:a16="http://schemas.microsoft.com/office/drawing/2014/main" id="{1D796053-0547-284A-9E55-C5A2CE960D38}"/>
                </a:ext>
              </a:extLst>
            </p:cNvPr>
            <p:cNvSpPr txBox="1">
              <a:spLocks noChangeArrowheads="1"/>
            </p:cNvSpPr>
            <p:nvPr/>
          </p:nvSpPr>
          <p:spPr bwMode="auto">
            <a:xfrm>
              <a:off x="1688" y="3286"/>
              <a:ext cx="1157"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发送时延 </a:t>
              </a:r>
              <a:r>
                <a:rPr lang="en-US" altLang="zh-CN" sz="1800">
                  <a:latin typeface="Tahoma" panose="020B0604030504040204" pitchFamily="34" charset="0"/>
                  <a:ea typeface="宋体" panose="02010600030101010101" pitchFamily="2" charset="-122"/>
                </a:rPr>
                <a:t>= </a:t>
              </a:r>
            </a:p>
          </p:txBody>
        </p:sp>
        <p:sp>
          <p:nvSpPr>
            <p:cNvPr id="160776" name="Text Box 10">
              <a:extLst>
                <a:ext uri="{FF2B5EF4-FFF2-40B4-BE49-F238E27FC236}">
                  <a16:creationId xmlns:a16="http://schemas.microsoft.com/office/drawing/2014/main" id="{F2DA3A9D-91D7-4D46-A584-459798562C1E}"/>
                </a:ext>
              </a:extLst>
            </p:cNvPr>
            <p:cNvSpPr txBox="1">
              <a:spLocks noChangeArrowheads="1"/>
            </p:cNvSpPr>
            <p:nvPr/>
          </p:nvSpPr>
          <p:spPr bwMode="auto">
            <a:xfrm>
              <a:off x="2789" y="3150"/>
              <a:ext cx="1571"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数据帧长度（</a:t>
              </a:r>
              <a:r>
                <a:rPr lang="en-US" altLang="zh-CN" sz="1800">
                  <a:solidFill>
                    <a:schemeClr val="hlink"/>
                  </a:solidFill>
                  <a:latin typeface="Tahoma" panose="020B0604030504040204" pitchFamily="34" charset="0"/>
                  <a:ea typeface="宋体" panose="02010600030101010101" pitchFamily="2" charset="-122"/>
                </a:rPr>
                <a:t>b</a:t>
              </a:r>
              <a:r>
                <a:rPr lang="zh-CN" altLang="en-US" sz="1800">
                  <a:latin typeface="Tahoma" panose="020B0604030504040204" pitchFamily="34" charset="0"/>
                  <a:ea typeface="宋体" panose="02010600030101010101" pitchFamily="2" charset="-122"/>
                </a:rPr>
                <a:t>）</a:t>
              </a:r>
            </a:p>
          </p:txBody>
        </p:sp>
        <p:sp>
          <p:nvSpPr>
            <p:cNvPr id="160777" name="Text Box 11">
              <a:extLst>
                <a:ext uri="{FF2B5EF4-FFF2-40B4-BE49-F238E27FC236}">
                  <a16:creationId xmlns:a16="http://schemas.microsoft.com/office/drawing/2014/main" id="{B2780797-3997-A941-AB2A-B93DBFC648E2}"/>
                </a:ext>
              </a:extLst>
            </p:cNvPr>
            <p:cNvSpPr txBox="1">
              <a:spLocks noChangeArrowheads="1"/>
            </p:cNvSpPr>
            <p:nvPr/>
          </p:nvSpPr>
          <p:spPr bwMode="auto">
            <a:xfrm>
              <a:off x="2858" y="3467"/>
              <a:ext cx="1538"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发送速率（</a:t>
              </a:r>
              <a:r>
                <a:rPr lang="en-US" altLang="zh-CN" sz="1800">
                  <a:solidFill>
                    <a:schemeClr val="hlink"/>
                  </a:solidFill>
                  <a:latin typeface="Tahoma" panose="020B0604030504040204" pitchFamily="34" charset="0"/>
                  <a:ea typeface="宋体" panose="02010600030101010101" pitchFamily="2" charset="-122"/>
                </a:rPr>
                <a:t>b/s</a:t>
              </a:r>
              <a:r>
                <a:rPr lang="zh-CN" altLang="en-US" sz="1800">
                  <a:latin typeface="Tahoma" panose="020B0604030504040204" pitchFamily="34" charset="0"/>
                  <a:ea typeface="宋体" panose="02010600030101010101" pitchFamily="2" charset="-122"/>
                </a:rPr>
                <a:t>）</a:t>
              </a:r>
            </a:p>
          </p:txBody>
        </p:sp>
        <p:sp>
          <p:nvSpPr>
            <p:cNvPr id="160778" name="Line 12">
              <a:extLst>
                <a:ext uri="{FF2B5EF4-FFF2-40B4-BE49-F238E27FC236}">
                  <a16:creationId xmlns:a16="http://schemas.microsoft.com/office/drawing/2014/main" id="{159572A9-1139-C942-BB5B-9E1D1D868A61}"/>
                </a:ext>
              </a:extLst>
            </p:cNvPr>
            <p:cNvSpPr>
              <a:spLocks noChangeShapeType="1"/>
            </p:cNvSpPr>
            <p:nvPr/>
          </p:nvSpPr>
          <p:spPr bwMode="auto">
            <a:xfrm flipV="1">
              <a:off x="2789" y="3449"/>
              <a:ext cx="1819" cy="1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0773" name="幻灯片编号占位符 1">
            <a:extLst>
              <a:ext uri="{FF2B5EF4-FFF2-40B4-BE49-F238E27FC236}">
                <a16:creationId xmlns:a16="http://schemas.microsoft.com/office/drawing/2014/main" id="{5E466C06-83B4-7747-8815-1855708A378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B000D1-7AB0-2A4F-9245-C459973A170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045277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8081"/>
                                        </p:tgtEl>
                                        <p:attrNameLst>
                                          <p:attrName>style.visibility</p:attrName>
                                        </p:attrNameLst>
                                      </p:cBhvr>
                                      <p:to>
                                        <p:strVal val="visible"/>
                                      </p:to>
                                    </p:set>
                                  </p:childTnLst>
                                </p:cTn>
                              </p:par>
                            </p:childTnLst>
                          </p:cTn>
                        </p:par>
                        <p:par>
                          <p:cTn id="15" fill="hold" nodeType="afterGroup">
                            <p:stCondLst>
                              <p:cond delay="0"/>
                            </p:stCondLst>
                            <p:childTnLst>
                              <p:par>
                                <p:cTn id="16" presetID="6" presetClass="emph" presetSubtype="0" fill="hold" nodeType="afterEffect">
                                  <p:stCondLst>
                                    <p:cond delay="0"/>
                                  </p:stCondLst>
                                  <p:childTnLst>
                                    <p:animScale>
                                      <p:cBhvr>
                                        <p:cTn id="17" dur="1000" fill="hold"/>
                                        <p:tgtEl>
                                          <p:spTgt spid="8808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a:extLst>
              <a:ext uri="{FF2B5EF4-FFF2-40B4-BE49-F238E27FC236}">
                <a16:creationId xmlns:a16="http://schemas.microsoft.com/office/drawing/2014/main" id="{3E9DB7D8-CCEB-CB48-94B4-37C0D3AABC32}"/>
              </a:ext>
            </a:extLst>
          </p:cNvPr>
          <p:cNvSpPr>
            <a:spLocks noGrp="1" noChangeArrowheads="1"/>
          </p:cNvSpPr>
          <p:nvPr>
            <p:ph type="title"/>
          </p:nvPr>
        </p:nvSpPr>
        <p:spPr>
          <a:xfrm>
            <a:off x="185058" y="160736"/>
            <a:ext cx="7195628" cy="676276"/>
          </a:xfrm>
        </p:spPr>
        <p:txBody>
          <a:bodyPr/>
          <a:lstStyle/>
          <a:p>
            <a:pPr eaLnBrk="1" hangingPunct="1"/>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89091" name="Rectangle 3">
            <a:extLst>
              <a:ext uri="{FF2B5EF4-FFF2-40B4-BE49-F238E27FC236}">
                <a16:creationId xmlns:a16="http://schemas.microsoft.com/office/drawing/2014/main" id="{427F5DC5-8735-5C47-BF45-B7DC1FF1DF3E}"/>
              </a:ext>
            </a:extLst>
          </p:cNvPr>
          <p:cNvSpPr>
            <a:spLocks noGrp="1" noChangeArrowheads="1"/>
          </p:cNvSpPr>
          <p:nvPr>
            <p:ph type="body" idx="1"/>
          </p:nvPr>
        </p:nvSpPr>
        <p:spPr>
          <a:xfrm>
            <a:off x="185058" y="1125143"/>
            <a:ext cx="8686799" cy="1226172"/>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传播时延    </a:t>
            </a:r>
            <a:r>
              <a:rPr lang="zh-CN" altLang="en-US" dirty="0">
                <a:latin typeface="Times New Roman" panose="02020603050405020304" pitchFamily="18" charset="0"/>
                <a:ea typeface="宋体" panose="02010600030101010101" pitchFamily="2" charset="-122"/>
              </a:rPr>
              <a:t>电磁波在信道中需要传播一定的距离而花费的时间。 </a:t>
            </a:r>
          </a:p>
          <a:p>
            <a:pPr eaLnBrk="1" hangingPunct="1"/>
            <a:r>
              <a:rPr lang="zh-CN" altLang="en-US" dirty="0">
                <a:latin typeface="Times New Roman" panose="02020603050405020304" pitchFamily="18" charset="0"/>
                <a:ea typeface="宋体" panose="02010600030101010101" pitchFamily="2" charset="-122"/>
              </a:rPr>
              <a:t>信号发送速率和信号在信道上的</a:t>
            </a:r>
            <a:r>
              <a:rPr lang="zh-CN" altLang="en-US" dirty="0">
                <a:solidFill>
                  <a:schemeClr val="hlink"/>
                </a:solidFill>
                <a:latin typeface="Times New Roman" panose="02020603050405020304" pitchFamily="18" charset="0"/>
                <a:ea typeface="宋体" panose="02010600030101010101" pitchFamily="2" charset="-122"/>
              </a:rPr>
              <a:t>传播速率</a:t>
            </a:r>
            <a:r>
              <a:rPr lang="zh-CN" altLang="en-US" dirty="0">
                <a:latin typeface="Times New Roman" panose="02020603050405020304" pitchFamily="18" charset="0"/>
                <a:ea typeface="宋体" panose="02010600030101010101" pitchFamily="2" charset="-122"/>
              </a:rPr>
              <a:t>是完全不同的概念。 </a:t>
            </a:r>
          </a:p>
          <a:p>
            <a:pPr eaLnBrk="1" hangingPunct="1"/>
            <a:endParaRPr lang="zh-CN" altLang="en-US" dirty="0">
              <a:latin typeface="Times New Roman" panose="02020603050405020304" pitchFamily="18" charset="0"/>
              <a:ea typeface="宋体" panose="02010600030101010101" pitchFamily="2" charset="-122"/>
            </a:endParaRPr>
          </a:p>
        </p:txBody>
      </p:sp>
      <p:sp>
        <p:nvSpPr>
          <p:cNvPr id="162819" name="Rectangle 4">
            <a:extLst>
              <a:ext uri="{FF2B5EF4-FFF2-40B4-BE49-F238E27FC236}">
                <a16:creationId xmlns:a16="http://schemas.microsoft.com/office/drawing/2014/main" id="{A61BEB15-4485-CD47-B7CE-66BFC3F6FD73}"/>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89108" name="Group 20">
            <a:extLst>
              <a:ext uri="{FF2B5EF4-FFF2-40B4-BE49-F238E27FC236}">
                <a16:creationId xmlns:a16="http://schemas.microsoft.com/office/drawing/2014/main" id="{C3737C74-13EB-3640-A05B-D3596CFE7230}"/>
              </a:ext>
            </a:extLst>
          </p:cNvPr>
          <p:cNvGrpSpPr>
            <a:grpSpLocks/>
          </p:cNvGrpSpPr>
          <p:nvPr/>
        </p:nvGrpSpPr>
        <p:grpSpPr bwMode="auto">
          <a:xfrm>
            <a:off x="1924730" y="2649142"/>
            <a:ext cx="5122069" cy="919163"/>
            <a:chOff x="1020" y="2840"/>
            <a:chExt cx="4302" cy="772"/>
          </a:xfrm>
        </p:grpSpPr>
        <p:sp>
          <p:nvSpPr>
            <p:cNvPr id="162822" name="Rectangle 7">
              <a:extLst>
                <a:ext uri="{FF2B5EF4-FFF2-40B4-BE49-F238E27FC236}">
                  <a16:creationId xmlns:a16="http://schemas.microsoft.com/office/drawing/2014/main" id="{402E8B8A-B34D-4A4A-BBD3-4A8C3D4475DB}"/>
                </a:ext>
              </a:extLst>
            </p:cNvPr>
            <p:cNvSpPr>
              <a:spLocks noChangeArrowheads="1"/>
            </p:cNvSpPr>
            <p:nvPr/>
          </p:nvSpPr>
          <p:spPr bwMode="auto">
            <a:xfrm>
              <a:off x="1020" y="2840"/>
              <a:ext cx="4264" cy="772"/>
            </a:xfrm>
            <a:prstGeom prst="rect">
              <a:avLst/>
            </a:prstGeom>
            <a:solidFill>
              <a:srgbClr val="FFFF99"/>
            </a:solidFill>
            <a:ln w="76200" cmpd="tri">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2823" name="Text Box 9">
              <a:extLst>
                <a:ext uri="{FF2B5EF4-FFF2-40B4-BE49-F238E27FC236}">
                  <a16:creationId xmlns:a16="http://schemas.microsoft.com/office/drawing/2014/main" id="{C4F1B688-04F8-5D46-915D-8B0F95DAB095}"/>
                </a:ext>
              </a:extLst>
            </p:cNvPr>
            <p:cNvSpPr txBox="1">
              <a:spLocks noChangeArrowheads="1"/>
            </p:cNvSpPr>
            <p:nvPr/>
          </p:nvSpPr>
          <p:spPr bwMode="auto">
            <a:xfrm>
              <a:off x="1134" y="3060"/>
              <a:ext cx="1193"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传播时延 </a:t>
              </a:r>
              <a:r>
                <a:rPr lang="en-US" altLang="zh-CN" sz="1800">
                  <a:latin typeface="Tahoma" panose="020B0604030504040204" pitchFamily="34" charset="0"/>
                  <a:ea typeface="宋体" panose="02010600030101010101" pitchFamily="2" charset="-122"/>
                </a:rPr>
                <a:t>= </a:t>
              </a:r>
            </a:p>
          </p:txBody>
        </p:sp>
        <p:sp>
          <p:nvSpPr>
            <p:cNvPr id="162824" name="Text Box 10">
              <a:extLst>
                <a:ext uri="{FF2B5EF4-FFF2-40B4-BE49-F238E27FC236}">
                  <a16:creationId xmlns:a16="http://schemas.microsoft.com/office/drawing/2014/main" id="{BD6FA459-8BCE-064A-B559-E69ABC535847}"/>
                </a:ext>
              </a:extLst>
            </p:cNvPr>
            <p:cNvSpPr txBox="1">
              <a:spLocks noChangeArrowheads="1"/>
            </p:cNvSpPr>
            <p:nvPr/>
          </p:nvSpPr>
          <p:spPr bwMode="auto">
            <a:xfrm>
              <a:off x="3053" y="2916"/>
              <a:ext cx="1512"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信道长度（</a:t>
              </a:r>
              <a:r>
                <a:rPr lang="zh-CN" altLang="en-US" sz="1800">
                  <a:solidFill>
                    <a:schemeClr val="hlink"/>
                  </a:solidFill>
                  <a:latin typeface="Tahoma" panose="020B0604030504040204" pitchFamily="34" charset="0"/>
                  <a:ea typeface="宋体" panose="02010600030101010101" pitchFamily="2" charset="-122"/>
                </a:rPr>
                <a:t>米</a:t>
              </a:r>
              <a:r>
                <a:rPr lang="zh-CN" altLang="en-US" sz="1800">
                  <a:latin typeface="Tahoma" panose="020B0604030504040204" pitchFamily="34" charset="0"/>
                  <a:ea typeface="宋体" panose="02010600030101010101" pitchFamily="2" charset="-122"/>
                </a:rPr>
                <a:t>）</a:t>
              </a:r>
            </a:p>
          </p:txBody>
        </p:sp>
        <p:sp>
          <p:nvSpPr>
            <p:cNvPr id="162825" name="Text Box 11">
              <a:extLst>
                <a:ext uri="{FF2B5EF4-FFF2-40B4-BE49-F238E27FC236}">
                  <a16:creationId xmlns:a16="http://schemas.microsoft.com/office/drawing/2014/main" id="{68C2C14F-2E62-864C-9096-1B0123835BEF}"/>
                </a:ext>
              </a:extLst>
            </p:cNvPr>
            <p:cNvSpPr txBox="1">
              <a:spLocks noChangeArrowheads="1"/>
            </p:cNvSpPr>
            <p:nvPr/>
          </p:nvSpPr>
          <p:spPr bwMode="auto">
            <a:xfrm>
              <a:off x="2185" y="3241"/>
              <a:ext cx="3137"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信号在信道上的传播速率（</a:t>
              </a:r>
              <a:r>
                <a:rPr lang="zh-CN" altLang="en-US" sz="1800">
                  <a:solidFill>
                    <a:schemeClr val="hlink"/>
                  </a:solidFill>
                  <a:latin typeface="Tahoma" panose="020B0604030504040204" pitchFamily="34" charset="0"/>
                  <a:ea typeface="宋体" panose="02010600030101010101" pitchFamily="2" charset="-122"/>
                </a:rPr>
                <a:t>米</a:t>
              </a:r>
              <a:r>
                <a:rPr lang="en-US" altLang="zh-CN" sz="1800">
                  <a:solidFill>
                    <a:schemeClr val="hlink"/>
                  </a:solidFill>
                  <a:latin typeface="Tahoma" panose="020B0604030504040204" pitchFamily="34" charset="0"/>
                  <a:ea typeface="宋体" panose="02010600030101010101" pitchFamily="2" charset="-122"/>
                </a:rPr>
                <a:t>/</a:t>
              </a:r>
              <a:r>
                <a:rPr lang="zh-CN" altLang="en-US" sz="1800">
                  <a:solidFill>
                    <a:schemeClr val="hlink"/>
                  </a:solidFill>
                  <a:latin typeface="Tahoma" panose="020B0604030504040204" pitchFamily="34" charset="0"/>
                  <a:ea typeface="宋体" panose="02010600030101010101" pitchFamily="2" charset="-122"/>
                </a:rPr>
                <a:t>秒</a:t>
              </a:r>
              <a:r>
                <a:rPr lang="zh-CN" altLang="en-US" sz="1800">
                  <a:latin typeface="Tahoma" panose="020B0604030504040204" pitchFamily="34" charset="0"/>
                  <a:ea typeface="宋体" panose="02010600030101010101" pitchFamily="2" charset="-122"/>
                </a:rPr>
                <a:t>）</a:t>
              </a:r>
            </a:p>
          </p:txBody>
        </p:sp>
        <p:sp>
          <p:nvSpPr>
            <p:cNvPr id="162826" name="Line 12">
              <a:extLst>
                <a:ext uri="{FF2B5EF4-FFF2-40B4-BE49-F238E27FC236}">
                  <a16:creationId xmlns:a16="http://schemas.microsoft.com/office/drawing/2014/main" id="{76A1A7F9-653B-4041-BAF1-D4DA95661633}"/>
                </a:ext>
              </a:extLst>
            </p:cNvPr>
            <p:cNvSpPr>
              <a:spLocks noChangeShapeType="1"/>
            </p:cNvSpPr>
            <p:nvPr/>
          </p:nvSpPr>
          <p:spPr bwMode="auto">
            <a:xfrm>
              <a:off x="2190" y="3233"/>
              <a:ext cx="2913" cy="1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2821" name="幻灯片编号占位符 1">
            <a:extLst>
              <a:ext uri="{FF2B5EF4-FFF2-40B4-BE49-F238E27FC236}">
                <a16:creationId xmlns:a16="http://schemas.microsoft.com/office/drawing/2014/main" id="{6779F93D-587D-F842-A50E-172895A5E5D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9759C91-2254-3B4B-9193-89C8C74C5D8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73051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9108"/>
                                        </p:tgtEl>
                                        <p:attrNameLst>
                                          <p:attrName>style.visibility</p:attrName>
                                        </p:attrNameLst>
                                      </p:cBhvr>
                                      <p:to>
                                        <p:strVal val="visible"/>
                                      </p:to>
                                    </p:set>
                                  </p:childTnLst>
                                </p:cTn>
                              </p:par>
                            </p:childTnLst>
                          </p:cTn>
                        </p:par>
                        <p:par>
                          <p:cTn id="15" fill="hold" nodeType="afterGroup">
                            <p:stCondLst>
                              <p:cond delay="0"/>
                            </p:stCondLst>
                            <p:childTnLst>
                              <p:par>
                                <p:cTn id="16" presetID="6" presetClass="emph" presetSubtype="0" fill="hold" nodeType="afterEffect">
                                  <p:stCondLst>
                                    <p:cond delay="0"/>
                                  </p:stCondLst>
                                  <p:childTnLst>
                                    <p:animScale>
                                      <p:cBhvr>
                                        <p:cTn id="17" dur="1000" fill="hold"/>
                                        <p:tgtEl>
                                          <p:spTgt spid="89108"/>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a:extLst>
              <a:ext uri="{FF2B5EF4-FFF2-40B4-BE49-F238E27FC236}">
                <a16:creationId xmlns:a16="http://schemas.microsoft.com/office/drawing/2014/main" id="{FB1FEC38-B5A7-2949-9EB0-0B1EA4E853ED}"/>
              </a:ext>
            </a:extLst>
          </p:cNvPr>
          <p:cNvSpPr>
            <a:spLocks noGrp="1" noChangeArrowheads="1"/>
          </p:cNvSpPr>
          <p:nvPr>
            <p:ph type="title"/>
          </p:nvPr>
        </p:nvSpPr>
        <p:spPr>
          <a:xfrm>
            <a:off x="185058" y="160735"/>
            <a:ext cx="7195628" cy="601265"/>
          </a:xfrm>
        </p:spPr>
        <p:txBody>
          <a:bodyPr/>
          <a:lstStyle/>
          <a:p>
            <a:pPr eaLnBrk="1" hangingPunct="1"/>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90115" name="Rectangle 3">
            <a:extLst>
              <a:ext uri="{FF2B5EF4-FFF2-40B4-BE49-F238E27FC236}">
                <a16:creationId xmlns:a16="http://schemas.microsoft.com/office/drawing/2014/main" id="{1CD9AB55-6DB9-754F-AEDC-C29C4FCA288C}"/>
              </a:ext>
            </a:extLst>
          </p:cNvPr>
          <p:cNvSpPr>
            <a:spLocks noGrp="1" noChangeArrowheads="1"/>
          </p:cNvSpPr>
          <p:nvPr>
            <p:ph type="body" idx="1"/>
          </p:nvPr>
        </p:nvSpPr>
        <p:spPr>
          <a:xfrm>
            <a:off x="185058" y="992301"/>
            <a:ext cx="8741228" cy="2817699"/>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处理时延    </a:t>
            </a:r>
            <a:r>
              <a:rPr lang="zh-CN" altLang="en-US" dirty="0">
                <a:latin typeface="Times New Roman" panose="02020603050405020304" pitchFamily="18" charset="0"/>
                <a:ea typeface="宋体" panose="02010600030101010101" pitchFamily="2" charset="-122"/>
              </a:rPr>
              <a:t>交换结点为存储转发而进行一些必要的处理所花费的时间。 </a:t>
            </a:r>
          </a:p>
          <a:p>
            <a:pPr eaLnBrk="1" hangingPunct="1"/>
            <a:r>
              <a:rPr lang="zh-CN" altLang="en-US" dirty="0">
                <a:solidFill>
                  <a:schemeClr val="hlink"/>
                </a:solidFill>
                <a:latin typeface="Times New Roman" panose="02020603050405020304" pitchFamily="18" charset="0"/>
                <a:ea typeface="宋体" panose="02010600030101010101" pitchFamily="2" charset="-122"/>
              </a:rPr>
              <a:t>排队时延    </a:t>
            </a:r>
            <a:r>
              <a:rPr lang="zh-CN" altLang="en-US" dirty="0">
                <a:latin typeface="Times New Roman" panose="02020603050405020304" pitchFamily="18" charset="0"/>
                <a:ea typeface="宋体" panose="02010600030101010101" pitchFamily="2" charset="-122"/>
              </a:rPr>
              <a:t>结点缓存队列中分组</a:t>
            </a:r>
            <a:r>
              <a:rPr lang="zh-CN" altLang="en-US" dirty="0">
                <a:solidFill>
                  <a:schemeClr val="hlink"/>
                </a:solidFill>
                <a:latin typeface="Times New Roman" panose="02020603050405020304" pitchFamily="18" charset="0"/>
                <a:ea typeface="宋体" panose="02010600030101010101" pitchFamily="2" charset="-122"/>
              </a:rPr>
              <a:t>排队</a:t>
            </a:r>
            <a:r>
              <a:rPr lang="zh-CN" altLang="en-US" dirty="0">
                <a:latin typeface="Times New Roman" panose="02020603050405020304" pitchFamily="18" charset="0"/>
                <a:ea typeface="宋体" panose="02010600030101010101" pitchFamily="2" charset="-122"/>
              </a:rPr>
              <a:t>所经历的时延。</a:t>
            </a:r>
          </a:p>
          <a:p>
            <a:pPr eaLnBrk="1" hangingPunct="1"/>
            <a:r>
              <a:rPr lang="zh-CN" altLang="en-US" dirty="0">
                <a:latin typeface="Times New Roman" panose="02020603050405020304" pitchFamily="18" charset="0"/>
                <a:ea typeface="宋体" panose="02010600030101010101" pitchFamily="2" charset="-122"/>
              </a:rPr>
              <a:t>排队时延的长短往往取决于网络中</a:t>
            </a:r>
            <a:r>
              <a:rPr lang="zh-CN" altLang="en-US" dirty="0">
                <a:solidFill>
                  <a:schemeClr val="hlink"/>
                </a:solidFill>
                <a:latin typeface="Times New Roman" panose="02020603050405020304" pitchFamily="18" charset="0"/>
                <a:ea typeface="宋体" panose="02010600030101010101" pitchFamily="2" charset="-122"/>
              </a:rPr>
              <a:t>当时的通信量</a:t>
            </a:r>
            <a:r>
              <a:rPr lang="zh-CN" altLang="en-US" dirty="0">
                <a:latin typeface="Times New Roman" panose="02020603050405020304" pitchFamily="18" charset="0"/>
                <a:ea typeface="宋体" panose="02010600030101010101" pitchFamily="2" charset="-122"/>
              </a:rPr>
              <a:t>。</a:t>
            </a:r>
          </a:p>
        </p:txBody>
      </p:sp>
      <p:sp>
        <p:nvSpPr>
          <p:cNvPr id="164867" name="Rectangle 4">
            <a:extLst>
              <a:ext uri="{FF2B5EF4-FFF2-40B4-BE49-F238E27FC236}">
                <a16:creationId xmlns:a16="http://schemas.microsoft.com/office/drawing/2014/main" id="{C78050FB-A6DA-3D40-B08C-D00A2ED795E6}"/>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4868" name="幻灯片编号占位符 1">
            <a:extLst>
              <a:ext uri="{FF2B5EF4-FFF2-40B4-BE49-F238E27FC236}">
                <a16:creationId xmlns:a16="http://schemas.microsoft.com/office/drawing/2014/main" id="{F2C72B6A-F04A-9A44-AE02-13245D83FFD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5FBB5E4-FF09-0142-9F94-E5F9B6A2392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898079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1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1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53F6E299-F1F1-C943-AC9D-604D406211B9}"/>
              </a:ext>
            </a:extLst>
          </p:cNvPr>
          <p:cNvSpPr>
            <a:spLocks noGrp="1" noChangeArrowheads="1"/>
          </p:cNvSpPr>
          <p:nvPr>
            <p:ph type="title"/>
          </p:nvPr>
        </p:nvSpPr>
        <p:spPr>
          <a:xfrm>
            <a:off x="195944" y="160736"/>
            <a:ext cx="7184742" cy="602458"/>
          </a:xfrm>
        </p:spPr>
        <p:txBody>
          <a:bodyPr/>
          <a:lstStyle/>
          <a:p>
            <a:pPr eaLnBrk="1" hangingPunct="1"/>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91139" name="Rectangle 3">
            <a:extLst>
              <a:ext uri="{FF2B5EF4-FFF2-40B4-BE49-F238E27FC236}">
                <a16:creationId xmlns:a16="http://schemas.microsoft.com/office/drawing/2014/main" id="{0E3D5A0A-EADE-704B-BDCB-9CF756BD1DFB}"/>
              </a:ext>
            </a:extLst>
          </p:cNvPr>
          <p:cNvSpPr>
            <a:spLocks noGrp="1" noChangeArrowheads="1"/>
          </p:cNvSpPr>
          <p:nvPr>
            <p:ph type="body" idx="1"/>
          </p:nvPr>
        </p:nvSpPr>
        <p:spPr>
          <a:xfrm>
            <a:off x="195944" y="968830"/>
            <a:ext cx="8708570" cy="1549344"/>
          </a:xfrm>
        </p:spPr>
        <p:txBody>
          <a:bodyPr/>
          <a:lstStyle/>
          <a:p>
            <a:pPr eaLnBrk="1" hangingPunct="1"/>
            <a:r>
              <a:rPr lang="zh-CN" altLang="en-US" dirty="0">
                <a:latin typeface="Times New Roman" panose="02020603050405020304" pitchFamily="18" charset="0"/>
                <a:ea typeface="宋体" panose="02010600030101010101" pitchFamily="2" charset="-122"/>
              </a:rPr>
              <a:t>数据经历的总时延就是发送时延、传播时延、处理时延和排队时延之和： </a:t>
            </a:r>
          </a:p>
          <a:p>
            <a:pPr eaLnBrk="1" hangingPunct="1"/>
            <a:endParaRPr lang="zh-CN" altLang="en-US" dirty="0">
              <a:latin typeface="Times New Roman" panose="02020603050405020304" pitchFamily="18" charset="0"/>
              <a:ea typeface="宋体" panose="02010600030101010101" pitchFamily="2" charset="-122"/>
            </a:endParaRPr>
          </a:p>
        </p:txBody>
      </p:sp>
      <p:sp>
        <p:nvSpPr>
          <p:cNvPr id="166915" name="Rectangle 4">
            <a:extLst>
              <a:ext uri="{FF2B5EF4-FFF2-40B4-BE49-F238E27FC236}">
                <a16:creationId xmlns:a16="http://schemas.microsoft.com/office/drawing/2014/main" id="{19A904C0-B0BA-2342-A347-E55947EC2615}"/>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1142" name="Text Box 6">
            <a:extLst>
              <a:ext uri="{FF2B5EF4-FFF2-40B4-BE49-F238E27FC236}">
                <a16:creationId xmlns:a16="http://schemas.microsoft.com/office/drawing/2014/main" id="{E08D68EB-88E2-DD47-948A-A9175225C50A}"/>
              </a:ext>
            </a:extLst>
          </p:cNvPr>
          <p:cNvSpPr txBox="1">
            <a:spLocks noChangeArrowheads="1"/>
          </p:cNvSpPr>
          <p:nvPr/>
        </p:nvSpPr>
        <p:spPr bwMode="auto">
          <a:xfrm>
            <a:off x="1016972" y="2571750"/>
            <a:ext cx="7092886" cy="461665"/>
          </a:xfrm>
          <a:prstGeom prst="rect">
            <a:avLst/>
          </a:prstGeom>
          <a:solidFill>
            <a:srgbClr val="FFFF99"/>
          </a:solidFill>
          <a:ln w="9525">
            <a:solidFill>
              <a:srgbClr val="000000"/>
            </a:solidFill>
            <a:miter lim="800000"/>
            <a:headEnd/>
            <a:tailEnd/>
          </a:ln>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dirty="0">
                <a:latin typeface="Tahoma" panose="020B0604030504040204" pitchFamily="34" charset="0"/>
                <a:ea typeface="宋体" panose="02010600030101010101" pitchFamily="2" charset="-122"/>
              </a:rPr>
              <a:t>总时延 </a:t>
            </a:r>
            <a:r>
              <a:rPr lang="en-US" altLang="zh-CN" sz="2400" dirty="0">
                <a:latin typeface="Tahoma" panose="020B0604030504040204" pitchFamily="34" charset="0"/>
                <a:ea typeface="宋体" panose="02010600030101010101" pitchFamily="2" charset="-122"/>
              </a:rPr>
              <a:t>= </a:t>
            </a:r>
            <a:r>
              <a:rPr lang="zh-CN" altLang="en-US" sz="2400" dirty="0">
                <a:latin typeface="Tahoma" panose="020B0604030504040204" pitchFamily="34" charset="0"/>
                <a:ea typeface="宋体" panose="02010600030101010101" pitchFamily="2" charset="-122"/>
              </a:rPr>
              <a:t>发送时延</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传播时延</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处理时延</a:t>
            </a:r>
            <a:r>
              <a:rPr lang="en-US" altLang="zh-CN" sz="2400" dirty="0">
                <a:latin typeface="Tahoma" panose="020B0604030504040204" pitchFamily="34" charset="0"/>
                <a:ea typeface="宋体" panose="02010600030101010101" pitchFamily="2" charset="-122"/>
              </a:rPr>
              <a:t>+</a:t>
            </a:r>
            <a:r>
              <a:rPr lang="zh-CN" altLang="en-US" sz="2400" dirty="0">
                <a:latin typeface="黑体" panose="02010609060101010101" pitchFamily="49" charset="-122"/>
                <a:ea typeface="宋体" panose="02010600030101010101" pitchFamily="2" charset="-122"/>
              </a:rPr>
              <a:t>排队时延</a:t>
            </a:r>
          </a:p>
        </p:txBody>
      </p:sp>
      <p:sp>
        <p:nvSpPr>
          <p:cNvPr id="166917" name="幻灯片编号占位符 1">
            <a:extLst>
              <a:ext uri="{FF2B5EF4-FFF2-40B4-BE49-F238E27FC236}">
                <a16:creationId xmlns:a16="http://schemas.microsoft.com/office/drawing/2014/main" id="{BE833B97-5CBF-A54F-B60A-C9F3C202B0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D1D35B4-91F1-E34B-831A-672E44F646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084109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142"/>
                                        </p:tgtEl>
                                        <p:attrNameLst>
                                          <p:attrName>style.visibility</p:attrName>
                                        </p:attrNameLst>
                                      </p:cBhvr>
                                      <p:to>
                                        <p:strVal val="visible"/>
                                      </p:to>
                                    </p:set>
                                  </p:childTnLst>
                                </p:cTn>
                              </p:par>
                            </p:childTnLst>
                          </p:cTn>
                        </p:par>
                        <p:par>
                          <p:cTn id="11" fill="hold" nodeType="afterGroup">
                            <p:stCondLst>
                              <p:cond delay="0"/>
                            </p:stCondLst>
                            <p:childTnLst>
                              <p:par>
                                <p:cTn id="12" presetID="6" presetClass="emph" presetSubtype="0" fill="hold" grpId="1" nodeType="afterEffect">
                                  <p:stCondLst>
                                    <p:cond delay="0"/>
                                  </p:stCondLst>
                                  <p:childTnLst>
                                    <p:animScale>
                                      <p:cBhvr>
                                        <p:cTn id="13" dur="1000" fill="hold"/>
                                        <p:tgtEl>
                                          <p:spTgt spid="9114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P spid="91142" grpId="0" animBg="1"/>
      <p:bldP spid="91142"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a:extLst>
              <a:ext uri="{FF2B5EF4-FFF2-40B4-BE49-F238E27FC236}">
                <a16:creationId xmlns:a16="http://schemas.microsoft.com/office/drawing/2014/main" id="{E4E73A04-D53F-9241-9903-AC028CCE5FFC}"/>
              </a:ext>
            </a:extLst>
          </p:cNvPr>
          <p:cNvSpPr>
            <a:spLocks noGrp="1" noChangeArrowheads="1"/>
          </p:cNvSpPr>
          <p:nvPr>
            <p:ph type="title"/>
          </p:nvPr>
        </p:nvSpPr>
        <p:spPr>
          <a:xfrm>
            <a:off x="163287" y="172005"/>
            <a:ext cx="7260092" cy="578645"/>
          </a:xfrm>
        </p:spPr>
        <p:txBody>
          <a:bodyPr/>
          <a:lstStyle/>
          <a:p>
            <a:pPr eaLnBrk="1" hangingPunct="1"/>
            <a:r>
              <a:rPr lang="zh-CN" altLang="en-US" dirty="0">
                <a:latin typeface="Times New Roman" panose="02020603050405020304" pitchFamily="18" charset="0"/>
                <a:ea typeface="宋体" panose="02010600030101010101" pitchFamily="2" charset="-122"/>
              </a:rPr>
              <a:t>四种时延所产生的地方 </a:t>
            </a:r>
          </a:p>
        </p:txBody>
      </p:sp>
      <p:sp>
        <p:nvSpPr>
          <p:cNvPr id="168962" name="Rectangle 4">
            <a:extLst>
              <a:ext uri="{FF2B5EF4-FFF2-40B4-BE49-F238E27FC236}">
                <a16:creationId xmlns:a16="http://schemas.microsoft.com/office/drawing/2014/main" id="{54D70D82-0E5E-A14E-97C8-6DA64C71E4EE}"/>
              </a:ext>
            </a:extLst>
          </p:cNvPr>
          <p:cNvSpPr>
            <a:spLocks noChangeArrowheads="1"/>
          </p:cNvSpPr>
          <p:nvPr/>
        </p:nvSpPr>
        <p:spPr bwMode="auto">
          <a:xfrm>
            <a:off x="1223963"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3" name="Rectangle 7">
            <a:extLst>
              <a:ext uri="{FF2B5EF4-FFF2-40B4-BE49-F238E27FC236}">
                <a16:creationId xmlns:a16="http://schemas.microsoft.com/office/drawing/2014/main" id="{4E6E592B-96F5-0347-A707-C93F50CB846D}"/>
              </a:ext>
            </a:extLst>
          </p:cNvPr>
          <p:cNvSpPr>
            <a:spLocks noChangeArrowheads="1"/>
          </p:cNvSpPr>
          <p:nvPr/>
        </p:nvSpPr>
        <p:spPr bwMode="auto">
          <a:xfrm>
            <a:off x="2745582" y="3526632"/>
            <a:ext cx="4142185" cy="198835"/>
          </a:xfrm>
          <a:prstGeom prst="rect">
            <a:avLst/>
          </a:prstGeom>
          <a:gradFill rotWithShape="1">
            <a:gsLst>
              <a:gs pos="0">
                <a:srgbClr val="313131"/>
              </a:gs>
              <a:gs pos="50000">
                <a:srgbClr val="B2B2B2"/>
              </a:gs>
              <a:gs pos="100000">
                <a:srgbClr val="313131"/>
              </a:gs>
            </a:gsLst>
            <a:lin ang="5400000" scaled="1"/>
          </a:gra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4" name="Oval 9">
            <a:extLst>
              <a:ext uri="{FF2B5EF4-FFF2-40B4-BE49-F238E27FC236}">
                <a16:creationId xmlns:a16="http://schemas.microsoft.com/office/drawing/2014/main" id="{AFBBBF0F-701D-6E43-BB6B-62168145B21C}"/>
              </a:ext>
            </a:extLst>
          </p:cNvPr>
          <p:cNvSpPr>
            <a:spLocks noChangeArrowheads="1"/>
          </p:cNvSpPr>
          <p:nvPr/>
        </p:nvSpPr>
        <p:spPr bwMode="auto">
          <a:xfrm>
            <a:off x="1794272" y="3126582"/>
            <a:ext cx="1019175" cy="998935"/>
          </a:xfrm>
          <a:prstGeom prst="ellipse">
            <a:avLst/>
          </a:prstGeom>
          <a:gradFill rotWithShape="1">
            <a:gsLst>
              <a:gs pos="0">
                <a:srgbClr val="FFFF99"/>
              </a:gs>
              <a:gs pos="100000">
                <a:srgbClr val="B2B26B"/>
              </a:gs>
            </a:gsLst>
            <a:path path="shape">
              <a:fillToRect l="50000" t="50000" r="50000" b="50000"/>
            </a:path>
          </a:gra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5" name="Oval 10">
            <a:extLst>
              <a:ext uri="{FF2B5EF4-FFF2-40B4-BE49-F238E27FC236}">
                <a16:creationId xmlns:a16="http://schemas.microsoft.com/office/drawing/2014/main" id="{A16D49D0-FB22-CE4F-96CB-CAC52A9BFB37}"/>
              </a:ext>
            </a:extLst>
          </p:cNvPr>
          <p:cNvSpPr>
            <a:spLocks noChangeArrowheads="1"/>
          </p:cNvSpPr>
          <p:nvPr/>
        </p:nvSpPr>
        <p:spPr bwMode="auto">
          <a:xfrm>
            <a:off x="6819900" y="3126582"/>
            <a:ext cx="1019175" cy="998935"/>
          </a:xfrm>
          <a:prstGeom prst="ellipse">
            <a:avLst/>
          </a:prstGeom>
          <a:gradFill rotWithShape="1">
            <a:gsLst>
              <a:gs pos="0">
                <a:srgbClr val="FFFF99"/>
              </a:gs>
              <a:gs pos="100000">
                <a:srgbClr val="AAAA66"/>
              </a:gs>
            </a:gsLst>
            <a:path path="shape">
              <a:fillToRect l="50000" t="50000" r="50000" b="50000"/>
            </a:path>
          </a:gra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168966" name="Group 11">
            <a:extLst>
              <a:ext uri="{FF2B5EF4-FFF2-40B4-BE49-F238E27FC236}">
                <a16:creationId xmlns:a16="http://schemas.microsoft.com/office/drawing/2014/main" id="{D13FEAAD-E223-3341-ADD7-96CA7869D894}"/>
              </a:ext>
            </a:extLst>
          </p:cNvPr>
          <p:cNvGrpSpPr>
            <a:grpSpLocks/>
          </p:cNvGrpSpPr>
          <p:nvPr/>
        </p:nvGrpSpPr>
        <p:grpSpPr bwMode="auto">
          <a:xfrm>
            <a:off x="2065735" y="3432573"/>
            <a:ext cx="542925" cy="344090"/>
            <a:chOff x="1567" y="1056"/>
            <a:chExt cx="384" cy="336"/>
          </a:xfrm>
        </p:grpSpPr>
        <p:sp>
          <p:nvSpPr>
            <p:cNvPr id="168991" name="Rectangle 12">
              <a:extLst>
                <a:ext uri="{FF2B5EF4-FFF2-40B4-BE49-F238E27FC236}">
                  <a16:creationId xmlns:a16="http://schemas.microsoft.com/office/drawing/2014/main" id="{EF6B843A-CF93-5B4C-9AF5-CD4A1BF0B5BB}"/>
                </a:ext>
              </a:extLst>
            </p:cNvPr>
            <p:cNvSpPr>
              <a:spLocks noChangeArrowheads="1"/>
            </p:cNvSpPr>
            <p:nvPr/>
          </p:nvSpPr>
          <p:spPr bwMode="auto">
            <a:xfrm>
              <a:off x="1663" y="1056"/>
              <a:ext cx="288" cy="336"/>
            </a:xfrm>
            <a:prstGeom prst="rect">
              <a:avLst/>
            </a:prstGeom>
            <a:solidFill>
              <a:srgbClr val="99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92" name="Freeform 13">
              <a:extLst>
                <a:ext uri="{FF2B5EF4-FFF2-40B4-BE49-F238E27FC236}">
                  <a16:creationId xmlns:a16="http://schemas.microsoft.com/office/drawing/2014/main" id="{98B42036-9F3A-EB4D-9BE9-D9B48930B9C1}"/>
                </a:ext>
              </a:extLst>
            </p:cNvPr>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336">
                  <a:moveTo>
                    <a:pt x="0" y="0"/>
                  </a:moveTo>
                  <a:lnTo>
                    <a:pt x="384" y="0"/>
                  </a:lnTo>
                  <a:lnTo>
                    <a:pt x="384" y="336"/>
                  </a:lnTo>
                  <a:lnTo>
                    <a:pt x="0" y="336"/>
                  </a:lnTo>
                </a:path>
              </a:pathLst>
            </a:custGeom>
            <a:noFill/>
            <a:ln w="28575" cmpd="sng">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993" name="Line 14">
              <a:extLst>
                <a:ext uri="{FF2B5EF4-FFF2-40B4-BE49-F238E27FC236}">
                  <a16:creationId xmlns:a16="http://schemas.microsoft.com/office/drawing/2014/main" id="{E47E17AD-C4A8-9548-81FE-132625374860}"/>
                </a:ext>
              </a:extLst>
            </p:cNvPr>
            <p:cNvSpPr>
              <a:spLocks noChangeShapeType="1"/>
            </p:cNvSpPr>
            <p:nvPr/>
          </p:nvSpPr>
          <p:spPr bwMode="auto">
            <a:xfrm>
              <a:off x="1855" y="1056"/>
              <a:ext cx="0" cy="33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94" name="Line 15">
              <a:extLst>
                <a:ext uri="{FF2B5EF4-FFF2-40B4-BE49-F238E27FC236}">
                  <a16:creationId xmlns:a16="http://schemas.microsoft.com/office/drawing/2014/main" id="{CB8C4859-9D04-704A-9B6F-91036F50CAF5}"/>
                </a:ext>
              </a:extLst>
            </p:cNvPr>
            <p:cNvSpPr>
              <a:spLocks noChangeShapeType="1"/>
            </p:cNvSpPr>
            <p:nvPr/>
          </p:nvSpPr>
          <p:spPr bwMode="auto">
            <a:xfrm>
              <a:off x="1759" y="1056"/>
              <a:ext cx="0" cy="33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95" name="Line 16">
              <a:extLst>
                <a:ext uri="{FF2B5EF4-FFF2-40B4-BE49-F238E27FC236}">
                  <a16:creationId xmlns:a16="http://schemas.microsoft.com/office/drawing/2014/main" id="{919636E9-E7DD-BA4C-8DF9-52B1DF85B869}"/>
                </a:ext>
              </a:extLst>
            </p:cNvPr>
            <p:cNvSpPr>
              <a:spLocks noChangeShapeType="1"/>
            </p:cNvSpPr>
            <p:nvPr/>
          </p:nvSpPr>
          <p:spPr bwMode="auto">
            <a:xfrm>
              <a:off x="1663" y="1056"/>
              <a:ext cx="0" cy="33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8967" name="Line 17">
            <a:extLst>
              <a:ext uri="{FF2B5EF4-FFF2-40B4-BE49-F238E27FC236}">
                <a16:creationId xmlns:a16="http://schemas.microsoft.com/office/drawing/2014/main" id="{61ACF6C0-888E-CA4D-A162-D10F8EAA2414}"/>
              </a:ext>
            </a:extLst>
          </p:cNvPr>
          <p:cNvSpPr>
            <a:spLocks noChangeShapeType="1"/>
          </p:cNvSpPr>
          <p:nvPr/>
        </p:nvSpPr>
        <p:spPr bwMode="auto">
          <a:xfrm>
            <a:off x="2605088" y="3617119"/>
            <a:ext cx="203597" cy="476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68" name="Rectangle 18">
            <a:extLst>
              <a:ext uri="{FF2B5EF4-FFF2-40B4-BE49-F238E27FC236}">
                <a16:creationId xmlns:a16="http://schemas.microsoft.com/office/drawing/2014/main" id="{4C18D4A5-C68A-3D4E-98D1-BDE24254891E}"/>
              </a:ext>
            </a:extLst>
          </p:cNvPr>
          <p:cNvSpPr>
            <a:spLocks noChangeArrowheads="1"/>
          </p:cNvSpPr>
          <p:nvPr/>
        </p:nvSpPr>
        <p:spPr bwMode="auto">
          <a:xfrm>
            <a:off x="2651522" y="3546873"/>
            <a:ext cx="127397" cy="145256"/>
          </a:xfrm>
          <a:prstGeom prst="rect">
            <a:avLst/>
          </a:prstGeom>
          <a:solidFill>
            <a:schemeClr val="hlink"/>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9" name="AutoShape 21">
            <a:extLst>
              <a:ext uri="{FF2B5EF4-FFF2-40B4-BE49-F238E27FC236}">
                <a16:creationId xmlns:a16="http://schemas.microsoft.com/office/drawing/2014/main" id="{C2B66487-69B0-3C4B-9DE9-268369E36955}"/>
              </a:ext>
            </a:extLst>
          </p:cNvPr>
          <p:cNvSpPr>
            <a:spLocks noChangeArrowheads="1"/>
          </p:cNvSpPr>
          <p:nvPr/>
        </p:nvSpPr>
        <p:spPr bwMode="auto">
          <a:xfrm>
            <a:off x="3220641" y="3565922"/>
            <a:ext cx="950119" cy="133350"/>
          </a:xfrm>
          <a:prstGeom prst="rightArrow">
            <a:avLst>
              <a:gd name="adj1" fmla="val 50000"/>
              <a:gd name="adj2" fmla="val 178125"/>
            </a:avLst>
          </a:prstGeom>
          <a:solidFill>
            <a:srgbClr val="00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70" name="AutoShape 26">
            <a:extLst>
              <a:ext uri="{FF2B5EF4-FFF2-40B4-BE49-F238E27FC236}">
                <a16:creationId xmlns:a16="http://schemas.microsoft.com/office/drawing/2014/main" id="{78C987D2-B84C-F242-9266-04270F225BAF}"/>
              </a:ext>
            </a:extLst>
          </p:cNvPr>
          <p:cNvSpPr>
            <a:spLocks noChangeArrowheads="1"/>
          </p:cNvSpPr>
          <p:nvPr/>
        </p:nvSpPr>
        <p:spPr bwMode="auto">
          <a:xfrm>
            <a:off x="1247775" y="3565922"/>
            <a:ext cx="951310" cy="133350"/>
          </a:xfrm>
          <a:prstGeom prst="rightArrow">
            <a:avLst>
              <a:gd name="adj1" fmla="val 50000"/>
              <a:gd name="adj2" fmla="val 178348"/>
            </a:avLst>
          </a:prstGeom>
          <a:solidFill>
            <a:srgbClr val="00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71" name="AutoShape 27">
            <a:extLst>
              <a:ext uri="{FF2B5EF4-FFF2-40B4-BE49-F238E27FC236}">
                <a16:creationId xmlns:a16="http://schemas.microsoft.com/office/drawing/2014/main" id="{DEECFA90-167D-0F49-8D4B-38C98F580F17}"/>
              </a:ext>
            </a:extLst>
          </p:cNvPr>
          <p:cNvSpPr>
            <a:spLocks noChangeArrowheads="1"/>
          </p:cNvSpPr>
          <p:nvPr/>
        </p:nvSpPr>
        <p:spPr bwMode="auto">
          <a:xfrm>
            <a:off x="6066235" y="3559969"/>
            <a:ext cx="950119" cy="132160"/>
          </a:xfrm>
          <a:prstGeom prst="rightArrow">
            <a:avLst>
              <a:gd name="adj1" fmla="val 50000"/>
              <a:gd name="adj2" fmla="val 179729"/>
            </a:avLst>
          </a:prstGeom>
          <a:solidFill>
            <a:srgbClr val="00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72" name="Text Box 28">
            <a:extLst>
              <a:ext uri="{FF2B5EF4-FFF2-40B4-BE49-F238E27FC236}">
                <a16:creationId xmlns:a16="http://schemas.microsoft.com/office/drawing/2014/main" id="{565DE420-6B05-8944-882A-7921567F2B70}"/>
              </a:ext>
            </a:extLst>
          </p:cNvPr>
          <p:cNvSpPr txBox="1">
            <a:spLocks noChangeArrowheads="1"/>
          </p:cNvSpPr>
          <p:nvPr/>
        </p:nvSpPr>
        <p:spPr bwMode="auto">
          <a:xfrm>
            <a:off x="4188619" y="3483769"/>
            <a:ext cx="12538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1 0 1 1 0 0 1</a:t>
            </a:r>
          </a:p>
        </p:txBody>
      </p:sp>
      <p:sp>
        <p:nvSpPr>
          <p:cNvPr id="168973" name="Text Box 29">
            <a:extLst>
              <a:ext uri="{FF2B5EF4-FFF2-40B4-BE49-F238E27FC236}">
                <a16:creationId xmlns:a16="http://schemas.microsoft.com/office/drawing/2014/main" id="{B00C492E-62F7-6945-B40E-D073CA9CBAFF}"/>
              </a:ext>
            </a:extLst>
          </p:cNvPr>
          <p:cNvSpPr txBox="1">
            <a:spLocks noChangeArrowheads="1"/>
          </p:cNvSpPr>
          <p:nvPr/>
        </p:nvSpPr>
        <p:spPr bwMode="auto">
          <a:xfrm>
            <a:off x="5399485" y="3383756"/>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b="1">
                <a:ea typeface="宋体" panose="02010600030101010101" pitchFamily="2" charset="-122"/>
              </a:rPr>
              <a:t>…</a:t>
            </a:r>
          </a:p>
        </p:txBody>
      </p:sp>
      <p:sp>
        <p:nvSpPr>
          <p:cNvPr id="168974" name="Text Box 32">
            <a:extLst>
              <a:ext uri="{FF2B5EF4-FFF2-40B4-BE49-F238E27FC236}">
                <a16:creationId xmlns:a16="http://schemas.microsoft.com/office/drawing/2014/main" id="{12FB9613-FE1E-8349-A871-3157ED731F0B}"/>
              </a:ext>
            </a:extLst>
          </p:cNvPr>
          <p:cNvSpPr txBox="1">
            <a:spLocks noChangeArrowheads="1"/>
          </p:cNvSpPr>
          <p:nvPr/>
        </p:nvSpPr>
        <p:spPr bwMode="auto">
          <a:xfrm>
            <a:off x="2817019" y="4105275"/>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发送器</a:t>
            </a:r>
          </a:p>
        </p:txBody>
      </p:sp>
      <p:sp>
        <p:nvSpPr>
          <p:cNvPr id="168975" name="Text Box 34">
            <a:extLst>
              <a:ext uri="{FF2B5EF4-FFF2-40B4-BE49-F238E27FC236}">
                <a16:creationId xmlns:a16="http://schemas.microsoft.com/office/drawing/2014/main" id="{63B5CE18-156E-D649-8FE7-72A9AA080172}"/>
              </a:ext>
            </a:extLst>
          </p:cNvPr>
          <p:cNvSpPr txBox="1">
            <a:spLocks noChangeArrowheads="1"/>
          </p:cNvSpPr>
          <p:nvPr/>
        </p:nvSpPr>
        <p:spPr bwMode="auto">
          <a:xfrm>
            <a:off x="2033588" y="374094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队列</a:t>
            </a:r>
          </a:p>
        </p:txBody>
      </p:sp>
      <p:grpSp>
        <p:nvGrpSpPr>
          <p:cNvPr id="92205" name="Group 45">
            <a:extLst>
              <a:ext uri="{FF2B5EF4-FFF2-40B4-BE49-F238E27FC236}">
                <a16:creationId xmlns:a16="http://schemas.microsoft.com/office/drawing/2014/main" id="{B7D50ECB-20C4-F448-9516-251F607243DB}"/>
              </a:ext>
            </a:extLst>
          </p:cNvPr>
          <p:cNvGrpSpPr>
            <a:grpSpLocks/>
          </p:cNvGrpSpPr>
          <p:nvPr/>
        </p:nvGrpSpPr>
        <p:grpSpPr bwMode="auto">
          <a:xfrm>
            <a:off x="5293521" y="2301479"/>
            <a:ext cx="1569245" cy="1209675"/>
            <a:chOff x="3418" y="1933"/>
            <a:chExt cx="1318" cy="1016"/>
          </a:xfrm>
        </p:grpSpPr>
        <p:sp>
          <p:nvSpPr>
            <p:cNvPr id="168989" name="Line 33">
              <a:extLst>
                <a:ext uri="{FF2B5EF4-FFF2-40B4-BE49-F238E27FC236}">
                  <a16:creationId xmlns:a16="http://schemas.microsoft.com/office/drawing/2014/main" id="{6534DB91-27F7-E34A-AE01-6AD671F7B166}"/>
                </a:ext>
              </a:extLst>
            </p:cNvPr>
            <p:cNvSpPr>
              <a:spLocks noChangeShapeType="1"/>
            </p:cNvSpPr>
            <p:nvPr/>
          </p:nvSpPr>
          <p:spPr bwMode="auto">
            <a:xfrm flipH="1">
              <a:off x="3602" y="2495"/>
              <a:ext cx="276" cy="454"/>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8990" name="Text Box 36">
              <a:extLst>
                <a:ext uri="{FF2B5EF4-FFF2-40B4-BE49-F238E27FC236}">
                  <a16:creationId xmlns:a16="http://schemas.microsoft.com/office/drawing/2014/main" id="{664D46CE-DA5C-7D44-B02F-656E90C5D9F1}"/>
                </a:ext>
              </a:extLst>
            </p:cNvPr>
            <p:cNvSpPr txBox="1">
              <a:spLocks noChangeArrowheads="1"/>
            </p:cNvSpPr>
            <p:nvPr/>
          </p:nvSpPr>
          <p:spPr bwMode="auto">
            <a:xfrm>
              <a:off x="3418" y="1933"/>
              <a:ext cx="1318" cy="543"/>
            </a:xfrm>
            <a:prstGeom prst="rect">
              <a:avLst/>
            </a:prstGeom>
            <a:solidFill>
              <a:srgbClr val="FFFF99"/>
            </a:solidFill>
            <a:ln w="76200" cmpd="tri">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在链路上产生</a:t>
              </a:r>
            </a:p>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传播时延</a:t>
              </a:r>
            </a:p>
          </p:txBody>
        </p:sp>
      </p:grpSp>
      <p:sp>
        <p:nvSpPr>
          <p:cNvPr id="168977" name="Text Box 37">
            <a:extLst>
              <a:ext uri="{FF2B5EF4-FFF2-40B4-BE49-F238E27FC236}">
                <a16:creationId xmlns:a16="http://schemas.microsoft.com/office/drawing/2014/main" id="{90FABB58-D713-4A4C-ADE6-B10FDAB6D00C}"/>
              </a:ext>
            </a:extLst>
          </p:cNvPr>
          <p:cNvSpPr txBox="1">
            <a:spLocks noChangeArrowheads="1"/>
          </p:cNvSpPr>
          <p:nvPr/>
        </p:nvSpPr>
        <p:spPr bwMode="auto">
          <a:xfrm>
            <a:off x="6921104" y="4173141"/>
            <a:ext cx="8435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结点</a:t>
            </a:r>
            <a:r>
              <a:rPr kumimoji="1" lang="zh-CN" altLang="en-US" sz="12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B</a:t>
            </a:r>
          </a:p>
        </p:txBody>
      </p:sp>
      <p:sp>
        <p:nvSpPr>
          <p:cNvPr id="168978" name="Text Box 38">
            <a:extLst>
              <a:ext uri="{FF2B5EF4-FFF2-40B4-BE49-F238E27FC236}">
                <a16:creationId xmlns:a16="http://schemas.microsoft.com/office/drawing/2014/main" id="{6AE35F38-F93F-8B47-A544-9581CCB7A074}"/>
              </a:ext>
            </a:extLst>
          </p:cNvPr>
          <p:cNvSpPr txBox="1">
            <a:spLocks noChangeArrowheads="1"/>
          </p:cNvSpPr>
          <p:nvPr/>
        </p:nvSpPr>
        <p:spPr bwMode="auto">
          <a:xfrm>
            <a:off x="1899048" y="4105275"/>
            <a:ext cx="8435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结点</a:t>
            </a:r>
            <a:r>
              <a:rPr kumimoji="1" lang="zh-CN" altLang="en-US" sz="12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a:t>
            </a:r>
          </a:p>
        </p:txBody>
      </p:sp>
      <p:grpSp>
        <p:nvGrpSpPr>
          <p:cNvPr id="92204" name="Group 44">
            <a:extLst>
              <a:ext uri="{FF2B5EF4-FFF2-40B4-BE49-F238E27FC236}">
                <a16:creationId xmlns:a16="http://schemas.microsoft.com/office/drawing/2014/main" id="{C967CE41-03F6-814E-B529-45CA046E5BD6}"/>
              </a:ext>
            </a:extLst>
          </p:cNvPr>
          <p:cNvGrpSpPr>
            <a:grpSpLocks/>
          </p:cNvGrpSpPr>
          <p:nvPr/>
        </p:nvGrpSpPr>
        <p:grpSpPr bwMode="auto">
          <a:xfrm>
            <a:off x="2588420" y="2463404"/>
            <a:ext cx="2493169" cy="1102519"/>
            <a:chOff x="1146" y="2069"/>
            <a:chExt cx="2094" cy="926"/>
          </a:xfrm>
        </p:grpSpPr>
        <p:sp>
          <p:nvSpPr>
            <p:cNvPr id="168987" name="Text Box 24">
              <a:extLst>
                <a:ext uri="{FF2B5EF4-FFF2-40B4-BE49-F238E27FC236}">
                  <a16:creationId xmlns:a16="http://schemas.microsoft.com/office/drawing/2014/main" id="{2D42CE65-DCD4-CE4C-96B6-1F61253286EB}"/>
                </a:ext>
              </a:extLst>
            </p:cNvPr>
            <p:cNvSpPr txBox="1">
              <a:spLocks noChangeArrowheads="1"/>
            </p:cNvSpPr>
            <p:nvPr/>
          </p:nvSpPr>
          <p:spPr bwMode="auto">
            <a:xfrm>
              <a:off x="1146" y="2069"/>
              <a:ext cx="2094" cy="543"/>
            </a:xfrm>
            <a:prstGeom prst="rect">
              <a:avLst/>
            </a:prstGeom>
            <a:solidFill>
              <a:srgbClr val="FFFF99"/>
            </a:solidFill>
            <a:ln w="76200" cmpd="tri">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在发送器产生发送时延</a:t>
              </a:r>
            </a:p>
            <a:p>
              <a:pPr algn="ctr" eaLnBrk="1" hangingPunct="1">
                <a:spcBef>
                  <a:spcPct val="0"/>
                </a:spcBef>
                <a:buClrTx/>
                <a:buSzTx/>
                <a:buFontTx/>
                <a:buNone/>
              </a:pPr>
              <a:r>
                <a:rPr kumimoji="1" lang="en-US" altLang="zh-CN" sz="1800">
                  <a:latin typeface="黑体" panose="02010609060101010101" pitchFamily="49" charset="-122"/>
                  <a:ea typeface="宋体" panose="02010600030101010101" pitchFamily="2" charset="-122"/>
                </a:rPr>
                <a:t>(</a:t>
              </a:r>
              <a:r>
                <a:rPr kumimoji="1" lang="zh-CN" altLang="en-US" sz="1800">
                  <a:latin typeface="黑体" panose="02010609060101010101" pitchFamily="49" charset="-122"/>
                  <a:ea typeface="宋体" panose="02010600030101010101" pitchFamily="2" charset="-122"/>
                </a:rPr>
                <a:t>即传输时延</a:t>
              </a:r>
              <a:r>
                <a:rPr kumimoji="1" lang="en-US" altLang="zh-CN" sz="1800">
                  <a:latin typeface="黑体" panose="02010609060101010101" pitchFamily="49" charset="-122"/>
                  <a:ea typeface="宋体" panose="02010600030101010101" pitchFamily="2" charset="-122"/>
                </a:rPr>
                <a:t>)</a:t>
              </a:r>
            </a:p>
          </p:txBody>
        </p:sp>
        <p:sp>
          <p:nvSpPr>
            <p:cNvPr id="168988" name="Line 40">
              <a:extLst>
                <a:ext uri="{FF2B5EF4-FFF2-40B4-BE49-F238E27FC236}">
                  <a16:creationId xmlns:a16="http://schemas.microsoft.com/office/drawing/2014/main" id="{CF776B8E-5805-2A4C-BBBE-EA3F63F5B2D5}"/>
                </a:ext>
              </a:extLst>
            </p:cNvPr>
            <p:cNvSpPr>
              <a:spLocks noChangeShapeType="1"/>
            </p:cNvSpPr>
            <p:nvPr/>
          </p:nvSpPr>
          <p:spPr bwMode="auto">
            <a:xfrm flipH="1">
              <a:off x="1247" y="2614"/>
              <a:ext cx="454" cy="381"/>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168980" name="Line 41">
            <a:extLst>
              <a:ext uri="{FF2B5EF4-FFF2-40B4-BE49-F238E27FC236}">
                <a16:creationId xmlns:a16="http://schemas.microsoft.com/office/drawing/2014/main" id="{E254382D-8808-AD44-A1DE-7A0EC899528A}"/>
              </a:ext>
            </a:extLst>
          </p:cNvPr>
          <p:cNvSpPr>
            <a:spLocks noChangeShapeType="1"/>
          </p:cNvSpPr>
          <p:nvPr/>
        </p:nvSpPr>
        <p:spPr bwMode="auto">
          <a:xfrm flipH="1" flipV="1">
            <a:off x="2708672" y="3673079"/>
            <a:ext cx="323850" cy="485775"/>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8981" name="Line 39">
            <a:extLst>
              <a:ext uri="{FF2B5EF4-FFF2-40B4-BE49-F238E27FC236}">
                <a16:creationId xmlns:a16="http://schemas.microsoft.com/office/drawing/2014/main" id="{9DA2E4F6-5347-5E42-89D8-72A112AA1D7B}"/>
              </a:ext>
            </a:extLst>
          </p:cNvPr>
          <p:cNvSpPr>
            <a:spLocks noChangeShapeType="1"/>
          </p:cNvSpPr>
          <p:nvPr/>
        </p:nvSpPr>
        <p:spPr bwMode="auto">
          <a:xfrm flipH="1">
            <a:off x="2303860" y="2356247"/>
            <a:ext cx="41672" cy="756047"/>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8982" name="Text Box 42">
            <a:extLst>
              <a:ext uri="{FF2B5EF4-FFF2-40B4-BE49-F238E27FC236}">
                <a16:creationId xmlns:a16="http://schemas.microsoft.com/office/drawing/2014/main" id="{F3A5072A-4A08-CD47-87EB-F8BB1083AC88}"/>
              </a:ext>
            </a:extLst>
          </p:cNvPr>
          <p:cNvSpPr txBox="1">
            <a:spLocks noChangeArrowheads="1"/>
          </p:cNvSpPr>
          <p:nvPr/>
        </p:nvSpPr>
        <p:spPr bwMode="auto">
          <a:xfrm>
            <a:off x="1234693" y="1668067"/>
            <a:ext cx="2262159" cy="646331"/>
          </a:xfrm>
          <a:prstGeom prst="rect">
            <a:avLst/>
          </a:prstGeom>
          <a:solidFill>
            <a:srgbClr val="FFFF99"/>
          </a:solidFill>
          <a:ln w="76200" cmpd="tri">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在结点</a:t>
            </a:r>
            <a:r>
              <a:rPr kumimoji="1" lang="zh-CN" altLang="en-US"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 </a:t>
            </a:r>
            <a:r>
              <a:rPr kumimoji="1" lang="zh-CN" altLang="en-US" sz="1800">
                <a:latin typeface="黑体" panose="02010609060101010101" pitchFamily="49" charset="-122"/>
                <a:ea typeface="宋体" panose="02010600030101010101" pitchFamily="2" charset="-122"/>
              </a:rPr>
              <a:t>中产生</a:t>
            </a:r>
          </a:p>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处理时延和排队时延</a:t>
            </a:r>
          </a:p>
        </p:txBody>
      </p:sp>
      <p:sp>
        <p:nvSpPr>
          <p:cNvPr id="168983" name="Text Box 46">
            <a:extLst>
              <a:ext uri="{FF2B5EF4-FFF2-40B4-BE49-F238E27FC236}">
                <a16:creationId xmlns:a16="http://schemas.microsoft.com/office/drawing/2014/main" id="{5F7545B1-FC78-DE47-AD49-A49D15DAD712}"/>
              </a:ext>
            </a:extLst>
          </p:cNvPr>
          <p:cNvSpPr txBox="1">
            <a:spLocks noChangeArrowheads="1"/>
          </p:cNvSpPr>
          <p:nvPr/>
        </p:nvSpPr>
        <p:spPr bwMode="auto">
          <a:xfrm>
            <a:off x="1223963" y="3219450"/>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数据</a:t>
            </a:r>
            <a:endParaRPr kumimoji="1" lang="zh-CN" altLang="en-US" sz="1800">
              <a:latin typeface="Arial" panose="020B0604020202020204" pitchFamily="34" charset="0"/>
              <a:ea typeface="宋体" panose="02010600030101010101" pitchFamily="2" charset="-122"/>
            </a:endParaRPr>
          </a:p>
        </p:txBody>
      </p:sp>
      <p:sp>
        <p:nvSpPr>
          <p:cNvPr id="168984" name="Text Box 47">
            <a:extLst>
              <a:ext uri="{FF2B5EF4-FFF2-40B4-BE49-F238E27FC236}">
                <a16:creationId xmlns:a16="http://schemas.microsoft.com/office/drawing/2014/main" id="{AFF0ADDE-D532-464B-8DD2-721E063A31A3}"/>
              </a:ext>
            </a:extLst>
          </p:cNvPr>
          <p:cNvSpPr txBox="1">
            <a:spLocks noChangeArrowheads="1"/>
          </p:cNvSpPr>
          <p:nvPr/>
        </p:nvSpPr>
        <p:spPr bwMode="auto">
          <a:xfrm>
            <a:off x="2758679" y="1137048"/>
            <a:ext cx="39786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从结点 </a:t>
            </a:r>
            <a:r>
              <a:rPr kumimoji="1" lang="en-US" altLang="zh-CN" sz="2400">
                <a:latin typeface="Arial" panose="020B0604020202020204" pitchFamily="34" charset="0"/>
                <a:ea typeface="宋体" panose="02010600030101010101" pitchFamily="2" charset="-122"/>
              </a:rPr>
              <a:t>A </a:t>
            </a:r>
            <a:r>
              <a:rPr kumimoji="1" lang="zh-CN" altLang="en-US" sz="2400">
                <a:latin typeface="Arial" panose="020B0604020202020204" pitchFamily="34" charset="0"/>
                <a:ea typeface="宋体" panose="02010600030101010101" pitchFamily="2" charset="-122"/>
              </a:rPr>
              <a:t>向结点 </a:t>
            </a:r>
            <a:r>
              <a:rPr kumimoji="1" lang="en-US" altLang="zh-CN" sz="2400">
                <a:latin typeface="Arial" panose="020B0604020202020204" pitchFamily="34" charset="0"/>
                <a:ea typeface="宋体" panose="02010600030101010101" pitchFamily="2" charset="-122"/>
              </a:rPr>
              <a:t>B </a:t>
            </a:r>
            <a:r>
              <a:rPr kumimoji="1" lang="zh-CN" altLang="en-US" sz="2400">
                <a:latin typeface="Arial" panose="020B0604020202020204" pitchFamily="34" charset="0"/>
                <a:ea typeface="宋体" panose="02010600030101010101" pitchFamily="2" charset="-122"/>
              </a:rPr>
              <a:t>发送数据</a:t>
            </a:r>
          </a:p>
        </p:txBody>
      </p:sp>
      <p:sp>
        <p:nvSpPr>
          <p:cNvPr id="168985" name="Text Box 48">
            <a:extLst>
              <a:ext uri="{FF2B5EF4-FFF2-40B4-BE49-F238E27FC236}">
                <a16:creationId xmlns:a16="http://schemas.microsoft.com/office/drawing/2014/main" id="{160576D0-E29D-B84A-AB06-580E3C9460AA}"/>
              </a:ext>
            </a:extLst>
          </p:cNvPr>
          <p:cNvSpPr txBox="1">
            <a:spLocks noChangeArrowheads="1"/>
          </p:cNvSpPr>
          <p:nvPr/>
        </p:nvSpPr>
        <p:spPr bwMode="auto">
          <a:xfrm>
            <a:off x="4410076" y="37599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链路</a:t>
            </a:r>
            <a:endParaRPr kumimoji="1" lang="zh-CN" altLang="en-US" sz="1800">
              <a:latin typeface="Arial" panose="020B0604020202020204" pitchFamily="34" charset="0"/>
              <a:ea typeface="宋体" panose="02010600030101010101" pitchFamily="2" charset="-122"/>
            </a:endParaRPr>
          </a:p>
        </p:txBody>
      </p:sp>
      <p:sp>
        <p:nvSpPr>
          <p:cNvPr id="168986" name="幻灯片编号占位符 1">
            <a:extLst>
              <a:ext uri="{FF2B5EF4-FFF2-40B4-BE49-F238E27FC236}">
                <a16:creationId xmlns:a16="http://schemas.microsoft.com/office/drawing/2014/main" id="{0B8DA2CB-4137-F842-AEB2-E66A32E58E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13C4F78-F5C5-A342-B784-C09B27272E9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144443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3600F235-A72B-644D-9161-E4F0363BC33E}"/>
              </a:ext>
            </a:extLst>
          </p:cNvPr>
          <p:cNvSpPr>
            <a:spLocks noGrp="1" noChangeArrowheads="1"/>
          </p:cNvSpPr>
          <p:nvPr>
            <p:ph type="title"/>
          </p:nvPr>
        </p:nvSpPr>
        <p:spPr>
          <a:xfrm>
            <a:off x="195944" y="160736"/>
            <a:ext cx="7184742" cy="655694"/>
          </a:xfrm>
        </p:spPr>
        <p:txBody>
          <a:bodyPr/>
          <a:lstStyle/>
          <a:p>
            <a:pPr eaLnBrk="1" hangingPunct="1"/>
            <a:r>
              <a:rPr lang="zh-CN" altLang="en-US" dirty="0">
                <a:latin typeface="Times New Roman" panose="02020603050405020304" pitchFamily="18" charset="0"/>
                <a:ea typeface="宋体" panose="02010600030101010101" pitchFamily="2" charset="-122"/>
              </a:rPr>
              <a:t>容易产生的错误概念 </a:t>
            </a:r>
          </a:p>
        </p:txBody>
      </p:sp>
      <p:sp>
        <p:nvSpPr>
          <p:cNvPr id="165891" name="Rectangle 3">
            <a:extLst>
              <a:ext uri="{FF2B5EF4-FFF2-40B4-BE49-F238E27FC236}">
                <a16:creationId xmlns:a16="http://schemas.microsoft.com/office/drawing/2014/main" id="{1E0FDFE8-B506-494D-86B3-0FDE0C94B498}"/>
              </a:ext>
            </a:extLst>
          </p:cNvPr>
          <p:cNvSpPr>
            <a:spLocks noGrp="1" noChangeArrowheads="1"/>
          </p:cNvSpPr>
          <p:nvPr>
            <p:ph type="body" idx="1"/>
          </p:nvPr>
        </p:nvSpPr>
        <p:spPr>
          <a:xfrm>
            <a:off x="195944" y="1048261"/>
            <a:ext cx="8719455" cy="3401615"/>
          </a:xfrm>
        </p:spPr>
        <p:txBody>
          <a:bodyPr/>
          <a:lstStyle/>
          <a:p>
            <a:pPr eaLnBrk="1" hangingPunct="1"/>
            <a:r>
              <a:rPr lang="zh-CN" altLang="en-US" dirty="0">
                <a:latin typeface="Times New Roman" panose="02020603050405020304" pitchFamily="18" charset="0"/>
                <a:ea typeface="宋体" panose="02010600030101010101" pitchFamily="2" charset="-122"/>
              </a:rPr>
              <a:t>对于高速网络链路，我们提高的仅仅是数据的</a:t>
            </a:r>
            <a:r>
              <a:rPr lang="zh-CN" altLang="en-US" dirty="0">
                <a:solidFill>
                  <a:schemeClr val="hlink"/>
                </a:solidFill>
                <a:latin typeface="Times New Roman" panose="02020603050405020304" pitchFamily="18" charset="0"/>
                <a:ea typeface="宋体" panose="02010600030101010101" pitchFamily="2" charset="-122"/>
              </a:rPr>
              <a:t>发送速率</a:t>
            </a:r>
            <a:r>
              <a:rPr lang="zh-CN" altLang="en-US" dirty="0">
                <a:latin typeface="Times New Roman" panose="02020603050405020304" pitchFamily="18" charset="0"/>
                <a:ea typeface="宋体" panose="02010600030101010101" pitchFamily="2" charset="-122"/>
              </a:rPr>
              <a:t>而不是比特在链路上的</a:t>
            </a:r>
            <a:r>
              <a:rPr lang="zh-CN" altLang="en-US" dirty="0">
                <a:solidFill>
                  <a:schemeClr val="hlink"/>
                </a:solidFill>
                <a:latin typeface="Times New Roman" panose="02020603050405020304" pitchFamily="18" charset="0"/>
                <a:ea typeface="宋体" panose="02010600030101010101" pitchFamily="2" charset="-122"/>
              </a:rPr>
              <a:t>传播速率</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提高链路带宽减小了数据的发送时延。 </a:t>
            </a:r>
          </a:p>
        </p:txBody>
      </p:sp>
      <p:sp>
        <p:nvSpPr>
          <p:cNvPr id="171011" name="幻灯片编号占位符 1">
            <a:extLst>
              <a:ext uri="{FF2B5EF4-FFF2-40B4-BE49-F238E27FC236}">
                <a16:creationId xmlns:a16="http://schemas.microsoft.com/office/drawing/2014/main" id="{D4A074D0-7407-B144-82F4-D86FD64BAC2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AC3FA30-89B7-0A42-8A39-D5EC8EBDC5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114093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a:extLst>
              <a:ext uri="{FF2B5EF4-FFF2-40B4-BE49-F238E27FC236}">
                <a16:creationId xmlns:a16="http://schemas.microsoft.com/office/drawing/2014/main" id="{487239CF-857E-7A4E-A968-08337D58A81A}"/>
              </a:ext>
            </a:extLst>
          </p:cNvPr>
          <p:cNvSpPr>
            <a:spLocks noGrp="1" noChangeArrowheads="1"/>
          </p:cNvSpPr>
          <p:nvPr>
            <p:ph type="title"/>
          </p:nvPr>
        </p:nvSpPr>
        <p:spPr>
          <a:xfrm>
            <a:off x="141514" y="179786"/>
            <a:ext cx="7223693" cy="648890"/>
          </a:xfrm>
        </p:spPr>
        <p:txBody>
          <a:bodyPr/>
          <a:lstStyle/>
          <a:p>
            <a:pPr eaLnBrk="1" hangingPunct="1"/>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时延带宽积</a:t>
            </a:r>
          </a:p>
        </p:txBody>
      </p:sp>
      <p:sp>
        <p:nvSpPr>
          <p:cNvPr id="173058" name="Rectangle 3">
            <a:extLst>
              <a:ext uri="{FF2B5EF4-FFF2-40B4-BE49-F238E27FC236}">
                <a16:creationId xmlns:a16="http://schemas.microsoft.com/office/drawing/2014/main" id="{C201081F-4ACD-634C-812A-67E3B82F76DC}"/>
              </a:ext>
            </a:extLst>
          </p:cNvPr>
          <p:cNvSpPr>
            <a:spLocks noChangeArrowheads="1"/>
          </p:cNvSpPr>
          <p:nvPr/>
        </p:nvSpPr>
        <p:spPr bwMode="auto">
          <a:xfrm>
            <a:off x="1223963"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73059" name="AutoShape 37">
            <a:extLst>
              <a:ext uri="{FF2B5EF4-FFF2-40B4-BE49-F238E27FC236}">
                <a16:creationId xmlns:a16="http://schemas.microsoft.com/office/drawing/2014/main" id="{B563C1BF-890F-074A-BB65-89E03766BB34}"/>
              </a:ext>
            </a:extLst>
          </p:cNvPr>
          <p:cNvSpPr>
            <a:spLocks noChangeArrowheads="1"/>
          </p:cNvSpPr>
          <p:nvPr/>
        </p:nvSpPr>
        <p:spPr bwMode="auto">
          <a:xfrm rot="16200000">
            <a:off x="4506516" y="170260"/>
            <a:ext cx="778669" cy="4969669"/>
          </a:xfrm>
          <a:prstGeom prst="can">
            <a:avLst>
              <a:gd name="adj" fmla="val 49847"/>
            </a:avLst>
          </a:prstGeom>
          <a:gradFill rotWithShape="1">
            <a:gsLst>
              <a:gs pos="0">
                <a:srgbClr val="004776"/>
              </a:gs>
              <a:gs pos="50000">
                <a:srgbClr val="0099FF"/>
              </a:gs>
              <a:gs pos="100000">
                <a:srgbClr val="004776"/>
              </a:gs>
            </a:gsLst>
            <a:lin ang="0" scaled="1"/>
          </a:gra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73060" name="Line 38">
            <a:extLst>
              <a:ext uri="{FF2B5EF4-FFF2-40B4-BE49-F238E27FC236}">
                <a16:creationId xmlns:a16="http://schemas.microsoft.com/office/drawing/2014/main" id="{A62B431E-1DE9-D44F-85EF-8C44CD331DDC}"/>
              </a:ext>
            </a:extLst>
          </p:cNvPr>
          <p:cNvSpPr>
            <a:spLocks noChangeShapeType="1"/>
          </p:cNvSpPr>
          <p:nvPr/>
        </p:nvSpPr>
        <p:spPr bwMode="auto">
          <a:xfrm>
            <a:off x="2574131" y="2085975"/>
            <a:ext cx="4644629"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3061" name="Text Box 39">
            <a:extLst>
              <a:ext uri="{FF2B5EF4-FFF2-40B4-BE49-F238E27FC236}">
                <a16:creationId xmlns:a16="http://schemas.microsoft.com/office/drawing/2014/main" id="{E54A45FF-4E4F-3140-BC3F-736FC2A31CBC}"/>
              </a:ext>
            </a:extLst>
          </p:cNvPr>
          <p:cNvSpPr txBox="1">
            <a:spLocks noChangeArrowheads="1"/>
          </p:cNvSpPr>
          <p:nvPr/>
        </p:nvSpPr>
        <p:spPr bwMode="auto">
          <a:xfrm>
            <a:off x="3977879" y="1869281"/>
            <a:ext cx="156966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（传播）时延</a:t>
            </a:r>
          </a:p>
        </p:txBody>
      </p:sp>
      <p:sp>
        <p:nvSpPr>
          <p:cNvPr id="173062" name="Text Box 40">
            <a:extLst>
              <a:ext uri="{FF2B5EF4-FFF2-40B4-BE49-F238E27FC236}">
                <a16:creationId xmlns:a16="http://schemas.microsoft.com/office/drawing/2014/main" id="{6B7E7B16-C056-784C-A5B5-E3379D7FACE9}"/>
              </a:ext>
            </a:extLst>
          </p:cNvPr>
          <p:cNvSpPr txBox="1">
            <a:spLocks noChangeArrowheads="1"/>
          </p:cNvSpPr>
          <p:nvPr/>
        </p:nvSpPr>
        <p:spPr bwMode="auto">
          <a:xfrm>
            <a:off x="4572001" y="2536031"/>
            <a:ext cx="64633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链路</a:t>
            </a:r>
          </a:p>
        </p:txBody>
      </p:sp>
      <p:sp>
        <p:nvSpPr>
          <p:cNvPr id="173063" name="Text Box 41">
            <a:extLst>
              <a:ext uri="{FF2B5EF4-FFF2-40B4-BE49-F238E27FC236}">
                <a16:creationId xmlns:a16="http://schemas.microsoft.com/office/drawing/2014/main" id="{E08F25DD-6333-4D45-B563-7BD80D8D9717}"/>
              </a:ext>
            </a:extLst>
          </p:cNvPr>
          <p:cNvSpPr txBox="1">
            <a:spLocks noChangeArrowheads="1"/>
          </p:cNvSpPr>
          <p:nvPr/>
        </p:nvSpPr>
        <p:spPr bwMode="auto">
          <a:xfrm>
            <a:off x="1439467" y="2103835"/>
            <a:ext cx="64633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带宽</a:t>
            </a:r>
          </a:p>
        </p:txBody>
      </p:sp>
      <p:sp>
        <p:nvSpPr>
          <p:cNvPr id="173064" name="Line 42">
            <a:extLst>
              <a:ext uri="{FF2B5EF4-FFF2-40B4-BE49-F238E27FC236}">
                <a16:creationId xmlns:a16="http://schemas.microsoft.com/office/drawing/2014/main" id="{42F80874-E65E-544C-B300-696020C6E59A}"/>
              </a:ext>
            </a:extLst>
          </p:cNvPr>
          <p:cNvSpPr>
            <a:spLocks noChangeShapeType="1"/>
          </p:cNvSpPr>
          <p:nvPr/>
        </p:nvSpPr>
        <p:spPr bwMode="auto">
          <a:xfrm>
            <a:off x="1763317" y="2427685"/>
            <a:ext cx="810815" cy="216694"/>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3065" name="Text Box 43">
            <a:extLst>
              <a:ext uri="{FF2B5EF4-FFF2-40B4-BE49-F238E27FC236}">
                <a16:creationId xmlns:a16="http://schemas.microsoft.com/office/drawing/2014/main" id="{2E3B1324-EDFD-AA45-83EA-1CAC59B31B59}"/>
              </a:ext>
            </a:extLst>
          </p:cNvPr>
          <p:cNvSpPr txBox="1">
            <a:spLocks noChangeArrowheads="1"/>
          </p:cNvSpPr>
          <p:nvPr/>
        </p:nvSpPr>
        <p:spPr bwMode="auto">
          <a:xfrm>
            <a:off x="3095626" y="3454003"/>
            <a:ext cx="3334567" cy="415498"/>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时延带宽积 </a:t>
            </a:r>
            <a:r>
              <a:rPr lang="en-US" altLang="zh-CN" sz="1800">
                <a:latin typeface="Tahoma" panose="020B0604030504040204" pitchFamily="34" charset="0"/>
                <a:ea typeface="宋体" panose="02010600030101010101" pitchFamily="2" charset="-122"/>
              </a:rPr>
              <a:t>= </a:t>
            </a:r>
            <a:r>
              <a:rPr lang="zh-CN" altLang="en-US" sz="1800">
                <a:latin typeface="Tahoma" panose="020B0604030504040204" pitchFamily="34" charset="0"/>
                <a:ea typeface="宋体" panose="02010600030101010101" pitchFamily="2" charset="-122"/>
              </a:rPr>
              <a:t>传播时延 </a:t>
            </a:r>
            <a:r>
              <a:rPr lang="zh-CN" altLang="en-US" sz="2100" b="1">
                <a:latin typeface="Tahoma" panose="020B0604030504040204" pitchFamily="34" charset="0"/>
                <a:ea typeface="宋体" panose="02010600030101010101" pitchFamily="2" charset="-122"/>
                <a:sym typeface="Symbol" pitchFamily="2" charset="2"/>
              </a:rPr>
              <a:t> </a:t>
            </a:r>
            <a:r>
              <a:rPr lang="zh-CN" altLang="en-US" sz="1800">
                <a:latin typeface="Tahoma" panose="020B0604030504040204" pitchFamily="34" charset="0"/>
                <a:ea typeface="宋体" panose="02010600030101010101" pitchFamily="2" charset="-122"/>
                <a:sym typeface="Symbol" pitchFamily="2" charset="2"/>
              </a:rPr>
              <a:t>带宽</a:t>
            </a:r>
          </a:p>
        </p:txBody>
      </p:sp>
      <p:sp>
        <p:nvSpPr>
          <p:cNvPr id="93228" name="Rectangle 44">
            <a:extLst>
              <a:ext uri="{FF2B5EF4-FFF2-40B4-BE49-F238E27FC236}">
                <a16:creationId xmlns:a16="http://schemas.microsoft.com/office/drawing/2014/main" id="{BCEB1B10-BA38-0E47-9CAE-2582811F2CC6}"/>
              </a:ext>
            </a:extLst>
          </p:cNvPr>
          <p:cNvSpPr>
            <a:spLocks noGrp="1" noChangeArrowheads="1"/>
          </p:cNvSpPr>
          <p:nvPr>
            <p:ph type="body" idx="1"/>
          </p:nvPr>
        </p:nvSpPr>
        <p:spPr>
          <a:xfrm>
            <a:off x="589191" y="4081463"/>
            <a:ext cx="8369752" cy="866775"/>
          </a:xfrm>
        </p:spPr>
        <p:txBody>
          <a:bodyPr/>
          <a:lstStyle/>
          <a:p>
            <a:pPr eaLnBrk="1" hangingPunct="1"/>
            <a:r>
              <a:rPr lang="zh-CN" altLang="en-US" dirty="0">
                <a:latin typeface="Times New Roman" panose="02020603050405020304" pitchFamily="18" charset="0"/>
                <a:ea typeface="宋体" panose="02010600030101010101" pitchFamily="2" charset="-122"/>
              </a:rPr>
              <a:t>链路的时延带宽积又称为以</a:t>
            </a:r>
            <a:r>
              <a:rPr lang="zh-CN" altLang="en-US" dirty="0">
                <a:solidFill>
                  <a:schemeClr val="hlink"/>
                </a:solidFill>
                <a:latin typeface="Times New Roman" panose="02020603050405020304" pitchFamily="18" charset="0"/>
                <a:ea typeface="宋体" panose="02010600030101010101" pitchFamily="2" charset="-122"/>
              </a:rPr>
              <a:t>比特</a:t>
            </a:r>
            <a:r>
              <a:rPr lang="zh-CN" altLang="en-US" dirty="0">
                <a:latin typeface="Times New Roman" panose="02020603050405020304" pitchFamily="18" charset="0"/>
                <a:ea typeface="宋体" panose="02010600030101010101" pitchFamily="2" charset="-122"/>
              </a:rPr>
              <a:t>为单位的链路长度。 </a:t>
            </a:r>
          </a:p>
        </p:txBody>
      </p:sp>
      <p:sp>
        <p:nvSpPr>
          <p:cNvPr id="173067" name="Text Box 45">
            <a:extLst>
              <a:ext uri="{FF2B5EF4-FFF2-40B4-BE49-F238E27FC236}">
                <a16:creationId xmlns:a16="http://schemas.microsoft.com/office/drawing/2014/main" id="{5A5FF0D4-B06A-0C41-B75D-FAD6ABA61686}"/>
              </a:ext>
            </a:extLst>
          </p:cNvPr>
          <p:cNvSpPr txBox="1">
            <a:spLocks noChangeArrowheads="1"/>
          </p:cNvSpPr>
          <p:nvPr/>
        </p:nvSpPr>
        <p:spPr bwMode="auto">
          <a:xfrm>
            <a:off x="3924300" y="1381125"/>
            <a:ext cx="1723549" cy="461665"/>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latin typeface="Tahoma" panose="020B0604030504040204" pitchFamily="34" charset="0"/>
                <a:ea typeface="宋体" panose="02010600030101010101" pitchFamily="2" charset="-122"/>
              </a:rPr>
              <a:t>时延带宽积</a:t>
            </a:r>
          </a:p>
        </p:txBody>
      </p:sp>
      <p:sp>
        <p:nvSpPr>
          <p:cNvPr id="173068" name="幻灯片编号占位符 1">
            <a:extLst>
              <a:ext uri="{FF2B5EF4-FFF2-40B4-BE49-F238E27FC236}">
                <a16:creationId xmlns:a16="http://schemas.microsoft.com/office/drawing/2014/main" id="{3D2B4D9A-82CC-6642-9023-F4934F45268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680C34C-D54F-8641-A7F0-4E256A0227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62869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2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28"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a:extLst>
              <a:ext uri="{FF2B5EF4-FFF2-40B4-BE49-F238E27FC236}">
                <a16:creationId xmlns:a16="http://schemas.microsoft.com/office/drawing/2014/main" id="{479C1DDD-F62B-B34C-BC98-30A22D5AB9FC}"/>
              </a:ext>
            </a:extLst>
          </p:cNvPr>
          <p:cNvSpPr>
            <a:spLocks noGrp="1" noChangeArrowheads="1"/>
          </p:cNvSpPr>
          <p:nvPr>
            <p:ph type="title"/>
          </p:nvPr>
        </p:nvSpPr>
        <p:spPr>
          <a:xfrm>
            <a:off x="133564" y="160736"/>
            <a:ext cx="6923272" cy="623036"/>
          </a:xfrm>
        </p:spPr>
        <p:txBody>
          <a:bodyPr/>
          <a:lstStyle/>
          <a:p>
            <a:pPr eaLnBrk="1" hangingPunct="1"/>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利用率</a:t>
            </a:r>
          </a:p>
        </p:txBody>
      </p:sp>
      <p:sp>
        <p:nvSpPr>
          <p:cNvPr id="175106" name="Rectangle 3">
            <a:extLst>
              <a:ext uri="{FF2B5EF4-FFF2-40B4-BE49-F238E27FC236}">
                <a16:creationId xmlns:a16="http://schemas.microsoft.com/office/drawing/2014/main" id="{F83B9F37-9223-D746-97A1-58EC20C36DE5}"/>
              </a:ext>
            </a:extLst>
          </p:cNvPr>
          <p:cNvSpPr>
            <a:spLocks noGrp="1" noChangeArrowheads="1"/>
          </p:cNvSpPr>
          <p:nvPr>
            <p:ph type="body" idx="1"/>
          </p:nvPr>
        </p:nvSpPr>
        <p:spPr/>
        <p:txBody>
          <a:bodyPr/>
          <a:lstStyle/>
          <a:p>
            <a:pPr eaLnBrk="1" hangingPunct="1"/>
            <a:r>
              <a:rPr lang="zh-CN" altLang="en-US">
                <a:solidFill>
                  <a:srgbClr val="CC0000"/>
                </a:solidFill>
                <a:latin typeface="Times New Roman" panose="02020603050405020304" pitchFamily="18" charset="0"/>
                <a:ea typeface="宋体" panose="02010600030101010101" pitchFamily="2" charset="-122"/>
              </a:rPr>
              <a:t>信道利用率</a:t>
            </a:r>
            <a:r>
              <a:rPr lang="zh-CN" altLang="en-US">
                <a:latin typeface="Times New Roman" panose="02020603050405020304" pitchFamily="18" charset="0"/>
                <a:ea typeface="宋体" panose="02010600030101010101" pitchFamily="2" charset="-122"/>
              </a:rPr>
              <a:t>指出某信道有百分之几的时间是被利用的（有数据通过）。完全空闲的信道的利用率是零。</a:t>
            </a:r>
          </a:p>
          <a:p>
            <a:pPr eaLnBrk="1" hangingPunct="1"/>
            <a:r>
              <a:rPr lang="zh-CN" altLang="en-US">
                <a:solidFill>
                  <a:srgbClr val="CC0000"/>
                </a:solidFill>
                <a:latin typeface="Times New Roman" panose="02020603050405020304" pitchFamily="18" charset="0"/>
                <a:ea typeface="宋体" panose="02010600030101010101" pitchFamily="2" charset="-122"/>
              </a:rPr>
              <a:t>网络利用率</a:t>
            </a:r>
            <a:r>
              <a:rPr lang="zh-CN" altLang="en-US">
                <a:latin typeface="Times New Roman" panose="02020603050405020304" pitchFamily="18" charset="0"/>
                <a:ea typeface="宋体" panose="02010600030101010101" pitchFamily="2" charset="-122"/>
              </a:rPr>
              <a:t>则是全网络的信道利用率的加权平均值。</a:t>
            </a:r>
          </a:p>
          <a:p>
            <a:pPr eaLnBrk="1" hangingPunct="1"/>
            <a:r>
              <a:rPr lang="zh-CN" altLang="en-US">
                <a:latin typeface="Times New Roman" panose="02020603050405020304" pitchFamily="18" charset="0"/>
                <a:ea typeface="宋体" panose="02010600030101010101" pitchFamily="2" charset="-122"/>
              </a:rPr>
              <a:t>信道利用率并非越高越好。 </a:t>
            </a:r>
          </a:p>
        </p:txBody>
      </p:sp>
      <p:sp>
        <p:nvSpPr>
          <p:cNvPr id="175107" name="幻灯片编号占位符 1">
            <a:extLst>
              <a:ext uri="{FF2B5EF4-FFF2-40B4-BE49-F238E27FC236}">
                <a16:creationId xmlns:a16="http://schemas.microsoft.com/office/drawing/2014/main" id="{A3388837-3F03-A641-87DD-A4DBDE41F05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AF4E0E-36A8-1F44-A6BE-B3A54B14D5F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603442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a:extLst>
              <a:ext uri="{FF2B5EF4-FFF2-40B4-BE49-F238E27FC236}">
                <a16:creationId xmlns:a16="http://schemas.microsoft.com/office/drawing/2014/main" id="{DC05CE08-0373-C646-897F-B1D512C47EE1}"/>
              </a:ext>
            </a:extLst>
          </p:cNvPr>
          <p:cNvSpPr>
            <a:spLocks noGrp="1" noChangeArrowheads="1"/>
          </p:cNvSpPr>
          <p:nvPr>
            <p:ph type="title"/>
          </p:nvPr>
        </p:nvSpPr>
        <p:spPr>
          <a:xfrm>
            <a:off x="163286" y="160735"/>
            <a:ext cx="7324555" cy="566736"/>
          </a:xfrm>
        </p:spPr>
        <p:txBody>
          <a:bodyPr/>
          <a:lstStyle/>
          <a:p>
            <a:pPr eaLnBrk="1" hangingPunct="1"/>
            <a:r>
              <a:rPr lang="zh-CN" altLang="en-US" dirty="0">
                <a:latin typeface="Times New Roman" panose="02020603050405020304" pitchFamily="18" charset="0"/>
                <a:ea typeface="宋体" panose="02010600030101010101" pitchFamily="2" charset="-122"/>
              </a:rPr>
              <a:t>时延与网络利用率的关系</a:t>
            </a:r>
          </a:p>
        </p:txBody>
      </p:sp>
      <p:sp>
        <p:nvSpPr>
          <p:cNvPr id="177154" name="Rectangle 3">
            <a:extLst>
              <a:ext uri="{FF2B5EF4-FFF2-40B4-BE49-F238E27FC236}">
                <a16:creationId xmlns:a16="http://schemas.microsoft.com/office/drawing/2014/main" id="{01574F34-265D-E048-8D26-12DA41E96A3F}"/>
              </a:ext>
            </a:extLst>
          </p:cNvPr>
          <p:cNvSpPr>
            <a:spLocks noGrp="1" noChangeArrowheads="1"/>
          </p:cNvSpPr>
          <p:nvPr>
            <p:ph type="body" idx="1"/>
          </p:nvPr>
        </p:nvSpPr>
        <p:spPr>
          <a:xfrm>
            <a:off x="163286" y="952522"/>
            <a:ext cx="8643257" cy="3274219"/>
          </a:xfrm>
        </p:spPr>
        <p:txBody>
          <a:bodyPr/>
          <a:lstStyle/>
          <a:p>
            <a:pPr eaLnBrk="1" hangingPunct="1"/>
            <a:r>
              <a:rPr lang="zh-CN" altLang="en-US" dirty="0">
                <a:latin typeface="Times New Roman" panose="02020603050405020304" pitchFamily="18" charset="0"/>
                <a:ea typeface="宋体" panose="02010600030101010101" pitchFamily="2" charset="-122"/>
              </a:rPr>
              <a:t>根据排队论的理论，当某信道的利用率增大时，该信道引起的时延也就迅速增加。 </a:t>
            </a:r>
          </a:p>
          <a:p>
            <a:pPr eaLnBrk="1" hangingPunct="1"/>
            <a:r>
              <a:rPr lang="zh-CN" altLang="en-US" dirty="0">
                <a:latin typeface="Times New Roman" panose="02020603050405020304" pitchFamily="18" charset="0"/>
                <a:ea typeface="宋体" panose="02010600030101010101" pitchFamily="2" charset="-122"/>
              </a:rPr>
              <a:t>若令 </a:t>
            </a:r>
            <a:r>
              <a:rPr lang="en-US" altLang="zh-CN" i="1" dirty="0">
                <a:latin typeface="Times New Roman" panose="02020603050405020304" pitchFamily="18" charset="0"/>
                <a:ea typeface="宋体" panose="02010600030101010101" pitchFamily="2" charset="-122"/>
              </a:rPr>
              <a:t>D</a:t>
            </a:r>
            <a:r>
              <a:rPr lang="en-US" altLang="zh-CN" baseline="-25000"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表示网络空闲时的时延，</a:t>
            </a:r>
            <a:r>
              <a:rPr lang="en-US" altLang="zh-CN" i="1" dirty="0">
                <a:latin typeface="Times New Roman" panose="02020603050405020304" pitchFamily="18" charset="0"/>
                <a:ea typeface="宋体" panose="02010600030101010101" pitchFamily="2" charset="-122"/>
              </a:rPr>
              <a:t>D </a:t>
            </a:r>
            <a:r>
              <a:rPr lang="zh-CN" altLang="en-US" dirty="0">
                <a:latin typeface="Times New Roman" panose="02020603050405020304" pitchFamily="18" charset="0"/>
                <a:ea typeface="宋体" panose="02010600030101010101" pitchFamily="2" charset="-122"/>
              </a:rPr>
              <a:t>表示网络当前的时延，则在适当的假定条件下，可以用下面的简单公式表示 </a:t>
            </a:r>
            <a:r>
              <a:rPr lang="en-US" altLang="zh-CN" i="1" dirty="0">
                <a:latin typeface="Times New Roman" panose="02020603050405020304" pitchFamily="18" charset="0"/>
                <a:ea typeface="宋体" panose="02010600030101010101" pitchFamily="2" charset="-122"/>
              </a:rPr>
              <a:t>D </a:t>
            </a:r>
            <a:r>
              <a:rPr lang="zh-CN" altLang="en-US" dirty="0">
                <a:latin typeface="Times New Roman" panose="02020603050405020304" pitchFamily="18" charset="0"/>
                <a:ea typeface="宋体" panose="02010600030101010101" pitchFamily="2" charset="-122"/>
              </a:rPr>
              <a:t>和 </a:t>
            </a:r>
            <a:r>
              <a:rPr lang="en-US" altLang="zh-CN" i="1" dirty="0">
                <a:latin typeface="Times New Roman" panose="02020603050405020304" pitchFamily="18" charset="0"/>
                <a:ea typeface="宋体" panose="02010600030101010101" pitchFamily="2" charset="-122"/>
              </a:rPr>
              <a:t>D</a:t>
            </a:r>
            <a:r>
              <a:rPr lang="en-US" altLang="zh-CN" baseline="-25000"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之间的关系： </a:t>
            </a:r>
          </a:p>
        </p:txBody>
      </p:sp>
      <p:sp>
        <p:nvSpPr>
          <p:cNvPr id="177155" name="Rectangle 5">
            <a:extLst>
              <a:ext uri="{FF2B5EF4-FFF2-40B4-BE49-F238E27FC236}">
                <a16:creationId xmlns:a16="http://schemas.microsoft.com/office/drawing/2014/main" id="{26C10FF1-CA7B-194C-8D92-1D21F4A5524B}"/>
              </a:ext>
            </a:extLst>
          </p:cNvPr>
          <p:cNvSpPr>
            <a:spLocks noChangeArrowheads="1"/>
          </p:cNvSpPr>
          <p:nvPr/>
        </p:nvSpPr>
        <p:spPr bwMode="auto">
          <a:xfrm>
            <a:off x="1143001" y="2289550"/>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aphicFrame>
        <p:nvGraphicFramePr>
          <p:cNvPr id="177156" name="Object 4">
            <a:extLst>
              <a:ext uri="{FF2B5EF4-FFF2-40B4-BE49-F238E27FC236}">
                <a16:creationId xmlns:a16="http://schemas.microsoft.com/office/drawing/2014/main" id="{5C0B2563-A312-F144-B199-67BA8801042E}"/>
              </a:ext>
            </a:extLst>
          </p:cNvPr>
          <p:cNvGraphicFramePr>
            <a:graphicFrameLocks noChangeAspect="1"/>
          </p:cNvGraphicFramePr>
          <p:nvPr>
            <p:extLst>
              <p:ext uri="{D42A27DB-BD31-4B8C-83A1-F6EECF244321}">
                <p14:modId xmlns:p14="http://schemas.microsoft.com/office/powerpoint/2010/main" val="849481411"/>
              </p:ext>
            </p:extLst>
          </p:nvPr>
        </p:nvGraphicFramePr>
        <p:xfrm>
          <a:off x="3643143" y="2906662"/>
          <a:ext cx="1269206" cy="757238"/>
        </p:xfrm>
        <a:graphic>
          <a:graphicData uri="http://schemas.openxmlformats.org/presentationml/2006/ole">
            <mc:AlternateContent xmlns:mc="http://schemas.openxmlformats.org/markup-compatibility/2006">
              <mc:Choice xmlns:v="urn:schemas-microsoft-com:vml" Requires="v">
                <p:oleObj spid="_x0000_s165905" name="公式" r:id="rId4" imgW="15214600" imgH="9067800" progId="Equation.3">
                  <p:embed/>
                </p:oleObj>
              </mc:Choice>
              <mc:Fallback>
                <p:oleObj name="公式" r:id="rId4" imgW="15214600" imgH="9067800" progId="Equation.3">
                  <p:embed/>
                  <p:pic>
                    <p:nvPicPr>
                      <p:cNvPr id="177156" name="Object 4">
                        <a:extLst>
                          <a:ext uri="{FF2B5EF4-FFF2-40B4-BE49-F238E27FC236}">
                            <a16:creationId xmlns:a16="http://schemas.microsoft.com/office/drawing/2014/main" id="{5C0B2563-A312-F144-B199-67BA880104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3143" y="2906662"/>
                        <a:ext cx="1269206"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7157" name="Rectangle 6">
            <a:extLst>
              <a:ext uri="{FF2B5EF4-FFF2-40B4-BE49-F238E27FC236}">
                <a16:creationId xmlns:a16="http://schemas.microsoft.com/office/drawing/2014/main" id="{6313D647-E327-CB4E-A077-A2A5F018CC10}"/>
              </a:ext>
            </a:extLst>
          </p:cNvPr>
          <p:cNvSpPr>
            <a:spLocks noChangeArrowheads="1"/>
          </p:cNvSpPr>
          <p:nvPr/>
        </p:nvSpPr>
        <p:spPr bwMode="auto">
          <a:xfrm>
            <a:off x="1987798" y="3811243"/>
            <a:ext cx="5168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i="1" dirty="0">
                <a:solidFill>
                  <a:schemeClr val="folHlink"/>
                </a:solidFill>
                <a:latin typeface="Arial" panose="020B0604020202020204" pitchFamily="34" charset="0"/>
                <a:ea typeface="宋体" panose="02010600030101010101" pitchFamily="2" charset="-122"/>
              </a:rPr>
              <a:t>U </a:t>
            </a:r>
            <a:r>
              <a:rPr lang="zh-CN" altLang="en-US" sz="2100" dirty="0">
                <a:solidFill>
                  <a:schemeClr val="folHlink"/>
                </a:solidFill>
                <a:latin typeface="Arial" panose="020B0604020202020204" pitchFamily="34" charset="0"/>
                <a:ea typeface="宋体" panose="02010600030101010101" pitchFamily="2" charset="-122"/>
              </a:rPr>
              <a:t>是网络的利用率，数值在 </a:t>
            </a:r>
            <a:r>
              <a:rPr lang="en-US" altLang="zh-CN" sz="2100" dirty="0">
                <a:solidFill>
                  <a:schemeClr val="folHlink"/>
                </a:solidFill>
                <a:latin typeface="Arial" panose="020B0604020202020204" pitchFamily="34" charset="0"/>
                <a:ea typeface="宋体" panose="02010600030101010101" pitchFamily="2" charset="-122"/>
              </a:rPr>
              <a:t>0 </a:t>
            </a:r>
            <a:r>
              <a:rPr lang="zh-CN" altLang="en-US" sz="2100" dirty="0">
                <a:solidFill>
                  <a:schemeClr val="folHlink"/>
                </a:solidFill>
                <a:latin typeface="Arial" panose="020B0604020202020204" pitchFamily="34" charset="0"/>
                <a:ea typeface="宋体" panose="02010600030101010101" pitchFamily="2" charset="-122"/>
              </a:rPr>
              <a:t>到 </a:t>
            </a:r>
            <a:r>
              <a:rPr lang="en-US" altLang="zh-CN" sz="2100" dirty="0">
                <a:solidFill>
                  <a:schemeClr val="folHlink"/>
                </a:solidFill>
                <a:latin typeface="Arial" panose="020B0604020202020204" pitchFamily="34" charset="0"/>
                <a:ea typeface="宋体" panose="02010600030101010101" pitchFamily="2" charset="-122"/>
              </a:rPr>
              <a:t>1 </a:t>
            </a:r>
            <a:r>
              <a:rPr lang="zh-CN" altLang="en-US" sz="2100" dirty="0">
                <a:solidFill>
                  <a:schemeClr val="folHlink"/>
                </a:solidFill>
                <a:latin typeface="Arial" panose="020B0604020202020204" pitchFamily="34" charset="0"/>
                <a:ea typeface="宋体" panose="02010600030101010101" pitchFamily="2" charset="-122"/>
              </a:rPr>
              <a:t>之间。 </a:t>
            </a:r>
          </a:p>
        </p:txBody>
      </p:sp>
      <p:sp>
        <p:nvSpPr>
          <p:cNvPr id="177158" name="幻灯片编号占位符 1">
            <a:extLst>
              <a:ext uri="{FF2B5EF4-FFF2-40B4-BE49-F238E27FC236}">
                <a16:creationId xmlns:a16="http://schemas.microsoft.com/office/drawing/2014/main" id="{CE2ADEAC-8BDC-5D48-B007-12D7B2893D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2318A90-E1BC-FB41-B941-AA6479EF0E2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9847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9201" name="Rectangle 4">
            <a:extLst>
              <a:ext uri="{FF2B5EF4-FFF2-40B4-BE49-F238E27FC236}">
                <a16:creationId xmlns:a16="http://schemas.microsoft.com/office/drawing/2014/main" id="{1BB6E900-5C76-1D48-8762-ED8B27AF9787}"/>
              </a:ext>
            </a:extLst>
          </p:cNvPr>
          <p:cNvSpPr>
            <a:spLocks noChangeArrowheads="1"/>
          </p:cNvSpPr>
          <p:nvPr/>
        </p:nvSpPr>
        <p:spPr bwMode="auto">
          <a:xfrm>
            <a:off x="4413648" y="736998"/>
            <a:ext cx="1202531" cy="313967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79202" name="Text Box 5">
            <a:extLst>
              <a:ext uri="{FF2B5EF4-FFF2-40B4-BE49-F238E27FC236}">
                <a16:creationId xmlns:a16="http://schemas.microsoft.com/office/drawing/2014/main" id="{2351EADC-8713-BB46-9B36-60C50A938074}"/>
              </a:ext>
            </a:extLst>
          </p:cNvPr>
          <p:cNvSpPr txBox="1">
            <a:spLocks noChangeArrowheads="1"/>
          </p:cNvSpPr>
          <p:nvPr/>
        </p:nvSpPr>
        <p:spPr bwMode="auto">
          <a:xfrm>
            <a:off x="1508522" y="444104"/>
            <a:ext cx="10663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时延</a:t>
            </a:r>
            <a:r>
              <a:rPr lang="zh-CN" altLang="en-US" sz="1200">
                <a:solidFill>
                  <a:schemeClr val="folHlink"/>
                </a:solidFill>
                <a:latin typeface="Arial" panose="020B0604020202020204" pitchFamily="34" charset="0"/>
                <a:ea typeface="宋体" panose="02010600030101010101" pitchFamily="2" charset="-122"/>
              </a:rPr>
              <a:t> </a:t>
            </a:r>
            <a:r>
              <a:rPr lang="en-US" altLang="zh-CN" sz="2400" i="1">
                <a:solidFill>
                  <a:schemeClr val="folHlink"/>
                </a:solidFill>
                <a:latin typeface="Arial" panose="020B0604020202020204" pitchFamily="34" charset="0"/>
                <a:ea typeface="宋体" panose="02010600030101010101" pitchFamily="2" charset="-122"/>
              </a:rPr>
              <a:t>D</a:t>
            </a:r>
          </a:p>
        </p:txBody>
      </p:sp>
      <p:sp>
        <p:nvSpPr>
          <p:cNvPr id="179203" name="Line 6">
            <a:extLst>
              <a:ext uri="{FF2B5EF4-FFF2-40B4-BE49-F238E27FC236}">
                <a16:creationId xmlns:a16="http://schemas.microsoft.com/office/drawing/2014/main" id="{B98323D5-B68B-014D-BD1D-C710839FBA13}"/>
              </a:ext>
            </a:extLst>
          </p:cNvPr>
          <p:cNvSpPr>
            <a:spLocks noChangeShapeType="1"/>
          </p:cNvSpPr>
          <p:nvPr/>
        </p:nvSpPr>
        <p:spPr bwMode="auto">
          <a:xfrm flipV="1">
            <a:off x="2564606" y="627460"/>
            <a:ext cx="0" cy="3249215"/>
          </a:xfrm>
          <a:prstGeom prst="line">
            <a:avLst/>
          </a:prstGeom>
          <a:noFill/>
          <a:ln w="38100">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9204" name="Line 7">
            <a:extLst>
              <a:ext uri="{FF2B5EF4-FFF2-40B4-BE49-F238E27FC236}">
                <a16:creationId xmlns:a16="http://schemas.microsoft.com/office/drawing/2014/main" id="{6EC34F86-2D3C-064E-81D3-252DEB5DA85A}"/>
              </a:ext>
            </a:extLst>
          </p:cNvPr>
          <p:cNvSpPr>
            <a:spLocks noChangeShapeType="1"/>
          </p:cNvSpPr>
          <p:nvPr/>
        </p:nvSpPr>
        <p:spPr bwMode="auto">
          <a:xfrm rot="5400000" flipV="1">
            <a:off x="4460081" y="1981200"/>
            <a:ext cx="0" cy="3790950"/>
          </a:xfrm>
          <a:prstGeom prst="line">
            <a:avLst/>
          </a:prstGeom>
          <a:noFill/>
          <a:ln w="38100">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9205" name="Line 8">
            <a:extLst>
              <a:ext uri="{FF2B5EF4-FFF2-40B4-BE49-F238E27FC236}">
                <a16:creationId xmlns:a16="http://schemas.microsoft.com/office/drawing/2014/main" id="{75F128CE-CE94-1B4E-B61E-D027F00A16CB}"/>
              </a:ext>
            </a:extLst>
          </p:cNvPr>
          <p:cNvSpPr>
            <a:spLocks noChangeShapeType="1"/>
          </p:cNvSpPr>
          <p:nvPr/>
        </p:nvSpPr>
        <p:spPr bwMode="auto">
          <a:xfrm>
            <a:off x="5616179" y="627460"/>
            <a:ext cx="0" cy="3249215"/>
          </a:xfrm>
          <a:prstGeom prst="line">
            <a:avLst/>
          </a:prstGeom>
          <a:noFill/>
          <a:ln w="9525">
            <a:solidFill>
              <a:srgbClr val="CC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206" name="弧 9">
            <a:extLst>
              <a:ext uri="{FF2B5EF4-FFF2-40B4-BE49-F238E27FC236}">
                <a16:creationId xmlns:a16="http://schemas.microsoft.com/office/drawing/2014/main" id="{268BA3E4-E075-C64A-95C6-56B5A4E517E9}"/>
              </a:ext>
            </a:extLst>
          </p:cNvPr>
          <p:cNvSpPr>
            <a:spLocks/>
          </p:cNvSpPr>
          <p:nvPr/>
        </p:nvSpPr>
        <p:spPr bwMode="auto">
          <a:xfrm flipV="1">
            <a:off x="2564606" y="736997"/>
            <a:ext cx="2986088" cy="2924175"/>
          </a:xfrm>
          <a:custGeom>
            <a:avLst/>
            <a:gdLst>
              <a:gd name="T0" fmla="*/ 0 w 21600"/>
              <a:gd name="T1" fmla="*/ 0 h 21612"/>
              <a:gd name="T2" fmla="*/ 2147483646 w 21600"/>
              <a:gd name="T3" fmla="*/ 2147483646 h 21612"/>
              <a:gd name="T4" fmla="*/ 0 w 21600"/>
              <a:gd name="T5" fmla="*/ 2147483646 h 21612"/>
              <a:gd name="T6" fmla="*/ 0 60000 65536"/>
              <a:gd name="T7" fmla="*/ 0 60000 65536"/>
              <a:gd name="T8" fmla="*/ 0 60000 65536"/>
            </a:gdLst>
            <a:ahLst/>
            <a:cxnLst>
              <a:cxn ang="T6">
                <a:pos x="T0" y="T1"/>
              </a:cxn>
              <a:cxn ang="T7">
                <a:pos x="T2" y="T3"/>
              </a:cxn>
              <a:cxn ang="T8">
                <a:pos x="T4" y="T5"/>
              </a:cxn>
            </a:cxnLst>
            <a:rect l="0" t="0" r="r" b="b"/>
            <a:pathLst>
              <a:path w="21600" h="21612" fill="none" extrusionOk="0">
                <a:moveTo>
                  <a:pt x="0" y="-1"/>
                </a:moveTo>
                <a:cubicBezTo>
                  <a:pt x="11929" y="0"/>
                  <a:pt x="21600" y="9670"/>
                  <a:pt x="21600" y="21600"/>
                </a:cubicBezTo>
                <a:cubicBezTo>
                  <a:pt x="21600" y="21603"/>
                  <a:pt x="21599" y="21607"/>
                  <a:pt x="21599" y="21611"/>
                </a:cubicBezTo>
              </a:path>
              <a:path w="21600" h="21612" stroke="0" extrusionOk="0">
                <a:moveTo>
                  <a:pt x="0" y="-1"/>
                </a:moveTo>
                <a:cubicBezTo>
                  <a:pt x="11929" y="0"/>
                  <a:pt x="21600" y="9670"/>
                  <a:pt x="21600" y="21600"/>
                </a:cubicBezTo>
                <a:cubicBezTo>
                  <a:pt x="21600" y="21603"/>
                  <a:pt x="21599" y="21607"/>
                  <a:pt x="21599" y="21611"/>
                </a:cubicBezTo>
                <a:lnTo>
                  <a:pt x="0" y="21600"/>
                </a:lnTo>
                <a:lnTo>
                  <a:pt x="0" y="-1"/>
                </a:lnTo>
                <a:close/>
              </a:path>
            </a:pathLst>
          </a:custGeom>
          <a:noFill/>
          <a:ln w="762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07" name="Text Box 10">
            <a:extLst>
              <a:ext uri="{FF2B5EF4-FFF2-40B4-BE49-F238E27FC236}">
                <a16:creationId xmlns:a16="http://schemas.microsoft.com/office/drawing/2014/main" id="{E7356828-4BA3-B848-A55E-20931B86D8A9}"/>
              </a:ext>
            </a:extLst>
          </p:cNvPr>
          <p:cNvSpPr txBox="1">
            <a:spLocks noChangeArrowheads="1"/>
          </p:cNvSpPr>
          <p:nvPr/>
        </p:nvSpPr>
        <p:spPr bwMode="auto">
          <a:xfrm>
            <a:off x="6078141" y="3414713"/>
            <a:ext cx="13740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利用率</a:t>
            </a:r>
            <a:r>
              <a:rPr lang="zh-CN" altLang="en-US" sz="1200">
                <a:solidFill>
                  <a:schemeClr val="folHlink"/>
                </a:solidFill>
                <a:latin typeface="Arial" panose="020B0604020202020204" pitchFamily="34" charset="0"/>
                <a:ea typeface="宋体" panose="02010600030101010101" pitchFamily="2" charset="-122"/>
              </a:rPr>
              <a:t> </a:t>
            </a:r>
            <a:r>
              <a:rPr lang="en-US" altLang="zh-CN" sz="2400" i="1">
                <a:solidFill>
                  <a:schemeClr val="folHlink"/>
                </a:solidFill>
                <a:latin typeface="Arial" panose="020B0604020202020204" pitchFamily="34" charset="0"/>
                <a:ea typeface="宋体" panose="02010600030101010101" pitchFamily="2" charset="-122"/>
              </a:rPr>
              <a:t>U</a:t>
            </a:r>
          </a:p>
        </p:txBody>
      </p:sp>
      <p:sp>
        <p:nvSpPr>
          <p:cNvPr id="179208" name="Text Box 11">
            <a:extLst>
              <a:ext uri="{FF2B5EF4-FFF2-40B4-BE49-F238E27FC236}">
                <a16:creationId xmlns:a16="http://schemas.microsoft.com/office/drawing/2014/main" id="{1B5705F5-A07C-1A4D-80B9-F099EFED3DDD}"/>
              </a:ext>
            </a:extLst>
          </p:cNvPr>
          <p:cNvSpPr txBox="1">
            <a:spLocks noChangeArrowheads="1"/>
          </p:cNvSpPr>
          <p:nvPr/>
        </p:nvSpPr>
        <p:spPr bwMode="auto">
          <a:xfrm>
            <a:off x="5432822" y="3865960"/>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folHlink"/>
                </a:solidFill>
                <a:latin typeface="Arial" panose="020B0604020202020204" pitchFamily="34" charset="0"/>
                <a:ea typeface="宋体" panose="02010600030101010101" pitchFamily="2" charset="-122"/>
              </a:rPr>
              <a:t>1</a:t>
            </a:r>
            <a:endParaRPr lang="en-US" altLang="zh-CN" sz="2400" i="1">
              <a:solidFill>
                <a:schemeClr val="folHlink"/>
              </a:solidFill>
              <a:latin typeface="Arial" panose="020B0604020202020204" pitchFamily="34" charset="0"/>
              <a:ea typeface="宋体" panose="02010600030101010101" pitchFamily="2" charset="-122"/>
            </a:endParaRPr>
          </a:p>
        </p:txBody>
      </p:sp>
      <p:sp>
        <p:nvSpPr>
          <p:cNvPr id="179209" name="Text Box 12">
            <a:extLst>
              <a:ext uri="{FF2B5EF4-FFF2-40B4-BE49-F238E27FC236}">
                <a16:creationId xmlns:a16="http://schemas.microsoft.com/office/drawing/2014/main" id="{6F705D49-1C74-9142-8741-BDB5531CB96E}"/>
              </a:ext>
            </a:extLst>
          </p:cNvPr>
          <p:cNvSpPr txBox="1">
            <a:spLocks noChangeArrowheads="1"/>
          </p:cNvSpPr>
          <p:nvPr/>
        </p:nvSpPr>
        <p:spPr bwMode="auto">
          <a:xfrm>
            <a:off x="2320529" y="3813573"/>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folHlink"/>
                </a:solidFill>
                <a:latin typeface="Arial" panose="020B0604020202020204" pitchFamily="34" charset="0"/>
                <a:ea typeface="宋体" panose="02010600030101010101" pitchFamily="2" charset="-122"/>
              </a:rPr>
              <a:t>0</a:t>
            </a:r>
            <a:endParaRPr lang="en-US" altLang="zh-CN" sz="2400" i="1">
              <a:solidFill>
                <a:schemeClr val="folHlink"/>
              </a:solidFill>
              <a:latin typeface="Arial" panose="020B0604020202020204" pitchFamily="34" charset="0"/>
              <a:ea typeface="宋体" panose="02010600030101010101" pitchFamily="2" charset="-122"/>
            </a:endParaRPr>
          </a:p>
        </p:txBody>
      </p:sp>
      <p:sp>
        <p:nvSpPr>
          <p:cNvPr id="179210" name="Text Box 13">
            <a:extLst>
              <a:ext uri="{FF2B5EF4-FFF2-40B4-BE49-F238E27FC236}">
                <a16:creationId xmlns:a16="http://schemas.microsoft.com/office/drawing/2014/main" id="{6302ECC8-E4AC-3B4F-B7E2-CE70EE24BA35}"/>
              </a:ext>
            </a:extLst>
          </p:cNvPr>
          <p:cNvSpPr txBox="1">
            <a:spLocks noChangeArrowheads="1"/>
          </p:cNvSpPr>
          <p:nvPr/>
        </p:nvSpPr>
        <p:spPr bwMode="auto">
          <a:xfrm>
            <a:off x="2105025" y="3362325"/>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i="1">
                <a:solidFill>
                  <a:schemeClr val="folHlink"/>
                </a:solidFill>
                <a:latin typeface="Arial" panose="020B0604020202020204" pitchFamily="34" charset="0"/>
                <a:ea typeface="宋体" panose="02010600030101010101" pitchFamily="2" charset="-122"/>
              </a:rPr>
              <a:t>D</a:t>
            </a:r>
            <a:r>
              <a:rPr lang="en-US" altLang="zh-CN" sz="2400" baseline="-25000">
                <a:solidFill>
                  <a:schemeClr val="folHlink"/>
                </a:solidFill>
                <a:latin typeface="Arial" panose="020B0604020202020204" pitchFamily="34" charset="0"/>
                <a:ea typeface="宋体" panose="02010600030101010101" pitchFamily="2" charset="-122"/>
              </a:rPr>
              <a:t>0</a:t>
            </a:r>
            <a:endParaRPr lang="en-US" altLang="zh-CN" sz="2400" i="1" baseline="-25000">
              <a:solidFill>
                <a:schemeClr val="folHlink"/>
              </a:solidFill>
              <a:latin typeface="Arial" panose="020B0604020202020204" pitchFamily="34" charset="0"/>
              <a:ea typeface="宋体" panose="02010600030101010101" pitchFamily="2" charset="-122"/>
            </a:endParaRPr>
          </a:p>
        </p:txBody>
      </p:sp>
      <p:sp>
        <p:nvSpPr>
          <p:cNvPr id="179211" name="Text Box 14">
            <a:extLst>
              <a:ext uri="{FF2B5EF4-FFF2-40B4-BE49-F238E27FC236}">
                <a16:creationId xmlns:a16="http://schemas.microsoft.com/office/drawing/2014/main" id="{12EE0A2F-440B-3F45-A77B-1AC0E4443AB4}"/>
              </a:ext>
            </a:extLst>
          </p:cNvPr>
          <p:cNvSpPr txBox="1">
            <a:spLocks noChangeArrowheads="1"/>
          </p:cNvSpPr>
          <p:nvPr/>
        </p:nvSpPr>
        <p:spPr bwMode="auto">
          <a:xfrm>
            <a:off x="4580335" y="794148"/>
            <a:ext cx="80021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时延</a:t>
            </a:r>
          </a:p>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急剧</a:t>
            </a:r>
          </a:p>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增大</a:t>
            </a:r>
            <a:endParaRPr lang="zh-CN" altLang="en-US" sz="2400" i="1">
              <a:solidFill>
                <a:schemeClr val="folHlink"/>
              </a:solidFill>
              <a:latin typeface="Arial" panose="020B0604020202020204" pitchFamily="34" charset="0"/>
              <a:ea typeface="宋体" panose="02010600030101010101" pitchFamily="2" charset="-122"/>
            </a:endParaRPr>
          </a:p>
        </p:txBody>
      </p:sp>
      <p:sp>
        <p:nvSpPr>
          <p:cNvPr id="179212" name="幻灯片编号占位符 2">
            <a:extLst>
              <a:ext uri="{FF2B5EF4-FFF2-40B4-BE49-F238E27FC236}">
                <a16:creationId xmlns:a16="http://schemas.microsoft.com/office/drawing/2014/main" id="{83174A40-8AF3-B44F-831C-B1323303B4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F3EE4D-1F74-C246-9CBA-93FEC427327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483242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00469946-C4A0-3B43-B8EC-D47C8930F5B1}"/>
              </a:ext>
            </a:extLst>
          </p:cNvPr>
          <p:cNvSpPr>
            <a:spLocks noGrp="1" noChangeArrowheads="1"/>
          </p:cNvSpPr>
          <p:nvPr>
            <p:ph type="title"/>
          </p:nvPr>
        </p:nvSpPr>
        <p:spPr>
          <a:xfrm>
            <a:off x="174171" y="250032"/>
            <a:ext cx="7514886" cy="477440"/>
          </a:xfrm>
        </p:spPr>
        <p:txBody>
          <a:bodyPr/>
          <a:lstStyle/>
          <a:p>
            <a:pPr eaLnBrk="1" hangingPunct="1"/>
            <a:r>
              <a:rPr lang="en-US" altLang="zh-CN" dirty="0">
                <a:latin typeface="Times New Roman" panose="02020603050405020304" pitchFamily="18" charset="0"/>
                <a:ea typeface="宋体" panose="02010600030101010101" pitchFamily="2" charset="-122"/>
              </a:rPr>
              <a:t>1.6.2  </a:t>
            </a:r>
            <a:r>
              <a:rPr lang="zh-CN" altLang="en-US" dirty="0">
                <a:latin typeface="Times New Roman" panose="02020603050405020304" pitchFamily="18" charset="0"/>
                <a:ea typeface="宋体" panose="02010600030101010101" pitchFamily="2" charset="-122"/>
              </a:rPr>
              <a:t>计算机网络的非性能特征 </a:t>
            </a:r>
          </a:p>
        </p:txBody>
      </p:sp>
      <p:sp>
        <p:nvSpPr>
          <p:cNvPr id="181250" name="Rectangle 3">
            <a:extLst>
              <a:ext uri="{FF2B5EF4-FFF2-40B4-BE49-F238E27FC236}">
                <a16:creationId xmlns:a16="http://schemas.microsoft.com/office/drawing/2014/main" id="{B3E341DF-41F2-944F-A581-22699FDC331A}"/>
              </a:ext>
            </a:extLst>
          </p:cNvPr>
          <p:cNvSpPr>
            <a:spLocks noGrp="1" noChangeArrowheads="1"/>
          </p:cNvSpPr>
          <p:nvPr>
            <p:ph type="body" idx="1"/>
          </p:nvPr>
        </p:nvSpPr>
        <p:spPr>
          <a:xfrm>
            <a:off x="174171" y="920353"/>
            <a:ext cx="8741228" cy="3302794"/>
          </a:xfrm>
        </p:spPr>
        <p:txBody>
          <a:bodyPr/>
          <a:lstStyle/>
          <a:p>
            <a:pPr eaLnBrk="1" hangingPunct="1"/>
            <a:r>
              <a:rPr lang="zh-CN" altLang="en-US" dirty="0">
                <a:latin typeface="Times New Roman" panose="02020603050405020304" pitchFamily="18" charset="0"/>
                <a:ea typeface="宋体" panose="02010600030101010101" pitchFamily="2" charset="-122"/>
              </a:rPr>
              <a:t>费用</a:t>
            </a:r>
          </a:p>
          <a:p>
            <a:pPr eaLnBrk="1" hangingPunct="1"/>
            <a:r>
              <a:rPr lang="zh-CN" altLang="en-US" dirty="0">
                <a:latin typeface="Times New Roman" panose="02020603050405020304" pitchFamily="18" charset="0"/>
                <a:ea typeface="宋体" panose="02010600030101010101" pitchFamily="2" charset="-122"/>
              </a:rPr>
              <a:t>质量</a:t>
            </a:r>
          </a:p>
          <a:p>
            <a:pPr eaLnBrk="1" hangingPunct="1"/>
            <a:r>
              <a:rPr lang="zh-CN" altLang="en-US" dirty="0">
                <a:latin typeface="Times New Roman" panose="02020603050405020304" pitchFamily="18" charset="0"/>
                <a:ea typeface="宋体" panose="02010600030101010101" pitchFamily="2" charset="-122"/>
              </a:rPr>
              <a:t>标准化</a:t>
            </a:r>
          </a:p>
          <a:p>
            <a:pPr eaLnBrk="1" hangingPunct="1"/>
            <a:r>
              <a:rPr lang="zh-CN" altLang="en-US" dirty="0">
                <a:latin typeface="Times New Roman" panose="02020603050405020304" pitchFamily="18" charset="0"/>
                <a:ea typeface="宋体" panose="02010600030101010101" pitchFamily="2" charset="-122"/>
              </a:rPr>
              <a:t>可靠性</a:t>
            </a:r>
          </a:p>
          <a:p>
            <a:pPr eaLnBrk="1" hangingPunct="1"/>
            <a:r>
              <a:rPr lang="zh-CN" altLang="en-US" dirty="0">
                <a:latin typeface="Times New Roman" panose="02020603050405020304" pitchFamily="18" charset="0"/>
                <a:ea typeface="宋体" panose="02010600030101010101" pitchFamily="2" charset="-122"/>
              </a:rPr>
              <a:t>可扩展性和可升级性 </a:t>
            </a:r>
          </a:p>
          <a:p>
            <a:pPr eaLnBrk="1" hangingPunct="1"/>
            <a:r>
              <a:rPr lang="zh-CN" altLang="en-US" dirty="0">
                <a:latin typeface="Times New Roman" panose="02020603050405020304" pitchFamily="18" charset="0"/>
                <a:ea typeface="宋体" panose="02010600030101010101" pitchFamily="2" charset="-122"/>
              </a:rPr>
              <a:t>易于管理和维护 </a:t>
            </a:r>
          </a:p>
        </p:txBody>
      </p:sp>
      <p:sp>
        <p:nvSpPr>
          <p:cNvPr id="181251" name="幻灯片编号占位符 1">
            <a:extLst>
              <a:ext uri="{FF2B5EF4-FFF2-40B4-BE49-F238E27FC236}">
                <a16:creationId xmlns:a16="http://schemas.microsoft.com/office/drawing/2014/main" id="{BF88FE69-4A8D-AA44-B423-9C26F9ADC6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EC4C2F7-76AF-E942-AB9A-7E5545C050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152033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a:extLst>
              <a:ext uri="{FF2B5EF4-FFF2-40B4-BE49-F238E27FC236}">
                <a16:creationId xmlns:a16="http://schemas.microsoft.com/office/drawing/2014/main" id="{357712D0-2ABE-F94F-A0C2-8C2A832C2C66}"/>
              </a:ext>
            </a:extLst>
          </p:cNvPr>
          <p:cNvSpPr>
            <a:spLocks noGrp="1" noChangeArrowheads="1"/>
          </p:cNvSpPr>
          <p:nvPr>
            <p:ph type="title"/>
          </p:nvPr>
        </p:nvSpPr>
        <p:spPr>
          <a:xfrm>
            <a:off x="163286" y="-26194"/>
            <a:ext cx="7610305" cy="1096566"/>
          </a:xfrm>
        </p:spPr>
        <p:txBody>
          <a:bodyPr/>
          <a:lstStyle/>
          <a:p>
            <a:pPr eaLnBrk="1" hangingPunct="1"/>
            <a:r>
              <a:rPr lang="en-US" altLang="zh-CN" dirty="0">
                <a:latin typeface="Times New Roman" panose="02020603050405020304" pitchFamily="18" charset="0"/>
                <a:ea typeface="宋体" panose="02010600030101010101" pitchFamily="2" charset="-122"/>
              </a:rPr>
              <a:t>1.7  </a:t>
            </a:r>
            <a:r>
              <a:rPr lang="zh-CN" altLang="en-US" dirty="0">
                <a:latin typeface="Times New Roman" panose="02020603050405020304" pitchFamily="18" charset="0"/>
                <a:ea typeface="宋体" panose="02010600030101010101" pitchFamily="2" charset="-122"/>
              </a:rPr>
              <a:t>计算机网络的体系结构</a:t>
            </a:r>
            <a:endParaRPr lang="zh-CN" altLang="en-US" sz="2700" dirty="0">
              <a:ea typeface="宋体" panose="02010600030101010101" pitchFamily="2" charset="-122"/>
            </a:endParaRPr>
          </a:p>
        </p:txBody>
      </p:sp>
      <p:sp>
        <p:nvSpPr>
          <p:cNvPr id="100355" name="Rectangle 3">
            <a:extLst>
              <a:ext uri="{FF2B5EF4-FFF2-40B4-BE49-F238E27FC236}">
                <a16:creationId xmlns:a16="http://schemas.microsoft.com/office/drawing/2014/main" id="{B7AF2198-4375-214E-8CB8-C73D21923999}"/>
              </a:ext>
            </a:extLst>
          </p:cNvPr>
          <p:cNvSpPr>
            <a:spLocks noGrp="1" noChangeArrowheads="1"/>
          </p:cNvSpPr>
          <p:nvPr>
            <p:ph type="body" idx="1"/>
          </p:nvPr>
        </p:nvSpPr>
        <p:spPr>
          <a:xfrm>
            <a:off x="163286" y="1665514"/>
            <a:ext cx="8806542" cy="2773476"/>
          </a:xfrm>
        </p:spPr>
        <p:txBody>
          <a:bodyPr/>
          <a:lstStyle/>
          <a:p>
            <a:pPr eaLnBrk="1" hangingPunct="1"/>
            <a:r>
              <a:rPr lang="zh-CN" altLang="en-US" dirty="0">
                <a:latin typeface="Times New Roman" panose="02020603050405020304" pitchFamily="18" charset="0"/>
                <a:ea typeface="宋体" panose="02010600030101010101" pitchFamily="2" charset="-122"/>
              </a:rPr>
              <a:t>相互通信的两个计算机系统必须</a:t>
            </a:r>
            <a:r>
              <a:rPr lang="zh-CN" altLang="en-US" dirty="0">
                <a:solidFill>
                  <a:schemeClr val="hlink"/>
                </a:solidFill>
                <a:latin typeface="Times New Roman" panose="02020603050405020304" pitchFamily="18" charset="0"/>
                <a:ea typeface="宋体" panose="02010600030101010101" pitchFamily="2" charset="-122"/>
              </a:rPr>
              <a:t>高度协调工作</a:t>
            </a:r>
            <a:r>
              <a:rPr lang="zh-CN" altLang="en-US" dirty="0">
                <a:latin typeface="Times New Roman" panose="02020603050405020304" pitchFamily="18" charset="0"/>
                <a:ea typeface="宋体" panose="02010600030101010101" pitchFamily="2" charset="-122"/>
              </a:rPr>
              <a:t>才行，而这种“协调”是相当复杂的。 </a:t>
            </a:r>
          </a:p>
          <a:p>
            <a:pPr eaLnBrk="1" hangingPunct="1"/>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分层</a:t>
            </a:r>
            <a:r>
              <a:rPr lang="zh-CN" altLang="en-US" dirty="0">
                <a:latin typeface="Times New Roman" panose="02020603050405020304" pitchFamily="18" charset="0"/>
                <a:ea typeface="宋体" panose="02010600030101010101" pitchFamily="2" charset="-122"/>
              </a:rPr>
              <a:t>”可将庞大而复杂的问题，转化为若干较小的局部问题，而这些较小的局部问题就比较易于研究和处理。 </a:t>
            </a:r>
          </a:p>
        </p:txBody>
      </p:sp>
      <p:sp>
        <p:nvSpPr>
          <p:cNvPr id="183299" name="幻灯片编号占位符 1">
            <a:extLst>
              <a:ext uri="{FF2B5EF4-FFF2-40B4-BE49-F238E27FC236}">
                <a16:creationId xmlns:a16="http://schemas.microsoft.com/office/drawing/2014/main" id="{5D584567-067E-914F-B624-A9061663771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810B752-E8B9-C845-8538-34A71AC03F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F84EBCE3-ED6C-F245-89D3-504C66EBDC03}"/>
              </a:ext>
            </a:extLst>
          </p:cNvPr>
          <p:cNvSpPr/>
          <p:nvPr/>
        </p:nvSpPr>
        <p:spPr>
          <a:xfrm>
            <a:off x="163286" y="1035328"/>
            <a:ext cx="5492209" cy="523220"/>
          </a:xfrm>
          <a:prstGeom prst="rect">
            <a:avLst/>
          </a:prstGeom>
        </p:spPr>
        <p:txBody>
          <a:bodyPr wrap="none">
            <a:spAutoFit/>
          </a:bodyPr>
          <a:lstStyle/>
          <a:p>
            <a:r>
              <a:rPr lang="en-US" altLang="zh-CN" sz="2800" dirty="0"/>
              <a:t>1.7.1  </a:t>
            </a:r>
            <a:r>
              <a:rPr lang="zh-CN" altLang="en-US" sz="2800" dirty="0"/>
              <a:t>计算机网络体系结构的形成</a:t>
            </a:r>
          </a:p>
        </p:txBody>
      </p:sp>
    </p:spTree>
    <p:extLst>
      <p:ext uri="{BB962C8B-B14F-4D97-AF65-F5344CB8AC3E}">
        <p14:creationId xmlns:p14="http://schemas.microsoft.com/office/powerpoint/2010/main" val="680888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a:extLst>
              <a:ext uri="{FF2B5EF4-FFF2-40B4-BE49-F238E27FC236}">
                <a16:creationId xmlns:a16="http://schemas.microsoft.com/office/drawing/2014/main" id="{D889AC3B-986C-3341-9A5B-151B44CD7612}"/>
              </a:ext>
            </a:extLst>
          </p:cNvPr>
          <p:cNvSpPr>
            <a:spLocks noGrp="1" noChangeArrowheads="1"/>
          </p:cNvSpPr>
          <p:nvPr>
            <p:ph type="title"/>
          </p:nvPr>
        </p:nvSpPr>
        <p:spPr>
          <a:xfrm>
            <a:off x="174171" y="160735"/>
            <a:ext cx="7826829" cy="736997"/>
          </a:xfrm>
        </p:spPr>
        <p:txBody>
          <a:bodyPr/>
          <a:lstStyle/>
          <a:p>
            <a:pPr eaLnBrk="1" hangingPunct="1"/>
            <a:r>
              <a:rPr lang="zh-CN" altLang="en-US" dirty="0">
                <a:latin typeface="Times New Roman" panose="02020603050405020304" pitchFamily="18" charset="0"/>
                <a:ea typeface="宋体" panose="02010600030101010101" pitchFamily="2" charset="-122"/>
              </a:rPr>
              <a:t>关于开放系统互连参考模型</a:t>
            </a:r>
            <a:r>
              <a:rPr lang="en-US" altLang="zh-CN" dirty="0">
                <a:latin typeface="Times New Roman" panose="02020603050405020304" pitchFamily="18" charset="0"/>
                <a:ea typeface="宋体" panose="02010600030101010101" pitchFamily="2" charset="-122"/>
              </a:rPr>
              <a:t>OSI/RM</a:t>
            </a:r>
          </a:p>
        </p:txBody>
      </p:sp>
      <p:sp>
        <p:nvSpPr>
          <p:cNvPr id="171011" name="Rectangle 3">
            <a:extLst>
              <a:ext uri="{FF2B5EF4-FFF2-40B4-BE49-F238E27FC236}">
                <a16:creationId xmlns:a16="http://schemas.microsoft.com/office/drawing/2014/main" id="{22CDC5D1-C917-E34C-9BD4-A21DBEFB4089}"/>
              </a:ext>
            </a:extLst>
          </p:cNvPr>
          <p:cNvSpPr>
            <a:spLocks noGrp="1" noChangeArrowheads="1"/>
          </p:cNvSpPr>
          <p:nvPr>
            <p:ph type="body" idx="1"/>
          </p:nvPr>
        </p:nvSpPr>
        <p:spPr>
          <a:xfrm>
            <a:off x="174171" y="1026149"/>
            <a:ext cx="8806543" cy="3726656"/>
          </a:xfrm>
        </p:spPr>
        <p:txBody>
          <a:bodyPr/>
          <a:lstStyle/>
          <a:p>
            <a:pPr eaLnBrk="1" hangingPunct="1"/>
            <a:r>
              <a:rPr lang="zh-CN" altLang="en-US" sz="2100" dirty="0">
                <a:ea typeface="宋体" panose="02010600030101010101" pitchFamily="2" charset="-122"/>
              </a:rPr>
              <a:t>只要遵循 </a:t>
            </a:r>
            <a:r>
              <a:rPr lang="en-US" altLang="zh-CN" sz="2100" dirty="0">
                <a:ea typeface="宋体" panose="02010600030101010101" pitchFamily="2" charset="-122"/>
              </a:rPr>
              <a:t>OSI </a:t>
            </a:r>
            <a:r>
              <a:rPr lang="zh-CN" altLang="en-US" sz="2100" dirty="0">
                <a:ea typeface="宋体" panose="02010600030101010101" pitchFamily="2" charset="-122"/>
              </a:rPr>
              <a:t>标准，一个系统就可以和位于世界上任何地方的、也遵循这同一标准的其他任何系统进行通信。</a:t>
            </a:r>
          </a:p>
          <a:p>
            <a:pPr eaLnBrk="1" hangingPunct="1"/>
            <a:r>
              <a:rPr lang="zh-CN" altLang="en-US" sz="2100" dirty="0">
                <a:ea typeface="宋体" panose="02010600030101010101" pitchFamily="2" charset="-122"/>
              </a:rPr>
              <a:t>在市场化方面 </a:t>
            </a:r>
            <a:r>
              <a:rPr lang="en-US" altLang="zh-CN" sz="2100" dirty="0">
                <a:ea typeface="宋体" panose="02010600030101010101" pitchFamily="2" charset="-122"/>
              </a:rPr>
              <a:t>OSI </a:t>
            </a:r>
            <a:r>
              <a:rPr lang="zh-CN" altLang="en-US" sz="2100" dirty="0">
                <a:ea typeface="宋体" panose="02010600030101010101" pitchFamily="2" charset="-122"/>
              </a:rPr>
              <a:t>却失败了。</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的专家们在完成 </a:t>
            </a:r>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标准时没有商业驱动力；</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的协议实现起来过分复杂，且运行效率很低；</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标准的制定周期太长，因而使得按 </a:t>
            </a:r>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标准生产的设备无法及时进入市场；</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的层次划分并也不太合理，有些功能在多个层次中重复出现。</a:t>
            </a:r>
            <a:r>
              <a:rPr lang="zh-CN" altLang="en-US" sz="1800" dirty="0">
                <a:ea typeface="宋体" panose="02010600030101010101" pitchFamily="2" charset="-122"/>
              </a:rPr>
              <a:t>  </a:t>
            </a:r>
          </a:p>
        </p:txBody>
      </p:sp>
      <p:sp>
        <p:nvSpPr>
          <p:cNvPr id="185347" name="幻灯片编号占位符 1">
            <a:extLst>
              <a:ext uri="{FF2B5EF4-FFF2-40B4-BE49-F238E27FC236}">
                <a16:creationId xmlns:a16="http://schemas.microsoft.com/office/drawing/2014/main" id="{BD70CDC1-0628-8542-834A-8BCF1A7BED0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EF5A56E-31EC-384F-B99A-CF83E22C54F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820294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1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a:extLst>
              <a:ext uri="{FF2B5EF4-FFF2-40B4-BE49-F238E27FC236}">
                <a16:creationId xmlns:a16="http://schemas.microsoft.com/office/drawing/2014/main" id="{2BF910F8-8DD1-EC4F-AE46-A19C69840273}"/>
              </a:ext>
            </a:extLst>
          </p:cNvPr>
          <p:cNvSpPr>
            <a:spLocks noGrp="1" noChangeArrowheads="1"/>
          </p:cNvSpPr>
          <p:nvPr>
            <p:ph type="title"/>
          </p:nvPr>
        </p:nvSpPr>
        <p:spPr>
          <a:xfrm>
            <a:off x="152400" y="141685"/>
            <a:ext cx="7147323" cy="609429"/>
          </a:xfrm>
        </p:spPr>
        <p:txBody>
          <a:bodyPr/>
          <a:lstStyle/>
          <a:p>
            <a:pPr eaLnBrk="1" hangingPunct="1"/>
            <a:r>
              <a:rPr lang="zh-CN" altLang="en-US" dirty="0">
                <a:latin typeface="Times New Roman" panose="02020603050405020304" pitchFamily="18" charset="0"/>
                <a:ea typeface="宋体" panose="02010600030101010101" pitchFamily="2" charset="-122"/>
              </a:rPr>
              <a:t>两种国际标准</a:t>
            </a:r>
          </a:p>
        </p:txBody>
      </p:sp>
      <p:sp>
        <p:nvSpPr>
          <p:cNvPr id="172035" name="Rectangle 3">
            <a:extLst>
              <a:ext uri="{FF2B5EF4-FFF2-40B4-BE49-F238E27FC236}">
                <a16:creationId xmlns:a16="http://schemas.microsoft.com/office/drawing/2014/main" id="{40763ADA-BEC8-9643-A3F4-EB33F40A37DD}"/>
              </a:ext>
            </a:extLst>
          </p:cNvPr>
          <p:cNvSpPr>
            <a:spLocks noGrp="1" noChangeArrowheads="1"/>
          </p:cNvSpPr>
          <p:nvPr>
            <p:ph type="body" idx="1"/>
          </p:nvPr>
        </p:nvSpPr>
        <p:spPr>
          <a:xfrm>
            <a:off x="152400" y="993833"/>
            <a:ext cx="8828314" cy="3401615"/>
          </a:xfrm>
        </p:spPr>
        <p:txBody>
          <a:bodyPr/>
          <a:lstStyle/>
          <a:p>
            <a:pPr eaLnBrk="1" hangingPunct="1"/>
            <a:r>
              <a:rPr lang="zh-CN" altLang="en-US" dirty="0">
                <a:latin typeface="Times New Roman" panose="02020603050405020304" pitchFamily="18" charset="0"/>
                <a:ea typeface="宋体" panose="02010600030101010101" pitchFamily="2" charset="-122"/>
              </a:rPr>
              <a:t>法律上的</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de jure</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国际标准 </a:t>
            </a:r>
            <a:r>
              <a:rPr lang="en-US" altLang="zh-CN" dirty="0">
                <a:latin typeface="Times New Roman" panose="02020603050405020304" pitchFamily="18" charset="0"/>
                <a:ea typeface="宋体" panose="02010600030101010101" pitchFamily="2" charset="-122"/>
              </a:rPr>
              <a:t>OSI </a:t>
            </a:r>
            <a:r>
              <a:rPr lang="zh-CN" altLang="en-US" dirty="0">
                <a:latin typeface="Times New Roman" panose="02020603050405020304" pitchFamily="18" charset="0"/>
                <a:ea typeface="宋体" panose="02010600030101010101" pitchFamily="2" charset="-122"/>
              </a:rPr>
              <a:t>并没有得到市场的认可。</a:t>
            </a:r>
          </a:p>
          <a:p>
            <a:pPr eaLnBrk="1" hangingPunct="1"/>
            <a:r>
              <a:rPr lang="zh-CN" altLang="en-US" dirty="0">
                <a:latin typeface="Times New Roman" panose="02020603050405020304" pitchFamily="18" charset="0"/>
                <a:ea typeface="宋体" panose="02010600030101010101" pitchFamily="2" charset="-122"/>
              </a:rPr>
              <a:t>是非国际标准 </a:t>
            </a:r>
            <a:r>
              <a:rPr lang="en-US" altLang="zh-CN"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现在获得了最广泛的应用。</a:t>
            </a:r>
          </a:p>
          <a:p>
            <a:pPr lvl="1" eaLnBrk="1" hangingPunct="1"/>
            <a:r>
              <a:rPr lang="en-US" altLang="zh-CN" dirty="0">
                <a:solidFill>
                  <a:srgbClr val="333399"/>
                </a:solidFill>
                <a:latin typeface="Arial" panose="020B0604020202020204" pitchFamily="34" charset="0"/>
                <a:ea typeface="宋体" panose="02010600030101010101" pitchFamily="2" charset="-122"/>
              </a:rPr>
              <a:t>TCP/IP </a:t>
            </a:r>
            <a:r>
              <a:rPr lang="zh-CN" altLang="en-US" dirty="0">
                <a:solidFill>
                  <a:srgbClr val="333399"/>
                </a:solidFill>
                <a:latin typeface="Arial" panose="020B0604020202020204" pitchFamily="34" charset="0"/>
                <a:ea typeface="宋体" panose="02010600030101010101" pitchFamily="2" charset="-122"/>
              </a:rPr>
              <a:t>常被称为</a:t>
            </a:r>
            <a:r>
              <a:rPr lang="zh-CN" altLang="en-US" dirty="0">
                <a:solidFill>
                  <a:schemeClr val="hlink"/>
                </a:solidFill>
                <a:latin typeface="Arial" panose="020B0604020202020204" pitchFamily="34" charset="0"/>
                <a:ea typeface="宋体" panose="02010600030101010101" pitchFamily="2" charset="-122"/>
              </a:rPr>
              <a:t>事实上的</a:t>
            </a:r>
            <a:r>
              <a:rPr lang="en-US" altLang="zh-CN" dirty="0">
                <a:solidFill>
                  <a:schemeClr val="hlink"/>
                </a:solidFill>
                <a:latin typeface="Arial" panose="020B0604020202020204" pitchFamily="34" charset="0"/>
                <a:ea typeface="宋体" panose="02010600030101010101" pitchFamily="2" charset="-122"/>
              </a:rPr>
              <a:t>(</a:t>
            </a:r>
            <a:r>
              <a:rPr lang="en-US" altLang="zh-CN" i="1" dirty="0">
                <a:solidFill>
                  <a:schemeClr val="hlink"/>
                </a:solidFill>
                <a:latin typeface="Arial" panose="020B0604020202020204" pitchFamily="34" charset="0"/>
                <a:ea typeface="宋体" panose="02010600030101010101" pitchFamily="2" charset="-122"/>
              </a:rPr>
              <a:t>de facto</a:t>
            </a:r>
            <a:r>
              <a:rPr lang="en-US" altLang="zh-CN" dirty="0">
                <a:solidFill>
                  <a:schemeClr val="hlink"/>
                </a:solidFill>
                <a:latin typeface="Arial" panose="020B0604020202020204" pitchFamily="34" charset="0"/>
                <a:ea typeface="宋体" panose="02010600030101010101" pitchFamily="2" charset="-122"/>
              </a:rPr>
              <a:t>) </a:t>
            </a:r>
            <a:r>
              <a:rPr lang="zh-CN" altLang="en-US" dirty="0">
                <a:solidFill>
                  <a:schemeClr val="hlink"/>
                </a:solidFill>
                <a:latin typeface="Arial" panose="020B0604020202020204" pitchFamily="34" charset="0"/>
                <a:ea typeface="宋体" panose="02010600030101010101" pitchFamily="2" charset="-122"/>
              </a:rPr>
              <a:t>国际标准</a:t>
            </a:r>
            <a:r>
              <a:rPr lang="zh-CN" altLang="en-US" dirty="0">
                <a:solidFill>
                  <a:srgbClr val="333399"/>
                </a:solidFill>
                <a:latin typeface="Arial" panose="020B0604020202020204" pitchFamily="34" charset="0"/>
                <a:ea typeface="宋体" panose="02010600030101010101" pitchFamily="2" charset="-122"/>
              </a:rPr>
              <a:t>。</a:t>
            </a:r>
          </a:p>
        </p:txBody>
      </p:sp>
      <p:sp>
        <p:nvSpPr>
          <p:cNvPr id="187395" name="幻灯片编号占位符 1">
            <a:extLst>
              <a:ext uri="{FF2B5EF4-FFF2-40B4-BE49-F238E27FC236}">
                <a16:creationId xmlns:a16="http://schemas.microsoft.com/office/drawing/2014/main" id="{5B9B151F-468E-A449-BA6E-67535D25EE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624182-E5D5-8349-9BFD-948DA83B6A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06365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2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2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2">
            <a:extLst>
              <a:ext uri="{FF2B5EF4-FFF2-40B4-BE49-F238E27FC236}">
                <a16:creationId xmlns:a16="http://schemas.microsoft.com/office/drawing/2014/main" id="{CF13C2FC-3F66-0741-9C8B-7D6415B43CB0}"/>
              </a:ext>
            </a:extLst>
          </p:cNvPr>
          <p:cNvSpPr>
            <a:spLocks noGrp="1" noChangeArrowheads="1"/>
          </p:cNvSpPr>
          <p:nvPr>
            <p:ph type="title"/>
          </p:nvPr>
        </p:nvSpPr>
        <p:spPr>
          <a:xfrm>
            <a:off x="174172" y="160735"/>
            <a:ext cx="7206514" cy="590379"/>
          </a:xfrm>
        </p:spPr>
        <p:txBody>
          <a:bodyPr/>
          <a:lstStyle/>
          <a:p>
            <a:pPr eaLnBrk="1" hangingPunct="1"/>
            <a:r>
              <a:rPr lang="en-US" altLang="zh-CN" dirty="0">
                <a:latin typeface="Times New Roman" panose="02020603050405020304" pitchFamily="18" charset="0"/>
                <a:ea typeface="宋体" panose="02010600030101010101" pitchFamily="2" charset="-122"/>
              </a:rPr>
              <a:t>1.7.2  </a:t>
            </a:r>
            <a:r>
              <a:rPr lang="zh-CN" altLang="en-US" dirty="0">
                <a:latin typeface="Times New Roman" panose="02020603050405020304" pitchFamily="18" charset="0"/>
                <a:ea typeface="宋体" panose="02010600030101010101" pitchFamily="2" charset="-122"/>
              </a:rPr>
              <a:t>协议与划分层次</a:t>
            </a:r>
          </a:p>
        </p:txBody>
      </p:sp>
      <p:sp>
        <p:nvSpPr>
          <p:cNvPr id="101379" name="Rectangle 3">
            <a:extLst>
              <a:ext uri="{FF2B5EF4-FFF2-40B4-BE49-F238E27FC236}">
                <a16:creationId xmlns:a16="http://schemas.microsoft.com/office/drawing/2014/main" id="{294DABE2-5090-B74C-8FDF-3F2E59E50BD7}"/>
              </a:ext>
            </a:extLst>
          </p:cNvPr>
          <p:cNvSpPr>
            <a:spLocks noGrp="1" noChangeArrowheads="1"/>
          </p:cNvSpPr>
          <p:nvPr>
            <p:ph type="body" idx="1"/>
          </p:nvPr>
        </p:nvSpPr>
        <p:spPr>
          <a:xfrm>
            <a:off x="174172" y="1026490"/>
            <a:ext cx="8806542" cy="3401615"/>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计算机网络中的数据交换</a:t>
            </a:r>
            <a:r>
              <a:rPr lang="zh-CN" altLang="en-US" dirty="0">
                <a:solidFill>
                  <a:schemeClr val="hlink"/>
                </a:solidFill>
                <a:latin typeface="Times New Roman" panose="02020603050405020304" pitchFamily="18" charset="0"/>
                <a:ea typeface="宋体" panose="02010600030101010101" pitchFamily="2" charset="-122"/>
              </a:rPr>
              <a:t>必须遵守事先约定好的规则</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这些</a:t>
            </a:r>
            <a:r>
              <a:rPr lang="zh-CN" altLang="en-US" dirty="0">
                <a:solidFill>
                  <a:schemeClr val="hlink"/>
                </a:solidFill>
                <a:latin typeface="Times New Roman" panose="02020603050405020304" pitchFamily="18" charset="0"/>
                <a:ea typeface="宋体" panose="02010600030101010101" pitchFamily="2" charset="-122"/>
              </a:rPr>
              <a:t>规则</a:t>
            </a:r>
            <a:r>
              <a:rPr lang="zh-CN" altLang="en-US" dirty="0">
                <a:latin typeface="Times New Roman" panose="02020603050405020304" pitchFamily="18" charset="0"/>
                <a:ea typeface="宋体" panose="02010600030101010101" pitchFamily="2" charset="-122"/>
              </a:rPr>
              <a:t>明确规定了所交换的数据的格式以及有关的同步问题（同步含有时序的意思）。</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网络协议</a:t>
            </a:r>
            <a:r>
              <a:rPr lang="en-US" altLang="zh-CN" dirty="0">
                <a:latin typeface="Times New Roman" panose="02020603050405020304" pitchFamily="18" charset="0"/>
                <a:ea typeface="宋体" panose="02010600030101010101" pitchFamily="2" charset="-122"/>
              </a:rPr>
              <a:t>(network protocol)</a:t>
            </a:r>
            <a:r>
              <a:rPr lang="zh-CN" altLang="en-US" dirty="0">
                <a:latin typeface="Times New Roman" panose="02020603050405020304" pitchFamily="18" charset="0"/>
                <a:ea typeface="宋体" panose="02010600030101010101" pitchFamily="2" charset="-122"/>
              </a:rPr>
              <a:t>，简称为</a:t>
            </a:r>
            <a:r>
              <a:rPr lang="zh-CN" altLang="en-US" dirty="0">
                <a:solidFill>
                  <a:schemeClr val="hlink"/>
                </a:solidFill>
                <a:latin typeface="Times New Roman" panose="02020603050405020304" pitchFamily="18" charset="0"/>
                <a:ea typeface="宋体" panose="02010600030101010101" pitchFamily="2" charset="-122"/>
              </a:rPr>
              <a:t>协议，</a:t>
            </a:r>
            <a:r>
              <a:rPr lang="zh-CN" altLang="en-US" dirty="0">
                <a:solidFill>
                  <a:schemeClr val="tx1"/>
                </a:solidFill>
                <a:latin typeface="Times New Roman" panose="02020603050405020304" pitchFamily="18" charset="0"/>
                <a:ea typeface="宋体" panose="02010600030101010101" pitchFamily="2" charset="-122"/>
              </a:rPr>
              <a:t>是</a:t>
            </a:r>
            <a:r>
              <a:rPr lang="zh-CN" altLang="en-US" dirty="0">
                <a:latin typeface="Times New Roman" panose="02020603050405020304" pitchFamily="18" charset="0"/>
                <a:ea typeface="宋体" panose="02010600030101010101" pitchFamily="2" charset="-122"/>
              </a:rPr>
              <a:t>为进行网络中的数据交换而建立的规则、标准或约定。 </a:t>
            </a:r>
          </a:p>
        </p:txBody>
      </p:sp>
      <p:sp>
        <p:nvSpPr>
          <p:cNvPr id="189443" name="幻灯片编号占位符 1">
            <a:extLst>
              <a:ext uri="{FF2B5EF4-FFF2-40B4-BE49-F238E27FC236}">
                <a16:creationId xmlns:a16="http://schemas.microsoft.com/office/drawing/2014/main" id="{F037F050-879C-694B-96DE-15E47D84A47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80CAF75-F890-D048-9647-0D56B768287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196232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a:extLst>
              <a:ext uri="{FF2B5EF4-FFF2-40B4-BE49-F238E27FC236}">
                <a16:creationId xmlns:a16="http://schemas.microsoft.com/office/drawing/2014/main" id="{F85A745F-9065-E94C-BA08-26DBBA57D139}"/>
              </a:ext>
            </a:extLst>
          </p:cNvPr>
          <p:cNvSpPr>
            <a:spLocks noGrp="1" noChangeArrowheads="1"/>
          </p:cNvSpPr>
          <p:nvPr>
            <p:ph type="title"/>
          </p:nvPr>
        </p:nvSpPr>
        <p:spPr>
          <a:xfrm>
            <a:off x="174172" y="160735"/>
            <a:ext cx="7206514" cy="790575"/>
          </a:xfrm>
        </p:spPr>
        <p:txBody>
          <a:bodyPr/>
          <a:lstStyle/>
          <a:p>
            <a:pPr eaLnBrk="1" hangingPunct="1"/>
            <a:r>
              <a:rPr lang="zh-CN" altLang="en-US" dirty="0">
                <a:latin typeface="Times New Roman" panose="02020603050405020304" pitchFamily="18" charset="0"/>
                <a:ea typeface="宋体" panose="02010600030101010101" pitchFamily="2" charset="-122"/>
              </a:rPr>
              <a:t>网络协议的组成要素 </a:t>
            </a:r>
          </a:p>
        </p:txBody>
      </p:sp>
      <p:sp>
        <p:nvSpPr>
          <p:cNvPr id="102403" name="Rectangle 3">
            <a:extLst>
              <a:ext uri="{FF2B5EF4-FFF2-40B4-BE49-F238E27FC236}">
                <a16:creationId xmlns:a16="http://schemas.microsoft.com/office/drawing/2014/main" id="{FDE5C259-84BF-D14C-A7A7-52927E6A1D44}"/>
              </a:ext>
            </a:extLst>
          </p:cNvPr>
          <p:cNvSpPr>
            <a:spLocks noGrp="1" noChangeArrowheads="1"/>
          </p:cNvSpPr>
          <p:nvPr>
            <p:ph type="body" idx="1"/>
          </p:nvPr>
        </p:nvSpPr>
        <p:spPr>
          <a:xfrm>
            <a:off x="174172" y="951310"/>
            <a:ext cx="8795656" cy="3618309"/>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语法</a:t>
            </a:r>
            <a:r>
              <a:rPr lang="zh-CN" altLang="en-US" dirty="0">
                <a:latin typeface="Times New Roman" panose="02020603050405020304" pitchFamily="18" charset="0"/>
                <a:ea typeface="宋体" panose="02010600030101010101" pitchFamily="2" charset="-122"/>
              </a:rPr>
              <a:t>  数据与控制信息的结构或格式 。 </a:t>
            </a:r>
          </a:p>
          <a:p>
            <a:pPr eaLnBrk="1" hangingPunct="1"/>
            <a:r>
              <a:rPr lang="zh-CN" altLang="en-US" dirty="0">
                <a:solidFill>
                  <a:schemeClr val="hlink"/>
                </a:solidFill>
                <a:latin typeface="Times New Roman" panose="02020603050405020304" pitchFamily="18" charset="0"/>
                <a:ea typeface="宋体" panose="02010600030101010101" pitchFamily="2" charset="-122"/>
              </a:rPr>
              <a:t>语义</a:t>
            </a:r>
            <a:r>
              <a:rPr lang="zh-CN" altLang="en-US" dirty="0">
                <a:latin typeface="Times New Roman" panose="02020603050405020304" pitchFamily="18" charset="0"/>
                <a:ea typeface="宋体" panose="02010600030101010101" pitchFamily="2" charset="-122"/>
              </a:rPr>
              <a:t>  需要发出何种控制信息，完成何种动作以及做出何种响应。 </a:t>
            </a:r>
          </a:p>
          <a:p>
            <a:pPr eaLnBrk="1" hangingPunct="1"/>
            <a:r>
              <a:rPr lang="zh-CN" altLang="en-US" dirty="0">
                <a:solidFill>
                  <a:schemeClr val="hlink"/>
                </a:solidFill>
                <a:latin typeface="Times New Roman" panose="02020603050405020304" pitchFamily="18" charset="0"/>
                <a:ea typeface="宋体" panose="02010600030101010101" pitchFamily="2" charset="-122"/>
              </a:rPr>
              <a:t>同步</a:t>
            </a:r>
            <a:r>
              <a:rPr lang="zh-CN" altLang="en-US" dirty="0">
                <a:latin typeface="Times New Roman" panose="02020603050405020304" pitchFamily="18" charset="0"/>
                <a:ea typeface="宋体" panose="02010600030101010101" pitchFamily="2" charset="-122"/>
              </a:rPr>
              <a:t>  事件实现顺序的详细说明。 </a:t>
            </a:r>
          </a:p>
        </p:txBody>
      </p:sp>
      <p:sp>
        <p:nvSpPr>
          <p:cNvPr id="191491" name="幻灯片编号占位符 1">
            <a:extLst>
              <a:ext uri="{FF2B5EF4-FFF2-40B4-BE49-F238E27FC236}">
                <a16:creationId xmlns:a16="http://schemas.microsoft.com/office/drawing/2014/main" id="{B85979C7-1504-CC42-9BD1-C0356172B1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80A0273-EE33-7A4A-AC1C-9FF32E67286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90130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a:extLst>
              <a:ext uri="{FF2B5EF4-FFF2-40B4-BE49-F238E27FC236}">
                <a16:creationId xmlns:a16="http://schemas.microsoft.com/office/drawing/2014/main" id="{C6DFBF94-C729-6E42-A62D-577584914428}"/>
              </a:ext>
            </a:extLst>
          </p:cNvPr>
          <p:cNvSpPr>
            <a:spLocks noGrp="1" noChangeArrowheads="1"/>
          </p:cNvSpPr>
          <p:nvPr>
            <p:ph type="title"/>
          </p:nvPr>
        </p:nvSpPr>
        <p:spPr>
          <a:xfrm>
            <a:off x="185058" y="160736"/>
            <a:ext cx="7195628" cy="655694"/>
          </a:xfrm>
        </p:spPr>
        <p:txBody>
          <a:bodyPr/>
          <a:lstStyle/>
          <a:p>
            <a:pPr eaLnBrk="1" hangingPunct="1"/>
            <a:r>
              <a:rPr lang="zh-CN" altLang="en-US" dirty="0">
                <a:latin typeface="Times New Roman" panose="02020603050405020304" pitchFamily="18" charset="0"/>
                <a:ea typeface="宋体" panose="02010600030101010101" pitchFamily="2" charset="-122"/>
              </a:rPr>
              <a:t>划分层次的概念举例 </a:t>
            </a:r>
          </a:p>
        </p:txBody>
      </p:sp>
      <p:sp>
        <p:nvSpPr>
          <p:cNvPr id="103427" name="Rectangle 3">
            <a:extLst>
              <a:ext uri="{FF2B5EF4-FFF2-40B4-BE49-F238E27FC236}">
                <a16:creationId xmlns:a16="http://schemas.microsoft.com/office/drawing/2014/main" id="{93A31AAE-C3C0-964A-9656-7D76972B79E3}"/>
              </a:ext>
            </a:extLst>
          </p:cNvPr>
          <p:cNvSpPr>
            <a:spLocks noGrp="1" noChangeArrowheads="1"/>
          </p:cNvSpPr>
          <p:nvPr>
            <p:ph type="body" idx="1"/>
          </p:nvPr>
        </p:nvSpPr>
        <p:spPr>
          <a:xfrm>
            <a:off x="185058" y="1026149"/>
            <a:ext cx="8708571" cy="3456384"/>
          </a:xfrm>
        </p:spPr>
        <p:txBody>
          <a:bodyPr/>
          <a:lstStyle/>
          <a:p>
            <a:pPr eaLnBrk="1" hangingPunct="1"/>
            <a:r>
              <a:rPr lang="zh-CN" altLang="en-US" dirty="0">
                <a:latin typeface="Times New Roman" panose="02020603050405020304" pitchFamily="18" charset="0"/>
                <a:ea typeface="宋体" panose="02010600030101010101" pitchFamily="2" charset="-122"/>
              </a:rPr>
              <a:t>主机</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en-US" altLang="zh-CN" sz="15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向主机</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en-US" altLang="zh-CN" sz="15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通过网络发送文件。</a:t>
            </a:r>
          </a:p>
          <a:p>
            <a:pPr eaLnBrk="1" hangingPunct="1"/>
            <a:r>
              <a:rPr lang="zh-CN" altLang="en-US" dirty="0">
                <a:latin typeface="Times New Roman" panose="02020603050405020304" pitchFamily="18" charset="0"/>
                <a:ea typeface="宋体" panose="02010600030101010101" pitchFamily="2" charset="-122"/>
              </a:rPr>
              <a:t>可以将要做的工作进行如下的划分。</a:t>
            </a:r>
          </a:p>
          <a:p>
            <a:pPr eaLnBrk="1" hangingPunct="1"/>
            <a:r>
              <a:rPr lang="zh-CN" altLang="en-US" dirty="0">
                <a:latin typeface="Times New Roman" panose="02020603050405020304" pitchFamily="18" charset="0"/>
                <a:ea typeface="宋体" panose="02010600030101010101" pitchFamily="2" charset="-122"/>
              </a:rPr>
              <a:t>第一类工作与传送文件直接有关。</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确信对方已做好接收和存储文件的准备。</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双方协调好一致的文件格式。</a:t>
            </a:r>
          </a:p>
          <a:p>
            <a:pPr eaLnBrk="1" hangingPunct="1"/>
            <a:r>
              <a:rPr lang="zh-CN" altLang="en-US" dirty="0">
                <a:latin typeface="Times New Roman" panose="02020603050405020304" pitchFamily="18" charset="0"/>
                <a:ea typeface="宋体" panose="02010600030101010101" pitchFamily="2" charset="-122"/>
              </a:rPr>
              <a:t>两个主机将</a:t>
            </a:r>
            <a:r>
              <a:rPr lang="zh-CN" altLang="en-US" dirty="0">
                <a:solidFill>
                  <a:schemeClr val="hlink"/>
                </a:solidFill>
                <a:latin typeface="Times New Roman" panose="02020603050405020304" pitchFamily="18" charset="0"/>
                <a:ea typeface="宋体" panose="02010600030101010101" pitchFamily="2" charset="-122"/>
              </a:rPr>
              <a:t>文件传送模块</a:t>
            </a:r>
            <a:r>
              <a:rPr lang="zh-CN" altLang="en-US" dirty="0">
                <a:latin typeface="Times New Roman" panose="02020603050405020304" pitchFamily="18" charset="0"/>
                <a:ea typeface="宋体" panose="02010600030101010101" pitchFamily="2" charset="-122"/>
              </a:rPr>
              <a:t>作为最高的一层 。剩下的工作由下面的模块负责。</a:t>
            </a:r>
          </a:p>
        </p:txBody>
      </p:sp>
      <p:sp>
        <p:nvSpPr>
          <p:cNvPr id="193539" name="幻灯片编号占位符 1">
            <a:extLst>
              <a:ext uri="{FF2B5EF4-FFF2-40B4-BE49-F238E27FC236}">
                <a16:creationId xmlns:a16="http://schemas.microsoft.com/office/drawing/2014/main" id="{E4BDA1FF-19A7-934D-8320-64FBE49C6E4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1433A1D-0394-7A41-8D16-7F49B1E088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22311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4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42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42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42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4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64" name="Rectangle 16">
            <a:extLst>
              <a:ext uri="{FF2B5EF4-FFF2-40B4-BE49-F238E27FC236}">
                <a16:creationId xmlns:a16="http://schemas.microsoft.com/office/drawing/2014/main" id="{5AE03D32-F009-624D-B8F2-9589E9E2DBCF}"/>
              </a:ext>
            </a:extLst>
          </p:cNvPr>
          <p:cNvSpPr>
            <a:spLocks noChangeArrowheads="1"/>
          </p:cNvSpPr>
          <p:nvPr/>
        </p:nvSpPr>
        <p:spPr bwMode="auto">
          <a:xfrm>
            <a:off x="5975747"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4463" name="Rectangle 15">
            <a:extLst>
              <a:ext uri="{FF2B5EF4-FFF2-40B4-BE49-F238E27FC236}">
                <a16:creationId xmlns:a16="http://schemas.microsoft.com/office/drawing/2014/main" id="{9B10D041-6E4B-6745-904E-4DDFBB42D8C4}"/>
              </a:ext>
            </a:extLst>
          </p:cNvPr>
          <p:cNvSpPr>
            <a:spLocks noChangeArrowheads="1"/>
          </p:cNvSpPr>
          <p:nvPr/>
        </p:nvSpPr>
        <p:spPr bwMode="auto">
          <a:xfrm>
            <a:off x="1709738"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95587" name="Rectangle 2">
            <a:extLst>
              <a:ext uri="{FF2B5EF4-FFF2-40B4-BE49-F238E27FC236}">
                <a16:creationId xmlns:a16="http://schemas.microsoft.com/office/drawing/2014/main" id="{6A140794-56D4-5348-A4E4-542B678E0809}"/>
              </a:ext>
            </a:extLst>
          </p:cNvPr>
          <p:cNvSpPr>
            <a:spLocks noGrp="1" noChangeArrowheads="1"/>
          </p:cNvSpPr>
          <p:nvPr>
            <p:ph type="title"/>
          </p:nvPr>
        </p:nvSpPr>
        <p:spPr>
          <a:xfrm>
            <a:off x="174172" y="158354"/>
            <a:ext cx="7199370" cy="752475"/>
          </a:xfrm>
        </p:spPr>
        <p:txBody>
          <a:bodyPr/>
          <a:lstStyle/>
          <a:p>
            <a:pPr eaLnBrk="1" hangingPunct="1"/>
            <a:r>
              <a:rPr lang="zh-CN" altLang="en-US" dirty="0">
                <a:latin typeface="Times New Roman" panose="02020603050405020304" pitchFamily="18" charset="0"/>
                <a:ea typeface="宋体" panose="02010600030101010101" pitchFamily="2" charset="-122"/>
              </a:rPr>
              <a:t>两个主机交换文件 </a:t>
            </a:r>
          </a:p>
        </p:txBody>
      </p:sp>
      <p:sp>
        <p:nvSpPr>
          <p:cNvPr id="195588" name="Text Box 5">
            <a:extLst>
              <a:ext uri="{FF2B5EF4-FFF2-40B4-BE49-F238E27FC236}">
                <a16:creationId xmlns:a16="http://schemas.microsoft.com/office/drawing/2014/main" id="{6B6B6A33-652B-6F4A-9AC8-5DAD1ADE97F8}"/>
              </a:ext>
            </a:extLst>
          </p:cNvPr>
          <p:cNvSpPr txBox="1">
            <a:spLocks noChangeArrowheads="1"/>
          </p:cNvSpPr>
          <p:nvPr/>
        </p:nvSpPr>
        <p:spPr bwMode="auto">
          <a:xfrm>
            <a:off x="1770460"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95589" name="Text Box 6">
            <a:extLst>
              <a:ext uri="{FF2B5EF4-FFF2-40B4-BE49-F238E27FC236}">
                <a16:creationId xmlns:a16="http://schemas.microsoft.com/office/drawing/2014/main" id="{429A9DBC-96DB-5B49-A9E5-9F88AE637E45}"/>
              </a:ext>
            </a:extLst>
          </p:cNvPr>
          <p:cNvSpPr txBox="1">
            <a:spLocks noChangeArrowheads="1"/>
          </p:cNvSpPr>
          <p:nvPr/>
        </p:nvSpPr>
        <p:spPr bwMode="auto">
          <a:xfrm>
            <a:off x="20335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1</a:t>
            </a:r>
          </a:p>
        </p:txBody>
      </p:sp>
      <p:sp>
        <p:nvSpPr>
          <p:cNvPr id="195590" name="Text Box 9">
            <a:extLst>
              <a:ext uri="{FF2B5EF4-FFF2-40B4-BE49-F238E27FC236}">
                <a16:creationId xmlns:a16="http://schemas.microsoft.com/office/drawing/2014/main" id="{6F4B3411-78A3-8146-9F12-3A6D6120FD09}"/>
              </a:ext>
            </a:extLst>
          </p:cNvPr>
          <p:cNvSpPr txBox="1">
            <a:spLocks noChangeArrowheads="1"/>
          </p:cNvSpPr>
          <p:nvPr/>
        </p:nvSpPr>
        <p:spPr bwMode="auto">
          <a:xfrm>
            <a:off x="63007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2</a:t>
            </a:r>
          </a:p>
        </p:txBody>
      </p:sp>
      <p:sp>
        <p:nvSpPr>
          <p:cNvPr id="195591" name="Text Box 10">
            <a:extLst>
              <a:ext uri="{FF2B5EF4-FFF2-40B4-BE49-F238E27FC236}">
                <a16:creationId xmlns:a16="http://schemas.microsoft.com/office/drawing/2014/main" id="{3AC612B7-1558-7A48-BFDE-4C2425AFFB7F}"/>
              </a:ext>
            </a:extLst>
          </p:cNvPr>
          <p:cNvSpPr txBox="1">
            <a:spLocks noChangeArrowheads="1"/>
          </p:cNvSpPr>
          <p:nvPr/>
        </p:nvSpPr>
        <p:spPr bwMode="auto">
          <a:xfrm>
            <a:off x="6036469"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04459" name="Line 11">
            <a:extLst>
              <a:ext uri="{FF2B5EF4-FFF2-40B4-BE49-F238E27FC236}">
                <a16:creationId xmlns:a16="http://schemas.microsoft.com/office/drawing/2014/main" id="{85DD4C53-04B2-6348-8716-D8039FF87610}"/>
              </a:ext>
            </a:extLst>
          </p:cNvPr>
          <p:cNvSpPr>
            <a:spLocks noChangeShapeType="1"/>
          </p:cNvSpPr>
          <p:nvPr/>
        </p:nvSpPr>
        <p:spPr bwMode="auto">
          <a:xfrm>
            <a:off x="3113485" y="2220516"/>
            <a:ext cx="2862263"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4460" name="Text Box 12">
            <a:extLst>
              <a:ext uri="{FF2B5EF4-FFF2-40B4-BE49-F238E27FC236}">
                <a16:creationId xmlns:a16="http://schemas.microsoft.com/office/drawing/2014/main" id="{B6F5EB1B-0CEE-3248-A486-03B500F57AED}"/>
              </a:ext>
            </a:extLst>
          </p:cNvPr>
          <p:cNvSpPr txBox="1">
            <a:spLocks noChangeArrowheads="1"/>
          </p:cNvSpPr>
          <p:nvPr/>
        </p:nvSpPr>
        <p:spPr bwMode="auto">
          <a:xfrm>
            <a:off x="3228134" y="1437085"/>
            <a:ext cx="2685352"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只看这两个文件传送模块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好像文件及文件传送命令</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是按照水平方向的虚线传送的</a:t>
            </a:r>
          </a:p>
        </p:txBody>
      </p:sp>
      <p:sp>
        <p:nvSpPr>
          <p:cNvPr id="195594" name="Line 17">
            <a:extLst>
              <a:ext uri="{FF2B5EF4-FFF2-40B4-BE49-F238E27FC236}">
                <a16:creationId xmlns:a16="http://schemas.microsoft.com/office/drawing/2014/main" id="{B76EB3D9-2C2C-F441-9C3E-D9AB75BBC7DD}"/>
              </a:ext>
            </a:extLst>
          </p:cNvPr>
          <p:cNvSpPr>
            <a:spLocks noChangeShapeType="1"/>
          </p:cNvSpPr>
          <p:nvPr/>
        </p:nvSpPr>
        <p:spPr bwMode="auto">
          <a:xfrm>
            <a:off x="1331119" y="2496741"/>
            <a:ext cx="6481763"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66" name="AutoShape 18">
            <a:extLst>
              <a:ext uri="{FF2B5EF4-FFF2-40B4-BE49-F238E27FC236}">
                <a16:creationId xmlns:a16="http://schemas.microsoft.com/office/drawing/2014/main" id="{C1D607D6-FC23-C940-94E8-458F50A96A3F}"/>
              </a:ext>
            </a:extLst>
          </p:cNvPr>
          <p:cNvSpPr>
            <a:spLocks noChangeArrowheads="1"/>
          </p:cNvSpPr>
          <p:nvPr/>
        </p:nvSpPr>
        <p:spPr bwMode="auto">
          <a:xfrm>
            <a:off x="2250281" y="2356248"/>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4467" name="AutoShape 19">
            <a:extLst>
              <a:ext uri="{FF2B5EF4-FFF2-40B4-BE49-F238E27FC236}">
                <a16:creationId xmlns:a16="http://schemas.microsoft.com/office/drawing/2014/main" id="{975A23D3-82E1-8E4A-965C-27B60E3EE788}"/>
              </a:ext>
            </a:extLst>
          </p:cNvPr>
          <p:cNvSpPr>
            <a:spLocks noChangeArrowheads="1"/>
          </p:cNvSpPr>
          <p:nvPr/>
        </p:nvSpPr>
        <p:spPr bwMode="auto">
          <a:xfrm flipV="1">
            <a:off x="6516291" y="2356248"/>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4468" name="Text Box 20">
            <a:extLst>
              <a:ext uri="{FF2B5EF4-FFF2-40B4-BE49-F238E27FC236}">
                <a16:creationId xmlns:a16="http://schemas.microsoft.com/office/drawing/2014/main" id="{CF75EA35-7698-F449-9A4F-88B236973E46}"/>
              </a:ext>
            </a:extLst>
          </p:cNvPr>
          <p:cNvSpPr txBox="1">
            <a:spLocks noChangeArrowheads="1"/>
          </p:cNvSpPr>
          <p:nvPr/>
        </p:nvSpPr>
        <p:spPr bwMode="auto">
          <a:xfrm>
            <a:off x="1445917" y="2733675"/>
            <a:ext cx="191591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把文件交给下层模块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进行发送</a:t>
            </a:r>
          </a:p>
        </p:txBody>
      </p:sp>
      <p:sp>
        <p:nvSpPr>
          <p:cNvPr id="104469" name="Text Box 21">
            <a:extLst>
              <a:ext uri="{FF2B5EF4-FFF2-40B4-BE49-F238E27FC236}">
                <a16:creationId xmlns:a16="http://schemas.microsoft.com/office/drawing/2014/main" id="{FB4A67AD-B0A4-5E4C-8688-855C79C26617}"/>
              </a:ext>
            </a:extLst>
          </p:cNvPr>
          <p:cNvSpPr txBox="1">
            <a:spLocks noChangeArrowheads="1"/>
          </p:cNvSpPr>
          <p:nvPr/>
        </p:nvSpPr>
        <p:spPr bwMode="auto">
          <a:xfrm>
            <a:off x="5824776" y="2733675"/>
            <a:ext cx="172354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把收到的文件交给</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上层模块</a:t>
            </a:r>
          </a:p>
        </p:txBody>
      </p:sp>
      <p:sp>
        <p:nvSpPr>
          <p:cNvPr id="104472" name="AutoShape 24">
            <a:extLst>
              <a:ext uri="{FF2B5EF4-FFF2-40B4-BE49-F238E27FC236}">
                <a16:creationId xmlns:a16="http://schemas.microsoft.com/office/drawing/2014/main" id="{66A7B343-CAB5-9D4D-A0D4-9699EFD0471D}"/>
              </a:ext>
            </a:extLst>
          </p:cNvPr>
          <p:cNvSpPr>
            <a:spLocks noChangeArrowheads="1"/>
          </p:cNvSpPr>
          <p:nvPr/>
        </p:nvSpPr>
        <p:spPr bwMode="auto">
          <a:xfrm>
            <a:off x="3977879" y="2895600"/>
            <a:ext cx="1134665" cy="323850"/>
          </a:xfrm>
          <a:prstGeom prst="rightArrow">
            <a:avLst>
              <a:gd name="adj1" fmla="val 50000"/>
              <a:gd name="adj2" fmla="val 87592"/>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5600" name="幻灯片编号占位符 1">
            <a:extLst>
              <a:ext uri="{FF2B5EF4-FFF2-40B4-BE49-F238E27FC236}">
                <a16:creationId xmlns:a16="http://schemas.microsoft.com/office/drawing/2014/main" id="{147A7A2E-8B41-C642-98DE-B4D4DBEBA8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2B7101E-2BA4-654C-9DB8-F1ECB483E7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03886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46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04468"/>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104472"/>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04469"/>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10446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4460"/>
                                        </p:tgtEl>
                                        <p:attrNameLst>
                                          <p:attrName>style.visibility</p:attrName>
                                        </p:attrNameLst>
                                      </p:cBhvr>
                                      <p:to>
                                        <p:strVal val="visible"/>
                                      </p:to>
                                    </p:set>
                                  </p:childTnLst>
                                </p:cTn>
                              </p:par>
                            </p:childTnLst>
                          </p:cTn>
                        </p:par>
                        <p:par>
                          <p:cTn id="23" fill="hold" nodeType="afterGroup">
                            <p:stCondLst>
                              <p:cond delay="0"/>
                            </p:stCondLst>
                            <p:childTnLst>
                              <p:par>
                                <p:cTn id="24" presetID="22" presetClass="entr" presetSubtype="8" fill="hold" nodeType="afterEffect">
                                  <p:stCondLst>
                                    <p:cond delay="0"/>
                                  </p:stCondLst>
                                  <p:childTnLst>
                                    <p:set>
                                      <p:cBhvr>
                                        <p:cTn id="25" dur="1" fill="hold">
                                          <p:stCondLst>
                                            <p:cond delay="0"/>
                                          </p:stCondLst>
                                        </p:cTn>
                                        <p:tgtEl>
                                          <p:spTgt spid="104459"/>
                                        </p:tgtEl>
                                        <p:attrNameLst>
                                          <p:attrName>style.visibility</p:attrName>
                                        </p:attrNameLst>
                                      </p:cBhvr>
                                      <p:to>
                                        <p:strVal val="visible"/>
                                      </p:to>
                                    </p:set>
                                    <p:animEffect transition="in" filter="wipe(left)">
                                      <p:cBhvr>
                                        <p:cTn id="26" dur="2000"/>
                                        <p:tgtEl>
                                          <p:spTgt spid="10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0" grpId="0"/>
      <p:bldP spid="104466" grpId="0" animBg="1"/>
      <p:bldP spid="104467" grpId="0" animBg="1"/>
      <p:bldP spid="104468" grpId="0"/>
      <p:bldP spid="104469" grpId="0"/>
      <p:bldP spid="10447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90" name="Rectangle 18">
            <a:extLst>
              <a:ext uri="{FF2B5EF4-FFF2-40B4-BE49-F238E27FC236}">
                <a16:creationId xmlns:a16="http://schemas.microsoft.com/office/drawing/2014/main" id="{40E553D0-FCDA-F643-9917-652368EBAFCE}"/>
              </a:ext>
            </a:extLst>
          </p:cNvPr>
          <p:cNvSpPr>
            <a:spLocks noChangeArrowheads="1"/>
          </p:cNvSpPr>
          <p:nvPr/>
        </p:nvSpPr>
        <p:spPr bwMode="auto">
          <a:xfrm>
            <a:off x="59769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5489" name="Rectangle 17">
            <a:extLst>
              <a:ext uri="{FF2B5EF4-FFF2-40B4-BE49-F238E27FC236}">
                <a16:creationId xmlns:a16="http://schemas.microsoft.com/office/drawing/2014/main" id="{8AD02B95-30B5-6D45-AF3E-5A84D6095D38}"/>
              </a:ext>
            </a:extLst>
          </p:cNvPr>
          <p:cNvSpPr>
            <a:spLocks noChangeArrowheads="1"/>
          </p:cNvSpPr>
          <p:nvPr/>
        </p:nvSpPr>
        <p:spPr bwMode="auto">
          <a:xfrm>
            <a:off x="17097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5474" name="Rectangle 2">
            <a:extLst>
              <a:ext uri="{FF2B5EF4-FFF2-40B4-BE49-F238E27FC236}">
                <a16:creationId xmlns:a16="http://schemas.microsoft.com/office/drawing/2014/main" id="{94261E67-C2D7-CF4D-9D91-4A120280E89C}"/>
              </a:ext>
            </a:extLst>
          </p:cNvPr>
          <p:cNvSpPr>
            <a:spLocks noChangeArrowheads="1"/>
          </p:cNvSpPr>
          <p:nvPr/>
        </p:nvSpPr>
        <p:spPr bwMode="auto">
          <a:xfrm>
            <a:off x="5975747"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5475" name="Rectangle 3">
            <a:extLst>
              <a:ext uri="{FF2B5EF4-FFF2-40B4-BE49-F238E27FC236}">
                <a16:creationId xmlns:a16="http://schemas.microsoft.com/office/drawing/2014/main" id="{B485EF67-2448-C349-AEFD-BA32EFB66AEB}"/>
              </a:ext>
            </a:extLst>
          </p:cNvPr>
          <p:cNvSpPr>
            <a:spLocks noChangeArrowheads="1"/>
          </p:cNvSpPr>
          <p:nvPr/>
        </p:nvSpPr>
        <p:spPr bwMode="auto">
          <a:xfrm>
            <a:off x="1709738"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97637" name="Rectangle 4">
            <a:extLst>
              <a:ext uri="{FF2B5EF4-FFF2-40B4-BE49-F238E27FC236}">
                <a16:creationId xmlns:a16="http://schemas.microsoft.com/office/drawing/2014/main" id="{430AF8BF-F702-AB4D-A61A-1D91063F9300}"/>
              </a:ext>
            </a:extLst>
          </p:cNvPr>
          <p:cNvSpPr>
            <a:spLocks noGrp="1" noChangeArrowheads="1"/>
          </p:cNvSpPr>
          <p:nvPr>
            <p:ph type="title"/>
          </p:nvPr>
        </p:nvSpPr>
        <p:spPr>
          <a:xfrm>
            <a:off x="163286" y="160735"/>
            <a:ext cx="7217399" cy="721519"/>
          </a:xfrm>
        </p:spPr>
        <p:txBody>
          <a:bodyPr/>
          <a:lstStyle/>
          <a:p>
            <a:pPr eaLnBrk="1" hangingPunct="1"/>
            <a:r>
              <a:rPr lang="zh-CN" altLang="en-US" dirty="0">
                <a:latin typeface="Times New Roman" panose="02020603050405020304" pitchFamily="18" charset="0"/>
                <a:ea typeface="宋体" panose="02010600030101010101" pitchFamily="2" charset="-122"/>
              </a:rPr>
              <a:t>再设计一个通信服务模块 </a:t>
            </a:r>
          </a:p>
        </p:txBody>
      </p:sp>
      <p:sp>
        <p:nvSpPr>
          <p:cNvPr id="197638" name="Text Box 5">
            <a:extLst>
              <a:ext uri="{FF2B5EF4-FFF2-40B4-BE49-F238E27FC236}">
                <a16:creationId xmlns:a16="http://schemas.microsoft.com/office/drawing/2014/main" id="{76E08602-AAC7-9246-8EA3-84DF89121311}"/>
              </a:ext>
            </a:extLst>
          </p:cNvPr>
          <p:cNvSpPr txBox="1">
            <a:spLocks noChangeArrowheads="1"/>
          </p:cNvSpPr>
          <p:nvPr/>
        </p:nvSpPr>
        <p:spPr bwMode="auto">
          <a:xfrm>
            <a:off x="1770460"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97639" name="Text Box 6">
            <a:extLst>
              <a:ext uri="{FF2B5EF4-FFF2-40B4-BE49-F238E27FC236}">
                <a16:creationId xmlns:a16="http://schemas.microsoft.com/office/drawing/2014/main" id="{BB1E8E85-6D83-2C4C-89B2-974D8CE87859}"/>
              </a:ext>
            </a:extLst>
          </p:cNvPr>
          <p:cNvSpPr txBox="1">
            <a:spLocks noChangeArrowheads="1"/>
          </p:cNvSpPr>
          <p:nvPr/>
        </p:nvSpPr>
        <p:spPr bwMode="auto">
          <a:xfrm>
            <a:off x="20335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1</a:t>
            </a:r>
          </a:p>
        </p:txBody>
      </p:sp>
      <p:sp>
        <p:nvSpPr>
          <p:cNvPr id="197640" name="Text Box 7">
            <a:extLst>
              <a:ext uri="{FF2B5EF4-FFF2-40B4-BE49-F238E27FC236}">
                <a16:creationId xmlns:a16="http://schemas.microsoft.com/office/drawing/2014/main" id="{CA171882-7AF7-8B44-854B-DAF38520F2CD}"/>
              </a:ext>
            </a:extLst>
          </p:cNvPr>
          <p:cNvSpPr txBox="1">
            <a:spLocks noChangeArrowheads="1"/>
          </p:cNvSpPr>
          <p:nvPr/>
        </p:nvSpPr>
        <p:spPr bwMode="auto">
          <a:xfrm>
            <a:off x="63007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2</a:t>
            </a:r>
          </a:p>
        </p:txBody>
      </p:sp>
      <p:sp>
        <p:nvSpPr>
          <p:cNvPr id="197641" name="Text Box 8">
            <a:extLst>
              <a:ext uri="{FF2B5EF4-FFF2-40B4-BE49-F238E27FC236}">
                <a16:creationId xmlns:a16="http://schemas.microsoft.com/office/drawing/2014/main" id="{844D15D7-C152-5B4E-8F38-62AC200EB67D}"/>
              </a:ext>
            </a:extLst>
          </p:cNvPr>
          <p:cNvSpPr txBox="1">
            <a:spLocks noChangeArrowheads="1"/>
          </p:cNvSpPr>
          <p:nvPr/>
        </p:nvSpPr>
        <p:spPr bwMode="auto">
          <a:xfrm>
            <a:off x="6036469"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05481" name="Line 9">
            <a:extLst>
              <a:ext uri="{FF2B5EF4-FFF2-40B4-BE49-F238E27FC236}">
                <a16:creationId xmlns:a16="http://schemas.microsoft.com/office/drawing/2014/main" id="{5BEDC149-1DB0-2646-9387-74FC7CF25B71}"/>
              </a:ext>
            </a:extLst>
          </p:cNvPr>
          <p:cNvSpPr>
            <a:spLocks noChangeShapeType="1"/>
          </p:cNvSpPr>
          <p:nvPr/>
        </p:nvSpPr>
        <p:spPr bwMode="auto">
          <a:xfrm>
            <a:off x="3113485" y="2814638"/>
            <a:ext cx="2862263"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5482" name="Text Box 10">
            <a:extLst>
              <a:ext uri="{FF2B5EF4-FFF2-40B4-BE49-F238E27FC236}">
                <a16:creationId xmlns:a16="http://schemas.microsoft.com/office/drawing/2014/main" id="{2C18A155-9400-C040-A88D-62546E544116}"/>
              </a:ext>
            </a:extLst>
          </p:cNvPr>
          <p:cNvSpPr txBox="1">
            <a:spLocks noChangeArrowheads="1"/>
          </p:cNvSpPr>
          <p:nvPr/>
        </p:nvSpPr>
        <p:spPr bwMode="auto">
          <a:xfrm>
            <a:off x="3420495" y="2032397"/>
            <a:ext cx="230063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只看这两个通信服务模块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好像可直接把文件</a:t>
            </a:r>
            <a:endParaRPr lang="zh-CN" altLang="en-US" sz="1800">
              <a:latin typeface="Tahoma" panose="020B0604030504040204" pitchFamily="34" charset="0"/>
              <a:ea typeface="宋体" panose="02010600030101010101" pitchFamily="2" charset="-122"/>
            </a:endParaRP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可靠地传送到对方</a:t>
            </a:r>
          </a:p>
        </p:txBody>
      </p:sp>
      <p:sp>
        <p:nvSpPr>
          <p:cNvPr id="197644" name="Line 11">
            <a:extLst>
              <a:ext uri="{FF2B5EF4-FFF2-40B4-BE49-F238E27FC236}">
                <a16:creationId xmlns:a16="http://schemas.microsoft.com/office/drawing/2014/main" id="{43DEF002-43B6-694E-B18F-3647394325FB}"/>
              </a:ext>
            </a:extLst>
          </p:cNvPr>
          <p:cNvSpPr>
            <a:spLocks noChangeShapeType="1"/>
          </p:cNvSpPr>
          <p:nvPr/>
        </p:nvSpPr>
        <p:spPr bwMode="auto">
          <a:xfrm>
            <a:off x="1331119" y="3112294"/>
            <a:ext cx="6481763"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84" name="AutoShape 12">
            <a:extLst>
              <a:ext uri="{FF2B5EF4-FFF2-40B4-BE49-F238E27FC236}">
                <a16:creationId xmlns:a16="http://schemas.microsoft.com/office/drawing/2014/main" id="{F09EBAA6-B6AC-4749-A74C-E8AB30194A00}"/>
              </a:ext>
            </a:extLst>
          </p:cNvPr>
          <p:cNvSpPr>
            <a:spLocks noChangeArrowheads="1"/>
          </p:cNvSpPr>
          <p:nvPr/>
        </p:nvSpPr>
        <p:spPr bwMode="auto">
          <a:xfrm>
            <a:off x="225028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5" name="AutoShape 13">
            <a:extLst>
              <a:ext uri="{FF2B5EF4-FFF2-40B4-BE49-F238E27FC236}">
                <a16:creationId xmlns:a16="http://schemas.microsoft.com/office/drawing/2014/main" id="{B60F9B3E-F6DE-F449-A130-77D3611300B6}"/>
              </a:ext>
            </a:extLst>
          </p:cNvPr>
          <p:cNvSpPr>
            <a:spLocks noChangeArrowheads="1"/>
          </p:cNvSpPr>
          <p:nvPr/>
        </p:nvSpPr>
        <p:spPr bwMode="auto">
          <a:xfrm flipV="1">
            <a:off x="651629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6" name="Text Box 14">
            <a:extLst>
              <a:ext uri="{FF2B5EF4-FFF2-40B4-BE49-F238E27FC236}">
                <a16:creationId xmlns:a16="http://schemas.microsoft.com/office/drawing/2014/main" id="{F4C5509E-A16F-3F42-8E74-3C4256BFE7B6}"/>
              </a:ext>
            </a:extLst>
          </p:cNvPr>
          <p:cNvSpPr txBox="1">
            <a:spLocks noChangeArrowheads="1"/>
          </p:cNvSpPr>
          <p:nvPr/>
        </p:nvSpPr>
        <p:spPr bwMode="auto">
          <a:xfrm>
            <a:off x="1445917" y="3381375"/>
            <a:ext cx="191591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把文件交给下层模块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进行发送</a:t>
            </a:r>
          </a:p>
        </p:txBody>
      </p:sp>
      <p:sp>
        <p:nvSpPr>
          <p:cNvPr id="105487" name="Text Box 15">
            <a:extLst>
              <a:ext uri="{FF2B5EF4-FFF2-40B4-BE49-F238E27FC236}">
                <a16:creationId xmlns:a16="http://schemas.microsoft.com/office/drawing/2014/main" id="{27E332A1-136F-1E40-8625-6051B74E2774}"/>
              </a:ext>
            </a:extLst>
          </p:cNvPr>
          <p:cNvSpPr txBox="1">
            <a:spLocks noChangeArrowheads="1"/>
          </p:cNvSpPr>
          <p:nvPr/>
        </p:nvSpPr>
        <p:spPr bwMode="auto">
          <a:xfrm>
            <a:off x="5824776" y="3381375"/>
            <a:ext cx="172354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把收到的文件交给</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上层模块</a:t>
            </a:r>
          </a:p>
        </p:txBody>
      </p:sp>
      <p:sp>
        <p:nvSpPr>
          <p:cNvPr id="105488" name="AutoShape 16">
            <a:extLst>
              <a:ext uri="{FF2B5EF4-FFF2-40B4-BE49-F238E27FC236}">
                <a16:creationId xmlns:a16="http://schemas.microsoft.com/office/drawing/2014/main" id="{7D16F5D6-63AB-9048-AA1E-555209400411}"/>
              </a:ext>
            </a:extLst>
          </p:cNvPr>
          <p:cNvSpPr>
            <a:spLocks noChangeArrowheads="1"/>
          </p:cNvSpPr>
          <p:nvPr/>
        </p:nvSpPr>
        <p:spPr bwMode="auto">
          <a:xfrm>
            <a:off x="3977879" y="3543300"/>
            <a:ext cx="1134665" cy="323850"/>
          </a:xfrm>
          <a:prstGeom prst="rightArrow">
            <a:avLst>
              <a:gd name="adj1" fmla="val 50000"/>
              <a:gd name="adj2" fmla="val 87592"/>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7650" name="Text Box 19">
            <a:extLst>
              <a:ext uri="{FF2B5EF4-FFF2-40B4-BE49-F238E27FC236}">
                <a16:creationId xmlns:a16="http://schemas.microsoft.com/office/drawing/2014/main" id="{31D50C34-D8EE-0D4C-99F7-69A91A292A75}"/>
              </a:ext>
            </a:extLst>
          </p:cNvPr>
          <p:cNvSpPr txBox="1">
            <a:spLocks noChangeArrowheads="1"/>
          </p:cNvSpPr>
          <p:nvPr/>
        </p:nvSpPr>
        <p:spPr bwMode="auto">
          <a:xfrm>
            <a:off x="1763316"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97651" name="Text Box 20">
            <a:extLst>
              <a:ext uri="{FF2B5EF4-FFF2-40B4-BE49-F238E27FC236}">
                <a16:creationId xmlns:a16="http://schemas.microsoft.com/office/drawing/2014/main" id="{8E4E0D55-A61C-B741-96FE-8FB422C808E7}"/>
              </a:ext>
            </a:extLst>
          </p:cNvPr>
          <p:cNvSpPr txBox="1">
            <a:spLocks noChangeArrowheads="1"/>
          </p:cNvSpPr>
          <p:nvPr/>
        </p:nvSpPr>
        <p:spPr bwMode="auto">
          <a:xfrm>
            <a:off x="6044804"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05493" name="AutoShape 21">
            <a:extLst>
              <a:ext uri="{FF2B5EF4-FFF2-40B4-BE49-F238E27FC236}">
                <a16:creationId xmlns:a16="http://schemas.microsoft.com/office/drawing/2014/main" id="{1455F235-036E-474B-8A2C-CDDB7C594B57}"/>
              </a:ext>
            </a:extLst>
          </p:cNvPr>
          <p:cNvSpPr>
            <a:spLocks noChangeArrowheads="1"/>
          </p:cNvSpPr>
          <p:nvPr/>
        </p:nvSpPr>
        <p:spPr bwMode="auto">
          <a:xfrm>
            <a:off x="2250281" y="2950369"/>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94" name="AutoShape 22">
            <a:extLst>
              <a:ext uri="{FF2B5EF4-FFF2-40B4-BE49-F238E27FC236}">
                <a16:creationId xmlns:a16="http://schemas.microsoft.com/office/drawing/2014/main" id="{7A3EF92D-9D74-FD45-AAD2-A8F3E4C8FAD9}"/>
              </a:ext>
            </a:extLst>
          </p:cNvPr>
          <p:cNvSpPr>
            <a:spLocks noChangeArrowheads="1"/>
          </p:cNvSpPr>
          <p:nvPr/>
        </p:nvSpPr>
        <p:spPr bwMode="auto">
          <a:xfrm flipV="1">
            <a:off x="6516291" y="2895600"/>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7654" name="幻灯片编号占位符 1">
            <a:extLst>
              <a:ext uri="{FF2B5EF4-FFF2-40B4-BE49-F238E27FC236}">
                <a16:creationId xmlns:a16="http://schemas.microsoft.com/office/drawing/2014/main" id="{86A7C771-0A41-214B-8E84-F0C566F4CBE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AA2528-966C-4545-B429-91A746749A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930210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84"/>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05493"/>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105486"/>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05488"/>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105487"/>
                                        </p:tgtEl>
                                        <p:attrNameLst>
                                          <p:attrName>style.visibility</p:attrName>
                                        </p:attrNameLst>
                                      </p:cBhvr>
                                      <p:to>
                                        <p:strVal val="visible"/>
                                      </p:to>
                                    </p:set>
                                  </p:childTnLst>
                                </p:cTn>
                              </p:par>
                            </p:childTnLst>
                          </p:cTn>
                        </p:par>
                        <p:par>
                          <p:cTn id="19" fill="hold" nodeType="afterGroup">
                            <p:stCondLst>
                              <p:cond delay="4000"/>
                            </p:stCondLst>
                            <p:childTnLst>
                              <p:par>
                                <p:cTn id="20" presetID="1" presetClass="entr" presetSubtype="0" fill="hold" grpId="0" nodeType="afterEffect">
                                  <p:stCondLst>
                                    <p:cond delay="1000"/>
                                  </p:stCondLst>
                                  <p:childTnLst>
                                    <p:set>
                                      <p:cBhvr>
                                        <p:cTn id="21" dur="1" fill="hold">
                                          <p:stCondLst>
                                            <p:cond delay="0"/>
                                          </p:stCondLst>
                                        </p:cTn>
                                        <p:tgtEl>
                                          <p:spTgt spid="105494"/>
                                        </p:tgtEl>
                                        <p:attrNameLst>
                                          <p:attrName>style.visibility</p:attrName>
                                        </p:attrNameLst>
                                      </p:cBhvr>
                                      <p:to>
                                        <p:strVal val="visible"/>
                                      </p:to>
                                    </p:set>
                                  </p:childTnLst>
                                </p:cTn>
                              </p:par>
                            </p:childTnLst>
                          </p:cTn>
                        </p:par>
                        <p:par>
                          <p:cTn id="22" fill="hold" nodeType="afterGroup">
                            <p:stCondLst>
                              <p:cond delay="5000"/>
                            </p:stCondLst>
                            <p:childTnLst>
                              <p:par>
                                <p:cTn id="23" presetID="1" presetClass="entr" presetSubtype="0" fill="hold" grpId="0" nodeType="afterEffect">
                                  <p:stCondLst>
                                    <p:cond delay="1000"/>
                                  </p:stCondLst>
                                  <p:childTnLst>
                                    <p:set>
                                      <p:cBhvr>
                                        <p:cTn id="24" dur="1" fill="hold">
                                          <p:stCondLst>
                                            <p:cond delay="0"/>
                                          </p:stCondLst>
                                        </p:cTn>
                                        <p:tgtEl>
                                          <p:spTgt spid="10548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5482"/>
                                        </p:tgtEl>
                                        <p:attrNameLst>
                                          <p:attrName>style.visibility</p:attrName>
                                        </p:attrNameLst>
                                      </p:cBhvr>
                                      <p:to>
                                        <p:strVal val="visible"/>
                                      </p:to>
                                    </p:set>
                                  </p:childTnLst>
                                </p:cTn>
                              </p:par>
                            </p:childTnLst>
                          </p:cTn>
                        </p:par>
                        <p:par>
                          <p:cTn id="29" fill="hold" nodeType="afterGroup">
                            <p:stCondLst>
                              <p:cond delay="0"/>
                            </p:stCondLst>
                            <p:childTnLst>
                              <p:par>
                                <p:cTn id="30" presetID="22" presetClass="entr" presetSubtype="8" fill="hold" nodeType="afterEffect">
                                  <p:stCondLst>
                                    <p:cond delay="0"/>
                                  </p:stCondLst>
                                  <p:childTnLst>
                                    <p:set>
                                      <p:cBhvr>
                                        <p:cTn id="31" dur="1" fill="hold">
                                          <p:stCondLst>
                                            <p:cond delay="0"/>
                                          </p:stCondLst>
                                        </p:cTn>
                                        <p:tgtEl>
                                          <p:spTgt spid="105481"/>
                                        </p:tgtEl>
                                        <p:attrNameLst>
                                          <p:attrName>style.visibility</p:attrName>
                                        </p:attrNameLst>
                                      </p:cBhvr>
                                      <p:to>
                                        <p:strVal val="visible"/>
                                      </p:to>
                                    </p:set>
                                    <p:animEffect transition="in" filter="wipe(left)">
                                      <p:cBhvr>
                                        <p:cTn id="32" dur="2000"/>
                                        <p:tgtEl>
                                          <p:spTgt spid="105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2" grpId="0"/>
      <p:bldP spid="105484" grpId="0" animBg="1"/>
      <p:bldP spid="105485" grpId="0" animBg="1"/>
      <p:bldP spid="105486" grpId="0"/>
      <p:bldP spid="105487" grpId="0"/>
      <p:bldP spid="105488" grpId="0" animBg="1"/>
      <p:bldP spid="105493" grpId="0" animBg="1"/>
      <p:bldP spid="10549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Line 30">
            <a:extLst>
              <a:ext uri="{FF2B5EF4-FFF2-40B4-BE49-F238E27FC236}">
                <a16:creationId xmlns:a16="http://schemas.microsoft.com/office/drawing/2014/main" id="{4E3D9581-BF56-0942-B078-BAE95034F9BC}"/>
              </a:ext>
            </a:extLst>
          </p:cNvPr>
          <p:cNvSpPr>
            <a:spLocks noChangeShapeType="1"/>
          </p:cNvSpPr>
          <p:nvPr/>
        </p:nvSpPr>
        <p:spPr bwMode="auto">
          <a:xfrm>
            <a:off x="3113485" y="3381375"/>
            <a:ext cx="28622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1" name="Rectangle 25">
            <a:extLst>
              <a:ext uri="{FF2B5EF4-FFF2-40B4-BE49-F238E27FC236}">
                <a16:creationId xmlns:a16="http://schemas.microsoft.com/office/drawing/2014/main" id="{02B0012E-1A19-F448-9C15-8562A6A377F2}"/>
              </a:ext>
            </a:extLst>
          </p:cNvPr>
          <p:cNvSpPr>
            <a:spLocks noChangeArrowheads="1"/>
          </p:cNvSpPr>
          <p:nvPr/>
        </p:nvSpPr>
        <p:spPr bwMode="auto">
          <a:xfrm>
            <a:off x="5976938" y="3165872"/>
            <a:ext cx="1403747" cy="485775"/>
          </a:xfrm>
          <a:prstGeom prst="rect">
            <a:avLst/>
          </a:prstGeom>
          <a:solidFill>
            <a:srgbClr val="CCECFF"/>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520" name="Rectangle 24">
            <a:extLst>
              <a:ext uri="{FF2B5EF4-FFF2-40B4-BE49-F238E27FC236}">
                <a16:creationId xmlns:a16="http://schemas.microsoft.com/office/drawing/2014/main" id="{FD31BADD-3264-564A-A23D-92B9BEB0A488}"/>
              </a:ext>
            </a:extLst>
          </p:cNvPr>
          <p:cNvSpPr>
            <a:spLocks noChangeArrowheads="1"/>
          </p:cNvSpPr>
          <p:nvPr/>
        </p:nvSpPr>
        <p:spPr bwMode="auto">
          <a:xfrm>
            <a:off x="1709738" y="3165872"/>
            <a:ext cx="1403747" cy="485775"/>
          </a:xfrm>
          <a:prstGeom prst="rect">
            <a:avLst/>
          </a:prstGeom>
          <a:solidFill>
            <a:srgbClr val="CCECFF"/>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498" name="Rectangle 2">
            <a:extLst>
              <a:ext uri="{FF2B5EF4-FFF2-40B4-BE49-F238E27FC236}">
                <a16:creationId xmlns:a16="http://schemas.microsoft.com/office/drawing/2014/main" id="{7E0924DD-1F3E-F649-8AE2-6EA51B077E39}"/>
              </a:ext>
            </a:extLst>
          </p:cNvPr>
          <p:cNvSpPr>
            <a:spLocks noChangeArrowheads="1"/>
          </p:cNvSpPr>
          <p:nvPr/>
        </p:nvSpPr>
        <p:spPr bwMode="auto">
          <a:xfrm>
            <a:off x="59769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499" name="Rectangle 3">
            <a:extLst>
              <a:ext uri="{FF2B5EF4-FFF2-40B4-BE49-F238E27FC236}">
                <a16:creationId xmlns:a16="http://schemas.microsoft.com/office/drawing/2014/main" id="{D75BECEB-A554-9C43-BE6B-57560F30AB2C}"/>
              </a:ext>
            </a:extLst>
          </p:cNvPr>
          <p:cNvSpPr>
            <a:spLocks noChangeArrowheads="1"/>
          </p:cNvSpPr>
          <p:nvPr/>
        </p:nvSpPr>
        <p:spPr bwMode="auto">
          <a:xfrm>
            <a:off x="17097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500" name="Rectangle 4">
            <a:extLst>
              <a:ext uri="{FF2B5EF4-FFF2-40B4-BE49-F238E27FC236}">
                <a16:creationId xmlns:a16="http://schemas.microsoft.com/office/drawing/2014/main" id="{F04B1159-5427-CD47-BE31-89F3347BB8D2}"/>
              </a:ext>
            </a:extLst>
          </p:cNvPr>
          <p:cNvSpPr>
            <a:spLocks noChangeArrowheads="1"/>
          </p:cNvSpPr>
          <p:nvPr/>
        </p:nvSpPr>
        <p:spPr bwMode="auto">
          <a:xfrm>
            <a:off x="5975747"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501" name="Rectangle 5">
            <a:extLst>
              <a:ext uri="{FF2B5EF4-FFF2-40B4-BE49-F238E27FC236}">
                <a16:creationId xmlns:a16="http://schemas.microsoft.com/office/drawing/2014/main" id="{D5DD0EF3-EA4F-F54E-B210-A745AD64BD22}"/>
              </a:ext>
            </a:extLst>
          </p:cNvPr>
          <p:cNvSpPr>
            <a:spLocks noChangeArrowheads="1"/>
          </p:cNvSpPr>
          <p:nvPr/>
        </p:nvSpPr>
        <p:spPr bwMode="auto">
          <a:xfrm>
            <a:off x="1709738"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99688" name="Rectangle 6">
            <a:extLst>
              <a:ext uri="{FF2B5EF4-FFF2-40B4-BE49-F238E27FC236}">
                <a16:creationId xmlns:a16="http://schemas.microsoft.com/office/drawing/2014/main" id="{32222FDC-D9F0-8B4A-AC49-979F255D47B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再设计一个网络接入模块 </a:t>
            </a:r>
          </a:p>
        </p:txBody>
      </p:sp>
      <p:sp>
        <p:nvSpPr>
          <p:cNvPr id="199689" name="Text Box 7">
            <a:extLst>
              <a:ext uri="{FF2B5EF4-FFF2-40B4-BE49-F238E27FC236}">
                <a16:creationId xmlns:a16="http://schemas.microsoft.com/office/drawing/2014/main" id="{F136B6FD-0FB3-D64E-9640-7721B241F58D}"/>
              </a:ext>
            </a:extLst>
          </p:cNvPr>
          <p:cNvSpPr txBox="1">
            <a:spLocks noChangeArrowheads="1"/>
          </p:cNvSpPr>
          <p:nvPr/>
        </p:nvSpPr>
        <p:spPr bwMode="auto">
          <a:xfrm>
            <a:off x="1770460"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99690" name="Text Box 8">
            <a:extLst>
              <a:ext uri="{FF2B5EF4-FFF2-40B4-BE49-F238E27FC236}">
                <a16:creationId xmlns:a16="http://schemas.microsoft.com/office/drawing/2014/main" id="{D18893AE-9E5A-AE41-BC45-86F7E41F9CBF}"/>
              </a:ext>
            </a:extLst>
          </p:cNvPr>
          <p:cNvSpPr txBox="1">
            <a:spLocks noChangeArrowheads="1"/>
          </p:cNvSpPr>
          <p:nvPr/>
        </p:nvSpPr>
        <p:spPr bwMode="auto">
          <a:xfrm>
            <a:off x="20335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1</a:t>
            </a:r>
          </a:p>
        </p:txBody>
      </p:sp>
      <p:sp>
        <p:nvSpPr>
          <p:cNvPr id="199691" name="Text Box 9">
            <a:extLst>
              <a:ext uri="{FF2B5EF4-FFF2-40B4-BE49-F238E27FC236}">
                <a16:creationId xmlns:a16="http://schemas.microsoft.com/office/drawing/2014/main" id="{0109B451-4737-4949-823E-E2F15F1680BA}"/>
              </a:ext>
            </a:extLst>
          </p:cNvPr>
          <p:cNvSpPr txBox="1">
            <a:spLocks noChangeArrowheads="1"/>
          </p:cNvSpPr>
          <p:nvPr/>
        </p:nvSpPr>
        <p:spPr bwMode="auto">
          <a:xfrm>
            <a:off x="63007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2</a:t>
            </a:r>
          </a:p>
        </p:txBody>
      </p:sp>
      <p:sp>
        <p:nvSpPr>
          <p:cNvPr id="199692" name="Text Box 10">
            <a:extLst>
              <a:ext uri="{FF2B5EF4-FFF2-40B4-BE49-F238E27FC236}">
                <a16:creationId xmlns:a16="http://schemas.microsoft.com/office/drawing/2014/main" id="{7F6A9DC1-8EFA-9C4D-AD2A-E0D29E66803C}"/>
              </a:ext>
            </a:extLst>
          </p:cNvPr>
          <p:cNvSpPr txBox="1">
            <a:spLocks noChangeArrowheads="1"/>
          </p:cNvSpPr>
          <p:nvPr/>
        </p:nvSpPr>
        <p:spPr bwMode="auto">
          <a:xfrm>
            <a:off x="6036469"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06510" name="AutoShape 14">
            <a:extLst>
              <a:ext uri="{FF2B5EF4-FFF2-40B4-BE49-F238E27FC236}">
                <a16:creationId xmlns:a16="http://schemas.microsoft.com/office/drawing/2014/main" id="{D7BE58FB-7B6A-464C-8C44-56448F555223}"/>
              </a:ext>
            </a:extLst>
          </p:cNvPr>
          <p:cNvSpPr>
            <a:spLocks noChangeArrowheads="1"/>
          </p:cNvSpPr>
          <p:nvPr/>
        </p:nvSpPr>
        <p:spPr bwMode="auto">
          <a:xfrm>
            <a:off x="225028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11" name="AutoShape 15">
            <a:extLst>
              <a:ext uri="{FF2B5EF4-FFF2-40B4-BE49-F238E27FC236}">
                <a16:creationId xmlns:a16="http://schemas.microsoft.com/office/drawing/2014/main" id="{2BA67C57-7226-EB4F-8ACA-59712D5FD7FE}"/>
              </a:ext>
            </a:extLst>
          </p:cNvPr>
          <p:cNvSpPr>
            <a:spLocks noChangeArrowheads="1"/>
          </p:cNvSpPr>
          <p:nvPr/>
        </p:nvSpPr>
        <p:spPr bwMode="auto">
          <a:xfrm flipV="1">
            <a:off x="651629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9695" name="Text Box 19">
            <a:extLst>
              <a:ext uri="{FF2B5EF4-FFF2-40B4-BE49-F238E27FC236}">
                <a16:creationId xmlns:a16="http://schemas.microsoft.com/office/drawing/2014/main" id="{87CF304E-8D59-144A-9DA2-CE83D70959FC}"/>
              </a:ext>
            </a:extLst>
          </p:cNvPr>
          <p:cNvSpPr txBox="1">
            <a:spLocks noChangeArrowheads="1"/>
          </p:cNvSpPr>
          <p:nvPr/>
        </p:nvSpPr>
        <p:spPr bwMode="auto">
          <a:xfrm>
            <a:off x="1763316"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99696" name="Text Box 20">
            <a:extLst>
              <a:ext uri="{FF2B5EF4-FFF2-40B4-BE49-F238E27FC236}">
                <a16:creationId xmlns:a16="http://schemas.microsoft.com/office/drawing/2014/main" id="{D5836EDE-25A5-4940-A38C-9F32749437BB}"/>
              </a:ext>
            </a:extLst>
          </p:cNvPr>
          <p:cNvSpPr txBox="1">
            <a:spLocks noChangeArrowheads="1"/>
          </p:cNvSpPr>
          <p:nvPr/>
        </p:nvSpPr>
        <p:spPr bwMode="auto">
          <a:xfrm>
            <a:off x="6044804"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06517" name="AutoShape 21">
            <a:extLst>
              <a:ext uri="{FF2B5EF4-FFF2-40B4-BE49-F238E27FC236}">
                <a16:creationId xmlns:a16="http://schemas.microsoft.com/office/drawing/2014/main" id="{FBDF85AA-4B8B-984B-94A2-5F82C146271C}"/>
              </a:ext>
            </a:extLst>
          </p:cNvPr>
          <p:cNvSpPr>
            <a:spLocks noChangeArrowheads="1"/>
          </p:cNvSpPr>
          <p:nvPr/>
        </p:nvSpPr>
        <p:spPr bwMode="auto">
          <a:xfrm>
            <a:off x="2250281" y="2950369"/>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18" name="AutoShape 22">
            <a:extLst>
              <a:ext uri="{FF2B5EF4-FFF2-40B4-BE49-F238E27FC236}">
                <a16:creationId xmlns:a16="http://schemas.microsoft.com/office/drawing/2014/main" id="{0E50A1D3-1E72-D84A-8104-4819FD5E958F}"/>
              </a:ext>
            </a:extLst>
          </p:cNvPr>
          <p:cNvSpPr>
            <a:spLocks noChangeArrowheads="1"/>
          </p:cNvSpPr>
          <p:nvPr/>
        </p:nvSpPr>
        <p:spPr bwMode="auto">
          <a:xfrm flipV="1">
            <a:off x="6516291" y="2895600"/>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9699" name="Text Box 26">
            <a:extLst>
              <a:ext uri="{FF2B5EF4-FFF2-40B4-BE49-F238E27FC236}">
                <a16:creationId xmlns:a16="http://schemas.microsoft.com/office/drawing/2014/main" id="{6D8976AC-53D5-354A-A89D-374CF265762B}"/>
              </a:ext>
            </a:extLst>
          </p:cNvPr>
          <p:cNvSpPr txBox="1">
            <a:spLocks noChangeArrowheads="1"/>
          </p:cNvSpPr>
          <p:nvPr/>
        </p:nvSpPr>
        <p:spPr bwMode="auto">
          <a:xfrm>
            <a:off x="1763316" y="324564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网络接入模块</a:t>
            </a:r>
          </a:p>
        </p:txBody>
      </p:sp>
      <p:sp>
        <p:nvSpPr>
          <p:cNvPr id="199700" name="Text Box 27">
            <a:extLst>
              <a:ext uri="{FF2B5EF4-FFF2-40B4-BE49-F238E27FC236}">
                <a16:creationId xmlns:a16="http://schemas.microsoft.com/office/drawing/2014/main" id="{757C7259-AC75-D64A-B5BD-29FE88A5F48F}"/>
              </a:ext>
            </a:extLst>
          </p:cNvPr>
          <p:cNvSpPr txBox="1">
            <a:spLocks noChangeArrowheads="1"/>
          </p:cNvSpPr>
          <p:nvPr/>
        </p:nvSpPr>
        <p:spPr bwMode="auto">
          <a:xfrm>
            <a:off x="6044804" y="324564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网络接入模块</a:t>
            </a:r>
          </a:p>
        </p:txBody>
      </p:sp>
      <p:graphicFrame>
        <p:nvGraphicFramePr>
          <p:cNvPr id="199701" name="Object 28">
            <a:extLst>
              <a:ext uri="{FF2B5EF4-FFF2-40B4-BE49-F238E27FC236}">
                <a16:creationId xmlns:a16="http://schemas.microsoft.com/office/drawing/2014/main" id="{757BCBD5-D19F-C143-BB60-DBDAFBC2D1DA}"/>
              </a:ext>
            </a:extLst>
          </p:cNvPr>
          <p:cNvGraphicFramePr>
            <a:graphicFrameLocks noGrp="1" noChangeAspect="1"/>
          </p:cNvGraphicFramePr>
          <p:nvPr>
            <p:ph idx="1"/>
          </p:nvPr>
        </p:nvGraphicFramePr>
        <p:xfrm>
          <a:off x="3815953" y="3003948"/>
          <a:ext cx="1403747" cy="802481"/>
        </p:xfrm>
        <a:graphic>
          <a:graphicData uri="http://schemas.openxmlformats.org/presentationml/2006/ole">
            <mc:AlternateContent xmlns:mc="http://schemas.openxmlformats.org/markup-compatibility/2006">
              <mc:Choice xmlns:v="urn:schemas-microsoft-com:vml" Requires="v">
                <p:oleObj spid="_x0000_s188433" name="VISIO" r:id="rId4" imgW="3378200" imgH="1930400" progId="Visio.Drawing.6">
                  <p:embed/>
                </p:oleObj>
              </mc:Choice>
              <mc:Fallback>
                <p:oleObj name="VISIO" r:id="rId4" imgW="3378200" imgH="1930400" progId="Visio.Drawing.6">
                  <p:embed/>
                  <p:pic>
                    <p:nvPicPr>
                      <p:cNvPr id="199701" name="Object 28">
                        <a:extLst>
                          <a:ext uri="{FF2B5EF4-FFF2-40B4-BE49-F238E27FC236}">
                            <a16:creationId xmlns:a16="http://schemas.microsoft.com/office/drawing/2014/main" id="{757BCBD5-D19F-C143-BB60-DBDAFBC2D1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5953" y="3003948"/>
                        <a:ext cx="1403747" cy="802481"/>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99702" name="Text Box 31">
            <a:extLst>
              <a:ext uri="{FF2B5EF4-FFF2-40B4-BE49-F238E27FC236}">
                <a16:creationId xmlns:a16="http://schemas.microsoft.com/office/drawing/2014/main" id="{E7F63C6A-E197-154E-914B-066F3B0DB42A}"/>
              </a:ext>
            </a:extLst>
          </p:cNvPr>
          <p:cNvSpPr txBox="1">
            <a:spLocks noChangeArrowheads="1"/>
          </p:cNvSpPr>
          <p:nvPr/>
        </p:nvSpPr>
        <p:spPr bwMode="auto">
          <a:xfrm>
            <a:off x="4086226" y="3219450"/>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通信网络</a:t>
            </a:r>
          </a:p>
        </p:txBody>
      </p:sp>
      <p:sp>
        <p:nvSpPr>
          <p:cNvPr id="199703" name="Text Box 32">
            <a:extLst>
              <a:ext uri="{FF2B5EF4-FFF2-40B4-BE49-F238E27FC236}">
                <a16:creationId xmlns:a16="http://schemas.microsoft.com/office/drawing/2014/main" id="{8E986E37-3B29-F441-B4AE-5A5E84E42CF3}"/>
              </a:ext>
            </a:extLst>
          </p:cNvPr>
          <p:cNvSpPr txBox="1">
            <a:spLocks noChangeArrowheads="1"/>
          </p:cNvSpPr>
          <p:nvPr/>
        </p:nvSpPr>
        <p:spPr bwMode="auto">
          <a:xfrm>
            <a:off x="3113485" y="2895601"/>
            <a:ext cx="56938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网络</a:t>
            </a:r>
          </a:p>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接口</a:t>
            </a:r>
          </a:p>
        </p:txBody>
      </p:sp>
      <p:sp>
        <p:nvSpPr>
          <p:cNvPr id="199704" name="Text Box 33">
            <a:extLst>
              <a:ext uri="{FF2B5EF4-FFF2-40B4-BE49-F238E27FC236}">
                <a16:creationId xmlns:a16="http://schemas.microsoft.com/office/drawing/2014/main" id="{7DCD5EC3-AB66-0547-B7AA-C5F2C9AFCFC1}"/>
              </a:ext>
            </a:extLst>
          </p:cNvPr>
          <p:cNvSpPr txBox="1">
            <a:spLocks noChangeArrowheads="1"/>
          </p:cNvSpPr>
          <p:nvPr/>
        </p:nvSpPr>
        <p:spPr bwMode="auto">
          <a:xfrm>
            <a:off x="5436394" y="2895601"/>
            <a:ext cx="56938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网络</a:t>
            </a:r>
          </a:p>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接口</a:t>
            </a:r>
          </a:p>
        </p:txBody>
      </p:sp>
      <p:sp>
        <p:nvSpPr>
          <p:cNvPr id="106530" name="AutoShape 34">
            <a:extLst>
              <a:ext uri="{FF2B5EF4-FFF2-40B4-BE49-F238E27FC236}">
                <a16:creationId xmlns:a16="http://schemas.microsoft.com/office/drawing/2014/main" id="{FD7EBA32-B13E-4043-8CE5-B106D4D003A4}"/>
              </a:ext>
            </a:extLst>
          </p:cNvPr>
          <p:cNvSpPr>
            <a:spLocks noChangeArrowheads="1"/>
          </p:cNvSpPr>
          <p:nvPr/>
        </p:nvSpPr>
        <p:spPr bwMode="auto">
          <a:xfrm>
            <a:off x="3275410" y="3436144"/>
            <a:ext cx="1026319" cy="216694"/>
          </a:xfrm>
          <a:prstGeom prst="rightArrow">
            <a:avLst>
              <a:gd name="adj1" fmla="val 50000"/>
              <a:gd name="adj2" fmla="val 118407"/>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31" name="AutoShape 35">
            <a:extLst>
              <a:ext uri="{FF2B5EF4-FFF2-40B4-BE49-F238E27FC236}">
                <a16:creationId xmlns:a16="http://schemas.microsoft.com/office/drawing/2014/main" id="{72004FE6-FB39-1745-8157-720599BCA2EC}"/>
              </a:ext>
            </a:extLst>
          </p:cNvPr>
          <p:cNvSpPr>
            <a:spLocks noChangeArrowheads="1"/>
          </p:cNvSpPr>
          <p:nvPr/>
        </p:nvSpPr>
        <p:spPr bwMode="auto">
          <a:xfrm>
            <a:off x="5219700" y="3436144"/>
            <a:ext cx="1026319" cy="216694"/>
          </a:xfrm>
          <a:prstGeom prst="rightArrow">
            <a:avLst>
              <a:gd name="adj1" fmla="val 50000"/>
              <a:gd name="adj2" fmla="val 118407"/>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32" name="Text Box 36">
            <a:extLst>
              <a:ext uri="{FF2B5EF4-FFF2-40B4-BE49-F238E27FC236}">
                <a16:creationId xmlns:a16="http://schemas.microsoft.com/office/drawing/2014/main" id="{3FF5A625-92C2-414F-AC29-E9F5036ED855}"/>
              </a:ext>
            </a:extLst>
          </p:cNvPr>
          <p:cNvSpPr txBox="1">
            <a:spLocks noChangeArrowheads="1"/>
          </p:cNvSpPr>
          <p:nvPr/>
        </p:nvSpPr>
        <p:spPr bwMode="auto">
          <a:xfrm>
            <a:off x="1110343" y="4102719"/>
            <a:ext cx="7162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dirty="0">
                <a:latin typeface="Tahoma" panose="020B0604030504040204" pitchFamily="34" charset="0"/>
                <a:ea typeface="宋体" panose="02010600030101010101" pitchFamily="2" charset="-122"/>
              </a:rPr>
              <a:t>网络接入模块负责做与网络接口细节有关的工作</a:t>
            </a:r>
          </a:p>
          <a:p>
            <a:pPr algn="ctr" eaLnBrk="1" hangingPunct="1">
              <a:spcBef>
                <a:spcPct val="0"/>
              </a:spcBef>
              <a:buClrTx/>
              <a:buSzTx/>
              <a:buFontTx/>
              <a:buNone/>
            </a:pPr>
            <a:r>
              <a:rPr lang="zh-CN" altLang="en-US" sz="1800" dirty="0">
                <a:latin typeface="Tahoma" panose="020B0604030504040204" pitchFamily="34" charset="0"/>
                <a:ea typeface="宋体" panose="02010600030101010101" pitchFamily="2" charset="-122"/>
              </a:rPr>
              <a:t>例如，规定传输的帧格式，帧的最大长度等。</a:t>
            </a:r>
          </a:p>
        </p:txBody>
      </p:sp>
      <p:sp>
        <p:nvSpPr>
          <p:cNvPr id="199708" name="幻灯片编号占位符 1">
            <a:extLst>
              <a:ext uri="{FF2B5EF4-FFF2-40B4-BE49-F238E27FC236}">
                <a16:creationId xmlns:a16="http://schemas.microsoft.com/office/drawing/2014/main" id="{46EED463-9F72-7F4F-A9E2-B5D9566C44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FE3FECF-871F-8E42-A1DE-08CBCB1DA50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50596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5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510"/>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1000"/>
                                  </p:stCondLst>
                                  <p:childTnLst>
                                    <p:set>
                                      <p:cBhvr>
                                        <p:cTn id="13" dur="1" fill="hold">
                                          <p:stCondLst>
                                            <p:cond delay="0"/>
                                          </p:stCondLst>
                                        </p:cTn>
                                        <p:tgtEl>
                                          <p:spTgt spid="106517"/>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grpId="0" nodeType="afterEffect">
                                  <p:stCondLst>
                                    <p:cond delay="1000"/>
                                  </p:stCondLst>
                                  <p:childTnLst>
                                    <p:set>
                                      <p:cBhvr>
                                        <p:cTn id="16" dur="1" fill="hold">
                                          <p:stCondLst>
                                            <p:cond delay="0"/>
                                          </p:stCondLst>
                                        </p:cTn>
                                        <p:tgtEl>
                                          <p:spTgt spid="106530"/>
                                        </p:tgtEl>
                                        <p:attrNameLst>
                                          <p:attrName>style.visibility</p:attrName>
                                        </p:attrNameLst>
                                      </p:cBhvr>
                                      <p:to>
                                        <p:strVal val="visible"/>
                                      </p:to>
                                    </p:set>
                                  </p:childTnLst>
                                </p:cTn>
                              </p:par>
                            </p:childTnLst>
                          </p:cTn>
                        </p:par>
                        <p:par>
                          <p:cTn id="17" fill="hold" nodeType="afterGroup">
                            <p:stCondLst>
                              <p:cond delay="2000"/>
                            </p:stCondLst>
                            <p:childTnLst>
                              <p:par>
                                <p:cTn id="18" presetID="1" presetClass="entr" presetSubtype="0" fill="hold" grpId="0" nodeType="afterEffect">
                                  <p:stCondLst>
                                    <p:cond delay="1000"/>
                                  </p:stCondLst>
                                  <p:childTnLst>
                                    <p:set>
                                      <p:cBhvr>
                                        <p:cTn id="19" dur="1" fill="hold">
                                          <p:stCondLst>
                                            <p:cond delay="0"/>
                                          </p:stCondLst>
                                        </p:cTn>
                                        <p:tgtEl>
                                          <p:spTgt spid="106531"/>
                                        </p:tgtEl>
                                        <p:attrNameLst>
                                          <p:attrName>style.visibility</p:attrName>
                                        </p:attrNameLst>
                                      </p:cBhvr>
                                      <p:to>
                                        <p:strVal val="visible"/>
                                      </p:to>
                                    </p:set>
                                  </p:childTnLst>
                                </p:cTn>
                              </p:par>
                            </p:childTnLst>
                          </p:cTn>
                        </p:par>
                        <p:par>
                          <p:cTn id="20" fill="hold" nodeType="afterGroup">
                            <p:stCondLst>
                              <p:cond delay="3000"/>
                            </p:stCondLst>
                            <p:childTnLst>
                              <p:par>
                                <p:cTn id="21" presetID="1" presetClass="entr" presetSubtype="0" fill="hold" grpId="0" nodeType="afterEffect">
                                  <p:stCondLst>
                                    <p:cond delay="1000"/>
                                  </p:stCondLst>
                                  <p:childTnLst>
                                    <p:set>
                                      <p:cBhvr>
                                        <p:cTn id="22" dur="1" fill="hold">
                                          <p:stCondLst>
                                            <p:cond delay="0"/>
                                          </p:stCondLst>
                                        </p:cTn>
                                        <p:tgtEl>
                                          <p:spTgt spid="106518"/>
                                        </p:tgtEl>
                                        <p:attrNameLst>
                                          <p:attrName>style.visibility</p:attrName>
                                        </p:attrNameLst>
                                      </p:cBhvr>
                                      <p:to>
                                        <p:strVal val="visible"/>
                                      </p:to>
                                    </p:set>
                                  </p:childTnLst>
                                </p:cTn>
                              </p:par>
                            </p:childTnLst>
                          </p:cTn>
                        </p:par>
                        <p:par>
                          <p:cTn id="23" fill="hold" nodeType="afterGroup">
                            <p:stCondLst>
                              <p:cond delay="4000"/>
                            </p:stCondLst>
                            <p:childTnLst>
                              <p:par>
                                <p:cTn id="24" presetID="1" presetClass="entr" presetSubtype="0" fill="hold" grpId="0" nodeType="afterEffect">
                                  <p:stCondLst>
                                    <p:cond delay="1000"/>
                                  </p:stCondLst>
                                  <p:childTnLst>
                                    <p:set>
                                      <p:cBhvr>
                                        <p:cTn id="25" dur="1" fill="hold">
                                          <p:stCondLst>
                                            <p:cond delay="0"/>
                                          </p:stCondLst>
                                        </p:cTn>
                                        <p:tgtEl>
                                          <p:spTgt spid="106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10" grpId="0" animBg="1"/>
      <p:bldP spid="106511" grpId="0" animBg="1"/>
      <p:bldP spid="106517" grpId="0" animBg="1"/>
      <p:bldP spid="106518" grpId="0" animBg="1"/>
      <p:bldP spid="106530" grpId="0" animBg="1"/>
      <p:bldP spid="106531" grpId="0" animBg="1"/>
      <p:bldP spid="10653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2">
            <a:extLst>
              <a:ext uri="{FF2B5EF4-FFF2-40B4-BE49-F238E27FC236}">
                <a16:creationId xmlns:a16="http://schemas.microsoft.com/office/drawing/2014/main" id="{49FB20AB-9799-B040-BDAC-96AC7B58EE5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分层的好处 </a:t>
            </a:r>
          </a:p>
        </p:txBody>
      </p:sp>
      <p:sp>
        <p:nvSpPr>
          <p:cNvPr id="110595" name="Rectangle 3">
            <a:extLst>
              <a:ext uri="{FF2B5EF4-FFF2-40B4-BE49-F238E27FC236}">
                <a16:creationId xmlns:a16="http://schemas.microsoft.com/office/drawing/2014/main" id="{80DAA106-577B-0441-936D-216986449701}"/>
              </a:ext>
            </a:extLst>
          </p:cNvPr>
          <p:cNvSpPr>
            <a:spLocks noGrp="1" noChangeArrowheads="1"/>
          </p:cNvSpPr>
          <p:nvPr>
            <p:ph type="body" idx="1"/>
          </p:nvPr>
        </p:nvSpPr>
        <p:spPr>
          <a:xfrm>
            <a:off x="220647" y="1004717"/>
            <a:ext cx="8717868" cy="3348038"/>
          </a:xfrm>
        </p:spPr>
        <p:txBody>
          <a:bodyPr/>
          <a:lstStyle/>
          <a:p>
            <a:pPr eaLnBrk="1" hangingPunct="1"/>
            <a:r>
              <a:rPr lang="zh-CN" altLang="en-US" dirty="0">
                <a:latin typeface="Times New Roman" panose="02020603050405020304" pitchFamily="18" charset="0"/>
                <a:ea typeface="宋体" panose="02010600030101010101" pitchFamily="2" charset="-122"/>
              </a:rPr>
              <a:t>各层之间是独立的。</a:t>
            </a:r>
          </a:p>
          <a:p>
            <a:pPr eaLnBrk="1" hangingPunct="1"/>
            <a:r>
              <a:rPr lang="zh-CN" altLang="en-US" dirty="0">
                <a:latin typeface="Times New Roman" panose="02020603050405020304" pitchFamily="18" charset="0"/>
                <a:ea typeface="宋体" panose="02010600030101010101" pitchFamily="2" charset="-122"/>
              </a:rPr>
              <a:t>灵活性好。</a:t>
            </a:r>
          </a:p>
          <a:p>
            <a:pPr eaLnBrk="1" hangingPunct="1"/>
            <a:r>
              <a:rPr lang="zh-CN" altLang="en-US" dirty="0">
                <a:latin typeface="Times New Roman" panose="02020603050405020304" pitchFamily="18" charset="0"/>
                <a:ea typeface="宋体" panose="02010600030101010101" pitchFamily="2" charset="-122"/>
              </a:rPr>
              <a:t>结构上可分割开。</a:t>
            </a:r>
          </a:p>
          <a:p>
            <a:pPr eaLnBrk="1" hangingPunct="1"/>
            <a:r>
              <a:rPr lang="zh-CN" altLang="en-US" dirty="0">
                <a:latin typeface="Times New Roman" panose="02020603050405020304" pitchFamily="18" charset="0"/>
                <a:ea typeface="宋体" panose="02010600030101010101" pitchFamily="2" charset="-122"/>
              </a:rPr>
              <a:t>易于实现和维护。</a:t>
            </a:r>
          </a:p>
          <a:p>
            <a:pPr eaLnBrk="1" hangingPunct="1"/>
            <a:r>
              <a:rPr lang="zh-CN" altLang="en-US" dirty="0">
                <a:latin typeface="Times New Roman" panose="02020603050405020304" pitchFamily="18" charset="0"/>
                <a:ea typeface="宋体" panose="02010600030101010101" pitchFamily="2" charset="-122"/>
              </a:rPr>
              <a:t>能促进标准化工作。  </a:t>
            </a:r>
          </a:p>
        </p:txBody>
      </p:sp>
      <p:sp>
        <p:nvSpPr>
          <p:cNvPr id="201731" name="幻灯片编号占位符 1">
            <a:extLst>
              <a:ext uri="{FF2B5EF4-FFF2-40B4-BE49-F238E27FC236}">
                <a16:creationId xmlns:a16="http://schemas.microsoft.com/office/drawing/2014/main" id="{37F78610-355D-B84A-A2F7-F99754F6AD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8E199C-F10E-2841-9F1B-F3E6342E7C8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8591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5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5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05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05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0A3D1BDD-731E-3146-B9FA-57AD995A52E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层数多少要适当 </a:t>
            </a:r>
          </a:p>
        </p:txBody>
      </p:sp>
      <p:sp>
        <p:nvSpPr>
          <p:cNvPr id="111619" name="Rectangle 3">
            <a:extLst>
              <a:ext uri="{FF2B5EF4-FFF2-40B4-BE49-F238E27FC236}">
                <a16:creationId xmlns:a16="http://schemas.microsoft.com/office/drawing/2014/main" id="{356F8D79-969F-0640-93FC-6853E2F1D0A4}"/>
              </a:ext>
            </a:extLst>
          </p:cNvPr>
          <p:cNvSpPr>
            <a:spLocks noGrp="1" noChangeArrowheads="1"/>
          </p:cNvSpPr>
          <p:nvPr>
            <p:ph type="body" idx="1"/>
          </p:nvPr>
        </p:nvSpPr>
        <p:spPr>
          <a:xfrm>
            <a:off x="133561" y="1015263"/>
            <a:ext cx="8804953" cy="3402806"/>
          </a:xfrm>
        </p:spPr>
        <p:txBody>
          <a:bodyPr/>
          <a:lstStyle/>
          <a:p>
            <a:pPr eaLnBrk="1" hangingPunct="1"/>
            <a:r>
              <a:rPr lang="zh-CN" altLang="en-US" dirty="0">
                <a:latin typeface="Times New Roman" panose="02020603050405020304" pitchFamily="18" charset="0"/>
                <a:ea typeface="宋体" panose="02010600030101010101" pitchFamily="2" charset="-122"/>
              </a:rPr>
              <a:t>若层数太少，就会使每一层的协议太复杂。</a:t>
            </a:r>
          </a:p>
          <a:p>
            <a:pPr eaLnBrk="1" hangingPunct="1"/>
            <a:r>
              <a:rPr lang="zh-CN" altLang="en-US" dirty="0">
                <a:latin typeface="Times New Roman" panose="02020603050405020304" pitchFamily="18" charset="0"/>
                <a:ea typeface="宋体" panose="02010600030101010101" pitchFamily="2" charset="-122"/>
              </a:rPr>
              <a:t>层数太多又会在描述和综合各层功能的系统工程任务时遇到较多的困难。 </a:t>
            </a:r>
          </a:p>
        </p:txBody>
      </p:sp>
      <p:sp>
        <p:nvSpPr>
          <p:cNvPr id="203779" name="幻灯片编号占位符 1">
            <a:extLst>
              <a:ext uri="{FF2B5EF4-FFF2-40B4-BE49-F238E27FC236}">
                <a16:creationId xmlns:a16="http://schemas.microsoft.com/office/drawing/2014/main" id="{F8DDAC65-BE87-4B42-A502-C4A3D492D12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33532A-EFC1-104C-9C8B-5B98615B655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110830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5D79DF33-8C34-014F-9CEB-07A92DA5153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计算机网络的体系结构 </a:t>
            </a:r>
          </a:p>
        </p:txBody>
      </p:sp>
      <p:sp>
        <p:nvSpPr>
          <p:cNvPr id="112643" name="Rectangle 3">
            <a:extLst>
              <a:ext uri="{FF2B5EF4-FFF2-40B4-BE49-F238E27FC236}">
                <a16:creationId xmlns:a16="http://schemas.microsoft.com/office/drawing/2014/main" id="{9EB7DC74-BC25-7A4B-A5D0-391ED2474391}"/>
              </a:ext>
            </a:extLst>
          </p:cNvPr>
          <p:cNvSpPr>
            <a:spLocks noGrp="1" noChangeArrowheads="1"/>
          </p:cNvSpPr>
          <p:nvPr>
            <p:ph type="body" idx="1"/>
          </p:nvPr>
        </p:nvSpPr>
        <p:spPr>
          <a:xfrm>
            <a:off x="217042" y="985696"/>
            <a:ext cx="8709915" cy="3673078"/>
          </a:xfrm>
        </p:spPr>
        <p:txBody>
          <a:bodyPr/>
          <a:lstStyle/>
          <a:p>
            <a:pPr eaLnBrk="1" hangingPunct="1"/>
            <a:r>
              <a:rPr lang="zh-CN" altLang="en-US" sz="2100" dirty="0">
                <a:ea typeface="宋体" panose="02010600030101010101" pitchFamily="2" charset="-122"/>
              </a:rPr>
              <a:t>计算机网络的</a:t>
            </a:r>
            <a:r>
              <a:rPr lang="zh-CN" altLang="en-US" sz="2100" dirty="0">
                <a:solidFill>
                  <a:schemeClr val="hlink"/>
                </a:solidFill>
                <a:ea typeface="宋体" panose="02010600030101010101" pitchFamily="2" charset="-122"/>
              </a:rPr>
              <a:t>体系结构</a:t>
            </a:r>
            <a:r>
              <a:rPr lang="en-US" altLang="zh-CN" sz="2100" dirty="0">
                <a:ea typeface="宋体" panose="02010600030101010101" pitchFamily="2" charset="-122"/>
              </a:rPr>
              <a:t>(architecture)</a:t>
            </a:r>
            <a:r>
              <a:rPr lang="zh-CN" altLang="en-US" sz="2100" dirty="0">
                <a:ea typeface="宋体" panose="02010600030101010101" pitchFamily="2" charset="-122"/>
              </a:rPr>
              <a:t>是计算机网络的各层及其协议的集合。 </a:t>
            </a:r>
          </a:p>
          <a:p>
            <a:pPr eaLnBrk="1" hangingPunct="1"/>
            <a:r>
              <a:rPr lang="zh-CN" altLang="en-US" sz="2100" dirty="0">
                <a:ea typeface="宋体" panose="02010600030101010101" pitchFamily="2" charset="-122"/>
              </a:rPr>
              <a:t>体系结构就是这个计算机网络及其部件所应完成的功能的</a:t>
            </a:r>
            <a:r>
              <a:rPr lang="zh-CN" altLang="en-US" sz="2100" dirty="0">
                <a:solidFill>
                  <a:schemeClr val="hlink"/>
                </a:solidFill>
                <a:ea typeface="宋体" panose="02010600030101010101" pitchFamily="2" charset="-122"/>
              </a:rPr>
              <a:t>精确定义</a:t>
            </a:r>
            <a:r>
              <a:rPr lang="zh-CN" altLang="en-US" sz="2100" dirty="0">
                <a:ea typeface="宋体" panose="02010600030101010101" pitchFamily="2" charset="-122"/>
              </a:rPr>
              <a:t>。</a:t>
            </a:r>
          </a:p>
          <a:p>
            <a:pPr eaLnBrk="1" hangingPunct="1"/>
            <a:r>
              <a:rPr lang="zh-CN" altLang="en-US" sz="2100" dirty="0">
                <a:solidFill>
                  <a:schemeClr val="hlink"/>
                </a:solidFill>
                <a:ea typeface="宋体" panose="02010600030101010101" pitchFamily="2" charset="-122"/>
              </a:rPr>
              <a:t>实现</a:t>
            </a:r>
            <a:r>
              <a:rPr lang="en-US" altLang="zh-CN" sz="2100" dirty="0">
                <a:ea typeface="宋体" panose="02010600030101010101" pitchFamily="2" charset="-122"/>
              </a:rPr>
              <a:t>(implementation)</a:t>
            </a:r>
            <a:r>
              <a:rPr lang="zh-CN" altLang="en-US" sz="2100" dirty="0">
                <a:ea typeface="宋体" panose="02010600030101010101" pitchFamily="2" charset="-122"/>
              </a:rPr>
              <a:t>是遵循这种体系结构的前提下用何种硬件或软件完成这些功能的问题。</a:t>
            </a:r>
          </a:p>
          <a:p>
            <a:pPr eaLnBrk="1" hangingPunct="1"/>
            <a:r>
              <a:rPr lang="zh-CN" altLang="en-US" sz="2100" dirty="0">
                <a:ea typeface="宋体" panose="02010600030101010101" pitchFamily="2" charset="-122"/>
              </a:rPr>
              <a:t>体系结构是抽象的，而实现则是具体的，是真正在运行的计算机硬件和软件。   </a:t>
            </a:r>
          </a:p>
        </p:txBody>
      </p:sp>
      <p:sp>
        <p:nvSpPr>
          <p:cNvPr id="205827" name="幻灯片编号占位符 1">
            <a:extLst>
              <a:ext uri="{FF2B5EF4-FFF2-40B4-BE49-F238E27FC236}">
                <a16:creationId xmlns:a16="http://schemas.microsoft.com/office/drawing/2014/main" id="{314D0A97-0D09-0A4C-9248-9875A454E3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23DBF8B-2958-0441-93C2-25D519A4B92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114313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灯片编号占位符 3">
            <a:extLst>
              <a:ext uri="{FF2B5EF4-FFF2-40B4-BE49-F238E27FC236}">
                <a16:creationId xmlns:a16="http://schemas.microsoft.com/office/drawing/2014/main" id="{8C710B2F-A6A0-6545-960B-C62B726825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4C1A17-299F-4840-BDD9-A3ACCC84993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94</a:t>
            </a:fld>
            <a:endParaRPr lang="en-US" altLang="zh-CN" sz="1050">
              <a:solidFill>
                <a:schemeClr val="tx1"/>
              </a:solidFill>
              <a:latin typeface="Tahoma" panose="020B0604030504040204" pitchFamily="34" charset="0"/>
              <a:ea typeface="宋体" panose="02010600030101010101" pitchFamily="2" charset="-122"/>
            </a:endParaRPr>
          </a:p>
        </p:txBody>
      </p:sp>
      <p:sp>
        <p:nvSpPr>
          <p:cNvPr id="207874" name="Rectangle 2">
            <a:extLst>
              <a:ext uri="{FF2B5EF4-FFF2-40B4-BE49-F238E27FC236}">
                <a16:creationId xmlns:a16="http://schemas.microsoft.com/office/drawing/2014/main" id="{6D5B117B-A5B0-5D46-AD64-402904DF3D57}"/>
              </a:ext>
            </a:extLst>
          </p:cNvPr>
          <p:cNvSpPr>
            <a:spLocks noGrp="1" noChangeArrowheads="1"/>
          </p:cNvSpPr>
          <p:nvPr>
            <p:ph type="title"/>
          </p:nvPr>
        </p:nvSpPr>
        <p:spPr>
          <a:xfrm>
            <a:off x="185057" y="269082"/>
            <a:ext cx="7665925" cy="575072"/>
          </a:xfrm>
        </p:spPr>
        <p:txBody>
          <a:bodyPr/>
          <a:lstStyle/>
          <a:p>
            <a:pPr eaLnBrk="1" hangingPunct="1"/>
            <a:r>
              <a:rPr lang="en-US" altLang="zh-CN" b="1" dirty="0">
                <a:latin typeface="微软雅黑" panose="020B0503020204020204" pitchFamily="34" charset="-122"/>
                <a:ea typeface="宋体" panose="02010600030101010101" pitchFamily="2" charset="-122"/>
              </a:rPr>
              <a:t>OSI</a:t>
            </a:r>
            <a:r>
              <a:rPr lang="en-US" altLang="zh-CN" sz="2400" b="1"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与</a:t>
            </a:r>
            <a:r>
              <a:rPr lang="zh-CN" altLang="en-US" sz="1800" dirty="0">
                <a:latin typeface="微软雅黑" panose="020B0503020204020204" pitchFamily="34" charset="-122"/>
                <a:ea typeface="宋体" panose="02010600030101010101" pitchFamily="2" charset="-122"/>
              </a:rPr>
              <a:t> </a:t>
            </a:r>
            <a:r>
              <a:rPr lang="en-US" altLang="zh-CN" b="1" dirty="0">
                <a:latin typeface="微软雅黑" panose="020B0503020204020204" pitchFamily="34" charset="-122"/>
                <a:ea typeface="宋体" panose="02010600030101010101" pitchFamily="2" charset="-122"/>
              </a:rPr>
              <a:t>TCP/IP</a:t>
            </a:r>
            <a:r>
              <a:rPr lang="zh-CN" altLang="en-US" dirty="0">
                <a:latin typeface="微软雅黑" panose="020B0503020204020204" pitchFamily="34" charset="-122"/>
                <a:ea typeface="宋体" panose="02010600030101010101" pitchFamily="2" charset="-122"/>
              </a:rPr>
              <a:t>体系结构的比较 </a:t>
            </a:r>
          </a:p>
        </p:txBody>
      </p:sp>
      <p:sp>
        <p:nvSpPr>
          <p:cNvPr id="207875" name="AutoShape 3">
            <a:extLst>
              <a:ext uri="{FF2B5EF4-FFF2-40B4-BE49-F238E27FC236}">
                <a16:creationId xmlns:a16="http://schemas.microsoft.com/office/drawing/2014/main" id="{C058D69B-A858-BC4E-9779-6D07688DCF22}"/>
              </a:ext>
            </a:extLst>
          </p:cNvPr>
          <p:cNvSpPr>
            <a:spLocks noChangeArrowheads="1"/>
          </p:cNvSpPr>
          <p:nvPr/>
        </p:nvSpPr>
        <p:spPr bwMode="auto">
          <a:xfrm>
            <a:off x="996295" y="1471613"/>
            <a:ext cx="1758554" cy="3069431"/>
          </a:xfrm>
          <a:prstGeom prst="cube">
            <a:avLst>
              <a:gd name="adj" fmla="val 9144"/>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876" name="Freeform 4">
            <a:extLst>
              <a:ext uri="{FF2B5EF4-FFF2-40B4-BE49-F238E27FC236}">
                <a16:creationId xmlns:a16="http://schemas.microsoft.com/office/drawing/2014/main" id="{D99119A0-D310-7942-8A07-67AB9B0B3E39}"/>
              </a:ext>
            </a:extLst>
          </p:cNvPr>
          <p:cNvSpPr>
            <a:spLocks/>
          </p:cNvSpPr>
          <p:nvPr/>
        </p:nvSpPr>
        <p:spPr bwMode="auto">
          <a:xfrm>
            <a:off x="997487" y="1846660"/>
            <a:ext cx="1745456" cy="226219"/>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77" name="Freeform 5">
            <a:extLst>
              <a:ext uri="{FF2B5EF4-FFF2-40B4-BE49-F238E27FC236}">
                <a16:creationId xmlns:a16="http://schemas.microsoft.com/office/drawing/2014/main" id="{B9D539DA-C05D-0443-A37D-846D7E1CDB0D}"/>
              </a:ext>
            </a:extLst>
          </p:cNvPr>
          <p:cNvSpPr>
            <a:spLocks/>
          </p:cNvSpPr>
          <p:nvPr/>
        </p:nvSpPr>
        <p:spPr bwMode="auto">
          <a:xfrm>
            <a:off x="996296" y="2264569"/>
            <a:ext cx="1745456" cy="227410"/>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78" name="Freeform 6">
            <a:extLst>
              <a:ext uri="{FF2B5EF4-FFF2-40B4-BE49-F238E27FC236}">
                <a16:creationId xmlns:a16="http://schemas.microsoft.com/office/drawing/2014/main" id="{A9E9456F-031A-4D4E-A9AC-CF09517AD605}"/>
              </a:ext>
            </a:extLst>
          </p:cNvPr>
          <p:cNvSpPr>
            <a:spLocks/>
          </p:cNvSpPr>
          <p:nvPr/>
        </p:nvSpPr>
        <p:spPr bwMode="auto">
          <a:xfrm>
            <a:off x="996295" y="2682479"/>
            <a:ext cx="1744266" cy="227409"/>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79" name="Freeform 7">
            <a:extLst>
              <a:ext uri="{FF2B5EF4-FFF2-40B4-BE49-F238E27FC236}">
                <a16:creationId xmlns:a16="http://schemas.microsoft.com/office/drawing/2014/main" id="{C02D6319-DB8C-374A-95AF-6C87FDEF7129}"/>
              </a:ext>
            </a:extLst>
          </p:cNvPr>
          <p:cNvSpPr>
            <a:spLocks/>
          </p:cNvSpPr>
          <p:nvPr/>
        </p:nvSpPr>
        <p:spPr bwMode="auto">
          <a:xfrm>
            <a:off x="996295" y="3100388"/>
            <a:ext cx="1744266" cy="229791"/>
          </a:xfrm>
          <a:custGeom>
            <a:avLst/>
            <a:gdLst>
              <a:gd name="T0" fmla="*/ 2147483646 w 2049"/>
              <a:gd name="T1" fmla="*/ 0 h 185"/>
              <a:gd name="T2" fmla="*/ 2147483646 w 2049"/>
              <a:gd name="T3" fmla="*/ 2147483646 h 185"/>
              <a:gd name="T4" fmla="*/ 0 w 2049"/>
              <a:gd name="T5" fmla="*/ 2147483646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80" name="Freeform 8">
            <a:extLst>
              <a:ext uri="{FF2B5EF4-FFF2-40B4-BE49-F238E27FC236}">
                <a16:creationId xmlns:a16="http://schemas.microsoft.com/office/drawing/2014/main" id="{565D01EB-FA36-6D46-8261-F5F68FB992B4}"/>
              </a:ext>
            </a:extLst>
          </p:cNvPr>
          <p:cNvSpPr>
            <a:spLocks/>
          </p:cNvSpPr>
          <p:nvPr/>
        </p:nvSpPr>
        <p:spPr bwMode="auto">
          <a:xfrm>
            <a:off x="995106" y="3519488"/>
            <a:ext cx="1745456" cy="232172"/>
          </a:xfrm>
          <a:custGeom>
            <a:avLst/>
            <a:gdLst>
              <a:gd name="T0" fmla="*/ 2147483646 w 2049"/>
              <a:gd name="T1" fmla="*/ 0 h 187"/>
              <a:gd name="T2" fmla="*/ 2147483646 w 2049"/>
              <a:gd name="T3" fmla="*/ 2147483646 h 187"/>
              <a:gd name="T4" fmla="*/ 0 w 2049"/>
              <a:gd name="T5" fmla="*/ 2147483646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81" name="Freeform 9">
            <a:extLst>
              <a:ext uri="{FF2B5EF4-FFF2-40B4-BE49-F238E27FC236}">
                <a16:creationId xmlns:a16="http://schemas.microsoft.com/office/drawing/2014/main" id="{ACABDD79-94DF-9D45-8C89-F9192F7AA34D}"/>
              </a:ext>
            </a:extLst>
          </p:cNvPr>
          <p:cNvSpPr>
            <a:spLocks/>
          </p:cNvSpPr>
          <p:nvPr/>
        </p:nvSpPr>
        <p:spPr bwMode="auto">
          <a:xfrm>
            <a:off x="993915" y="3937398"/>
            <a:ext cx="1745456" cy="227409"/>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82" name="Text Box 10">
            <a:extLst>
              <a:ext uri="{FF2B5EF4-FFF2-40B4-BE49-F238E27FC236}">
                <a16:creationId xmlns:a16="http://schemas.microsoft.com/office/drawing/2014/main" id="{1CA32348-A6E7-A14F-98DB-5C4E1DF3C862}"/>
              </a:ext>
            </a:extLst>
          </p:cNvPr>
          <p:cNvSpPr txBox="1">
            <a:spLocks noChangeArrowheads="1"/>
          </p:cNvSpPr>
          <p:nvPr/>
        </p:nvSpPr>
        <p:spPr bwMode="auto">
          <a:xfrm>
            <a:off x="1471355" y="1718073"/>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应用层</a:t>
            </a:r>
          </a:p>
        </p:txBody>
      </p:sp>
      <p:sp>
        <p:nvSpPr>
          <p:cNvPr id="207883" name="Text Box 11">
            <a:extLst>
              <a:ext uri="{FF2B5EF4-FFF2-40B4-BE49-F238E27FC236}">
                <a16:creationId xmlns:a16="http://schemas.microsoft.com/office/drawing/2014/main" id="{5B0D1B89-1E41-4E49-B736-B44F089461B5}"/>
              </a:ext>
            </a:extLst>
          </p:cNvPr>
          <p:cNvSpPr txBox="1">
            <a:spLocks noChangeArrowheads="1"/>
          </p:cNvSpPr>
          <p:nvPr/>
        </p:nvSpPr>
        <p:spPr bwMode="auto">
          <a:xfrm>
            <a:off x="1446352" y="2952751"/>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运输层</a:t>
            </a:r>
          </a:p>
        </p:txBody>
      </p:sp>
      <p:sp>
        <p:nvSpPr>
          <p:cNvPr id="207884" name="Text Box 12">
            <a:extLst>
              <a:ext uri="{FF2B5EF4-FFF2-40B4-BE49-F238E27FC236}">
                <a16:creationId xmlns:a16="http://schemas.microsoft.com/office/drawing/2014/main" id="{68CFCDB3-EDB6-2E40-9DDE-772D43175982}"/>
              </a:ext>
            </a:extLst>
          </p:cNvPr>
          <p:cNvSpPr txBox="1">
            <a:spLocks noChangeArrowheads="1"/>
          </p:cNvSpPr>
          <p:nvPr/>
        </p:nvSpPr>
        <p:spPr bwMode="auto">
          <a:xfrm>
            <a:off x="1455877" y="3370660"/>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网络层</a:t>
            </a:r>
          </a:p>
        </p:txBody>
      </p:sp>
      <p:sp>
        <p:nvSpPr>
          <p:cNvPr id="207885" name="Text Box 13">
            <a:extLst>
              <a:ext uri="{FF2B5EF4-FFF2-40B4-BE49-F238E27FC236}">
                <a16:creationId xmlns:a16="http://schemas.microsoft.com/office/drawing/2014/main" id="{8E59B930-BC59-D740-A197-C0C1B7112752}"/>
              </a:ext>
            </a:extLst>
          </p:cNvPr>
          <p:cNvSpPr txBox="1">
            <a:spLocks noChangeArrowheads="1"/>
          </p:cNvSpPr>
          <p:nvPr/>
        </p:nvSpPr>
        <p:spPr bwMode="auto">
          <a:xfrm>
            <a:off x="1455877" y="2113360"/>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表示层</a:t>
            </a:r>
          </a:p>
        </p:txBody>
      </p:sp>
      <p:sp>
        <p:nvSpPr>
          <p:cNvPr id="207886" name="Text Box 14">
            <a:extLst>
              <a:ext uri="{FF2B5EF4-FFF2-40B4-BE49-F238E27FC236}">
                <a16:creationId xmlns:a16="http://schemas.microsoft.com/office/drawing/2014/main" id="{0A7452CE-85D7-B04B-A3C2-F82AB64139D8}"/>
              </a:ext>
            </a:extLst>
          </p:cNvPr>
          <p:cNvSpPr txBox="1">
            <a:spLocks noChangeArrowheads="1"/>
          </p:cNvSpPr>
          <p:nvPr/>
        </p:nvSpPr>
        <p:spPr bwMode="auto">
          <a:xfrm>
            <a:off x="1455877" y="2532460"/>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会话层</a:t>
            </a:r>
          </a:p>
        </p:txBody>
      </p:sp>
      <p:sp>
        <p:nvSpPr>
          <p:cNvPr id="207887" name="Text Box 15">
            <a:extLst>
              <a:ext uri="{FF2B5EF4-FFF2-40B4-BE49-F238E27FC236}">
                <a16:creationId xmlns:a16="http://schemas.microsoft.com/office/drawing/2014/main" id="{1D049E1B-69FD-164F-A1D1-27784BB71DDB}"/>
              </a:ext>
            </a:extLst>
          </p:cNvPr>
          <p:cNvSpPr txBox="1">
            <a:spLocks noChangeArrowheads="1"/>
          </p:cNvSpPr>
          <p:nvPr/>
        </p:nvSpPr>
        <p:spPr bwMode="auto">
          <a:xfrm>
            <a:off x="1335624" y="3767138"/>
            <a:ext cx="123944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数据链路层</a:t>
            </a:r>
          </a:p>
        </p:txBody>
      </p:sp>
      <p:sp>
        <p:nvSpPr>
          <p:cNvPr id="207888" name="Text Box 16">
            <a:extLst>
              <a:ext uri="{FF2B5EF4-FFF2-40B4-BE49-F238E27FC236}">
                <a16:creationId xmlns:a16="http://schemas.microsoft.com/office/drawing/2014/main" id="{61DDD171-3BA2-4F4A-A8C2-506E6F9ECB15}"/>
              </a:ext>
            </a:extLst>
          </p:cNvPr>
          <p:cNvSpPr txBox="1">
            <a:spLocks noChangeArrowheads="1"/>
          </p:cNvSpPr>
          <p:nvPr/>
        </p:nvSpPr>
        <p:spPr bwMode="auto">
          <a:xfrm>
            <a:off x="1455877" y="4161235"/>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物理层</a:t>
            </a:r>
          </a:p>
        </p:txBody>
      </p:sp>
      <p:sp>
        <p:nvSpPr>
          <p:cNvPr id="207889" name="Text Box 17">
            <a:extLst>
              <a:ext uri="{FF2B5EF4-FFF2-40B4-BE49-F238E27FC236}">
                <a16:creationId xmlns:a16="http://schemas.microsoft.com/office/drawing/2014/main" id="{58980261-3250-9840-B339-29A0D15E9384}"/>
              </a:ext>
            </a:extLst>
          </p:cNvPr>
          <p:cNvSpPr txBox="1">
            <a:spLocks noChangeArrowheads="1"/>
          </p:cNvSpPr>
          <p:nvPr/>
        </p:nvSpPr>
        <p:spPr bwMode="auto">
          <a:xfrm>
            <a:off x="1067733" y="1601391"/>
            <a:ext cx="265510" cy="292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7</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6</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5</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4</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3</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2</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1</a:t>
            </a:r>
          </a:p>
        </p:txBody>
      </p:sp>
      <p:sp>
        <p:nvSpPr>
          <p:cNvPr id="207890" name="Text Box 18">
            <a:extLst>
              <a:ext uri="{FF2B5EF4-FFF2-40B4-BE49-F238E27FC236}">
                <a16:creationId xmlns:a16="http://schemas.microsoft.com/office/drawing/2014/main" id="{BED72582-C6AA-5847-877F-37A4235C0510}"/>
              </a:ext>
            </a:extLst>
          </p:cNvPr>
          <p:cNvSpPr txBox="1">
            <a:spLocks noChangeArrowheads="1"/>
          </p:cNvSpPr>
          <p:nvPr/>
        </p:nvSpPr>
        <p:spPr bwMode="auto">
          <a:xfrm>
            <a:off x="1065351" y="1173957"/>
            <a:ext cx="15279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微软雅黑" panose="020B0503020204020204" pitchFamily="34" charset="-122"/>
                <a:ea typeface="宋体" panose="02010600030101010101" pitchFamily="2" charset="-122"/>
              </a:rPr>
              <a:t>OSI </a:t>
            </a:r>
            <a:r>
              <a:rPr kumimoji="1" lang="zh-CN" altLang="en-US" sz="1500">
                <a:latin typeface="微软雅黑" panose="020B0503020204020204" pitchFamily="34" charset="-122"/>
                <a:ea typeface="宋体" panose="02010600030101010101" pitchFamily="2" charset="-122"/>
              </a:rPr>
              <a:t>的体系结构</a:t>
            </a:r>
          </a:p>
        </p:txBody>
      </p:sp>
      <p:sp>
        <p:nvSpPr>
          <p:cNvPr id="207891" name="AutoShape 19">
            <a:extLst>
              <a:ext uri="{FF2B5EF4-FFF2-40B4-BE49-F238E27FC236}">
                <a16:creationId xmlns:a16="http://schemas.microsoft.com/office/drawing/2014/main" id="{E5E34D70-2087-E445-8135-431397685C25}"/>
              </a:ext>
            </a:extLst>
          </p:cNvPr>
          <p:cNvSpPr>
            <a:spLocks noChangeArrowheads="1"/>
          </p:cNvSpPr>
          <p:nvPr/>
        </p:nvSpPr>
        <p:spPr bwMode="auto">
          <a:xfrm>
            <a:off x="3323823" y="1475185"/>
            <a:ext cx="2008585" cy="3065859"/>
          </a:xfrm>
          <a:prstGeom prst="cube">
            <a:avLst>
              <a:gd name="adj" fmla="val 9144"/>
            </a:avLst>
          </a:prstGeom>
          <a:solidFill>
            <a:srgbClr val="FFFF99"/>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892" name="Freeform 20">
            <a:extLst>
              <a:ext uri="{FF2B5EF4-FFF2-40B4-BE49-F238E27FC236}">
                <a16:creationId xmlns:a16="http://schemas.microsoft.com/office/drawing/2014/main" id="{15E91AC0-DAB2-204D-BCA9-DA5C94C0DB8B}"/>
              </a:ext>
            </a:extLst>
          </p:cNvPr>
          <p:cNvSpPr>
            <a:spLocks/>
          </p:cNvSpPr>
          <p:nvPr/>
        </p:nvSpPr>
        <p:spPr bwMode="auto">
          <a:xfrm>
            <a:off x="3321442" y="2689623"/>
            <a:ext cx="2012156" cy="242888"/>
          </a:xfrm>
          <a:custGeom>
            <a:avLst/>
            <a:gdLst>
              <a:gd name="T0" fmla="*/ 2147483646 w 1684"/>
              <a:gd name="T1" fmla="*/ 0 h 176"/>
              <a:gd name="T2" fmla="*/ 2147483646 w 1684"/>
              <a:gd name="T3" fmla="*/ 2147483646 h 176"/>
              <a:gd name="T4" fmla="*/ 0 w 1684"/>
              <a:gd name="T5" fmla="*/ 2147483646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93" name="Freeform 21">
            <a:extLst>
              <a:ext uri="{FF2B5EF4-FFF2-40B4-BE49-F238E27FC236}">
                <a16:creationId xmlns:a16="http://schemas.microsoft.com/office/drawing/2014/main" id="{E43C0FAD-C21B-9B44-99C2-5FE0F79E042E}"/>
              </a:ext>
            </a:extLst>
          </p:cNvPr>
          <p:cNvSpPr>
            <a:spLocks/>
          </p:cNvSpPr>
          <p:nvPr/>
        </p:nvSpPr>
        <p:spPr bwMode="auto">
          <a:xfrm>
            <a:off x="3322633" y="3105152"/>
            <a:ext cx="2006203" cy="257175"/>
          </a:xfrm>
          <a:custGeom>
            <a:avLst/>
            <a:gdLst>
              <a:gd name="T0" fmla="*/ 2147483646 w 1679"/>
              <a:gd name="T1" fmla="*/ 0 h 186"/>
              <a:gd name="T2" fmla="*/ 2147483646 w 1679"/>
              <a:gd name="T3" fmla="*/ 2147483646 h 186"/>
              <a:gd name="T4" fmla="*/ 0 w 1679"/>
              <a:gd name="T5" fmla="*/ 2147483646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94" name="Freeform 22">
            <a:extLst>
              <a:ext uri="{FF2B5EF4-FFF2-40B4-BE49-F238E27FC236}">
                <a16:creationId xmlns:a16="http://schemas.microsoft.com/office/drawing/2014/main" id="{21DA2AF6-16DB-454E-873B-96F4B8E0FA0E}"/>
              </a:ext>
            </a:extLst>
          </p:cNvPr>
          <p:cNvSpPr>
            <a:spLocks/>
          </p:cNvSpPr>
          <p:nvPr/>
        </p:nvSpPr>
        <p:spPr bwMode="auto">
          <a:xfrm>
            <a:off x="3321442" y="3548064"/>
            <a:ext cx="1993106" cy="223838"/>
          </a:xfrm>
          <a:custGeom>
            <a:avLst/>
            <a:gdLst>
              <a:gd name="T0" fmla="*/ 2147483646 w 1668"/>
              <a:gd name="T1" fmla="*/ 0 h 162"/>
              <a:gd name="T2" fmla="*/ 2147483646 w 1668"/>
              <a:gd name="T3" fmla="*/ 2147483646 h 162"/>
              <a:gd name="T4" fmla="*/ 0 w 1668"/>
              <a:gd name="T5" fmla="*/ 2147483646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95" name="Text Box 23">
            <a:extLst>
              <a:ext uri="{FF2B5EF4-FFF2-40B4-BE49-F238E27FC236}">
                <a16:creationId xmlns:a16="http://schemas.microsoft.com/office/drawing/2014/main" id="{739921A7-80E7-684F-900D-FAE59E264C2B}"/>
              </a:ext>
            </a:extLst>
          </p:cNvPr>
          <p:cNvSpPr txBox="1">
            <a:spLocks noChangeArrowheads="1"/>
          </p:cNvSpPr>
          <p:nvPr/>
        </p:nvSpPr>
        <p:spPr bwMode="auto">
          <a:xfrm>
            <a:off x="3878655" y="176331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应用层</a:t>
            </a:r>
          </a:p>
        </p:txBody>
      </p:sp>
      <p:sp>
        <p:nvSpPr>
          <p:cNvPr id="207896" name="Text Box 24">
            <a:extLst>
              <a:ext uri="{FF2B5EF4-FFF2-40B4-BE49-F238E27FC236}">
                <a16:creationId xmlns:a16="http://schemas.microsoft.com/office/drawing/2014/main" id="{8E87CCB3-93B6-714E-B41F-4A845B6F7A1D}"/>
              </a:ext>
            </a:extLst>
          </p:cNvPr>
          <p:cNvSpPr txBox="1">
            <a:spLocks noChangeArrowheads="1"/>
          </p:cNvSpPr>
          <p:nvPr/>
        </p:nvSpPr>
        <p:spPr bwMode="auto">
          <a:xfrm>
            <a:off x="3663152" y="3976689"/>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网络接口层</a:t>
            </a:r>
          </a:p>
        </p:txBody>
      </p:sp>
      <p:sp>
        <p:nvSpPr>
          <p:cNvPr id="207897" name="Text Box 25">
            <a:extLst>
              <a:ext uri="{FF2B5EF4-FFF2-40B4-BE49-F238E27FC236}">
                <a16:creationId xmlns:a16="http://schemas.microsoft.com/office/drawing/2014/main" id="{8452B2B3-69AC-4B43-9C8D-A83ADB66965E}"/>
              </a:ext>
            </a:extLst>
          </p:cNvPr>
          <p:cNvSpPr txBox="1">
            <a:spLocks noChangeArrowheads="1"/>
          </p:cNvSpPr>
          <p:nvPr/>
        </p:nvSpPr>
        <p:spPr bwMode="auto">
          <a:xfrm>
            <a:off x="3716730" y="3424239"/>
            <a:ext cx="99578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网际层 </a:t>
            </a:r>
            <a:r>
              <a:rPr kumimoji="1" lang="en-US" altLang="zh-CN" sz="1500">
                <a:latin typeface="Arial" panose="020B0604020202020204" pitchFamily="34" charset="0"/>
                <a:ea typeface="宋体" panose="02010600030101010101" pitchFamily="2" charset="-122"/>
              </a:rPr>
              <a:t>IP</a:t>
            </a:r>
          </a:p>
        </p:txBody>
      </p:sp>
      <p:sp>
        <p:nvSpPr>
          <p:cNvPr id="207898" name="Text Box 26">
            <a:extLst>
              <a:ext uri="{FF2B5EF4-FFF2-40B4-BE49-F238E27FC236}">
                <a16:creationId xmlns:a16="http://schemas.microsoft.com/office/drawing/2014/main" id="{3D35188D-CA12-1547-9917-798E51811060}"/>
              </a:ext>
            </a:extLst>
          </p:cNvPr>
          <p:cNvSpPr txBox="1">
            <a:spLocks noChangeArrowheads="1"/>
          </p:cNvSpPr>
          <p:nvPr/>
        </p:nvSpPr>
        <p:spPr bwMode="auto">
          <a:xfrm>
            <a:off x="3307819" y="2113360"/>
            <a:ext cx="1840568"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各种应用层协议如</a:t>
            </a:r>
          </a:p>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TELNET, FTP, </a:t>
            </a:r>
          </a:p>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SMTP </a:t>
            </a:r>
            <a:r>
              <a:rPr kumimoji="1" lang="zh-CN" altLang="en-US" sz="1500">
                <a:latin typeface="Arial" panose="020B0604020202020204" pitchFamily="34" charset="0"/>
                <a:ea typeface="宋体" panose="02010600030101010101" pitchFamily="2" charset="-122"/>
              </a:rPr>
              <a:t>等</a:t>
            </a:r>
            <a:r>
              <a:rPr kumimoji="1" lang="en-US" altLang="zh-CN" sz="1500">
                <a:latin typeface="Arial" panose="020B0604020202020204" pitchFamily="34" charset="0"/>
                <a:ea typeface="宋体" panose="02010600030101010101" pitchFamily="2" charset="-122"/>
              </a:rPr>
              <a:t>)</a:t>
            </a:r>
          </a:p>
        </p:txBody>
      </p:sp>
      <p:sp>
        <p:nvSpPr>
          <p:cNvPr id="207899" name="Text Box 27">
            <a:extLst>
              <a:ext uri="{FF2B5EF4-FFF2-40B4-BE49-F238E27FC236}">
                <a16:creationId xmlns:a16="http://schemas.microsoft.com/office/drawing/2014/main" id="{93A19E04-4A6E-1242-B94A-4AAAB698C9E0}"/>
              </a:ext>
            </a:extLst>
          </p:cNvPr>
          <p:cNvSpPr txBox="1">
            <a:spLocks noChangeArrowheads="1"/>
          </p:cNvSpPr>
          <p:nvPr/>
        </p:nvSpPr>
        <p:spPr bwMode="auto">
          <a:xfrm>
            <a:off x="3304774" y="2992042"/>
            <a:ext cx="193354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运输层</a:t>
            </a:r>
            <a:r>
              <a:rPr kumimoji="1" lang="en-US" altLang="zh-CN" sz="1500">
                <a:latin typeface="Arial" panose="020B0604020202020204" pitchFamily="34" charset="0"/>
                <a:ea typeface="宋体" panose="02010600030101010101" pitchFamily="2" charset="-122"/>
              </a:rPr>
              <a:t>(TCP</a:t>
            </a:r>
            <a:r>
              <a:rPr kumimoji="1" lang="en-US" altLang="zh-CN" sz="9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或</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UDP)</a:t>
            </a:r>
          </a:p>
        </p:txBody>
      </p:sp>
      <p:sp>
        <p:nvSpPr>
          <p:cNvPr id="207900" name="Text Box 28">
            <a:extLst>
              <a:ext uri="{FF2B5EF4-FFF2-40B4-BE49-F238E27FC236}">
                <a16:creationId xmlns:a16="http://schemas.microsoft.com/office/drawing/2014/main" id="{21C362FB-CEAE-9D42-A9D3-E3EFAF7CC626}"/>
              </a:ext>
            </a:extLst>
          </p:cNvPr>
          <p:cNvSpPr txBox="1">
            <a:spLocks noChangeArrowheads="1"/>
          </p:cNvSpPr>
          <p:nvPr/>
        </p:nvSpPr>
        <p:spPr bwMode="auto">
          <a:xfrm>
            <a:off x="3498846" y="1189436"/>
            <a:ext cx="180562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微软雅黑" panose="020B0503020204020204" pitchFamily="34" charset="-122"/>
                <a:ea typeface="宋体" panose="02010600030101010101" pitchFamily="2" charset="-122"/>
              </a:rPr>
              <a:t>TCP/IP </a:t>
            </a:r>
            <a:r>
              <a:rPr kumimoji="1" lang="zh-CN" altLang="en-US" sz="1500">
                <a:latin typeface="微软雅黑" panose="020B0503020204020204" pitchFamily="34" charset="-122"/>
                <a:ea typeface="宋体" panose="02010600030101010101" pitchFamily="2" charset="-122"/>
              </a:rPr>
              <a:t>的体系结构</a:t>
            </a:r>
          </a:p>
        </p:txBody>
      </p:sp>
      <p:sp>
        <p:nvSpPr>
          <p:cNvPr id="207901" name="AutoShape 29">
            <a:extLst>
              <a:ext uri="{FF2B5EF4-FFF2-40B4-BE49-F238E27FC236}">
                <a16:creationId xmlns:a16="http://schemas.microsoft.com/office/drawing/2014/main" id="{CB898685-CAA0-F542-AED3-3F8F5A262524}"/>
              </a:ext>
            </a:extLst>
          </p:cNvPr>
          <p:cNvSpPr>
            <a:spLocks noChangeArrowheads="1"/>
          </p:cNvSpPr>
          <p:nvPr/>
        </p:nvSpPr>
        <p:spPr bwMode="auto">
          <a:xfrm>
            <a:off x="5896620" y="3090693"/>
            <a:ext cx="2457450" cy="648891"/>
          </a:xfrm>
          <a:prstGeom prst="cube">
            <a:avLst>
              <a:gd name="adj" fmla="val 36981"/>
            </a:avLst>
          </a:prstGeom>
          <a:solidFill>
            <a:srgbClr val="FFC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902" name="AutoShape 30">
            <a:extLst>
              <a:ext uri="{FF2B5EF4-FFF2-40B4-BE49-F238E27FC236}">
                <a16:creationId xmlns:a16="http://schemas.microsoft.com/office/drawing/2014/main" id="{79489F54-1235-9443-9B18-AEDD3D7024B4}"/>
              </a:ext>
            </a:extLst>
          </p:cNvPr>
          <p:cNvSpPr>
            <a:spLocks noChangeArrowheads="1"/>
          </p:cNvSpPr>
          <p:nvPr/>
        </p:nvSpPr>
        <p:spPr bwMode="auto">
          <a:xfrm>
            <a:off x="6318101" y="2475140"/>
            <a:ext cx="1738313" cy="832247"/>
          </a:xfrm>
          <a:prstGeom prst="cube">
            <a:avLst>
              <a:gd name="adj" fmla="val 36981"/>
            </a:avLst>
          </a:prstGeom>
          <a:solidFill>
            <a:srgbClr val="FFC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903" name="Text Box 31">
            <a:extLst>
              <a:ext uri="{FF2B5EF4-FFF2-40B4-BE49-F238E27FC236}">
                <a16:creationId xmlns:a16="http://schemas.microsoft.com/office/drawing/2014/main" id="{A7410732-F6AE-6F43-9EA7-3D2F4E077B8F}"/>
              </a:ext>
            </a:extLst>
          </p:cNvPr>
          <p:cNvSpPr txBox="1">
            <a:spLocks noChangeArrowheads="1"/>
          </p:cNvSpPr>
          <p:nvPr/>
        </p:nvSpPr>
        <p:spPr bwMode="auto">
          <a:xfrm>
            <a:off x="6101408" y="3360966"/>
            <a:ext cx="19159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无连接分组交付服务</a:t>
            </a:r>
          </a:p>
        </p:txBody>
      </p:sp>
      <p:sp>
        <p:nvSpPr>
          <p:cNvPr id="207904" name="Text Box 32">
            <a:extLst>
              <a:ext uri="{FF2B5EF4-FFF2-40B4-BE49-F238E27FC236}">
                <a16:creationId xmlns:a16="http://schemas.microsoft.com/office/drawing/2014/main" id="{CFE9148C-F5C6-BA4A-A10E-D7EEC3C68A79}"/>
              </a:ext>
            </a:extLst>
          </p:cNvPr>
          <p:cNvSpPr txBox="1">
            <a:spLocks noChangeArrowheads="1"/>
          </p:cNvSpPr>
          <p:nvPr/>
        </p:nvSpPr>
        <p:spPr bwMode="auto">
          <a:xfrm>
            <a:off x="6325245" y="2781130"/>
            <a:ext cx="146089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运输服务 </a:t>
            </a:r>
          </a:p>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t>
            </a:r>
            <a:r>
              <a:rPr kumimoji="1" lang="zh-CN" altLang="en-US" sz="1350">
                <a:latin typeface="Tahoma" panose="020B0604030504040204" pitchFamily="34" charset="0"/>
                <a:ea typeface="宋体" panose="02010600030101010101" pitchFamily="2" charset="-122"/>
              </a:rPr>
              <a:t>可靠或不可靠</a:t>
            </a:r>
            <a:r>
              <a:rPr kumimoji="1" lang="en-US" altLang="zh-CN" sz="1500">
                <a:latin typeface="Arial" panose="020B0604020202020204" pitchFamily="34" charset="0"/>
                <a:ea typeface="宋体" panose="02010600030101010101" pitchFamily="2" charset="-122"/>
              </a:rPr>
              <a:t>)</a:t>
            </a:r>
          </a:p>
        </p:txBody>
      </p:sp>
      <p:grpSp>
        <p:nvGrpSpPr>
          <p:cNvPr id="207905" name="Group 33">
            <a:extLst>
              <a:ext uri="{FF2B5EF4-FFF2-40B4-BE49-F238E27FC236}">
                <a16:creationId xmlns:a16="http://schemas.microsoft.com/office/drawing/2014/main" id="{591CE5E3-D9FA-304C-9400-655F15CA2F65}"/>
              </a:ext>
            </a:extLst>
          </p:cNvPr>
          <p:cNvGrpSpPr>
            <a:grpSpLocks/>
          </p:cNvGrpSpPr>
          <p:nvPr/>
        </p:nvGrpSpPr>
        <p:grpSpPr bwMode="auto">
          <a:xfrm>
            <a:off x="6532413" y="1478587"/>
            <a:ext cx="1300163" cy="1234679"/>
            <a:chOff x="4037" y="1486"/>
            <a:chExt cx="1092" cy="1219"/>
          </a:xfrm>
        </p:grpSpPr>
        <p:sp>
          <p:nvSpPr>
            <p:cNvPr id="207907" name="AutoShape 34">
              <a:extLst>
                <a:ext uri="{FF2B5EF4-FFF2-40B4-BE49-F238E27FC236}">
                  <a16:creationId xmlns:a16="http://schemas.microsoft.com/office/drawing/2014/main" id="{16471A67-78E2-2B46-9D62-D5AD2FE94AA2}"/>
                </a:ext>
              </a:extLst>
            </p:cNvPr>
            <p:cNvSpPr>
              <a:spLocks noChangeArrowheads="1"/>
            </p:cNvSpPr>
            <p:nvPr/>
          </p:nvSpPr>
          <p:spPr bwMode="auto">
            <a:xfrm>
              <a:off x="4037" y="1486"/>
              <a:ext cx="1092" cy="1219"/>
            </a:xfrm>
            <a:prstGeom prst="cube">
              <a:avLst>
                <a:gd name="adj" fmla="val 16102"/>
              </a:avLst>
            </a:prstGeom>
            <a:solidFill>
              <a:srgbClr val="FFC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908" name="Text Box 35">
              <a:extLst>
                <a:ext uri="{FF2B5EF4-FFF2-40B4-BE49-F238E27FC236}">
                  <a16:creationId xmlns:a16="http://schemas.microsoft.com/office/drawing/2014/main" id="{19C27F03-2AC7-5F4F-9701-A1DE517D5D2A}"/>
                </a:ext>
              </a:extLst>
            </p:cNvPr>
            <p:cNvSpPr txBox="1">
              <a:spLocks noChangeArrowheads="1"/>
            </p:cNvSpPr>
            <p:nvPr/>
          </p:nvSpPr>
          <p:spPr bwMode="auto">
            <a:xfrm>
              <a:off x="4097" y="1934"/>
              <a:ext cx="801" cy="54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ea typeface="宋体" panose="02010600030101010101" pitchFamily="2" charset="-122"/>
                </a:rPr>
                <a:t>各种</a:t>
              </a:r>
            </a:p>
            <a:p>
              <a:pPr algn="ctr" eaLnBrk="1" hangingPunct="1">
                <a:spcBef>
                  <a:spcPct val="0"/>
                </a:spcBef>
                <a:buClrTx/>
                <a:buSzTx/>
                <a:buFontTx/>
                <a:buNone/>
              </a:pPr>
              <a:r>
                <a:rPr kumimoji="1" lang="zh-CN" altLang="en-US" sz="1500">
                  <a:ea typeface="宋体" panose="02010600030101010101" pitchFamily="2" charset="-122"/>
                </a:rPr>
                <a:t>应用服务</a:t>
              </a:r>
            </a:p>
          </p:txBody>
        </p:sp>
      </p:grpSp>
      <p:sp>
        <p:nvSpPr>
          <p:cNvPr id="207906" name="Text Box 36">
            <a:extLst>
              <a:ext uri="{FF2B5EF4-FFF2-40B4-BE49-F238E27FC236}">
                <a16:creationId xmlns:a16="http://schemas.microsoft.com/office/drawing/2014/main" id="{BF24665F-37CC-4941-A6F7-6F6745C5EB86}"/>
              </a:ext>
            </a:extLst>
          </p:cNvPr>
          <p:cNvSpPr txBox="1">
            <a:spLocks noChangeArrowheads="1"/>
          </p:cNvSpPr>
          <p:nvPr/>
        </p:nvSpPr>
        <p:spPr bwMode="auto">
          <a:xfrm>
            <a:off x="6188324" y="1180931"/>
            <a:ext cx="217271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微软雅黑" panose="020B0503020204020204" pitchFamily="34" charset="-122"/>
                <a:ea typeface="宋体" panose="02010600030101010101" pitchFamily="2" charset="-122"/>
              </a:rPr>
              <a:t>TCP/IP</a:t>
            </a:r>
            <a:r>
              <a:rPr kumimoji="1" lang="en-US" altLang="zh-CN" sz="1050">
                <a:latin typeface="微软雅黑" panose="020B0503020204020204" pitchFamily="34" charset="-122"/>
                <a:ea typeface="宋体" panose="02010600030101010101" pitchFamily="2" charset="-122"/>
              </a:rPr>
              <a:t> </a:t>
            </a:r>
            <a:r>
              <a:rPr kumimoji="1" lang="zh-CN" altLang="en-US" sz="1500">
                <a:latin typeface="微软雅黑" panose="020B0503020204020204" pitchFamily="34" charset="-122"/>
                <a:ea typeface="宋体" panose="02010600030101010101" pitchFamily="2" charset="-122"/>
              </a:rPr>
              <a:t>的三个服务层次</a:t>
            </a:r>
          </a:p>
        </p:txBody>
      </p:sp>
    </p:spTree>
    <p:extLst>
      <p:ext uri="{BB962C8B-B14F-4D97-AF65-F5344CB8AC3E}">
        <p14:creationId xmlns:p14="http://schemas.microsoft.com/office/powerpoint/2010/main" val="33474722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2">
            <a:extLst>
              <a:ext uri="{FF2B5EF4-FFF2-40B4-BE49-F238E27FC236}">
                <a16:creationId xmlns:a16="http://schemas.microsoft.com/office/drawing/2014/main" id="{9DF29678-BCFD-FC48-852A-50757B7D73BB}"/>
              </a:ext>
            </a:extLst>
          </p:cNvPr>
          <p:cNvSpPr>
            <a:spLocks noGrp="1" noChangeArrowheads="1"/>
          </p:cNvSpPr>
          <p:nvPr>
            <p:ph type="title"/>
          </p:nvPr>
        </p:nvSpPr>
        <p:spPr>
          <a:xfrm>
            <a:off x="185057" y="160735"/>
            <a:ext cx="7665925" cy="655694"/>
          </a:xfrm>
        </p:spPr>
        <p:txBody>
          <a:bodyPr/>
          <a:lstStyle/>
          <a:p>
            <a:pPr eaLnBrk="1" hangingPunct="1"/>
            <a:r>
              <a:rPr lang="en-US" altLang="zh-CN" dirty="0">
                <a:latin typeface="Times New Roman" panose="02020603050405020304" pitchFamily="18" charset="0"/>
                <a:ea typeface="宋体" panose="02010600030101010101" pitchFamily="2" charset="-122"/>
              </a:rPr>
              <a:t>1.7.3  </a:t>
            </a:r>
            <a:r>
              <a:rPr lang="zh-CN" altLang="en-US" dirty="0">
                <a:latin typeface="Times New Roman" panose="02020603050405020304" pitchFamily="18" charset="0"/>
                <a:ea typeface="宋体" panose="02010600030101010101" pitchFamily="2" charset="-122"/>
              </a:rPr>
              <a:t>具有五层协议的体系结构 </a:t>
            </a:r>
          </a:p>
        </p:txBody>
      </p:sp>
      <p:sp>
        <p:nvSpPr>
          <p:cNvPr id="113667" name="Rectangle 3">
            <a:extLst>
              <a:ext uri="{FF2B5EF4-FFF2-40B4-BE49-F238E27FC236}">
                <a16:creationId xmlns:a16="http://schemas.microsoft.com/office/drawing/2014/main" id="{FB5CC2C8-6234-F846-A3FC-6ABA8944D987}"/>
              </a:ext>
            </a:extLst>
          </p:cNvPr>
          <p:cNvSpPr>
            <a:spLocks noGrp="1" noChangeArrowheads="1"/>
          </p:cNvSpPr>
          <p:nvPr>
            <p:ph type="body" idx="1"/>
          </p:nvPr>
        </p:nvSpPr>
        <p:spPr>
          <a:xfrm>
            <a:off x="185057" y="1037035"/>
            <a:ext cx="8730343" cy="3673078"/>
          </a:xfrm>
        </p:spPr>
        <p:txBody>
          <a:bodyPr/>
          <a:lstStyle/>
          <a:p>
            <a:pPr eaLnBrk="1" hangingPunct="1"/>
            <a:r>
              <a:rPr lang="en-US" altLang="zh-CN"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是四层的体系结构：应用层、运输层、网际层和网络接口层。</a:t>
            </a:r>
          </a:p>
          <a:p>
            <a:pPr eaLnBrk="1" hangingPunct="1"/>
            <a:r>
              <a:rPr lang="zh-CN" altLang="en-US" dirty="0">
                <a:latin typeface="Times New Roman" panose="02020603050405020304" pitchFamily="18" charset="0"/>
                <a:ea typeface="宋体" panose="02010600030101010101" pitchFamily="2" charset="-122"/>
              </a:rPr>
              <a:t>但最下面的网络接口层并没有具体内容。</a:t>
            </a:r>
          </a:p>
          <a:p>
            <a:pPr eaLnBrk="1" hangingPunct="1"/>
            <a:r>
              <a:rPr lang="zh-CN" altLang="en-US" dirty="0">
                <a:latin typeface="Times New Roman" panose="02020603050405020304" pitchFamily="18" charset="0"/>
                <a:ea typeface="宋体" panose="02010600030101010101" pitchFamily="2" charset="-122"/>
              </a:rPr>
              <a:t>因此，为了更好地学习和理解计算机网络的原理，教材大都采取折中的办法，即综合</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OSI </a:t>
            </a:r>
            <a:r>
              <a:rPr lang="zh-CN" altLang="en-US" dirty="0">
                <a:latin typeface="Times New Roman" panose="02020603050405020304" pitchFamily="18" charset="0"/>
                <a:ea typeface="宋体" panose="02010600030101010101" pitchFamily="2" charset="-122"/>
              </a:rPr>
              <a:t>和</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TCP/IP</a:t>
            </a:r>
            <a:r>
              <a:rPr lang="en-US" altLang="zh-CN" sz="15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的优点，采用一种只有五层协议的</a:t>
            </a:r>
            <a:r>
              <a:rPr lang="zh-CN" altLang="en-US" dirty="0">
                <a:solidFill>
                  <a:srgbClr val="C00000"/>
                </a:solidFill>
                <a:latin typeface="Times New Roman" panose="02020603050405020304" pitchFamily="18" charset="0"/>
                <a:ea typeface="宋体" panose="02010600030101010101" pitchFamily="2" charset="-122"/>
              </a:rPr>
              <a:t>原理体系结构</a:t>
            </a:r>
            <a:r>
              <a:rPr lang="zh-CN" altLang="en-US" dirty="0">
                <a:latin typeface="Times New Roman" panose="02020603050405020304" pitchFamily="18" charset="0"/>
                <a:ea typeface="宋体" panose="02010600030101010101" pitchFamily="2" charset="-122"/>
              </a:rPr>
              <a:t> 。 </a:t>
            </a:r>
          </a:p>
        </p:txBody>
      </p:sp>
      <p:sp>
        <p:nvSpPr>
          <p:cNvPr id="209923" name="幻灯片编号占位符 1">
            <a:extLst>
              <a:ext uri="{FF2B5EF4-FFF2-40B4-BE49-F238E27FC236}">
                <a16:creationId xmlns:a16="http://schemas.microsoft.com/office/drawing/2014/main" id="{2B387345-EB29-8049-9123-FB64AB79192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1C32267-E1C1-6445-9107-3243874F5B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698895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灯片编号占位符 3">
            <a:extLst>
              <a:ext uri="{FF2B5EF4-FFF2-40B4-BE49-F238E27FC236}">
                <a16:creationId xmlns:a16="http://schemas.microsoft.com/office/drawing/2014/main" id="{052AD2A2-87FB-334D-913A-7650203DA2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319876D-3B71-1B4A-A6DC-E196D1A840E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96</a:t>
            </a:fld>
            <a:endParaRPr lang="en-US" altLang="zh-CN" sz="1050">
              <a:solidFill>
                <a:schemeClr val="tx1"/>
              </a:solidFill>
              <a:latin typeface="Tahoma" panose="020B0604030504040204" pitchFamily="34" charset="0"/>
              <a:ea typeface="宋体" panose="02010600030101010101" pitchFamily="2" charset="-122"/>
            </a:endParaRPr>
          </a:p>
        </p:txBody>
      </p:sp>
      <p:sp>
        <p:nvSpPr>
          <p:cNvPr id="211970" name="Rectangle 2">
            <a:extLst>
              <a:ext uri="{FF2B5EF4-FFF2-40B4-BE49-F238E27FC236}">
                <a16:creationId xmlns:a16="http://schemas.microsoft.com/office/drawing/2014/main" id="{CFE89758-6DF9-ED44-9C6B-DB63B5F2EA6E}"/>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五层协议的体系结构 </a:t>
            </a:r>
          </a:p>
        </p:txBody>
      </p:sp>
      <p:sp>
        <p:nvSpPr>
          <p:cNvPr id="211971" name="Text Box 4">
            <a:extLst>
              <a:ext uri="{FF2B5EF4-FFF2-40B4-BE49-F238E27FC236}">
                <a16:creationId xmlns:a16="http://schemas.microsoft.com/office/drawing/2014/main" id="{49795F25-D878-D144-A8BA-9FD15B14C44D}"/>
              </a:ext>
            </a:extLst>
          </p:cNvPr>
          <p:cNvSpPr txBox="1">
            <a:spLocks noChangeArrowheads="1"/>
          </p:cNvSpPr>
          <p:nvPr/>
        </p:nvSpPr>
        <p:spPr bwMode="auto">
          <a:xfrm>
            <a:off x="6755608" y="3151415"/>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ea typeface="宋体" panose="02010600030101010101" pitchFamily="2" charset="-122"/>
              </a:rPr>
              <a:t>数据链路层</a:t>
            </a:r>
          </a:p>
        </p:txBody>
      </p:sp>
      <p:grpSp>
        <p:nvGrpSpPr>
          <p:cNvPr id="211972" name="Group 5">
            <a:extLst>
              <a:ext uri="{FF2B5EF4-FFF2-40B4-BE49-F238E27FC236}">
                <a16:creationId xmlns:a16="http://schemas.microsoft.com/office/drawing/2014/main" id="{57E40283-C885-2A4C-B8D1-18AC61812133}"/>
              </a:ext>
            </a:extLst>
          </p:cNvPr>
          <p:cNvGrpSpPr>
            <a:grpSpLocks/>
          </p:cNvGrpSpPr>
          <p:nvPr/>
        </p:nvGrpSpPr>
        <p:grpSpPr bwMode="auto">
          <a:xfrm>
            <a:off x="6567489" y="1566693"/>
            <a:ext cx="1439466" cy="2430065"/>
            <a:chOff x="673" y="1389"/>
            <a:chExt cx="1535" cy="2041"/>
          </a:xfrm>
        </p:grpSpPr>
        <p:sp>
          <p:nvSpPr>
            <p:cNvPr id="211980" name="AutoShape 6">
              <a:extLst>
                <a:ext uri="{FF2B5EF4-FFF2-40B4-BE49-F238E27FC236}">
                  <a16:creationId xmlns:a16="http://schemas.microsoft.com/office/drawing/2014/main" id="{D0B90A39-864A-9E43-B859-B011A4C9D5BA}"/>
                </a:ext>
              </a:extLst>
            </p:cNvPr>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11981" name="Freeform 7">
              <a:extLst>
                <a:ext uri="{FF2B5EF4-FFF2-40B4-BE49-F238E27FC236}">
                  <a16:creationId xmlns:a16="http://schemas.microsoft.com/office/drawing/2014/main" id="{14AF46D9-418C-9544-B8A5-7AA701E16FE3}"/>
                </a:ext>
              </a:extLst>
            </p:cNvPr>
            <p:cNvSpPr>
              <a:spLocks/>
            </p:cNvSpPr>
            <p:nvPr/>
          </p:nvSpPr>
          <p:spPr bwMode="auto">
            <a:xfrm>
              <a:off x="673" y="2920"/>
              <a:ext cx="1535" cy="134"/>
            </a:xfrm>
            <a:custGeom>
              <a:avLst/>
              <a:gdLst>
                <a:gd name="T0" fmla="*/ 0 w 1200"/>
                <a:gd name="T1" fmla="*/ 568 h 120"/>
                <a:gd name="T2" fmla="*/ 33941 w 1200"/>
                <a:gd name="T3" fmla="*/ 568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1982" name="Freeform 8">
              <a:extLst>
                <a:ext uri="{FF2B5EF4-FFF2-40B4-BE49-F238E27FC236}">
                  <a16:creationId xmlns:a16="http://schemas.microsoft.com/office/drawing/2014/main" id="{D5AC874C-AFD8-424F-BC09-EA5748E7653F}"/>
                </a:ext>
              </a:extLst>
            </p:cNvPr>
            <p:cNvSpPr>
              <a:spLocks/>
            </p:cNvSpPr>
            <p:nvPr/>
          </p:nvSpPr>
          <p:spPr bwMode="auto">
            <a:xfrm>
              <a:off x="673" y="2530"/>
              <a:ext cx="1535" cy="134"/>
            </a:xfrm>
            <a:custGeom>
              <a:avLst/>
              <a:gdLst>
                <a:gd name="T0" fmla="*/ 0 w 1200"/>
                <a:gd name="T1" fmla="*/ 568 h 120"/>
                <a:gd name="T2" fmla="*/ 33941 w 1200"/>
                <a:gd name="T3" fmla="*/ 568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1983" name="Freeform 9">
              <a:extLst>
                <a:ext uri="{FF2B5EF4-FFF2-40B4-BE49-F238E27FC236}">
                  <a16:creationId xmlns:a16="http://schemas.microsoft.com/office/drawing/2014/main" id="{64A7590C-A56B-D841-99A2-0E75C5D73E9D}"/>
                </a:ext>
              </a:extLst>
            </p:cNvPr>
            <p:cNvSpPr>
              <a:spLocks/>
            </p:cNvSpPr>
            <p:nvPr/>
          </p:nvSpPr>
          <p:spPr bwMode="auto">
            <a:xfrm>
              <a:off x="673" y="2147"/>
              <a:ext cx="1535" cy="135"/>
            </a:xfrm>
            <a:custGeom>
              <a:avLst/>
              <a:gdLst>
                <a:gd name="T0" fmla="*/ 0 w 1200"/>
                <a:gd name="T1" fmla="*/ 623 h 120"/>
                <a:gd name="T2" fmla="*/ 33941 w 1200"/>
                <a:gd name="T3" fmla="*/ 623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1984" name="Freeform 10">
              <a:extLst>
                <a:ext uri="{FF2B5EF4-FFF2-40B4-BE49-F238E27FC236}">
                  <a16:creationId xmlns:a16="http://schemas.microsoft.com/office/drawing/2014/main" id="{4186622A-801D-B247-A2C0-70EAE8C857A5}"/>
                </a:ext>
              </a:extLst>
            </p:cNvPr>
            <p:cNvSpPr>
              <a:spLocks/>
            </p:cNvSpPr>
            <p:nvPr/>
          </p:nvSpPr>
          <p:spPr bwMode="auto">
            <a:xfrm>
              <a:off x="673" y="1765"/>
              <a:ext cx="1535" cy="134"/>
            </a:xfrm>
            <a:custGeom>
              <a:avLst/>
              <a:gdLst>
                <a:gd name="T0" fmla="*/ 0 w 1200"/>
                <a:gd name="T1" fmla="*/ 568 h 120"/>
                <a:gd name="T2" fmla="*/ 33941 w 1200"/>
                <a:gd name="T3" fmla="*/ 568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4699" name="Text Box 11">
            <a:extLst>
              <a:ext uri="{FF2B5EF4-FFF2-40B4-BE49-F238E27FC236}">
                <a16:creationId xmlns:a16="http://schemas.microsoft.com/office/drawing/2014/main" id="{E7C7D4B9-74F4-B445-AEEB-BFE834DAF097}"/>
              </a:ext>
            </a:extLst>
          </p:cNvPr>
          <p:cNvSpPr txBox="1">
            <a:spLocks noChangeArrowheads="1"/>
          </p:cNvSpPr>
          <p:nvPr/>
        </p:nvSpPr>
        <p:spPr bwMode="auto">
          <a:xfrm>
            <a:off x="6330555" y="1782196"/>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5        </a:t>
            </a:r>
            <a:r>
              <a:rPr kumimoji="1" lang="zh-CN" altLang="en-US" sz="1500">
                <a:ea typeface="宋体" panose="02010600030101010101" pitchFamily="2" charset="-122"/>
              </a:rPr>
              <a:t>应用层</a:t>
            </a:r>
          </a:p>
        </p:txBody>
      </p:sp>
      <p:sp>
        <p:nvSpPr>
          <p:cNvPr id="114700" name="Text Box 12">
            <a:extLst>
              <a:ext uri="{FF2B5EF4-FFF2-40B4-BE49-F238E27FC236}">
                <a16:creationId xmlns:a16="http://schemas.microsoft.com/office/drawing/2014/main" id="{5243BD17-AB91-C74E-8F85-D676518F3A88}"/>
              </a:ext>
            </a:extLst>
          </p:cNvPr>
          <p:cNvSpPr txBox="1">
            <a:spLocks noChangeArrowheads="1"/>
          </p:cNvSpPr>
          <p:nvPr/>
        </p:nvSpPr>
        <p:spPr bwMode="auto">
          <a:xfrm>
            <a:off x="6330555" y="2240587"/>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4        </a:t>
            </a:r>
            <a:r>
              <a:rPr kumimoji="1" lang="zh-CN" altLang="en-US" sz="1500">
                <a:ea typeface="宋体" panose="02010600030101010101" pitchFamily="2" charset="-122"/>
              </a:rPr>
              <a:t>运输层</a:t>
            </a:r>
          </a:p>
        </p:txBody>
      </p:sp>
      <p:sp>
        <p:nvSpPr>
          <p:cNvPr id="114701" name="Text Box 13">
            <a:extLst>
              <a:ext uri="{FF2B5EF4-FFF2-40B4-BE49-F238E27FC236}">
                <a16:creationId xmlns:a16="http://schemas.microsoft.com/office/drawing/2014/main" id="{4E8410F8-C42D-594C-BC2F-BB10347D1468}"/>
              </a:ext>
            </a:extLst>
          </p:cNvPr>
          <p:cNvSpPr txBox="1">
            <a:spLocks noChangeArrowheads="1"/>
          </p:cNvSpPr>
          <p:nvPr/>
        </p:nvSpPr>
        <p:spPr bwMode="auto">
          <a:xfrm>
            <a:off x="6330555" y="2700168"/>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3        </a:t>
            </a:r>
            <a:r>
              <a:rPr kumimoji="1" lang="zh-CN" altLang="en-US" sz="1500">
                <a:ea typeface="宋体" panose="02010600030101010101" pitchFamily="2" charset="-122"/>
              </a:rPr>
              <a:t>网络层</a:t>
            </a:r>
          </a:p>
        </p:txBody>
      </p:sp>
      <p:sp>
        <p:nvSpPr>
          <p:cNvPr id="114702" name="Text Box 14">
            <a:extLst>
              <a:ext uri="{FF2B5EF4-FFF2-40B4-BE49-F238E27FC236}">
                <a16:creationId xmlns:a16="http://schemas.microsoft.com/office/drawing/2014/main" id="{ECA47AA2-FC2F-6648-AD8D-DBCD38CDAB3C}"/>
              </a:ext>
            </a:extLst>
          </p:cNvPr>
          <p:cNvSpPr txBox="1">
            <a:spLocks noChangeArrowheads="1"/>
          </p:cNvSpPr>
          <p:nvPr/>
        </p:nvSpPr>
        <p:spPr bwMode="auto">
          <a:xfrm>
            <a:off x="6330555" y="3159749"/>
            <a:ext cx="14654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a:t>
            </a:r>
            <a:r>
              <a:rPr kumimoji="1" lang="zh-CN" altLang="en-US" sz="1500">
                <a:ea typeface="宋体" panose="02010600030101010101" pitchFamily="2" charset="-122"/>
              </a:rPr>
              <a:t>数据链路层</a:t>
            </a:r>
          </a:p>
        </p:txBody>
      </p:sp>
      <p:sp>
        <p:nvSpPr>
          <p:cNvPr id="114703" name="Text Box 15">
            <a:extLst>
              <a:ext uri="{FF2B5EF4-FFF2-40B4-BE49-F238E27FC236}">
                <a16:creationId xmlns:a16="http://schemas.microsoft.com/office/drawing/2014/main" id="{D90E45E4-7D76-C44F-85D3-34BC759EBDB0}"/>
              </a:ext>
            </a:extLst>
          </p:cNvPr>
          <p:cNvSpPr txBox="1">
            <a:spLocks noChangeArrowheads="1"/>
          </p:cNvSpPr>
          <p:nvPr/>
        </p:nvSpPr>
        <p:spPr bwMode="auto">
          <a:xfrm>
            <a:off x="6330555" y="3619330"/>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        </a:t>
            </a:r>
            <a:r>
              <a:rPr kumimoji="1" lang="zh-CN" altLang="en-US" sz="1500">
                <a:ea typeface="宋体" panose="02010600030101010101" pitchFamily="2" charset="-122"/>
              </a:rPr>
              <a:t>物理层</a:t>
            </a:r>
          </a:p>
        </p:txBody>
      </p:sp>
      <p:sp>
        <p:nvSpPr>
          <p:cNvPr id="211978" name="Rectangle 18">
            <a:extLst>
              <a:ext uri="{FF2B5EF4-FFF2-40B4-BE49-F238E27FC236}">
                <a16:creationId xmlns:a16="http://schemas.microsoft.com/office/drawing/2014/main" id="{B463B3B9-0752-4B4C-A49D-694F3CFA04C7}"/>
              </a:ext>
            </a:extLst>
          </p:cNvPr>
          <p:cNvSpPr>
            <a:spLocks noChangeArrowheads="1"/>
          </p:cNvSpPr>
          <p:nvPr/>
        </p:nvSpPr>
        <p:spPr bwMode="auto">
          <a:xfrm>
            <a:off x="217715" y="1059656"/>
            <a:ext cx="5790180" cy="3530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r>
              <a:rPr lang="zh-CN" altLang="en-US" sz="2100" dirty="0">
                <a:solidFill>
                  <a:srgbClr val="FF0000"/>
                </a:solidFill>
                <a:latin typeface="微软雅黑" panose="020B0503020204020204" pitchFamily="34" charset="-122"/>
                <a:ea typeface="宋体" panose="02010600030101010101" pitchFamily="2" charset="-122"/>
              </a:rPr>
              <a:t>应用层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支持网络应用</a:t>
            </a:r>
          </a:p>
          <a:p>
            <a:pPr lvl="1" eaLnBrk="1" hangingPunct="1"/>
            <a:r>
              <a:rPr lang="en-US" altLang="zh-CN" sz="1800" dirty="0">
                <a:latin typeface="微软雅黑" panose="020B0503020204020204" pitchFamily="34" charset="-122"/>
                <a:ea typeface="宋体" panose="02010600030101010101" pitchFamily="2" charset="-122"/>
              </a:rPr>
              <a:t>ftp, smtp, http</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传输层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主机进程间的数据传递</a:t>
            </a:r>
          </a:p>
          <a:p>
            <a:pPr lvl="1" eaLnBrk="1" hangingPunct="1"/>
            <a:r>
              <a:rPr lang="en-US" altLang="zh-CN" sz="1800" dirty="0" err="1">
                <a:latin typeface="微软雅黑" panose="020B0503020204020204" pitchFamily="34" charset="-122"/>
                <a:ea typeface="宋体" panose="02010600030101010101" pitchFamily="2" charset="-122"/>
              </a:rPr>
              <a:t>tcp</a:t>
            </a:r>
            <a:r>
              <a:rPr lang="en-US" altLang="zh-CN" sz="1800" dirty="0">
                <a:latin typeface="微软雅黑" panose="020B0503020204020204" pitchFamily="34" charset="-122"/>
                <a:ea typeface="宋体" panose="02010600030101010101" pitchFamily="2" charset="-122"/>
              </a:rPr>
              <a:t>, </a:t>
            </a:r>
            <a:r>
              <a:rPr lang="en-US" altLang="zh-CN" sz="1800" dirty="0" err="1">
                <a:latin typeface="微软雅黑" panose="020B0503020204020204" pitchFamily="34" charset="-122"/>
                <a:ea typeface="宋体" panose="02010600030101010101" pitchFamily="2" charset="-122"/>
              </a:rPr>
              <a:t>udp</a:t>
            </a:r>
            <a:endParaRPr lang="en-US" altLang="zh-CN" sz="1800" dirty="0">
              <a:latin typeface="微软雅黑" panose="020B0503020204020204" pitchFamily="34" charset="-122"/>
              <a:ea typeface="宋体" panose="02010600030101010101" pitchFamily="2" charset="-122"/>
            </a:endParaRPr>
          </a:p>
          <a:p>
            <a:pPr eaLnBrk="1" hangingPunct="1"/>
            <a:r>
              <a:rPr lang="zh-CN" altLang="en-US" sz="2100" dirty="0">
                <a:solidFill>
                  <a:srgbClr val="FF0000"/>
                </a:solidFill>
                <a:latin typeface="微软雅黑" panose="020B0503020204020204" pitchFamily="34" charset="-122"/>
                <a:ea typeface="宋体" panose="02010600030101010101" pitchFamily="2" charset="-122"/>
              </a:rPr>
              <a:t>网络层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将数据报从信源传递到信宿</a:t>
            </a:r>
          </a:p>
          <a:p>
            <a:pPr lvl="1" eaLnBrk="1" hangingPunct="1"/>
            <a:r>
              <a:rPr lang="en-US" altLang="zh-CN" sz="1800" dirty="0" err="1">
                <a:latin typeface="微软雅黑" panose="020B0503020204020204" pitchFamily="34" charset="-122"/>
                <a:ea typeface="宋体" panose="02010600030101010101" pitchFamily="2" charset="-122"/>
              </a:rPr>
              <a:t>ip</a:t>
            </a: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路由选择协议</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链路层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数据在网络上的相邻结点间的传输</a:t>
            </a:r>
          </a:p>
          <a:p>
            <a:pPr lvl="1" eaLnBrk="1" hangingPunct="1"/>
            <a:r>
              <a:rPr lang="en-US" altLang="zh-CN" sz="1800" dirty="0" err="1">
                <a:latin typeface="微软雅黑" panose="020B0503020204020204" pitchFamily="34" charset="-122"/>
                <a:ea typeface="宋体" panose="02010600030101010101" pitchFamily="2" charset="-122"/>
              </a:rPr>
              <a:t>ppp</a:t>
            </a:r>
            <a:r>
              <a:rPr lang="en-US" altLang="zh-CN" sz="1800" dirty="0">
                <a:latin typeface="微软雅黑" panose="020B0503020204020204" pitchFamily="34" charset="-122"/>
                <a:ea typeface="宋体" panose="02010600030101010101" pitchFamily="2" charset="-122"/>
              </a:rPr>
              <a:t>, ethernet</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物理层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信道上传送的位流</a:t>
            </a:r>
          </a:p>
          <a:p>
            <a:pPr eaLnBrk="1" hangingPunct="1"/>
            <a:endParaRPr lang="en-US" altLang="zh-CN" sz="2100" dirty="0">
              <a:latin typeface="微软雅黑" panose="020B0503020204020204" pitchFamily="34" charset="-122"/>
              <a:ea typeface="宋体" panose="02010600030101010101" pitchFamily="2" charset="-122"/>
            </a:endParaRPr>
          </a:p>
        </p:txBody>
      </p:sp>
      <p:sp>
        <p:nvSpPr>
          <p:cNvPr id="211979" name="Rectangle 26">
            <a:extLst>
              <a:ext uri="{FF2B5EF4-FFF2-40B4-BE49-F238E27FC236}">
                <a16:creationId xmlns:a16="http://schemas.microsoft.com/office/drawing/2014/main" id="{9583525B-A4AA-7047-8455-235694E7DEE7}"/>
              </a:ext>
            </a:extLst>
          </p:cNvPr>
          <p:cNvSpPr>
            <a:spLocks noChangeArrowheads="1"/>
          </p:cNvSpPr>
          <p:nvPr/>
        </p:nvSpPr>
        <p:spPr bwMode="auto">
          <a:xfrm>
            <a:off x="6007895" y="4097961"/>
            <a:ext cx="26468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600" dirty="0">
                <a:solidFill>
                  <a:schemeClr val="hlink"/>
                </a:solidFill>
                <a:latin typeface="微软雅黑" panose="020B0503020204020204" pitchFamily="34" charset="-122"/>
                <a:ea typeface="宋体" panose="02010600030101010101" pitchFamily="2" charset="-122"/>
              </a:rPr>
              <a:t>计算机网络的原理体系结构</a:t>
            </a:r>
          </a:p>
        </p:txBody>
      </p:sp>
    </p:spTree>
    <p:extLst>
      <p:ext uri="{BB962C8B-B14F-4D97-AF65-F5344CB8AC3E}">
        <p14:creationId xmlns:p14="http://schemas.microsoft.com/office/powerpoint/2010/main" val="11167708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469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4700"/>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14701"/>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4702"/>
                                        </p:tgtEl>
                                        <p:attrNameLst>
                                          <p:attrName>style.visibility</p:attrName>
                                        </p:attrNameLst>
                                      </p:cBhvr>
                                      <p:to>
                                        <p:strVal val="visible"/>
                                      </p:to>
                                    </p:set>
                                  </p:childTnLst>
                                </p:cTn>
                              </p:par>
                            </p:childTnLst>
                          </p:cTn>
                        </p:par>
                        <p:par>
                          <p:cTn id="16" fill="hold" nodeType="afterGroup">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14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9" grpId="0"/>
      <p:bldP spid="114700" grpId="0"/>
      <p:bldP spid="114701" grpId="0"/>
      <p:bldP spid="114702" grpId="0"/>
      <p:bldP spid="114703" grpId="0"/>
    </p:bld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4017" name="Rectangle 2">
            <a:extLst>
              <a:ext uri="{FF2B5EF4-FFF2-40B4-BE49-F238E27FC236}">
                <a16:creationId xmlns:a16="http://schemas.microsoft.com/office/drawing/2014/main" id="{DCB67ACA-F7F3-F94B-9188-59F328A67D1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14018" name="AutoShape 3">
            <a:extLst>
              <a:ext uri="{FF2B5EF4-FFF2-40B4-BE49-F238E27FC236}">
                <a16:creationId xmlns:a16="http://schemas.microsoft.com/office/drawing/2014/main" id="{8D68D919-281E-4B40-B2B2-6B8EFDBC5E41}"/>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19" name="AutoShape 4">
            <a:extLst>
              <a:ext uri="{FF2B5EF4-FFF2-40B4-BE49-F238E27FC236}">
                <a16:creationId xmlns:a16="http://schemas.microsoft.com/office/drawing/2014/main" id="{20823543-8107-0D47-84FA-7E56891292A4}"/>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20" name="Text Box 5">
            <a:extLst>
              <a:ext uri="{FF2B5EF4-FFF2-40B4-BE49-F238E27FC236}">
                <a16:creationId xmlns:a16="http://schemas.microsoft.com/office/drawing/2014/main" id="{477042E2-8B39-1548-B3BE-D65FA4A694BC}"/>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4021" name="Text Box 6">
            <a:extLst>
              <a:ext uri="{FF2B5EF4-FFF2-40B4-BE49-F238E27FC236}">
                <a16:creationId xmlns:a16="http://schemas.microsoft.com/office/drawing/2014/main" id="{D4CF2A69-6591-7041-89C4-FE05FB6212CE}"/>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4022" name="Text Box 7">
            <a:extLst>
              <a:ext uri="{FF2B5EF4-FFF2-40B4-BE49-F238E27FC236}">
                <a16:creationId xmlns:a16="http://schemas.microsoft.com/office/drawing/2014/main" id="{EE0EA154-6C42-3142-8DF5-FD87121E92CD}"/>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4023" name="Text Box 8">
            <a:extLst>
              <a:ext uri="{FF2B5EF4-FFF2-40B4-BE49-F238E27FC236}">
                <a16:creationId xmlns:a16="http://schemas.microsoft.com/office/drawing/2014/main" id="{CD1B6321-9A11-2F45-B5D5-BC75F45E1D8E}"/>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4024" name="Text Box 9">
            <a:extLst>
              <a:ext uri="{FF2B5EF4-FFF2-40B4-BE49-F238E27FC236}">
                <a16:creationId xmlns:a16="http://schemas.microsoft.com/office/drawing/2014/main" id="{AAC8FC98-8F00-1E4F-8878-9A76F52E0078}"/>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4025" name="Freeform 10">
            <a:extLst>
              <a:ext uri="{FF2B5EF4-FFF2-40B4-BE49-F238E27FC236}">
                <a16:creationId xmlns:a16="http://schemas.microsoft.com/office/drawing/2014/main" id="{54FAD2F0-13A5-FA43-8DCA-2D918FE2B759}"/>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6" name="Freeform 11">
            <a:extLst>
              <a:ext uri="{FF2B5EF4-FFF2-40B4-BE49-F238E27FC236}">
                <a16:creationId xmlns:a16="http://schemas.microsoft.com/office/drawing/2014/main" id="{A1E634C5-B343-2846-84F3-D139FC4113D2}"/>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7" name="Freeform 12">
            <a:extLst>
              <a:ext uri="{FF2B5EF4-FFF2-40B4-BE49-F238E27FC236}">
                <a16:creationId xmlns:a16="http://schemas.microsoft.com/office/drawing/2014/main" id="{5A9A3B9D-E025-8643-8AD5-0F8D99D186EF}"/>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8" name="Freeform 13">
            <a:extLst>
              <a:ext uri="{FF2B5EF4-FFF2-40B4-BE49-F238E27FC236}">
                <a16:creationId xmlns:a16="http://schemas.microsoft.com/office/drawing/2014/main" id="{E49AE3D4-4077-1D4A-935D-E02E3B7C37E5}"/>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9" name="AutoShape 14">
            <a:extLst>
              <a:ext uri="{FF2B5EF4-FFF2-40B4-BE49-F238E27FC236}">
                <a16:creationId xmlns:a16="http://schemas.microsoft.com/office/drawing/2014/main" id="{8FFCF6AF-4D2C-8D42-993E-EEFBB6B61233}"/>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30" name="Text Box 15">
            <a:extLst>
              <a:ext uri="{FF2B5EF4-FFF2-40B4-BE49-F238E27FC236}">
                <a16:creationId xmlns:a16="http://schemas.microsoft.com/office/drawing/2014/main" id="{4D577C47-0960-5B45-8833-A963A439E412}"/>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4031" name="Text Box 16">
            <a:extLst>
              <a:ext uri="{FF2B5EF4-FFF2-40B4-BE49-F238E27FC236}">
                <a16:creationId xmlns:a16="http://schemas.microsoft.com/office/drawing/2014/main" id="{CEDE8E68-32DB-0C42-B133-4F57CCB72C2B}"/>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4032" name="Text Box 17">
            <a:extLst>
              <a:ext uri="{FF2B5EF4-FFF2-40B4-BE49-F238E27FC236}">
                <a16:creationId xmlns:a16="http://schemas.microsoft.com/office/drawing/2014/main" id="{49D1B210-FE98-C348-9B0E-06EEDB0AC120}"/>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4033" name="Text Box 18">
            <a:extLst>
              <a:ext uri="{FF2B5EF4-FFF2-40B4-BE49-F238E27FC236}">
                <a16:creationId xmlns:a16="http://schemas.microsoft.com/office/drawing/2014/main" id="{C674D5AE-AC8A-5441-BB5A-BD5ADC625F69}"/>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4034" name="Text Box 19">
            <a:extLst>
              <a:ext uri="{FF2B5EF4-FFF2-40B4-BE49-F238E27FC236}">
                <a16:creationId xmlns:a16="http://schemas.microsoft.com/office/drawing/2014/main" id="{B4BE5893-0262-7041-94A8-52F9359E3E20}"/>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4035" name="Freeform 20">
            <a:extLst>
              <a:ext uri="{FF2B5EF4-FFF2-40B4-BE49-F238E27FC236}">
                <a16:creationId xmlns:a16="http://schemas.microsoft.com/office/drawing/2014/main" id="{B4D75149-0F3C-9841-B753-F31831D9D127}"/>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6" name="Freeform 21">
            <a:extLst>
              <a:ext uri="{FF2B5EF4-FFF2-40B4-BE49-F238E27FC236}">
                <a16:creationId xmlns:a16="http://schemas.microsoft.com/office/drawing/2014/main" id="{FA999AEC-092D-754A-AA6C-25AC28BA3E16}"/>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7" name="Freeform 22">
            <a:extLst>
              <a:ext uri="{FF2B5EF4-FFF2-40B4-BE49-F238E27FC236}">
                <a16:creationId xmlns:a16="http://schemas.microsoft.com/office/drawing/2014/main" id="{C7DCC825-2250-454A-B4E5-2F2D03A78E3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8" name="Freeform 23">
            <a:extLst>
              <a:ext uri="{FF2B5EF4-FFF2-40B4-BE49-F238E27FC236}">
                <a16:creationId xmlns:a16="http://schemas.microsoft.com/office/drawing/2014/main" id="{E23F42A1-5986-E149-AA20-926C750E4419}"/>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9" name="Text Box 24">
            <a:extLst>
              <a:ext uri="{FF2B5EF4-FFF2-40B4-BE49-F238E27FC236}">
                <a16:creationId xmlns:a16="http://schemas.microsoft.com/office/drawing/2014/main" id="{61DA9B5D-DE22-BA49-95EA-E9C8A4C4CF74}"/>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14040" name="AutoShape 25">
            <a:extLst>
              <a:ext uri="{FF2B5EF4-FFF2-40B4-BE49-F238E27FC236}">
                <a16:creationId xmlns:a16="http://schemas.microsoft.com/office/drawing/2014/main" id="{2CC36EBF-B56E-9D4A-B0C0-70D10143481E}"/>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41" name="Text Box 26">
            <a:extLst>
              <a:ext uri="{FF2B5EF4-FFF2-40B4-BE49-F238E27FC236}">
                <a16:creationId xmlns:a16="http://schemas.microsoft.com/office/drawing/2014/main" id="{5DCFF269-FA11-9C49-8A76-2BC820958345}"/>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14042" name="AutoShape 27">
            <a:extLst>
              <a:ext uri="{FF2B5EF4-FFF2-40B4-BE49-F238E27FC236}">
                <a16:creationId xmlns:a16="http://schemas.microsoft.com/office/drawing/2014/main" id="{D0272C94-95D1-5347-B4F2-3C65AED70B0D}"/>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43" name="Text Box 28">
            <a:extLst>
              <a:ext uri="{FF2B5EF4-FFF2-40B4-BE49-F238E27FC236}">
                <a16:creationId xmlns:a16="http://schemas.microsoft.com/office/drawing/2014/main" id="{5E96A813-9DC3-F14C-8EEA-E48A9C335E6B}"/>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5741" name="AutoShape 29">
            <a:extLst>
              <a:ext uri="{FF2B5EF4-FFF2-40B4-BE49-F238E27FC236}">
                <a16:creationId xmlns:a16="http://schemas.microsoft.com/office/drawing/2014/main" id="{C13E77DB-E601-6F4D-8A1C-4FBD0DFF810F}"/>
              </a:ext>
            </a:extLst>
          </p:cNvPr>
          <p:cNvSpPr>
            <a:spLocks noChangeArrowheads="1"/>
          </p:cNvSpPr>
          <p:nvPr/>
        </p:nvSpPr>
        <p:spPr bwMode="auto">
          <a:xfrm flipV="1">
            <a:off x="1633537" y="2126456"/>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45" name="Text Box 30">
            <a:extLst>
              <a:ext uri="{FF2B5EF4-FFF2-40B4-BE49-F238E27FC236}">
                <a16:creationId xmlns:a16="http://schemas.microsoft.com/office/drawing/2014/main" id="{6FC350E2-7B10-9046-99B8-1025BAF1B73E}"/>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15743" name="Text Box 31">
            <a:extLst>
              <a:ext uri="{FF2B5EF4-FFF2-40B4-BE49-F238E27FC236}">
                <a16:creationId xmlns:a16="http://schemas.microsoft.com/office/drawing/2014/main" id="{65FD9022-DC73-6249-8F5C-EFC1D638A949}"/>
              </a:ext>
            </a:extLst>
          </p:cNvPr>
          <p:cNvSpPr txBox="1">
            <a:spLocks noChangeArrowheads="1"/>
          </p:cNvSpPr>
          <p:nvPr/>
        </p:nvSpPr>
        <p:spPr bwMode="auto">
          <a:xfrm>
            <a:off x="2357438" y="1762125"/>
            <a:ext cx="3185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应用进程数据先传送到应用层</a:t>
            </a:r>
          </a:p>
        </p:txBody>
      </p:sp>
      <p:sp>
        <p:nvSpPr>
          <p:cNvPr id="115744" name="Text Box 32">
            <a:extLst>
              <a:ext uri="{FF2B5EF4-FFF2-40B4-BE49-F238E27FC236}">
                <a16:creationId xmlns:a16="http://schemas.microsoft.com/office/drawing/2014/main" id="{CB649DC1-C9FF-F242-915F-064A373AA3FE}"/>
              </a:ext>
            </a:extLst>
          </p:cNvPr>
          <p:cNvSpPr txBox="1">
            <a:spLocks noChangeArrowheads="1"/>
          </p:cNvSpPr>
          <p:nvPr/>
        </p:nvSpPr>
        <p:spPr bwMode="auto">
          <a:xfrm>
            <a:off x="2357437" y="2189560"/>
            <a:ext cx="3716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加上应用层首部，成为应用层</a:t>
            </a:r>
            <a:r>
              <a:rPr kumimoji="1" lang="zh-CN" altLang="en-US" sz="12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PDU</a:t>
            </a:r>
          </a:p>
        </p:txBody>
      </p:sp>
      <p:sp>
        <p:nvSpPr>
          <p:cNvPr id="214048" name="幻灯片编号占位符 2">
            <a:extLst>
              <a:ext uri="{FF2B5EF4-FFF2-40B4-BE49-F238E27FC236}">
                <a16:creationId xmlns:a16="http://schemas.microsoft.com/office/drawing/2014/main" id="{1D6076DB-D9AB-DC41-A770-11B91CC5A8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5EE44B-F7B6-974D-B25A-41F7BFFDB31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76782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43"/>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115741"/>
                                        </p:tgtEl>
                                        <p:attrNameLst>
                                          <p:attrName>style.visibility</p:attrName>
                                        </p:attrNameLst>
                                      </p:cBhvr>
                                      <p:to>
                                        <p:strVal val="visible"/>
                                      </p:to>
                                    </p:set>
                                    <p:animEffect transition="in" filter="wipe(up)">
                                      <p:cBhvr>
                                        <p:cTn id="10" dur="1000"/>
                                        <p:tgtEl>
                                          <p:spTgt spid="115741"/>
                                        </p:tgtEl>
                                      </p:cBhvr>
                                    </p:animEffec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1157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41" grpId="0" animBg="1"/>
      <p:bldP spid="115743" grpId="0"/>
      <p:bldP spid="115744" grpId="0"/>
    </p:bld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063CABDF-FBD0-4444-B908-402D1A9B16FE}"/>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16066" name="AutoShape 3">
            <a:extLst>
              <a:ext uri="{FF2B5EF4-FFF2-40B4-BE49-F238E27FC236}">
                <a16:creationId xmlns:a16="http://schemas.microsoft.com/office/drawing/2014/main" id="{A67F788C-C04D-EC48-A8AD-41BFF39E1609}"/>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67" name="AutoShape 4">
            <a:extLst>
              <a:ext uri="{FF2B5EF4-FFF2-40B4-BE49-F238E27FC236}">
                <a16:creationId xmlns:a16="http://schemas.microsoft.com/office/drawing/2014/main" id="{30C41959-BB7F-F342-869D-363813523F70}"/>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68" name="Text Box 5">
            <a:extLst>
              <a:ext uri="{FF2B5EF4-FFF2-40B4-BE49-F238E27FC236}">
                <a16:creationId xmlns:a16="http://schemas.microsoft.com/office/drawing/2014/main" id="{E99EE7BB-47F2-FA4E-BEA1-A6B72E0E1BCE}"/>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6069" name="Text Box 6">
            <a:extLst>
              <a:ext uri="{FF2B5EF4-FFF2-40B4-BE49-F238E27FC236}">
                <a16:creationId xmlns:a16="http://schemas.microsoft.com/office/drawing/2014/main" id="{91109F72-8551-1043-B942-9CC54084F09D}"/>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6070" name="Text Box 7">
            <a:extLst>
              <a:ext uri="{FF2B5EF4-FFF2-40B4-BE49-F238E27FC236}">
                <a16:creationId xmlns:a16="http://schemas.microsoft.com/office/drawing/2014/main" id="{F2CD4110-418C-8F45-8B6F-B22B4D2D72E9}"/>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6071" name="Text Box 8">
            <a:extLst>
              <a:ext uri="{FF2B5EF4-FFF2-40B4-BE49-F238E27FC236}">
                <a16:creationId xmlns:a16="http://schemas.microsoft.com/office/drawing/2014/main" id="{577A4349-1A71-0441-9847-5F5370AECE94}"/>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6072" name="Text Box 9">
            <a:extLst>
              <a:ext uri="{FF2B5EF4-FFF2-40B4-BE49-F238E27FC236}">
                <a16:creationId xmlns:a16="http://schemas.microsoft.com/office/drawing/2014/main" id="{4BEE23F5-01AB-CA47-ACD7-8012FF30721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6073" name="Freeform 10">
            <a:extLst>
              <a:ext uri="{FF2B5EF4-FFF2-40B4-BE49-F238E27FC236}">
                <a16:creationId xmlns:a16="http://schemas.microsoft.com/office/drawing/2014/main" id="{7851D2D5-B1F6-9E45-A8B1-6438B4A8E7AA}"/>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4" name="Freeform 11">
            <a:extLst>
              <a:ext uri="{FF2B5EF4-FFF2-40B4-BE49-F238E27FC236}">
                <a16:creationId xmlns:a16="http://schemas.microsoft.com/office/drawing/2014/main" id="{C72F8E51-5BB8-EC45-8CAA-1A082BEB3406}"/>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5" name="Freeform 12">
            <a:extLst>
              <a:ext uri="{FF2B5EF4-FFF2-40B4-BE49-F238E27FC236}">
                <a16:creationId xmlns:a16="http://schemas.microsoft.com/office/drawing/2014/main" id="{BA211DC5-A493-1E4E-86E8-A628307EA5EF}"/>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6" name="Freeform 13">
            <a:extLst>
              <a:ext uri="{FF2B5EF4-FFF2-40B4-BE49-F238E27FC236}">
                <a16:creationId xmlns:a16="http://schemas.microsoft.com/office/drawing/2014/main" id="{3DD7FB3E-5BDB-CF4B-874B-E5EBD6D4CC7C}"/>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7" name="AutoShape 14">
            <a:extLst>
              <a:ext uri="{FF2B5EF4-FFF2-40B4-BE49-F238E27FC236}">
                <a16:creationId xmlns:a16="http://schemas.microsoft.com/office/drawing/2014/main" id="{2F3F10C0-F3D6-6D4A-A11D-9BA6A4A80E55}"/>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78" name="Text Box 15">
            <a:extLst>
              <a:ext uri="{FF2B5EF4-FFF2-40B4-BE49-F238E27FC236}">
                <a16:creationId xmlns:a16="http://schemas.microsoft.com/office/drawing/2014/main" id="{8B2E9747-1681-D349-89D5-BE7F91FF8195}"/>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6079" name="Text Box 16">
            <a:extLst>
              <a:ext uri="{FF2B5EF4-FFF2-40B4-BE49-F238E27FC236}">
                <a16:creationId xmlns:a16="http://schemas.microsoft.com/office/drawing/2014/main" id="{FEC42477-46CF-E742-BC6B-5C44190E8A06}"/>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6080" name="Text Box 17">
            <a:extLst>
              <a:ext uri="{FF2B5EF4-FFF2-40B4-BE49-F238E27FC236}">
                <a16:creationId xmlns:a16="http://schemas.microsoft.com/office/drawing/2014/main" id="{57FE3100-5E0C-F243-BE46-DD8DA399584A}"/>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6081" name="Text Box 18">
            <a:extLst>
              <a:ext uri="{FF2B5EF4-FFF2-40B4-BE49-F238E27FC236}">
                <a16:creationId xmlns:a16="http://schemas.microsoft.com/office/drawing/2014/main" id="{85135AB4-57DA-954A-912E-345F54EBF357}"/>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6082" name="Text Box 19">
            <a:extLst>
              <a:ext uri="{FF2B5EF4-FFF2-40B4-BE49-F238E27FC236}">
                <a16:creationId xmlns:a16="http://schemas.microsoft.com/office/drawing/2014/main" id="{EF2CFE4E-E41D-8C44-9CDF-55C4FD3CB8B9}"/>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6083" name="Freeform 20">
            <a:extLst>
              <a:ext uri="{FF2B5EF4-FFF2-40B4-BE49-F238E27FC236}">
                <a16:creationId xmlns:a16="http://schemas.microsoft.com/office/drawing/2014/main" id="{13B92F6F-3161-314E-88F9-8B2CFA9965B8}"/>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4" name="Freeform 21">
            <a:extLst>
              <a:ext uri="{FF2B5EF4-FFF2-40B4-BE49-F238E27FC236}">
                <a16:creationId xmlns:a16="http://schemas.microsoft.com/office/drawing/2014/main" id="{A48B7AE7-4086-8741-A166-28997D63615E}"/>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5" name="Freeform 22">
            <a:extLst>
              <a:ext uri="{FF2B5EF4-FFF2-40B4-BE49-F238E27FC236}">
                <a16:creationId xmlns:a16="http://schemas.microsoft.com/office/drawing/2014/main" id="{02F1A990-5F5E-134D-870D-93E7B6DAD20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6" name="Freeform 23">
            <a:extLst>
              <a:ext uri="{FF2B5EF4-FFF2-40B4-BE49-F238E27FC236}">
                <a16:creationId xmlns:a16="http://schemas.microsoft.com/office/drawing/2014/main" id="{9FD8601F-FC13-1847-A48B-93DF3B8AE97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7" name="Text Box 24">
            <a:extLst>
              <a:ext uri="{FF2B5EF4-FFF2-40B4-BE49-F238E27FC236}">
                <a16:creationId xmlns:a16="http://schemas.microsoft.com/office/drawing/2014/main" id="{DD684FB8-60D0-F84F-9B5D-67E5A5B724CD}"/>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16088" name="AutoShape 25">
            <a:extLst>
              <a:ext uri="{FF2B5EF4-FFF2-40B4-BE49-F238E27FC236}">
                <a16:creationId xmlns:a16="http://schemas.microsoft.com/office/drawing/2014/main" id="{69F9A6A8-F406-0646-927E-348C54DACC0B}"/>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89" name="Text Box 26">
            <a:extLst>
              <a:ext uri="{FF2B5EF4-FFF2-40B4-BE49-F238E27FC236}">
                <a16:creationId xmlns:a16="http://schemas.microsoft.com/office/drawing/2014/main" id="{FB11962E-33D0-F041-835A-5AA2BC1AF4AB}"/>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16090" name="AutoShape 27">
            <a:extLst>
              <a:ext uri="{FF2B5EF4-FFF2-40B4-BE49-F238E27FC236}">
                <a16:creationId xmlns:a16="http://schemas.microsoft.com/office/drawing/2014/main" id="{AE159414-72F1-7F41-889C-1048437DEE6A}"/>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91" name="Text Box 28">
            <a:extLst>
              <a:ext uri="{FF2B5EF4-FFF2-40B4-BE49-F238E27FC236}">
                <a16:creationId xmlns:a16="http://schemas.microsoft.com/office/drawing/2014/main" id="{11ABCB40-99E5-434A-A612-9AC91E685840}"/>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6765" name="AutoShape 29">
            <a:extLst>
              <a:ext uri="{FF2B5EF4-FFF2-40B4-BE49-F238E27FC236}">
                <a16:creationId xmlns:a16="http://schemas.microsoft.com/office/drawing/2014/main" id="{5EC125B3-A8BB-4A4E-BF21-2EFC69F195A1}"/>
              </a:ext>
            </a:extLst>
          </p:cNvPr>
          <p:cNvSpPr>
            <a:spLocks noChangeArrowheads="1"/>
          </p:cNvSpPr>
          <p:nvPr/>
        </p:nvSpPr>
        <p:spPr bwMode="auto">
          <a:xfrm flipV="1">
            <a:off x="1633537" y="2515791"/>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93" name="Text Box 30">
            <a:extLst>
              <a:ext uri="{FF2B5EF4-FFF2-40B4-BE49-F238E27FC236}">
                <a16:creationId xmlns:a16="http://schemas.microsoft.com/office/drawing/2014/main" id="{175B21B0-CE3D-6A41-909B-AA50AF2AA05E}"/>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16094" name="Text Box 31">
            <a:extLst>
              <a:ext uri="{FF2B5EF4-FFF2-40B4-BE49-F238E27FC236}">
                <a16:creationId xmlns:a16="http://schemas.microsoft.com/office/drawing/2014/main" id="{B291081D-E466-CF46-8422-80F37269A3F3}"/>
              </a:ext>
            </a:extLst>
          </p:cNvPr>
          <p:cNvSpPr txBox="1">
            <a:spLocks noChangeArrowheads="1"/>
          </p:cNvSpPr>
          <p:nvPr/>
        </p:nvSpPr>
        <p:spPr bwMode="auto">
          <a:xfrm>
            <a:off x="2357438" y="2301479"/>
            <a:ext cx="31085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应用层 </a:t>
            </a:r>
            <a:r>
              <a:rPr kumimoji="1" lang="en-US" altLang="zh-CN" sz="1800">
                <a:latin typeface="Arial" panose="020B0604020202020204" pitchFamily="34" charset="0"/>
                <a:ea typeface="宋体" panose="02010600030101010101" pitchFamily="2" charset="-122"/>
              </a:rPr>
              <a:t>PDU </a:t>
            </a:r>
            <a:r>
              <a:rPr kumimoji="1" lang="zh-CN" altLang="en-US" sz="1800">
                <a:latin typeface="Arial" panose="020B0604020202020204" pitchFamily="34" charset="0"/>
                <a:ea typeface="宋体" panose="02010600030101010101" pitchFamily="2" charset="-122"/>
              </a:rPr>
              <a:t>再传送到运输层</a:t>
            </a:r>
          </a:p>
        </p:txBody>
      </p:sp>
      <p:sp>
        <p:nvSpPr>
          <p:cNvPr id="116768" name="Text Box 32">
            <a:extLst>
              <a:ext uri="{FF2B5EF4-FFF2-40B4-BE49-F238E27FC236}">
                <a16:creationId xmlns:a16="http://schemas.microsoft.com/office/drawing/2014/main" id="{590DB4CF-00AA-0F46-9CF5-9C592681D4CA}"/>
              </a:ext>
            </a:extLst>
          </p:cNvPr>
          <p:cNvSpPr txBox="1">
            <a:spLocks noChangeArrowheads="1"/>
          </p:cNvSpPr>
          <p:nvPr/>
        </p:nvSpPr>
        <p:spPr bwMode="auto">
          <a:xfrm>
            <a:off x="2357438" y="2700338"/>
            <a:ext cx="36471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加上运输层首部，成为运输层报文</a:t>
            </a:r>
            <a:endParaRPr kumimoji="1" lang="zh-CN" altLang="en-US" sz="2700">
              <a:latin typeface="Arial" panose="020B0604020202020204" pitchFamily="34" charset="0"/>
              <a:ea typeface="宋体" panose="02010600030101010101" pitchFamily="2" charset="-122"/>
            </a:endParaRPr>
          </a:p>
        </p:txBody>
      </p:sp>
      <p:sp>
        <p:nvSpPr>
          <p:cNvPr id="216096" name="幻灯片编号占位符 2">
            <a:extLst>
              <a:ext uri="{FF2B5EF4-FFF2-40B4-BE49-F238E27FC236}">
                <a16:creationId xmlns:a16="http://schemas.microsoft.com/office/drawing/2014/main" id="{1585FD00-CF2D-FE44-B22A-DD459806027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9FE74F-8992-AC41-BEC8-766BEE89516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39765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6765"/>
                                        </p:tgtEl>
                                        <p:attrNameLst>
                                          <p:attrName>style.visibility</p:attrName>
                                        </p:attrNameLst>
                                      </p:cBhvr>
                                      <p:to>
                                        <p:strVal val="visible"/>
                                      </p:to>
                                    </p:set>
                                    <p:animEffect transition="in" filter="wipe(up)">
                                      <p:cBhvr>
                                        <p:cTn id="7" dur="1000"/>
                                        <p:tgtEl>
                                          <p:spTgt spid="116765"/>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6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5" grpId="0" animBg="1"/>
      <p:bldP spid="116768" grpId="0"/>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8113" name="Rectangle 2">
            <a:extLst>
              <a:ext uri="{FF2B5EF4-FFF2-40B4-BE49-F238E27FC236}">
                <a16:creationId xmlns:a16="http://schemas.microsoft.com/office/drawing/2014/main" id="{8BB735A8-15C5-5644-B6FC-17778DD7C7D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18114" name="AutoShape 3">
            <a:extLst>
              <a:ext uri="{FF2B5EF4-FFF2-40B4-BE49-F238E27FC236}">
                <a16:creationId xmlns:a16="http://schemas.microsoft.com/office/drawing/2014/main" id="{13236079-F911-8B4F-A1EB-3A62497F9D70}"/>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15" name="AutoShape 4">
            <a:extLst>
              <a:ext uri="{FF2B5EF4-FFF2-40B4-BE49-F238E27FC236}">
                <a16:creationId xmlns:a16="http://schemas.microsoft.com/office/drawing/2014/main" id="{5372D81C-620F-9B49-BAB6-3C92CDC860FD}"/>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16" name="Text Box 5">
            <a:extLst>
              <a:ext uri="{FF2B5EF4-FFF2-40B4-BE49-F238E27FC236}">
                <a16:creationId xmlns:a16="http://schemas.microsoft.com/office/drawing/2014/main" id="{8E65C9E9-6768-0B4C-B02A-A0E262D6CC62}"/>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8117" name="Text Box 6">
            <a:extLst>
              <a:ext uri="{FF2B5EF4-FFF2-40B4-BE49-F238E27FC236}">
                <a16:creationId xmlns:a16="http://schemas.microsoft.com/office/drawing/2014/main" id="{363B57F5-5BA1-884D-AE7C-1F0EAA97F751}"/>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8118" name="Text Box 7">
            <a:extLst>
              <a:ext uri="{FF2B5EF4-FFF2-40B4-BE49-F238E27FC236}">
                <a16:creationId xmlns:a16="http://schemas.microsoft.com/office/drawing/2014/main" id="{C8E0E5B3-C076-5C47-BB2F-179A54D55A4B}"/>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8119" name="Text Box 8">
            <a:extLst>
              <a:ext uri="{FF2B5EF4-FFF2-40B4-BE49-F238E27FC236}">
                <a16:creationId xmlns:a16="http://schemas.microsoft.com/office/drawing/2014/main" id="{19843975-17AF-6F4D-803C-106C7BBA9710}"/>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8120" name="Text Box 9">
            <a:extLst>
              <a:ext uri="{FF2B5EF4-FFF2-40B4-BE49-F238E27FC236}">
                <a16:creationId xmlns:a16="http://schemas.microsoft.com/office/drawing/2014/main" id="{8D19A571-384E-C443-8D89-2602061440BB}"/>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8121" name="Freeform 10">
            <a:extLst>
              <a:ext uri="{FF2B5EF4-FFF2-40B4-BE49-F238E27FC236}">
                <a16:creationId xmlns:a16="http://schemas.microsoft.com/office/drawing/2014/main" id="{070550E8-30A2-2140-ADD4-249D7FF804DC}"/>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2" name="Freeform 11">
            <a:extLst>
              <a:ext uri="{FF2B5EF4-FFF2-40B4-BE49-F238E27FC236}">
                <a16:creationId xmlns:a16="http://schemas.microsoft.com/office/drawing/2014/main" id="{EB885D69-B78E-2040-8A04-45FD9A4534BA}"/>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3" name="Freeform 12">
            <a:extLst>
              <a:ext uri="{FF2B5EF4-FFF2-40B4-BE49-F238E27FC236}">
                <a16:creationId xmlns:a16="http://schemas.microsoft.com/office/drawing/2014/main" id="{4FA6ABF9-C187-C042-B6A1-1233BF1899B0}"/>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4" name="Freeform 13">
            <a:extLst>
              <a:ext uri="{FF2B5EF4-FFF2-40B4-BE49-F238E27FC236}">
                <a16:creationId xmlns:a16="http://schemas.microsoft.com/office/drawing/2014/main" id="{F7098D8D-9DA4-4941-BB0E-77DD3612B3E1}"/>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5" name="AutoShape 14">
            <a:extLst>
              <a:ext uri="{FF2B5EF4-FFF2-40B4-BE49-F238E27FC236}">
                <a16:creationId xmlns:a16="http://schemas.microsoft.com/office/drawing/2014/main" id="{1EA76D4F-25D3-7D4E-8146-48DD8DB74CC9}"/>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26" name="Text Box 15">
            <a:extLst>
              <a:ext uri="{FF2B5EF4-FFF2-40B4-BE49-F238E27FC236}">
                <a16:creationId xmlns:a16="http://schemas.microsoft.com/office/drawing/2014/main" id="{3AB7C2D3-41DE-4E47-B7EB-B6603D22DEEB}"/>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8127" name="Text Box 16">
            <a:extLst>
              <a:ext uri="{FF2B5EF4-FFF2-40B4-BE49-F238E27FC236}">
                <a16:creationId xmlns:a16="http://schemas.microsoft.com/office/drawing/2014/main" id="{820F3E65-C268-FC49-A480-BCAB0809AC9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8128" name="Text Box 17">
            <a:extLst>
              <a:ext uri="{FF2B5EF4-FFF2-40B4-BE49-F238E27FC236}">
                <a16:creationId xmlns:a16="http://schemas.microsoft.com/office/drawing/2014/main" id="{639079D8-B688-1B4F-8165-03385F1ADE3F}"/>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8129" name="Text Box 18">
            <a:extLst>
              <a:ext uri="{FF2B5EF4-FFF2-40B4-BE49-F238E27FC236}">
                <a16:creationId xmlns:a16="http://schemas.microsoft.com/office/drawing/2014/main" id="{013590B8-A11D-B249-A85A-6660A44D15DA}"/>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8130" name="Text Box 19">
            <a:extLst>
              <a:ext uri="{FF2B5EF4-FFF2-40B4-BE49-F238E27FC236}">
                <a16:creationId xmlns:a16="http://schemas.microsoft.com/office/drawing/2014/main" id="{23086575-D30C-974F-BE38-2D5A1BE73EFB}"/>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8131" name="Freeform 20">
            <a:extLst>
              <a:ext uri="{FF2B5EF4-FFF2-40B4-BE49-F238E27FC236}">
                <a16:creationId xmlns:a16="http://schemas.microsoft.com/office/drawing/2014/main" id="{9DB82D13-97D8-B044-9168-E4732361D77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2" name="Freeform 21">
            <a:extLst>
              <a:ext uri="{FF2B5EF4-FFF2-40B4-BE49-F238E27FC236}">
                <a16:creationId xmlns:a16="http://schemas.microsoft.com/office/drawing/2014/main" id="{CF7F26CD-8445-404F-9624-92EB4AE3DBFC}"/>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3" name="Freeform 22">
            <a:extLst>
              <a:ext uri="{FF2B5EF4-FFF2-40B4-BE49-F238E27FC236}">
                <a16:creationId xmlns:a16="http://schemas.microsoft.com/office/drawing/2014/main" id="{9BDEF7A0-007F-5748-A255-16ECCDD94F7E}"/>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4" name="Freeform 23">
            <a:extLst>
              <a:ext uri="{FF2B5EF4-FFF2-40B4-BE49-F238E27FC236}">
                <a16:creationId xmlns:a16="http://schemas.microsoft.com/office/drawing/2014/main" id="{FC9105FB-0CFA-BB41-ADE5-024D2A5F2A64}"/>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5" name="Text Box 24">
            <a:extLst>
              <a:ext uri="{FF2B5EF4-FFF2-40B4-BE49-F238E27FC236}">
                <a16:creationId xmlns:a16="http://schemas.microsoft.com/office/drawing/2014/main" id="{2F27832F-C8C7-F344-BFA3-27DA9D7D5DD5}"/>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18136" name="AutoShape 25">
            <a:extLst>
              <a:ext uri="{FF2B5EF4-FFF2-40B4-BE49-F238E27FC236}">
                <a16:creationId xmlns:a16="http://schemas.microsoft.com/office/drawing/2014/main" id="{2BBDCE9C-6943-B247-93C7-C1DE20666BF0}"/>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37" name="Text Box 26">
            <a:extLst>
              <a:ext uri="{FF2B5EF4-FFF2-40B4-BE49-F238E27FC236}">
                <a16:creationId xmlns:a16="http://schemas.microsoft.com/office/drawing/2014/main" id="{86A0CC53-6668-7941-88C2-B02CE1BEB7D0}"/>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18138" name="AutoShape 27">
            <a:extLst>
              <a:ext uri="{FF2B5EF4-FFF2-40B4-BE49-F238E27FC236}">
                <a16:creationId xmlns:a16="http://schemas.microsoft.com/office/drawing/2014/main" id="{FCE7E8FF-1F68-0740-BD6F-00F0CD64C8DC}"/>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39" name="Text Box 28">
            <a:extLst>
              <a:ext uri="{FF2B5EF4-FFF2-40B4-BE49-F238E27FC236}">
                <a16:creationId xmlns:a16="http://schemas.microsoft.com/office/drawing/2014/main" id="{E0B4D6BA-91ED-9641-9C32-91A65A65195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7789" name="AutoShape 29">
            <a:extLst>
              <a:ext uri="{FF2B5EF4-FFF2-40B4-BE49-F238E27FC236}">
                <a16:creationId xmlns:a16="http://schemas.microsoft.com/office/drawing/2014/main" id="{888C401C-0901-8949-8BB9-9A0598970057}"/>
              </a:ext>
            </a:extLst>
          </p:cNvPr>
          <p:cNvSpPr>
            <a:spLocks noChangeArrowheads="1"/>
          </p:cNvSpPr>
          <p:nvPr/>
        </p:nvSpPr>
        <p:spPr bwMode="auto">
          <a:xfrm flipV="1">
            <a:off x="1633537" y="2947987"/>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41" name="Text Box 30">
            <a:extLst>
              <a:ext uri="{FF2B5EF4-FFF2-40B4-BE49-F238E27FC236}">
                <a16:creationId xmlns:a16="http://schemas.microsoft.com/office/drawing/2014/main" id="{8DC626A3-B83B-7546-82D7-3530C861E286}"/>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18142" name="Text Box 31">
            <a:extLst>
              <a:ext uri="{FF2B5EF4-FFF2-40B4-BE49-F238E27FC236}">
                <a16:creationId xmlns:a16="http://schemas.microsoft.com/office/drawing/2014/main" id="{E33704F1-E655-FF4C-A69A-7C2F46FBAD1F}"/>
              </a:ext>
            </a:extLst>
          </p:cNvPr>
          <p:cNvSpPr txBox="1">
            <a:spLocks noChangeArrowheads="1"/>
          </p:cNvSpPr>
          <p:nvPr/>
        </p:nvSpPr>
        <p:spPr bwMode="auto">
          <a:xfrm>
            <a:off x="2303860" y="2719388"/>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运输层报文再传送到网络层</a:t>
            </a:r>
          </a:p>
        </p:txBody>
      </p:sp>
      <p:sp>
        <p:nvSpPr>
          <p:cNvPr id="117792" name="Text Box 32">
            <a:extLst>
              <a:ext uri="{FF2B5EF4-FFF2-40B4-BE49-F238E27FC236}">
                <a16:creationId xmlns:a16="http://schemas.microsoft.com/office/drawing/2014/main" id="{400CD67D-11EC-1E45-BB65-FBF5A49A88F2}"/>
              </a:ext>
            </a:extLst>
          </p:cNvPr>
          <p:cNvSpPr txBox="1">
            <a:spLocks noChangeArrowheads="1"/>
          </p:cNvSpPr>
          <p:nvPr/>
        </p:nvSpPr>
        <p:spPr bwMode="auto">
          <a:xfrm>
            <a:off x="2303860" y="3165872"/>
            <a:ext cx="4681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加上网络层首部，成为 </a:t>
            </a:r>
            <a:r>
              <a:rPr kumimoji="1" lang="en-US" altLang="zh-CN" sz="1800">
                <a:latin typeface="Arial" panose="020B0604020202020204" pitchFamily="34" charset="0"/>
                <a:ea typeface="宋体" panose="02010600030101010101" pitchFamily="2" charset="-122"/>
              </a:rPr>
              <a:t>IP </a:t>
            </a:r>
            <a:r>
              <a:rPr kumimoji="1" lang="zh-CN" altLang="en-US" sz="1800">
                <a:latin typeface="Arial" panose="020B0604020202020204" pitchFamily="34" charset="0"/>
                <a:ea typeface="宋体" panose="02010600030101010101" pitchFamily="2" charset="-122"/>
              </a:rPr>
              <a:t>数据报（或分组）</a:t>
            </a:r>
          </a:p>
        </p:txBody>
      </p:sp>
      <p:sp>
        <p:nvSpPr>
          <p:cNvPr id="218144" name="幻灯片编号占位符 2">
            <a:extLst>
              <a:ext uri="{FF2B5EF4-FFF2-40B4-BE49-F238E27FC236}">
                <a16:creationId xmlns:a16="http://schemas.microsoft.com/office/drawing/2014/main" id="{A2DE1655-B8EF-AA4E-AF92-C3EE084B63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909582E-06C8-304B-BCB9-5B1358F6EE3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212180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7789"/>
                                        </p:tgtEl>
                                        <p:attrNameLst>
                                          <p:attrName>style.visibility</p:attrName>
                                        </p:attrNameLst>
                                      </p:cBhvr>
                                      <p:to>
                                        <p:strVal val="visible"/>
                                      </p:to>
                                    </p:set>
                                    <p:animEffect transition="in" filter="wipe(up)">
                                      <p:cBhvr>
                                        <p:cTn id="7" dur="1000"/>
                                        <p:tgtEl>
                                          <p:spTgt spid="117789"/>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7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9" grpId="0" animBg="1"/>
      <p:bldP spid="117792"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0161" name="Rectangle 2">
            <a:extLst>
              <a:ext uri="{FF2B5EF4-FFF2-40B4-BE49-F238E27FC236}">
                <a16:creationId xmlns:a16="http://schemas.microsoft.com/office/drawing/2014/main" id="{ACEE319D-D6CD-6A49-9A65-CB75FC7D5FA2}"/>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0162" name="AutoShape 3">
            <a:extLst>
              <a:ext uri="{FF2B5EF4-FFF2-40B4-BE49-F238E27FC236}">
                <a16:creationId xmlns:a16="http://schemas.microsoft.com/office/drawing/2014/main" id="{61880E98-2374-464C-BBFE-9DAD8B4588ED}"/>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63" name="AutoShape 4">
            <a:extLst>
              <a:ext uri="{FF2B5EF4-FFF2-40B4-BE49-F238E27FC236}">
                <a16:creationId xmlns:a16="http://schemas.microsoft.com/office/drawing/2014/main" id="{A8A4D884-CFD2-204F-AF1D-A7D92A211320}"/>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64" name="Text Box 5">
            <a:extLst>
              <a:ext uri="{FF2B5EF4-FFF2-40B4-BE49-F238E27FC236}">
                <a16:creationId xmlns:a16="http://schemas.microsoft.com/office/drawing/2014/main" id="{7D76E33F-3CBF-F049-9D18-D587AAE7E6A6}"/>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0165" name="Text Box 6">
            <a:extLst>
              <a:ext uri="{FF2B5EF4-FFF2-40B4-BE49-F238E27FC236}">
                <a16:creationId xmlns:a16="http://schemas.microsoft.com/office/drawing/2014/main" id="{F86C2A9F-4324-3A45-A02E-D07EDFE3F63A}"/>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0166" name="Text Box 7">
            <a:extLst>
              <a:ext uri="{FF2B5EF4-FFF2-40B4-BE49-F238E27FC236}">
                <a16:creationId xmlns:a16="http://schemas.microsoft.com/office/drawing/2014/main" id="{14DE2E93-DABA-9A4C-ACFD-778155B4C2E2}"/>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0167" name="Text Box 8">
            <a:extLst>
              <a:ext uri="{FF2B5EF4-FFF2-40B4-BE49-F238E27FC236}">
                <a16:creationId xmlns:a16="http://schemas.microsoft.com/office/drawing/2014/main" id="{0912950B-ED2D-5F4B-86F0-9648A5F7A0B3}"/>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0168" name="Text Box 9">
            <a:extLst>
              <a:ext uri="{FF2B5EF4-FFF2-40B4-BE49-F238E27FC236}">
                <a16:creationId xmlns:a16="http://schemas.microsoft.com/office/drawing/2014/main" id="{F7312DAC-666F-F245-8183-52FE06459775}"/>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0169" name="Freeform 10">
            <a:extLst>
              <a:ext uri="{FF2B5EF4-FFF2-40B4-BE49-F238E27FC236}">
                <a16:creationId xmlns:a16="http://schemas.microsoft.com/office/drawing/2014/main" id="{AD573995-FFE6-1242-AFFF-EC15F0C1ADA7}"/>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0" name="Freeform 11">
            <a:extLst>
              <a:ext uri="{FF2B5EF4-FFF2-40B4-BE49-F238E27FC236}">
                <a16:creationId xmlns:a16="http://schemas.microsoft.com/office/drawing/2014/main" id="{4BDB4917-158C-8F42-B332-20D09E8B52AC}"/>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1" name="Freeform 12">
            <a:extLst>
              <a:ext uri="{FF2B5EF4-FFF2-40B4-BE49-F238E27FC236}">
                <a16:creationId xmlns:a16="http://schemas.microsoft.com/office/drawing/2014/main" id="{58ABA220-7F07-7649-8ED4-389337B434D6}"/>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2" name="Freeform 13">
            <a:extLst>
              <a:ext uri="{FF2B5EF4-FFF2-40B4-BE49-F238E27FC236}">
                <a16:creationId xmlns:a16="http://schemas.microsoft.com/office/drawing/2014/main" id="{6EAC8B07-056D-284D-B244-38352A292623}"/>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3" name="AutoShape 14">
            <a:extLst>
              <a:ext uri="{FF2B5EF4-FFF2-40B4-BE49-F238E27FC236}">
                <a16:creationId xmlns:a16="http://schemas.microsoft.com/office/drawing/2014/main" id="{C572F65D-61FA-9D4F-8B28-F0686AEB1F88}"/>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74" name="Text Box 15">
            <a:extLst>
              <a:ext uri="{FF2B5EF4-FFF2-40B4-BE49-F238E27FC236}">
                <a16:creationId xmlns:a16="http://schemas.microsoft.com/office/drawing/2014/main" id="{6B856DE0-A772-9549-8B86-9E46707B0F3F}"/>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0175" name="Text Box 16">
            <a:extLst>
              <a:ext uri="{FF2B5EF4-FFF2-40B4-BE49-F238E27FC236}">
                <a16:creationId xmlns:a16="http://schemas.microsoft.com/office/drawing/2014/main" id="{F6348B90-BDDB-ED4B-9E11-0599F1720560}"/>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0176" name="Text Box 17">
            <a:extLst>
              <a:ext uri="{FF2B5EF4-FFF2-40B4-BE49-F238E27FC236}">
                <a16:creationId xmlns:a16="http://schemas.microsoft.com/office/drawing/2014/main" id="{8DA1A21C-BAC9-E94A-8482-50F1B0146B4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0177" name="Text Box 18">
            <a:extLst>
              <a:ext uri="{FF2B5EF4-FFF2-40B4-BE49-F238E27FC236}">
                <a16:creationId xmlns:a16="http://schemas.microsoft.com/office/drawing/2014/main" id="{4B4692C4-1D02-144D-9EC9-DAA07931EE44}"/>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0178" name="Text Box 19">
            <a:extLst>
              <a:ext uri="{FF2B5EF4-FFF2-40B4-BE49-F238E27FC236}">
                <a16:creationId xmlns:a16="http://schemas.microsoft.com/office/drawing/2014/main" id="{9A6B09F3-3D6D-8B49-B079-20AE5FC50541}"/>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0179" name="Freeform 20">
            <a:extLst>
              <a:ext uri="{FF2B5EF4-FFF2-40B4-BE49-F238E27FC236}">
                <a16:creationId xmlns:a16="http://schemas.microsoft.com/office/drawing/2014/main" id="{452E6489-BEF3-174E-B731-B9654270EC6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0" name="Freeform 21">
            <a:extLst>
              <a:ext uri="{FF2B5EF4-FFF2-40B4-BE49-F238E27FC236}">
                <a16:creationId xmlns:a16="http://schemas.microsoft.com/office/drawing/2014/main" id="{77AD93B2-CB40-254E-A2A7-8EBACA663812}"/>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1" name="Freeform 22">
            <a:extLst>
              <a:ext uri="{FF2B5EF4-FFF2-40B4-BE49-F238E27FC236}">
                <a16:creationId xmlns:a16="http://schemas.microsoft.com/office/drawing/2014/main" id="{72BD71C2-AAED-CA45-90A2-B762E63B5894}"/>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2" name="Freeform 23">
            <a:extLst>
              <a:ext uri="{FF2B5EF4-FFF2-40B4-BE49-F238E27FC236}">
                <a16:creationId xmlns:a16="http://schemas.microsoft.com/office/drawing/2014/main" id="{E50EFB10-303B-F042-9862-94D439A95B4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3" name="Text Box 24">
            <a:extLst>
              <a:ext uri="{FF2B5EF4-FFF2-40B4-BE49-F238E27FC236}">
                <a16:creationId xmlns:a16="http://schemas.microsoft.com/office/drawing/2014/main" id="{3064C8C1-5291-2B42-9360-4A44B934537B}"/>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0184" name="AutoShape 25">
            <a:extLst>
              <a:ext uri="{FF2B5EF4-FFF2-40B4-BE49-F238E27FC236}">
                <a16:creationId xmlns:a16="http://schemas.microsoft.com/office/drawing/2014/main" id="{22D10647-8581-1340-BB10-805E6E377D1A}"/>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85" name="Text Box 26">
            <a:extLst>
              <a:ext uri="{FF2B5EF4-FFF2-40B4-BE49-F238E27FC236}">
                <a16:creationId xmlns:a16="http://schemas.microsoft.com/office/drawing/2014/main" id="{80824DB0-7367-C44D-969D-472CF0208B67}"/>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0186" name="AutoShape 27">
            <a:extLst>
              <a:ext uri="{FF2B5EF4-FFF2-40B4-BE49-F238E27FC236}">
                <a16:creationId xmlns:a16="http://schemas.microsoft.com/office/drawing/2014/main" id="{5780691F-F36A-054E-9DE1-1D80E8746169}"/>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87" name="Text Box 28">
            <a:extLst>
              <a:ext uri="{FF2B5EF4-FFF2-40B4-BE49-F238E27FC236}">
                <a16:creationId xmlns:a16="http://schemas.microsoft.com/office/drawing/2014/main" id="{ED8B8C27-C794-C04C-93BF-4814499AC45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8813" name="AutoShape 29">
            <a:extLst>
              <a:ext uri="{FF2B5EF4-FFF2-40B4-BE49-F238E27FC236}">
                <a16:creationId xmlns:a16="http://schemas.microsoft.com/office/drawing/2014/main" id="{B241DEEA-C74E-F147-A34C-E86749CBEF8B}"/>
              </a:ext>
            </a:extLst>
          </p:cNvPr>
          <p:cNvSpPr>
            <a:spLocks noChangeArrowheads="1"/>
          </p:cNvSpPr>
          <p:nvPr/>
        </p:nvSpPr>
        <p:spPr bwMode="auto">
          <a:xfrm flipV="1">
            <a:off x="1633537" y="3380185"/>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89" name="Text Box 30">
            <a:extLst>
              <a:ext uri="{FF2B5EF4-FFF2-40B4-BE49-F238E27FC236}">
                <a16:creationId xmlns:a16="http://schemas.microsoft.com/office/drawing/2014/main" id="{629A69FB-78AD-5A47-8EFC-4E3545265A51}"/>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0190" name="Text Box 31">
            <a:extLst>
              <a:ext uri="{FF2B5EF4-FFF2-40B4-BE49-F238E27FC236}">
                <a16:creationId xmlns:a16="http://schemas.microsoft.com/office/drawing/2014/main" id="{C23D9707-4ED2-2043-823C-9EF463F05149}"/>
              </a:ext>
            </a:extLst>
          </p:cNvPr>
          <p:cNvSpPr txBox="1">
            <a:spLocks noChangeArrowheads="1"/>
          </p:cNvSpPr>
          <p:nvPr/>
        </p:nvSpPr>
        <p:spPr bwMode="auto">
          <a:xfrm>
            <a:off x="2357438" y="3146822"/>
            <a:ext cx="3232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rPr>
              <a:t>IP </a:t>
            </a:r>
            <a:r>
              <a:rPr kumimoji="1" lang="zh-CN" altLang="en-US" sz="1800">
                <a:latin typeface="Arial" panose="020B0604020202020204" pitchFamily="34" charset="0"/>
                <a:ea typeface="宋体" panose="02010600030101010101" pitchFamily="2" charset="-122"/>
              </a:rPr>
              <a:t>数据报再传送到数据链路层</a:t>
            </a:r>
          </a:p>
        </p:txBody>
      </p:sp>
      <p:sp>
        <p:nvSpPr>
          <p:cNvPr id="118816" name="Text Box 32">
            <a:extLst>
              <a:ext uri="{FF2B5EF4-FFF2-40B4-BE49-F238E27FC236}">
                <a16:creationId xmlns:a16="http://schemas.microsoft.com/office/drawing/2014/main" id="{423F9149-10B1-FA40-9CF3-7C40FA4FF35F}"/>
              </a:ext>
            </a:extLst>
          </p:cNvPr>
          <p:cNvSpPr txBox="1">
            <a:spLocks noChangeArrowheads="1"/>
          </p:cNvSpPr>
          <p:nvPr/>
        </p:nvSpPr>
        <p:spPr bwMode="auto">
          <a:xfrm>
            <a:off x="2357437" y="3564731"/>
            <a:ext cx="45704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加上链路层首部和尾部，成为数据链路层帧</a:t>
            </a:r>
          </a:p>
        </p:txBody>
      </p:sp>
      <p:sp>
        <p:nvSpPr>
          <p:cNvPr id="220192" name="幻灯片编号占位符 2">
            <a:extLst>
              <a:ext uri="{FF2B5EF4-FFF2-40B4-BE49-F238E27FC236}">
                <a16:creationId xmlns:a16="http://schemas.microsoft.com/office/drawing/2014/main" id="{410F5F52-31E0-7E43-A13A-659F3D6FC60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F0267F-DA8C-2549-BC33-F7E4FCB502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420098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8813"/>
                                        </p:tgtEl>
                                        <p:attrNameLst>
                                          <p:attrName>style.visibility</p:attrName>
                                        </p:attrNameLst>
                                      </p:cBhvr>
                                      <p:to>
                                        <p:strVal val="visible"/>
                                      </p:to>
                                    </p:set>
                                    <p:animEffect transition="in" filter="wipe(up)">
                                      <p:cBhvr>
                                        <p:cTn id="7" dur="1000"/>
                                        <p:tgtEl>
                                          <p:spTgt spid="118813"/>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8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3" grpId="0" animBg="1"/>
      <p:bldP spid="118816" grpId="0"/>
    </p:bld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BE3A41AB-EB7B-9749-A453-8020DC341448}"/>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2210" name="AutoShape 3">
            <a:extLst>
              <a:ext uri="{FF2B5EF4-FFF2-40B4-BE49-F238E27FC236}">
                <a16:creationId xmlns:a16="http://schemas.microsoft.com/office/drawing/2014/main" id="{C7755684-A21C-FA40-BD6C-F57B8ABA3667}"/>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11" name="AutoShape 4">
            <a:extLst>
              <a:ext uri="{FF2B5EF4-FFF2-40B4-BE49-F238E27FC236}">
                <a16:creationId xmlns:a16="http://schemas.microsoft.com/office/drawing/2014/main" id="{89B955B7-AF3D-4C4A-B910-B04DB7BA7C38}"/>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12" name="Text Box 5">
            <a:extLst>
              <a:ext uri="{FF2B5EF4-FFF2-40B4-BE49-F238E27FC236}">
                <a16:creationId xmlns:a16="http://schemas.microsoft.com/office/drawing/2014/main" id="{F2A0EA9E-0DC4-0A48-91EB-DDAA3AC76539}"/>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2213" name="Text Box 6">
            <a:extLst>
              <a:ext uri="{FF2B5EF4-FFF2-40B4-BE49-F238E27FC236}">
                <a16:creationId xmlns:a16="http://schemas.microsoft.com/office/drawing/2014/main" id="{426CC5DA-F05C-A64A-BB2A-B3217403CCE3}"/>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2214" name="Text Box 7">
            <a:extLst>
              <a:ext uri="{FF2B5EF4-FFF2-40B4-BE49-F238E27FC236}">
                <a16:creationId xmlns:a16="http://schemas.microsoft.com/office/drawing/2014/main" id="{1861DA55-FCC4-E049-862E-3D7FFBC1A580}"/>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2215" name="Text Box 8">
            <a:extLst>
              <a:ext uri="{FF2B5EF4-FFF2-40B4-BE49-F238E27FC236}">
                <a16:creationId xmlns:a16="http://schemas.microsoft.com/office/drawing/2014/main" id="{955151CF-6A5E-E94F-BC3A-E2F66BB3592A}"/>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2216" name="Text Box 9">
            <a:extLst>
              <a:ext uri="{FF2B5EF4-FFF2-40B4-BE49-F238E27FC236}">
                <a16:creationId xmlns:a16="http://schemas.microsoft.com/office/drawing/2014/main" id="{37CDAB98-3574-B148-BDBC-5F2986BEDEFA}"/>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2217" name="Freeform 10">
            <a:extLst>
              <a:ext uri="{FF2B5EF4-FFF2-40B4-BE49-F238E27FC236}">
                <a16:creationId xmlns:a16="http://schemas.microsoft.com/office/drawing/2014/main" id="{2DF35EE1-ADEC-6F40-90F2-CFD0801A1BEA}"/>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18" name="Freeform 11">
            <a:extLst>
              <a:ext uri="{FF2B5EF4-FFF2-40B4-BE49-F238E27FC236}">
                <a16:creationId xmlns:a16="http://schemas.microsoft.com/office/drawing/2014/main" id="{D3E47AF4-917D-BA4C-AFD0-E50158534D67}"/>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19" name="Freeform 12">
            <a:extLst>
              <a:ext uri="{FF2B5EF4-FFF2-40B4-BE49-F238E27FC236}">
                <a16:creationId xmlns:a16="http://schemas.microsoft.com/office/drawing/2014/main" id="{5D433732-C07A-F645-9336-9CAC14D8183E}"/>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0" name="Freeform 13">
            <a:extLst>
              <a:ext uri="{FF2B5EF4-FFF2-40B4-BE49-F238E27FC236}">
                <a16:creationId xmlns:a16="http://schemas.microsoft.com/office/drawing/2014/main" id="{8545B159-045D-2847-A8BE-FD2EF797D559}"/>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1" name="AutoShape 14">
            <a:extLst>
              <a:ext uri="{FF2B5EF4-FFF2-40B4-BE49-F238E27FC236}">
                <a16:creationId xmlns:a16="http://schemas.microsoft.com/office/drawing/2014/main" id="{4A99FEF8-8D97-CC4D-A486-DD1217F183AB}"/>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22" name="Text Box 15">
            <a:extLst>
              <a:ext uri="{FF2B5EF4-FFF2-40B4-BE49-F238E27FC236}">
                <a16:creationId xmlns:a16="http://schemas.microsoft.com/office/drawing/2014/main" id="{C9309CCE-E096-2E43-B406-A2816806AE8F}"/>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2223" name="Text Box 16">
            <a:extLst>
              <a:ext uri="{FF2B5EF4-FFF2-40B4-BE49-F238E27FC236}">
                <a16:creationId xmlns:a16="http://schemas.microsoft.com/office/drawing/2014/main" id="{5D74818B-8088-8D46-840A-171A469EF8E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2224" name="Text Box 17">
            <a:extLst>
              <a:ext uri="{FF2B5EF4-FFF2-40B4-BE49-F238E27FC236}">
                <a16:creationId xmlns:a16="http://schemas.microsoft.com/office/drawing/2014/main" id="{092C9537-13F4-1147-BCEF-BFBEBB46EBFE}"/>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2225" name="Text Box 18">
            <a:extLst>
              <a:ext uri="{FF2B5EF4-FFF2-40B4-BE49-F238E27FC236}">
                <a16:creationId xmlns:a16="http://schemas.microsoft.com/office/drawing/2014/main" id="{AF6DC636-694B-0C4D-B0A3-22A3E6C9A3DC}"/>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2226" name="Text Box 19">
            <a:extLst>
              <a:ext uri="{FF2B5EF4-FFF2-40B4-BE49-F238E27FC236}">
                <a16:creationId xmlns:a16="http://schemas.microsoft.com/office/drawing/2014/main" id="{BE5ADBE8-808F-D647-AD88-24762E2CE1B7}"/>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2227" name="Freeform 20">
            <a:extLst>
              <a:ext uri="{FF2B5EF4-FFF2-40B4-BE49-F238E27FC236}">
                <a16:creationId xmlns:a16="http://schemas.microsoft.com/office/drawing/2014/main" id="{3327F318-B76E-414F-A2EF-1EF25917E655}"/>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8" name="Freeform 21">
            <a:extLst>
              <a:ext uri="{FF2B5EF4-FFF2-40B4-BE49-F238E27FC236}">
                <a16:creationId xmlns:a16="http://schemas.microsoft.com/office/drawing/2014/main" id="{03FF9FBD-BAEB-E542-A724-DA4DBA41B1AC}"/>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9" name="Freeform 22">
            <a:extLst>
              <a:ext uri="{FF2B5EF4-FFF2-40B4-BE49-F238E27FC236}">
                <a16:creationId xmlns:a16="http://schemas.microsoft.com/office/drawing/2014/main" id="{090A6210-B4C9-E240-A482-BC7300B04CA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30" name="Freeform 23">
            <a:extLst>
              <a:ext uri="{FF2B5EF4-FFF2-40B4-BE49-F238E27FC236}">
                <a16:creationId xmlns:a16="http://schemas.microsoft.com/office/drawing/2014/main" id="{D82880D0-335A-6E4B-8103-A898E74ADFE6}"/>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31" name="Text Box 24">
            <a:extLst>
              <a:ext uri="{FF2B5EF4-FFF2-40B4-BE49-F238E27FC236}">
                <a16:creationId xmlns:a16="http://schemas.microsoft.com/office/drawing/2014/main" id="{E56AE9A9-96BB-E24E-AD25-7EE5F44911DA}"/>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2232" name="AutoShape 25">
            <a:extLst>
              <a:ext uri="{FF2B5EF4-FFF2-40B4-BE49-F238E27FC236}">
                <a16:creationId xmlns:a16="http://schemas.microsoft.com/office/drawing/2014/main" id="{62717680-6C73-E042-B8EF-C338F7A0F836}"/>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33" name="Text Box 26">
            <a:extLst>
              <a:ext uri="{FF2B5EF4-FFF2-40B4-BE49-F238E27FC236}">
                <a16:creationId xmlns:a16="http://schemas.microsoft.com/office/drawing/2014/main" id="{09C9459E-F407-F04D-9BE4-480B224E00CC}"/>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2234" name="AutoShape 27">
            <a:extLst>
              <a:ext uri="{FF2B5EF4-FFF2-40B4-BE49-F238E27FC236}">
                <a16:creationId xmlns:a16="http://schemas.microsoft.com/office/drawing/2014/main" id="{AC5341A9-4E2E-D741-82E1-01412DE1A87D}"/>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35" name="Text Box 28">
            <a:extLst>
              <a:ext uri="{FF2B5EF4-FFF2-40B4-BE49-F238E27FC236}">
                <a16:creationId xmlns:a16="http://schemas.microsoft.com/office/drawing/2014/main" id="{B71FF13D-E831-CE49-A03A-90123DB25069}"/>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9837" name="AutoShape 29">
            <a:extLst>
              <a:ext uri="{FF2B5EF4-FFF2-40B4-BE49-F238E27FC236}">
                <a16:creationId xmlns:a16="http://schemas.microsoft.com/office/drawing/2014/main" id="{948C41FC-1A25-7741-AE53-9E16A46A3EA8}"/>
              </a:ext>
            </a:extLst>
          </p:cNvPr>
          <p:cNvSpPr>
            <a:spLocks noChangeArrowheads="1"/>
          </p:cNvSpPr>
          <p:nvPr/>
        </p:nvSpPr>
        <p:spPr bwMode="auto">
          <a:xfrm flipV="1">
            <a:off x="1633537" y="3812381"/>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37" name="Text Box 30">
            <a:extLst>
              <a:ext uri="{FF2B5EF4-FFF2-40B4-BE49-F238E27FC236}">
                <a16:creationId xmlns:a16="http://schemas.microsoft.com/office/drawing/2014/main" id="{1AD3FD35-1E54-CE4B-BED5-F000101CF976}"/>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2238" name="Text Box 31">
            <a:extLst>
              <a:ext uri="{FF2B5EF4-FFF2-40B4-BE49-F238E27FC236}">
                <a16:creationId xmlns:a16="http://schemas.microsoft.com/office/drawing/2014/main" id="{94BE9187-E65A-4542-9530-AD92E00078AF}"/>
              </a:ext>
            </a:extLst>
          </p:cNvPr>
          <p:cNvSpPr txBox="1">
            <a:spLocks noChangeArrowheads="1"/>
          </p:cNvSpPr>
          <p:nvPr/>
        </p:nvSpPr>
        <p:spPr bwMode="auto">
          <a:xfrm>
            <a:off x="2357438" y="3525441"/>
            <a:ext cx="3185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数据链路层帧再传送到物理层</a:t>
            </a:r>
          </a:p>
        </p:txBody>
      </p:sp>
      <p:sp>
        <p:nvSpPr>
          <p:cNvPr id="119840" name="Text Box 32">
            <a:extLst>
              <a:ext uri="{FF2B5EF4-FFF2-40B4-BE49-F238E27FC236}">
                <a16:creationId xmlns:a16="http://schemas.microsoft.com/office/drawing/2014/main" id="{857627C3-2975-D644-8787-FEDF74F8B5E8}"/>
              </a:ext>
            </a:extLst>
          </p:cNvPr>
          <p:cNvSpPr txBox="1">
            <a:spLocks noChangeArrowheads="1"/>
          </p:cNvSpPr>
          <p:nvPr/>
        </p:nvSpPr>
        <p:spPr bwMode="auto">
          <a:xfrm>
            <a:off x="2357437" y="3957638"/>
            <a:ext cx="4339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最下面的物理层把比特流传送到物理媒体</a:t>
            </a:r>
          </a:p>
        </p:txBody>
      </p:sp>
      <p:sp>
        <p:nvSpPr>
          <p:cNvPr id="222240" name="幻灯片编号占位符 2">
            <a:extLst>
              <a:ext uri="{FF2B5EF4-FFF2-40B4-BE49-F238E27FC236}">
                <a16:creationId xmlns:a16="http://schemas.microsoft.com/office/drawing/2014/main" id="{1573CA0F-7CDA-4547-B257-0FE3522C46F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84A6147-D106-A449-80B2-FB515EABFD1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14486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9837"/>
                                        </p:tgtEl>
                                        <p:attrNameLst>
                                          <p:attrName>style.visibility</p:attrName>
                                        </p:attrNameLst>
                                      </p:cBhvr>
                                      <p:to>
                                        <p:strVal val="visible"/>
                                      </p:to>
                                    </p:set>
                                    <p:animEffect transition="in" filter="wipe(up)">
                                      <p:cBhvr>
                                        <p:cTn id="7" dur="1000"/>
                                        <p:tgtEl>
                                          <p:spTgt spid="119837"/>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7" grpId="0" animBg="1"/>
      <p:bldP spid="119840" grpId="0"/>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980CFCA4-BCDD-C741-AC21-C2F89E26D49B}"/>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4258" name="Rectangle 3">
            <a:extLst>
              <a:ext uri="{FF2B5EF4-FFF2-40B4-BE49-F238E27FC236}">
                <a16:creationId xmlns:a16="http://schemas.microsoft.com/office/drawing/2014/main" id="{6DE1C3C9-0CF7-454A-B4F8-232B18BD670A}"/>
              </a:ext>
            </a:extLst>
          </p:cNvPr>
          <p:cNvSpPr>
            <a:spLocks noGrp="1" noChangeArrowheads="1"/>
          </p:cNvSpPr>
          <p:nvPr>
            <p:ph type="body" idx="1"/>
          </p:nvPr>
        </p:nvSpPr>
        <p:spPr>
          <a:xfrm>
            <a:off x="3600450" y="4245769"/>
            <a:ext cx="4046935" cy="756047"/>
          </a:xfrm>
        </p:spPr>
        <p:txBody>
          <a:bodyPr/>
          <a:lstStyle/>
          <a:p>
            <a:pPr eaLnBrk="1" hangingPunct="1">
              <a:lnSpc>
                <a:spcPct val="105000"/>
              </a:lnSpc>
            </a:pPr>
            <a:r>
              <a:rPr lang="zh-CN" altLang="en-US">
                <a:latin typeface="Times New Roman" panose="02020603050405020304" pitchFamily="18" charset="0"/>
                <a:ea typeface="宋体" panose="02010600030101010101" pitchFamily="2" charset="-122"/>
              </a:rPr>
              <a:t>应用层</a:t>
            </a:r>
            <a:r>
              <a:rPr lang="en-US" altLang="zh-CN">
                <a:latin typeface="Times New Roman" panose="02020603050405020304" pitchFamily="18" charset="0"/>
                <a:ea typeface="宋体" panose="02010600030101010101" pitchFamily="2" charset="-122"/>
              </a:rPr>
              <a:t>(application layer) </a:t>
            </a:r>
          </a:p>
        </p:txBody>
      </p:sp>
      <p:sp>
        <p:nvSpPr>
          <p:cNvPr id="224259" name="AutoShape 4">
            <a:extLst>
              <a:ext uri="{FF2B5EF4-FFF2-40B4-BE49-F238E27FC236}">
                <a16:creationId xmlns:a16="http://schemas.microsoft.com/office/drawing/2014/main" id="{B457FF01-8CC2-FD4A-A94F-49E774D320FF}"/>
              </a:ext>
            </a:extLst>
          </p:cNvPr>
          <p:cNvSpPr>
            <a:spLocks noChangeArrowheads="1"/>
          </p:cNvSpPr>
          <p:nvPr/>
        </p:nvSpPr>
        <p:spPr bwMode="auto">
          <a:xfrm rot="16200000">
            <a:off x="4384476"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60" name="AutoShape 5">
            <a:extLst>
              <a:ext uri="{FF2B5EF4-FFF2-40B4-BE49-F238E27FC236}">
                <a16:creationId xmlns:a16="http://schemas.microsoft.com/office/drawing/2014/main" id="{2858D163-797B-D64F-BFF1-976BA1ECE84A}"/>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61" name="Text Box 6">
            <a:extLst>
              <a:ext uri="{FF2B5EF4-FFF2-40B4-BE49-F238E27FC236}">
                <a16:creationId xmlns:a16="http://schemas.microsoft.com/office/drawing/2014/main" id="{FF5E3607-BFAD-BF40-BB6C-C3F35DC0256C}"/>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4262" name="Text Box 7">
            <a:extLst>
              <a:ext uri="{FF2B5EF4-FFF2-40B4-BE49-F238E27FC236}">
                <a16:creationId xmlns:a16="http://schemas.microsoft.com/office/drawing/2014/main" id="{4F6C867A-B40B-384A-9808-68CF8EBAAC54}"/>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4263" name="Text Box 8">
            <a:extLst>
              <a:ext uri="{FF2B5EF4-FFF2-40B4-BE49-F238E27FC236}">
                <a16:creationId xmlns:a16="http://schemas.microsoft.com/office/drawing/2014/main" id="{D37199F7-D52C-FD43-9765-85EEE64E3D42}"/>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4264" name="Text Box 9">
            <a:extLst>
              <a:ext uri="{FF2B5EF4-FFF2-40B4-BE49-F238E27FC236}">
                <a16:creationId xmlns:a16="http://schemas.microsoft.com/office/drawing/2014/main" id="{6A524156-51D9-B146-9A46-751CA6C132C3}"/>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4265" name="Text Box 10">
            <a:extLst>
              <a:ext uri="{FF2B5EF4-FFF2-40B4-BE49-F238E27FC236}">
                <a16:creationId xmlns:a16="http://schemas.microsoft.com/office/drawing/2014/main" id="{1183E134-AC07-F04F-B136-587244D08BCE}"/>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4266" name="Freeform 11">
            <a:extLst>
              <a:ext uri="{FF2B5EF4-FFF2-40B4-BE49-F238E27FC236}">
                <a16:creationId xmlns:a16="http://schemas.microsoft.com/office/drawing/2014/main" id="{DA04667C-0C93-A548-804B-AC996B014D6E}"/>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67" name="Freeform 12">
            <a:extLst>
              <a:ext uri="{FF2B5EF4-FFF2-40B4-BE49-F238E27FC236}">
                <a16:creationId xmlns:a16="http://schemas.microsoft.com/office/drawing/2014/main" id="{D137E57B-B1AD-DE4B-AD42-1FA7A6375515}"/>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68" name="Freeform 13">
            <a:extLst>
              <a:ext uri="{FF2B5EF4-FFF2-40B4-BE49-F238E27FC236}">
                <a16:creationId xmlns:a16="http://schemas.microsoft.com/office/drawing/2014/main" id="{72B5E198-F917-EE43-84D3-F31762A74B3C}"/>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69" name="Freeform 14">
            <a:extLst>
              <a:ext uri="{FF2B5EF4-FFF2-40B4-BE49-F238E27FC236}">
                <a16:creationId xmlns:a16="http://schemas.microsoft.com/office/drawing/2014/main" id="{ADAA58E0-65B4-D94B-820E-6E2CC9ADA1A0}"/>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0" name="AutoShape 15">
            <a:extLst>
              <a:ext uri="{FF2B5EF4-FFF2-40B4-BE49-F238E27FC236}">
                <a16:creationId xmlns:a16="http://schemas.microsoft.com/office/drawing/2014/main" id="{C8B19344-C56C-9D4B-A823-CDF91F6B0993}"/>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71" name="Text Box 16">
            <a:extLst>
              <a:ext uri="{FF2B5EF4-FFF2-40B4-BE49-F238E27FC236}">
                <a16:creationId xmlns:a16="http://schemas.microsoft.com/office/drawing/2014/main" id="{34337D0E-BAE6-3542-BEE4-355EDE9C6901}"/>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4272" name="Text Box 17">
            <a:extLst>
              <a:ext uri="{FF2B5EF4-FFF2-40B4-BE49-F238E27FC236}">
                <a16:creationId xmlns:a16="http://schemas.microsoft.com/office/drawing/2014/main" id="{0C73F7D1-5D46-A049-8D2A-6AB0F30E7F9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4273" name="Text Box 18">
            <a:extLst>
              <a:ext uri="{FF2B5EF4-FFF2-40B4-BE49-F238E27FC236}">
                <a16:creationId xmlns:a16="http://schemas.microsoft.com/office/drawing/2014/main" id="{5493649C-D780-6748-B6B2-F06CFA26638C}"/>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4274" name="Text Box 19">
            <a:extLst>
              <a:ext uri="{FF2B5EF4-FFF2-40B4-BE49-F238E27FC236}">
                <a16:creationId xmlns:a16="http://schemas.microsoft.com/office/drawing/2014/main" id="{F4D3C6AD-DAB7-CA4A-96EE-A0FF7F487932}"/>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4275" name="Text Box 20">
            <a:extLst>
              <a:ext uri="{FF2B5EF4-FFF2-40B4-BE49-F238E27FC236}">
                <a16:creationId xmlns:a16="http://schemas.microsoft.com/office/drawing/2014/main" id="{F6CEA20F-14C0-2945-A65C-C37EFDB80BF7}"/>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4276" name="Freeform 21">
            <a:extLst>
              <a:ext uri="{FF2B5EF4-FFF2-40B4-BE49-F238E27FC236}">
                <a16:creationId xmlns:a16="http://schemas.microsoft.com/office/drawing/2014/main" id="{0CC83511-5852-2543-95EE-3D10866191D7}"/>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7" name="Freeform 22">
            <a:extLst>
              <a:ext uri="{FF2B5EF4-FFF2-40B4-BE49-F238E27FC236}">
                <a16:creationId xmlns:a16="http://schemas.microsoft.com/office/drawing/2014/main" id="{EC79913E-F9D3-7448-823B-DF41847659CC}"/>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8" name="Freeform 23">
            <a:extLst>
              <a:ext uri="{FF2B5EF4-FFF2-40B4-BE49-F238E27FC236}">
                <a16:creationId xmlns:a16="http://schemas.microsoft.com/office/drawing/2014/main" id="{CC653E6D-C023-2646-B922-7B3CC18E2513}"/>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9" name="Freeform 24">
            <a:extLst>
              <a:ext uri="{FF2B5EF4-FFF2-40B4-BE49-F238E27FC236}">
                <a16:creationId xmlns:a16="http://schemas.microsoft.com/office/drawing/2014/main" id="{1E315564-AB42-9649-9E54-8C5F1872B035}"/>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0857" name="AutoShape 25">
            <a:extLst>
              <a:ext uri="{FF2B5EF4-FFF2-40B4-BE49-F238E27FC236}">
                <a16:creationId xmlns:a16="http://schemas.microsoft.com/office/drawing/2014/main" id="{8A4492B0-6438-EF47-9FE3-AEE618D9BCB6}"/>
              </a:ext>
            </a:extLst>
          </p:cNvPr>
          <p:cNvSpPr>
            <a:spLocks noChangeArrowheads="1"/>
          </p:cNvSpPr>
          <p:nvPr/>
        </p:nvSpPr>
        <p:spPr bwMode="auto">
          <a:xfrm flipV="1">
            <a:off x="1665685" y="4298156"/>
            <a:ext cx="296465" cy="314325"/>
          </a:xfrm>
          <a:custGeom>
            <a:avLst/>
            <a:gdLst>
              <a:gd name="T0" fmla="*/ 92704519 w 21600"/>
              <a:gd name="T1" fmla="*/ 0 h 21600"/>
              <a:gd name="T2" fmla="*/ 92704519 w 21600"/>
              <a:gd name="T3" fmla="*/ 88808377 h 21600"/>
              <a:gd name="T4" fmla="*/ 19838924 w 21600"/>
              <a:gd name="T5" fmla="*/ 157777646 h 21600"/>
              <a:gd name="T6" fmla="*/ 132382348 w 21600"/>
              <a:gd name="T7" fmla="*/ 44403994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12700">
            <a:solidFill>
              <a:schemeClr val="tx1"/>
            </a:solidFill>
            <a:miter lim="800000"/>
            <a:headEnd/>
            <a:tailEnd/>
          </a:ln>
        </p:spPr>
        <p:txBody>
          <a:bodyPr wrap="none" anchor="ctr"/>
          <a:lstStyle/>
          <a:p>
            <a:endParaRPr lang="zh-CN" altLang="en-US"/>
          </a:p>
        </p:txBody>
      </p:sp>
      <p:sp>
        <p:nvSpPr>
          <p:cNvPr id="224281" name="Text Box 26">
            <a:extLst>
              <a:ext uri="{FF2B5EF4-FFF2-40B4-BE49-F238E27FC236}">
                <a16:creationId xmlns:a16="http://schemas.microsoft.com/office/drawing/2014/main" id="{D2FA2473-3635-9C45-B49D-DA27CCD2B1A4}"/>
              </a:ext>
            </a:extLst>
          </p:cNvPr>
          <p:cNvSpPr txBox="1">
            <a:spLocks noChangeArrowheads="1"/>
          </p:cNvSpPr>
          <p:nvPr/>
        </p:nvSpPr>
        <p:spPr bwMode="auto">
          <a:xfrm>
            <a:off x="4031456" y="4370785"/>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黑体" panose="02010609060101010101" pitchFamily="49" charset="-122"/>
                <a:ea typeface="宋体" panose="02010600030101010101" pitchFamily="2" charset="-122"/>
              </a:rPr>
              <a:t>物理传输媒体</a:t>
            </a:r>
          </a:p>
        </p:txBody>
      </p:sp>
      <p:sp>
        <p:nvSpPr>
          <p:cNvPr id="120859" name="AutoShape 27">
            <a:extLst>
              <a:ext uri="{FF2B5EF4-FFF2-40B4-BE49-F238E27FC236}">
                <a16:creationId xmlns:a16="http://schemas.microsoft.com/office/drawing/2014/main" id="{CC4F2021-0CD0-DD4A-A07B-EAFB6C49A9B8}"/>
              </a:ext>
            </a:extLst>
          </p:cNvPr>
          <p:cNvSpPr>
            <a:spLocks noChangeArrowheads="1"/>
          </p:cNvSpPr>
          <p:nvPr/>
        </p:nvSpPr>
        <p:spPr bwMode="auto">
          <a:xfrm rot="5400000">
            <a:off x="3626049" y="4373762"/>
            <a:ext cx="134540" cy="295275"/>
          </a:xfrm>
          <a:prstGeom prst="upArrow">
            <a:avLst>
              <a:gd name="adj1" fmla="val 50000"/>
              <a:gd name="adj2" fmla="val 54867"/>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20860" name="AutoShape 28">
            <a:extLst>
              <a:ext uri="{FF2B5EF4-FFF2-40B4-BE49-F238E27FC236}">
                <a16:creationId xmlns:a16="http://schemas.microsoft.com/office/drawing/2014/main" id="{C0BAAF4B-29AB-5845-A3D6-4E6C3EF158A8}"/>
              </a:ext>
            </a:extLst>
          </p:cNvPr>
          <p:cNvSpPr>
            <a:spLocks noChangeArrowheads="1"/>
          </p:cNvSpPr>
          <p:nvPr/>
        </p:nvSpPr>
        <p:spPr bwMode="auto">
          <a:xfrm rot="5400000">
            <a:off x="5678686" y="4373762"/>
            <a:ext cx="134540" cy="295275"/>
          </a:xfrm>
          <a:prstGeom prst="upArrow">
            <a:avLst>
              <a:gd name="adj1" fmla="val 50000"/>
              <a:gd name="adj2" fmla="val 54867"/>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84" name="Text Box 29">
            <a:extLst>
              <a:ext uri="{FF2B5EF4-FFF2-40B4-BE49-F238E27FC236}">
                <a16:creationId xmlns:a16="http://schemas.microsoft.com/office/drawing/2014/main" id="{74FF69E1-AB4A-224D-9524-2D632C524C3D}"/>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4285" name="AutoShape 30">
            <a:extLst>
              <a:ext uri="{FF2B5EF4-FFF2-40B4-BE49-F238E27FC236}">
                <a16:creationId xmlns:a16="http://schemas.microsoft.com/office/drawing/2014/main" id="{24139A57-D2A8-804B-BD80-4F4949BD6AB1}"/>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86" name="Text Box 31">
            <a:extLst>
              <a:ext uri="{FF2B5EF4-FFF2-40B4-BE49-F238E27FC236}">
                <a16:creationId xmlns:a16="http://schemas.microsoft.com/office/drawing/2014/main" id="{61E9F1C9-9B7E-944E-98D7-EBE92C9F26D5}"/>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4287" name="AutoShape 32">
            <a:extLst>
              <a:ext uri="{FF2B5EF4-FFF2-40B4-BE49-F238E27FC236}">
                <a16:creationId xmlns:a16="http://schemas.microsoft.com/office/drawing/2014/main" id="{0FECE699-E878-AB49-915C-B97EC8E1FCE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88" name="Text Box 33">
            <a:extLst>
              <a:ext uri="{FF2B5EF4-FFF2-40B4-BE49-F238E27FC236}">
                <a16:creationId xmlns:a16="http://schemas.microsoft.com/office/drawing/2014/main" id="{90F71CDD-51DC-A645-AD45-A92D9850B5E6}"/>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grpSp>
        <p:nvGrpSpPr>
          <p:cNvPr id="120866" name="Group 34">
            <a:extLst>
              <a:ext uri="{FF2B5EF4-FFF2-40B4-BE49-F238E27FC236}">
                <a16:creationId xmlns:a16="http://schemas.microsoft.com/office/drawing/2014/main" id="{A4E69063-CD51-8642-BFB1-B8EDEAA7C52B}"/>
              </a:ext>
            </a:extLst>
          </p:cNvPr>
          <p:cNvGrpSpPr>
            <a:grpSpLocks/>
          </p:cNvGrpSpPr>
          <p:nvPr/>
        </p:nvGrpSpPr>
        <p:grpSpPr bwMode="auto">
          <a:xfrm>
            <a:off x="2357438" y="4469606"/>
            <a:ext cx="800100" cy="104775"/>
            <a:chOff x="1344" y="912"/>
            <a:chExt cx="672" cy="96"/>
          </a:xfrm>
        </p:grpSpPr>
        <p:sp>
          <p:nvSpPr>
            <p:cNvPr id="224297" name="Line 35">
              <a:extLst>
                <a:ext uri="{FF2B5EF4-FFF2-40B4-BE49-F238E27FC236}">
                  <a16:creationId xmlns:a16="http://schemas.microsoft.com/office/drawing/2014/main" id="{D8CEFF66-18BD-3C45-A5EF-067AF4150328}"/>
                </a:ext>
              </a:extLst>
            </p:cNvPr>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24298" name="Freeform 36">
              <a:extLst>
                <a:ext uri="{FF2B5EF4-FFF2-40B4-BE49-F238E27FC236}">
                  <a16:creationId xmlns:a16="http://schemas.microsoft.com/office/drawing/2014/main" id="{B4117D37-6F3D-ED4B-BE10-467CF25A5356}"/>
                </a:ext>
              </a:extLst>
            </p:cNvPr>
            <p:cNvSpPr>
              <a:spLocks/>
            </p:cNvSpPr>
            <p:nvPr/>
          </p:nvSpPr>
          <p:spPr bwMode="auto">
            <a:xfrm>
              <a:off x="1392" y="912"/>
              <a:ext cx="576" cy="96"/>
            </a:xfrm>
            <a:custGeom>
              <a:avLst/>
              <a:gdLst>
                <a:gd name="T0" fmla="*/ 0 w 576"/>
                <a:gd name="T1" fmla="*/ 12 h 192"/>
                <a:gd name="T2" fmla="*/ 0 w 576"/>
                <a:gd name="T3" fmla="*/ 0 h 192"/>
                <a:gd name="T4" fmla="*/ 192 w 576"/>
                <a:gd name="T5" fmla="*/ 0 h 192"/>
                <a:gd name="T6" fmla="*/ 192 w 576"/>
                <a:gd name="T7" fmla="*/ 24 h 192"/>
                <a:gd name="T8" fmla="*/ 288 w 576"/>
                <a:gd name="T9" fmla="*/ 24 h 192"/>
                <a:gd name="T10" fmla="*/ 288 w 576"/>
                <a:gd name="T11" fmla="*/ 0 h 192"/>
                <a:gd name="T12" fmla="*/ 336 w 576"/>
                <a:gd name="T13" fmla="*/ 0 h 192"/>
                <a:gd name="T14" fmla="*/ 336 w 576"/>
                <a:gd name="T15" fmla="*/ 24 h 192"/>
                <a:gd name="T16" fmla="*/ 480 w 576"/>
                <a:gd name="T17" fmla="*/ 24 h 192"/>
                <a:gd name="T18" fmla="*/ 480 w 576"/>
                <a:gd name="T19" fmla="*/ 0 h 192"/>
                <a:gd name="T20" fmla="*/ 576 w 576"/>
                <a:gd name="T21" fmla="*/ 0 h 192"/>
                <a:gd name="T22" fmla="*/ 576 w 576"/>
                <a:gd name="T23" fmla="*/ 12 h 192"/>
                <a:gd name="T24" fmla="*/ 0 w 576"/>
                <a:gd name="T25" fmla="*/ 12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chemeClr val="tx2"/>
            </a:solidFill>
            <a:ln w="12700" cap="flat" cmpd="sng">
              <a:solidFill>
                <a:schemeClr val="tx1"/>
              </a:solidFill>
              <a:prstDash val="solid"/>
              <a:round/>
              <a:headEnd type="none" w="sm" len="lg"/>
              <a:tailEnd type="none" w="sm" len="lg"/>
            </a:ln>
          </p:spPr>
          <p:txBody>
            <a:bodyPr/>
            <a:lstStyle/>
            <a:p>
              <a:endParaRPr lang="zh-CN" altLang="en-US"/>
            </a:p>
          </p:txBody>
        </p:sp>
      </p:grpSp>
      <p:grpSp>
        <p:nvGrpSpPr>
          <p:cNvPr id="120869" name="Group 37">
            <a:extLst>
              <a:ext uri="{FF2B5EF4-FFF2-40B4-BE49-F238E27FC236}">
                <a16:creationId xmlns:a16="http://schemas.microsoft.com/office/drawing/2014/main" id="{08519B10-3386-DA4F-8C70-D29C428954C4}"/>
              </a:ext>
            </a:extLst>
          </p:cNvPr>
          <p:cNvGrpSpPr>
            <a:grpSpLocks/>
          </p:cNvGrpSpPr>
          <p:nvPr/>
        </p:nvGrpSpPr>
        <p:grpSpPr bwMode="auto">
          <a:xfrm>
            <a:off x="6093619" y="4468417"/>
            <a:ext cx="800100" cy="107156"/>
            <a:chOff x="4158" y="3753"/>
            <a:chExt cx="672" cy="90"/>
          </a:xfrm>
        </p:grpSpPr>
        <p:sp>
          <p:nvSpPr>
            <p:cNvPr id="224295" name="Line 38">
              <a:extLst>
                <a:ext uri="{FF2B5EF4-FFF2-40B4-BE49-F238E27FC236}">
                  <a16:creationId xmlns:a16="http://schemas.microsoft.com/office/drawing/2014/main" id="{775EFBF0-D738-584D-B6D7-A18076AED0C0}"/>
                </a:ext>
              </a:extLst>
            </p:cNvPr>
            <p:cNvSpPr>
              <a:spLocks noChangeShapeType="1"/>
            </p:cNvSpPr>
            <p:nvPr/>
          </p:nvSpPr>
          <p:spPr bwMode="auto">
            <a:xfrm>
              <a:off x="4158" y="3798"/>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24296" name="Freeform 39">
              <a:extLst>
                <a:ext uri="{FF2B5EF4-FFF2-40B4-BE49-F238E27FC236}">
                  <a16:creationId xmlns:a16="http://schemas.microsoft.com/office/drawing/2014/main" id="{27A93F20-8E29-5F4C-858E-0359E5978CD9}"/>
                </a:ext>
              </a:extLst>
            </p:cNvPr>
            <p:cNvSpPr>
              <a:spLocks/>
            </p:cNvSpPr>
            <p:nvPr/>
          </p:nvSpPr>
          <p:spPr bwMode="auto">
            <a:xfrm>
              <a:off x="4209" y="3753"/>
              <a:ext cx="576" cy="90"/>
            </a:xfrm>
            <a:custGeom>
              <a:avLst/>
              <a:gdLst>
                <a:gd name="T0" fmla="*/ 0 w 576"/>
                <a:gd name="T1" fmla="*/ 38 h 99"/>
                <a:gd name="T2" fmla="*/ 0 w 576"/>
                <a:gd name="T3" fmla="*/ 3 h 99"/>
                <a:gd name="T4" fmla="*/ 135 w 576"/>
                <a:gd name="T5" fmla="*/ 3 h 99"/>
                <a:gd name="T6" fmla="*/ 138 w 576"/>
                <a:gd name="T7" fmla="*/ 75 h 99"/>
                <a:gd name="T8" fmla="*/ 264 w 576"/>
                <a:gd name="T9" fmla="*/ 74 h 99"/>
                <a:gd name="T10" fmla="*/ 264 w 576"/>
                <a:gd name="T11" fmla="*/ 0 h 99"/>
                <a:gd name="T12" fmla="*/ 426 w 576"/>
                <a:gd name="T13" fmla="*/ 0 h 99"/>
                <a:gd name="T14" fmla="*/ 426 w 576"/>
                <a:gd name="T15" fmla="*/ 75 h 99"/>
                <a:gd name="T16" fmla="*/ 480 w 576"/>
                <a:gd name="T17" fmla="*/ 75 h 99"/>
                <a:gd name="T18" fmla="*/ 480 w 576"/>
                <a:gd name="T19" fmla="*/ 3 h 99"/>
                <a:gd name="T20" fmla="*/ 576 w 576"/>
                <a:gd name="T21" fmla="*/ 3 h 99"/>
                <a:gd name="T22" fmla="*/ 576 w 576"/>
                <a:gd name="T23" fmla="*/ 38 h 99"/>
                <a:gd name="T24" fmla="*/ 0 w 576"/>
                <a:gd name="T25" fmla="*/ 38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chemeClr val="tx2"/>
            </a:solidFill>
            <a:ln w="12700" cap="flat" cmpd="sng">
              <a:solidFill>
                <a:schemeClr val="tx1"/>
              </a:solidFill>
              <a:prstDash val="solid"/>
              <a:round/>
              <a:headEnd type="none" w="sm" len="lg"/>
              <a:tailEnd type="none" w="sm" len="lg"/>
            </a:ln>
          </p:spPr>
          <p:txBody>
            <a:bodyPr/>
            <a:lstStyle/>
            <a:p>
              <a:endParaRPr lang="zh-CN" altLang="en-US"/>
            </a:p>
          </p:txBody>
        </p:sp>
      </p:grpSp>
      <p:sp>
        <p:nvSpPr>
          <p:cNvPr id="224291" name="Text Box 40">
            <a:extLst>
              <a:ext uri="{FF2B5EF4-FFF2-40B4-BE49-F238E27FC236}">
                <a16:creationId xmlns:a16="http://schemas.microsoft.com/office/drawing/2014/main" id="{2E6A34DA-16E5-E143-80DD-76FA4AA31449}"/>
              </a:ext>
            </a:extLst>
          </p:cNvPr>
          <p:cNvSpPr txBox="1">
            <a:spLocks noChangeArrowheads="1"/>
          </p:cNvSpPr>
          <p:nvPr/>
        </p:nvSpPr>
        <p:spPr bwMode="auto">
          <a:xfrm>
            <a:off x="2531879" y="3598069"/>
            <a:ext cx="410881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ea typeface="宋体" panose="02010600030101010101" pitchFamily="2" charset="-122"/>
              </a:rPr>
              <a:t>电信号（或光信号）在物理媒体中传播</a:t>
            </a:r>
          </a:p>
          <a:p>
            <a:pPr algn="ctr">
              <a:spcBef>
                <a:spcPct val="0"/>
              </a:spcBef>
              <a:buClrTx/>
              <a:buSzTx/>
              <a:buFontTx/>
              <a:buNone/>
            </a:pPr>
            <a:r>
              <a:rPr kumimoji="1" lang="zh-CN" altLang="en-US" sz="1800">
                <a:ea typeface="宋体" panose="02010600030101010101" pitchFamily="2" charset="-122"/>
              </a:rPr>
              <a:t>从发送端物理层传送到接收端物理层</a:t>
            </a:r>
          </a:p>
        </p:txBody>
      </p:sp>
      <p:sp>
        <p:nvSpPr>
          <p:cNvPr id="224292" name="Text Box 41">
            <a:extLst>
              <a:ext uri="{FF2B5EF4-FFF2-40B4-BE49-F238E27FC236}">
                <a16:creationId xmlns:a16="http://schemas.microsoft.com/office/drawing/2014/main" id="{277A3837-3FF4-FB40-ABCD-A9384912DA2C}"/>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20874" name="AutoShape 42">
            <a:extLst>
              <a:ext uri="{FF2B5EF4-FFF2-40B4-BE49-F238E27FC236}">
                <a16:creationId xmlns:a16="http://schemas.microsoft.com/office/drawing/2014/main" id="{BFA4071F-D17D-3A4B-990B-83D38D075D4E}"/>
              </a:ext>
            </a:extLst>
          </p:cNvPr>
          <p:cNvSpPr>
            <a:spLocks noChangeArrowheads="1"/>
          </p:cNvSpPr>
          <p:nvPr/>
        </p:nvSpPr>
        <p:spPr bwMode="auto">
          <a:xfrm rot="5400000" flipH="1">
            <a:off x="7196733" y="4259461"/>
            <a:ext cx="323850" cy="296466"/>
          </a:xfrm>
          <a:custGeom>
            <a:avLst/>
            <a:gdLst>
              <a:gd name="T0" fmla="*/ 120840030 w 21600"/>
              <a:gd name="T1" fmla="*/ 0 h 21600"/>
              <a:gd name="T2" fmla="*/ 120840030 w 21600"/>
              <a:gd name="T3" fmla="*/ 74514698 h 21600"/>
              <a:gd name="T4" fmla="*/ 25860042 w 21600"/>
              <a:gd name="T5" fmla="*/ 132383360 h 21600"/>
              <a:gd name="T6" fmla="*/ 172560114 w 21600"/>
              <a:gd name="T7" fmla="*/ 3725735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12700">
            <a:solidFill>
              <a:schemeClr val="tx1"/>
            </a:solidFill>
            <a:miter lim="800000"/>
            <a:headEnd/>
            <a:tailEnd/>
          </a:ln>
        </p:spPr>
        <p:txBody>
          <a:bodyPr wrap="none" anchor="ctr"/>
          <a:lstStyle/>
          <a:p>
            <a:endParaRPr lang="zh-CN" altLang="en-US"/>
          </a:p>
        </p:txBody>
      </p:sp>
      <p:sp>
        <p:nvSpPr>
          <p:cNvPr id="224294" name="幻灯片编号占位符 2">
            <a:extLst>
              <a:ext uri="{FF2B5EF4-FFF2-40B4-BE49-F238E27FC236}">
                <a16:creationId xmlns:a16="http://schemas.microsoft.com/office/drawing/2014/main" id="{6D5AF3F3-6401-F141-A88C-9372B1C23E1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B77E6E-8F6B-1344-AF32-98739E39C14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649969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120857"/>
                                        </p:tgtEl>
                                        <p:attrNameLst>
                                          <p:attrName>style.visibility</p:attrName>
                                        </p:attrNameLst>
                                      </p:cBhvr>
                                      <p:to>
                                        <p:strVal val="visible"/>
                                      </p:to>
                                    </p:set>
                                    <p:animEffect transition="in" filter="wipe(left)">
                                      <p:cBhvr>
                                        <p:cTn id="7" dur="500"/>
                                        <p:tgtEl>
                                          <p:spTgt spid="120857"/>
                                        </p:tgtEl>
                                      </p:cBhvr>
                                    </p:animEffect>
                                  </p:childTnLst>
                                </p:cTn>
                              </p:par>
                            </p:childTnLst>
                          </p:cTn>
                        </p:par>
                        <p:par>
                          <p:cTn id="8" fill="hold" nodeType="afterGroup">
                            <p:stCondLst>
                              <p:cond delay="1500"/>
                            </p:stCondLst>
                            <p:childTnLst>
                              <p:par>
                                <p:cTn id="9" presetID="1" presetClass="entr" presetSubtype="0" fill="hold" nodeType="afterEffect">
                                  <p:stCondLst>
                                    <p:cond delay="0"/>
                                  </p:stCondLst>
                                  <p:childTnLst>
                                    <p:set>
                                      <p:cBhvr>
                                        <p:cTn id="10" dur="1" fill="hold">
                                          <p:stCondLst>
                                            <p:cond delay="0"/>
                                          </p:stCondLst>
                                        </p:cTn>
                                        <p:tgtEl>
                                          <p:spTgt spid="120866"/>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8" fill="hold" grpId="0" nodeType="afterEffect">
                                  <p:stCondLst>
                                    <p:cond delay="0"/>
                                  </p:stCondLst>
                                  <p:childTnLst>
                                    <p:set>
                                      <p:cBhvr>
                                        <p:cTn id="13" dur="1" fill="hold">
                                          <p:stCondLst>
                                            <p:cond delay="0"/>
                                          </p:stCondLst>
                                        </p:cTn>
                                        <p:tgtEl>
                                          <p:spTgt spid="120859"/>
                                        </p:tgtEl>
                                        <p:attrNameLst>
                                          <p:attrName>style.visibility</p:attrName>
                                        </p:attrNameLst>
                                      </p:cBhvr>
                                      <p:to>
                                        <p:strVal val="visible"/>
                                      </p:to>
                                    </p:set>
                                    <p:animEffect transition="in" filter="wipe(left)">
                                      <p:cBhvr>
                                        <p:cTn id="14" dur="500"/>
                                        <p:tgtEl>
                                          <p:spTgt spid="120859"/>
                                        </p:tgtEl>
                                      </p:cBhvr>
                                    </p:animEffect>
                                  </p:childTnLst>
                                </p:cTn>
                              </p:par>
                            </p:childTnLst>
                          </p:cTn>
                        </p:par>
                        <p:par>
                          <p:cTn id="15" fill="hold" nodeType="afterGroup">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120860"/>
                                        </p:tgtEl>
                                        <p:attrNameLst>
                                          <p:attrName>style.visibility</p:attrName>
                                        </p:attrNameLst>
                                      </p:cBhvr>
                                      <p:to>
                                        <p:strVal val="visible"/>
                                      </p:to>
                                    </p:set>
                                    <p:animEffect transition="in" filter="wipe(left)">
                                      <p:cBhvr>
                                        <p:cTn id="18" dur="500"/>
                                        <p:tgtEl>
                                          <p:spTgt spid="120860"/>
                                        </p:tgtEl>
                                      </p:cBhvr>
                                    </p:animEffect>
                                  </p:childTnLst>
                                </p:cTn>
                              </p:par>
                            </p:childTnLst>
                          </p:cTn>
                        </p:par>
                        <p:par>
                          <p:cTn id="19" fill="hold" nodeType="afterGroup">
                            <p:stCondLst>
                              <p:cond delay="2500"/>
                            </p:stCondLst>
                            <p:childTnLst>
                              <p:par>
                                <p:cTn id="20" presetID="1" presetClass="entr" presetSubtype="0" fill="hold" nodeType="afterEffect">
                                  <p:stCondLst>
                                    <p:cond delay="0"/>
                                  </p:stCondLst>
                                  <p:childTnLst>
                                    <p:set>
                                      <p:cBhvr>
                                        <p:cTn id="21" dur="1" fill="hold">
                                          <p:stCondLst>
                                            <p:cond delay="0"/>
                                          </p:stCondLst>
                                        </p:cTn>
                                        <p:tgtEl>
                                          <p:spTgt spid="120869"/>
                                        </p:tgtEl>
                                        <p:attrNameLst>
                                          <p:attrName>style.visibility</p:attrName>
                                        </p:attrNameLst>
                                      </p:cBhvr>
                                      <p:to>
                                        <p:strVal val="visible"/>
                                      </p:to>
                                    </p:set>
                                  </p:childTnLst>
                                </p:cTn>
                              </p:par>
                            </p:childTnLst>
                          </p:cTn>
                        </p:par>
                        <p:par>
                          <p:cTn id="22" fill="hold" nodeType="afterGroup">
                            <p:stCondLst>
                              <p:cond delay="2500"/>
                            </p:stCondLst>
                            <p:childTnLst>
                              <p:par>
                                <p:cTn id="23" presetID="22" presetClass="entr" presetSubtype="4" fill="hold" nodeType="afterEffect">
                                  <p:stCondLst>
                                    <p:cond delay="0"/>
                                  </p:stCondLst>
                                  <p:childTnLst>
                                    <p:set>
                                      <p:cBhvr>
                                        <p:cTn id="24" dur="1" fill="hold">
                                          <p:stCondLst>
                                            <p:cond delay="0"/>
                                          </p:stCondLst>
                                        </p:cTn>
                                        <p:tgtEl>
                                          <p:spTgt spid="120874"/>
                                        </p:tgtEl>
                                        <p:attrNameLst>
                                          <p:attrName>style.visibility</p:attrName>
                                        </p:attrNameLst>
                                      </p:cBhvr>
                                      <p:to>
                                        <p:strVal val="visible"/>
                                      </p:to>
                                    </p:set>
                                    <p:animEffect transition="in" filter="wipe(down)">
                                      <p:cBhvr>
                                        <p:cTn id="25" dur="500"/>
                                        <p:tgtEl>
                                          <p:spTgt spid="120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9" grpId="0" animBg="1"/>
      <p:bldP spid="120860" grpId="0" animBg="1"/>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0E5C9116-E164-E043-9A96-EE88F7BF3E4B}"/>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6306" name="AutoShape 3">
            <a:extLst>
              <a:ext uri="{FF2B5EF4-FFF2-40B4-BE49-F238E27FC236}">
                <a16:creationId xmlns:a16="http://schemas.microsoft.com/office/drawing/2014/main" id="{080A17A9-C31B-BE49-99E2-3188353A148A}"/>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07" name="AutoShape 4">
            <a:extLst>
              <a:ext uri="{FF2B5EF4-FFF2-40B4-BE49-F238E27FC236}">
                <a16:creationId xmlns:a16="http://schemas.microsoft.com/office/drawing/2014/main" id="{A0ABB75F-5BDB-AA42-9C76-900096FCDFDD}"/>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08" name="Text Box 5">
            <a:extLst>
              <a:ext uri="{FF2B5EF4-FFF2-40B4-BE49-F238E27FC236}">
                <a16:creationId xmlns:a16="http://schemas.microsoft.com/office/drawing/2014/main" id="{8AF3E5D3-5851-EE4D-AB36-5379B4D583BA}"/>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6309" name="Text Box 6">
            <a:extLst>
              <a:ext uri="{FF2B5EF4-FFF2-40B4-BE49-F238E27FC236}">
                <a16:creationId xmlns:a16="http://schemas.microsoft.com/office/drawing/2014/main" id="{FACA8DAF-EAF5-C249-94C4-D4583F67E8EE}"/>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6310" name="Text Box 7">
            <a:extLst>
              <a:ext uri="{FF2B5EF4-FFF2-40B4-BE49-F238E27FC236}">
                <a16:creationId xmlns:a16="http://schemas.microsoft.com/office/drawing/2014/main" id="{41A7682F-786B-9046-B812-10AE61B78830}"/>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6311" name="Text Box 8">
            <a:extLst>
              <a:ext uri="{FF2B5EF4-FFF2-40B4-BE49-F238E27FC236}">
                <a16:creationId xmlns:a16="http://schemas.microsoft.com/office/drawing/2014/main" id="{523ADA9A-A2CF-9049-AA5A-3C6DA610C215}"/>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6312" name="Text Box 9">
            <a:extLst>
              <a:ext uri="{FF2B5EF4-FFF2-40B4-BE49-F238E27FC236}">
                <a16:creationId xmlns:a16="http://schemas.microsoft.com/office/drawing/2014/main" id="{B2773585-06C7-1147-820A-C4E545F8F25E}"/>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6313" name="Freeform 10">
            <a:extLst>
              <a:ext uri="{FF2B5EF4-FFF2-40B4-BE49-F238E27FC236}">
                <a16:creationId xmlns:a16="http://schemas.microsoft.com/office/drawing/2014/main" id="{085AA64B-1A7C-5C4E-A53B-036083715A56}"/>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4" name="Freeform 11">
            <a:extLst>
              <a:ext uri="{FF2B5EF4-FFF2-40B4-BE49-F238E27FC236}">
                <a16:creationId xmlns:a16="http://schemas.microsoft.com/office/drawing/2014/main" id="{3FAEA6FE-5D2D-5347-ACAD-BDD05A7A325A}"/>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5" name="Freeform 12">
            <a:extLst>
              <a:ext uri="{FF2B5EF4-FFF2-40B4-BE49-F238E27FC236}">
                <a16:creationId xmlns:a16="http://schemas.microsoft.com/office/drawing/2014/main" id="{F877F3BD-245B-3245-9F5D-8E52D4020712}"/>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6" name="Freeform 13">
            <a:extLst>
              <a:ext uri="{FF2B5EF4-FFF2-40B4-BE49-F238E27FC236}">
                <a16:creationId xmlns:a16="http://schemas.microsoft.com/office/drawing/2014/main" id="{441F07E5-9137-504D-9761-4E10B35CC266}"/>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7" name="AutoShape 14">
            <a:extLst>
              <a:ext uri="{FF2B5EF4-FFF2-40B4-BE49-F238E27FC236}">
                <a16:creationId xmlns:a16="http://schemas.microsoft.com/office/drawing/2014/main" id="{AE9C896B-05A1-6C4D-BD50-6448C02B3BE7}"/>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18" name="Text Box 15">
            <a:extLst>
              <a:ext uri="{FF2B5EF4-FFF2-40B4-BE49-F238E27FC236}">
                <a16:creationId xmlns:a16="http://schemas.microsoft.com/office/drawing/2014/main" id="{B0CBA9D9-E2D9-EC49-B745-04510C1B7EF3}"/>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6319" name="Text Box 16">
            <a:extLst>
              <a:ext uri="{FF2B5EF4-FFF2-40B4-BE49-F238E27FC236}">
                <a16:creationId xmlns:a16="http://schemas.microsoft.com/office/drawing/2014/main" id="{C16CBC98-CE8A-8E42-A993-FFF0AC474D9F}"/>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6320" name="Text Box 17">
            <a:extLst>
              <a:ext uri="{FF2B5EF4-FFF2-40B4-BE49-F238E27FC236}">
                <a16:creationId xmlns:a16="http://schemas.microsoft.com/office/drawing/2014/main" id="{5CB0E8C3-D817-0E4A-95F0-3A9EE65517DF}"/>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6321" name="Text Box 18">
            <a:extLst>
              <a:ext uri="{FF2B5EF4-FFF2-40B4-BE49-F238E27FC236}">
                <a16:creationId xmlns:a16="http://schemas.microsoft.com/office/drawing/2014/main" id="{29EFABAA-9F43-F647-9D80-0065390FC90E}"/>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6322" name="Text Box 19">
            <a:extLst>
              <a:ext uri="{FF2B5EF4-FFF2-40B4-BE49-F238E27FC236}">
                <a16:creationId xmlns:a16="http://schemas.microsoft.com/office/drawing/2014/main" id="{D4F665F2-2236-4B41-9189-907648D048C6}"/>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6323" name="Freeform 20">
            <a:extLst>
              <a:ext uri="{FF2B5EF4-FFF2-40B4-BE49-F238E27FC236}">
                <a16:creationId xmlns:a16="http://schemas.microsoft.com/office/drawing/2014/main" id="{79041BA6-C6BA-184A-BEF4-4FA857B05417}"/>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4" name="Freeform 21">
            <a:extLst>
              <a:ext uri="{FF2B5EF4-FFF2-40B4-BE49-F238E27FC236}">
                <a16:creationId xmlns:a16="http://schemas.microsoft.com/office/drawing/2014/main" id="{7718E299-EDF1-A649-98CF-8695C5B837A0}"/>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5" name="Freeform 22">
            <a:extLst>
              <a:ext uri="{FF2B5EF4-FFF2-40B4-BE49-F238E27FC236}">
                <a16:creationId xmlns:a16="http://schemas.microsoft.com/office/drawing/2014/main" id="{6FD414BC-B000-EB4C-841E-EE433A8B58F8}"/>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6" name="Freeform 23">
            <a:extLst>
              <a:ext uri="{FF2B5EF4-FFF2-40B4-BE49-F238E27FC236}">
                <a16:creationId xmlns:a16="http://schemas.microsoft.com/office/drawing/2014/main" id="{4CF726C8-404E-2E41-ADB9-DCCB43FEEE5B}"/>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7" name="Text Box 24">
            <a:extLst>
              <a:ext uri="{FF2B5EF4-FFF2-40B4-BE49-F238E27FC236}">
                <a16:creationId xmlns:a16="http://schemas.microsoft.com/office/drawing/2014/main" id="{355EDCC9-4698-CC40-BB81-C11F2B5084D8}"/>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6328" name="AutoShape 25">
            <a:extLst>
              <a:ext uri="{FF2B5EF4-FFF2-40B4-BE49-F238E27FC236}">
                <a16:creationId xmlns:a16="http://schemas.microsoft.com/office/drawing/2014/main" id="{721D29B5-A01C-DE4E-8F33-ADB2A8A67DFE}"/>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29" name="Text Box 26">
            <a:extLst>
              <a:ext uri="{FF2B5EF4-FFF2-40B4-BE49-F238E27FC236}">
                <a16:creationId xmlns:a16="http://schemas.microsoft.com/office/drawing/2014/main" id="{E361B04B-6C9A-2B49-9E09-2C36DA78F4AE}"/>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6330" name="AutoShape 27">
            <a:extLst>
              <a:ext uri="{FF2B5EF4-FFF2-40B4-BE49-F238E27FC236}">
                <a16:creationId xmlns:a16="http://schemas.microsoft.com/office/drawing/2014/main" id="{17C7C593-259F-DE4F-BBA9-E6A38D83EEBF}"/>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31" name="Text Box 28">
            <a:extLst>
              <a:ext uri="{FF2B5EF4-FFF2-40B4-BE49-F238E27FC236}">
                <a16:creationId xmlns:a16="http://schemas.microsoft.com/office/drawing/2014/main" id="{6FA3BDAC-BC7B-C748-BADF-BC5B2EE9B585}"/>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26332" name="Text Box 29">
            <a:extLst>
              <a:ext uri="{FF2B5EF4-FFF2-40B4-BE49-F238E27FC236}">
                <a16:creationId xmlns:a16="http://schemas.microsoft.com/office/drawing/2014/main" id="{42A3710E-4290-B44D-A6BD-1C500201ED48}"/>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6333" name="Text Box 30">
            <a:extLst>
              <a:ext uri="{FF2B5EF4-FFF2-40B4-BE49-F238E27FC236}">
                <a16:creationId xmlns:a16="http://schemas.microsoft.com/office/drawing/2014/main" id="{7B7340AC-6414-B140-9395-A75D6721E51A}"/>
              </a:ext>
            </a:extLst>
          </p:cNvPr>
          <p:cNvSpPr txBox="1">
            <a:spLocks noChangeArrowheads="1"/>
          </p:cNvSpPr>
          <p:nvPr/>
        </p:nvSpPr>
        <p:spPr bwMode="auto">
          <a:xfrm>
            <a:off x="2803922" y="3957638"/>
            <a:ext cx="4339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物理层接收到比特流，上交给数据链路层</a:t>
            </a:r>
          </a:p>
        </p:txBody>
      </p:sp>
      <p:sp>
        <p:nvSpPr>
          <p:cNvPr id="121887" name="AutoShape 31">
            <a:extLst>
              <a:ext uri="{FF2B5EF4-FFF2-40B4-BE49-F238E27FC236}">
                <a16:creationId xmlns:a16="http://schemas.microsoft.com/office/drawing/2014/main" id="{527E25DF-AF00-9747-A601-BF478E4C8773}"/>
              </a:ext>
            </a:extLst>
          </p:cNvPr>
          <p:cNvSpPr>
            <a:spLocks noChangeArrowheads="1"/>
          </p:cNvSpPr>
          <p:nvPr/>
        </p:nvSpPr>
        <p:spPr bwMode="auto">
          <a:xfrm rot="10800000" flipV="1">
            <a:off x="7372350" y="3808810"/>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35" name="幻灯片编号占位符 2">
            <a:extLst>
              <a:ext uri="{FF2B5EF4-FFF2-40B4-BE49-F238E27FC236}">
                <a16:creationId xmlns:a16="http://schemas.microsoft.com/office/drawing/2014/main" id="{4024D0A5-A783-C646-A729-AAAEDD2920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EFFA4C-546F-DD48-A50F-AE9DD305C95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45815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1887"/>
                                        </p:tgtEl>
                                        <p:attrNameLst>
                                          <p:attrName>style.visibility</p:attrName>
                                        </p:attrNameLst>
                                      </p:cBhvr>
                                      <p:to>
                                        <p:strVal val="visible"/>
                                      </p:to>
                                    </p:set>
                                    <p:animEffect transition="in" filter="wipe(down)">
                                      <p:cBhvr>
                                        <p:cTn id="7" dur="1000"/>
                                        <p:tgtEl>
                                          <p:spTgt spid="12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7" grpId="0" animBg="1"/>
    </p:bld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0E74BA5C-6138-9448-AAE9-460A6585ABD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8354" name="AutoShape 3">
            <a:extLst>
              <a:ext uri="{FF2B5EF4-FFF2-40B4-BE49-F238E27FC236}">
                <a16:creationId xmlns:a16="http://schemas.microsoft.com/office/drawing/2014/main" id="{724DA99B-B238-CA4A-B36A-5C231802B9E1}"/>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55" name="AutoShape 4">
            <a:extLst>
              <a:ext uri="{FF2B5EF4-FFF2-40B4-BE49-F238E27FC236}">
                <a16:creationId xmlns:a16="http://schemas.microsoft.com/office/drawing/2014/main" id="{107776A0-04D6-2B42-BAFF-6C3B4E3E5C1B}"/>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56" name="Text Box 5">
            <a:extLst>
              <a:ext uri="{FF2B5EF4-FFF2-40B4-BE49-F238E27FC236}">
                <a16:creationId xmlns:a16="http://schemas.microsoft.com/office/drawing/2014/main" id="{20A8B781-E9FE-1B42-9F1D-3060BA481F18}"/>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8357" name="Text Box 6">
            <a:extLst>
              <a:ext uri="{FF2B5EF4-FFF2-40B4-BE49-F238E27FC236}">
                <a16:creationId xmlns:a16="http://schemas.microsoft.com/office/drawing/2014/main" id="{1DC560C7-ED76-5747-A0FF-8EED71F11488}"/>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8358" name="Text Box 7">
            <a:extLst>
              <a:ext uri="{FF2B5EF4-FFF2-40B4-BE49-F238E27FC236}">
                <a16:creationId xmlns:a16="http://schemas.microsoft.com/office/drawing/2014/main" id="{F9F6B47A-9885-7D4D-89B6-636D9E949AAB}"/>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8359" name="Text Box 8">
            <a:extLst>
              <a:ext uri="{FF2B5EF4-FFF2-40B4-BE49-F238E27FC236}">
                <a16:creationId xmlns:a16="http://schemas.microsoft.com/office/drawing/2014/main" id="{2FEC4F64-BA5E-C347-A66B-10408808FAB1}"/>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8360" name="Text Box 9">
            <a:extLst>
              <a:ext uri="{FF2B5EF4-FFF2-40B4-BE49-F238E27FC236}">
                <a16:creationId xmlns:a16="http://schemas.microsoft.com/office/drawing/2014/main" id="{6390BB8A-6753-BA43-BE2F-9F6DF9661DA7}"/>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8361" name="Freeform 10">
            <a:extLst>
              <a:ext uri="{FF2B5EF4-FFF2-40B4-BE49-F238E27FC236}">
                <a16:creationId xmlns:a16="http://schemas.microsoft.com/office/drawing/2014/main" id="{3BC47A0D-7ECC-854B-9956-E6CAD8C147F9}"/>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2" name="Freeform 11">
            <a:extLst>
              <a:ext uri="{FF2B5EF4-FFF2-40B4-BE49-F238E27FC236}">
                <a16:creationId xmlns:a16="http://schemas.microsoft.com/office/drawing/2014/main" id="{F5707EF9-863A-8541-B52A-F3D1A9B27243}"/>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3" name="Freeform 12">
            <a:extLst>
              <a:ext uri="{FF2B5EF4-FFF2-40B4-BE49-F238E27FC236}">
                <a16:creationId xmlns:a16="http://schemas.microsoft.com/office/drawing/2014/main" id="{AF7645E1-E260-8B43-9AE3-DE3D2BACF6DD}"/>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4" name="Freeform 13">
            <a:extLst>
              <a:ext uri="{FF2B5EF4-FFF2-40B4-BE49-F238E27FC236}">
                <a16:creationId xmlns:a16="http://schemas.microsoft.com/office/drawing/2014/main" id="{80031B90-F394-D24D-934B-5F381F37FD1F}"/>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5" name="AutoShape 14">
            <a:extLst>
              <a:ext uri="{FF2B5EF4-FFF2-40B4-BE49-F238E27FC236}">
                <a16:creationId xmlns:a16="http://schemas.microsoft.com/office/drawing/2014/main" id="{9C5A706F-9DD7-844C-8DD2-2C5C6DAF6EF1}"/>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66" name="Text Box 15">
            <a:extLst>
              <a:ext uri="{FF2B5EF4-FFF2-40B4-BE49-F238E27FC236}">
                <a16:creationId xmlns:a16="http://schemas.microsoft.com/office/drawing/2014/main" id="{9213CBF2-96F3-C144-94DA-9E8D4FF5730C}"/>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8367" name="Text Box 16">
            <a:extLst>
              <a:ext uri="{FF2B5EF4-FFF2-40B4-BE49-F238E27FC236}">
                <a16:creationId xmlns:a16="http://schemas.microsoft.com/office/drawing/2014/main" id="{B4FB8899-DE7B-2941-B148-F2B95A61AE4D}"/>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8368" name="Text Box 17">
            <a:extLst>
              <a:ext uri="{FF2B5EF4-FFF2-40B4-BE49-F238E27FC236}">
                <a16:creationId xmlns:a16="http://schemas.microsoft.com/office/drawing/2014/main" id="{8699E194-41DB-8947-8809-CC9B258CC3D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8369" name="Text Box 18">
            <a:extLst>
              <a:ext uri="{FF2B5EF4-FFF2-40B4-BE49-F238E27FC236}">
                <a16:creationId xmlns:a16="http://schemas.microsoft.com/office/drawing/2014/main" id="{1D4B3F69-5FC4-E14C-9623-44ADFBEDCC7D}"/>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8370" name="Text Box 19">
            <a:extLst>
              <a:ext uri="{FF2B5EF4-FFF2-40B4-BE49-F238E27FC236}">
                <a16:creationId xmlns:a16="http://schemas.microsoft.com/office/drawing/2014/main" id="{1E50B29C-FE0E-F048-A36F-B63E86EFF9A8}"/>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8371" name="Freeform 20">
            <a:extLst>
              <a:ext uri="{FF2B5EF4-FFF2-40B4-BE49-F238E27FC236}">
                <a16:creationId xmlns:a16="http://schemas.microsoft.com/office/drawing/2014/main" id="{E50F49A6-B22C-394A-98CD-A7529656BD7A}"/>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2" name="Freeform 21">
            <a:extLst>
              <a:ext uri="{FF2B5EF4-FFF2-40B4-BE49-F238E27FC236}">
                <a16:creationId xmlns:a16="http://schemas.microsoft.com/office/drawing/2014/main" id="{A3B2145B-097D-604C-A771-D20F834EA437}"/>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3" name="Freeform 22">
            <a:extLst>
              <a:ext uri="{FF2B5EF4-FFF2-40B4-BE49-F238E27FC236}">
                <a16:creationId xmlns:a16="http://schemas.microsoft.com/office/drawing/2014/main" id="{B2E789B8-528C-F547-8154-25BF6198CE34}"/>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4" name="Freeform 23">
            <a:extLst>
              <a:ext uri="{FF2B5EF4-FFF2-40B4-BE49-F238E27FC236}">
                <a16:creationId xmlns:a16="http://schemas.microsoft.com/office/drawing/2014/main" id="{9AAC37D4-E563-BF47-8147-9FAA926F7EDD}"/>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5" name="Text Box 24">
            <a:extLst>
              <a:ext uri="{FF2B5EF4-FFF2-40B4-BE49-F238E27FC236}">
                <a16:creationId xmlns:a16="http://schemas.microsoft.com/office/drawing/2014/main" id="{66CD749B-6089-A84E-A655-6CA61E7F5D10}"/>
              </a:ext>
            </a:extLst>
          </p:cNvPr>
          <p:cNvSpPr txBox="1">
            <a:spLocks noChangeArrowheads="1"/>
          </p:cNvSpPr>
          <p:nvPr/>
        </p:nvSpPr>
        <p:spPr bwMode="auto">
          <a:xfrm>
            <a:off x="1439467" y="1491854"/>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8376" name="AutoShape 25">
            <a:extLst>
              <a:ext uri="{FF2B5EF4-FFF2-40B4-BE49-F238E27FC236}">
                <a16:creationId xmlns:a16="http://schemas.microsoft.com/office/drawing/2014/main" id="{AAF7B6DC-678B-CE4F-A09C-9A5C61C1DEE3}"/>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77" name="Text Box 26">
            <a:extLst>
              <a:ext uri="{FF2B5EF4-FFF2-40B4-BE49-F238E27FC236}">
                <a16:creationId xmlns:a16="http://schemas.microsoft.com/office/drawing/2014/main" id="{BE2169EC-02D6-7448-A1F1-DC5FC6AE100E}"/>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8378" name="AutoShape 27">
            <a:extLst>
              <a:ext uri="{FF2B5EF4-FFF2-40B4-BE49-F238E27FC236}">
                <a16:creationId xmlns:a16="http://schemas.microsoft.com/office/drawing/2014/main" id="{AF6ECA9A-D639-344F-B279-12B2B7F347E6}"/>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79" name="Text Box 28">
            <a:extLst>
              <a:ext uri="{FF2B5EF4-FFF2-40B4-BE49-F238E27FC236}">
                <a16:creationId xmlns:a16="http://schemas.microsoft.com/office/drawing/2014/main" id="{C1B3A27C-51A8-6342-8FE3-3F40A5165F1F}"/>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28380" name="Text Box 29">
            <a:extLst>
              <a:ext uri="{FF2B5EF4-FFF2-40B4-BE49-F238E27FC236}">
                <a16:creationId xmlns:a16="http://schemas.microsoft.com/office/drawing/2014/main" id="{68A589A4-6089-444C-8683-8E7D73E7B24B}"/>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8381" name="Text Box 30">
            <a:extLst>
              <a:ext uri="{FF2B5EF4-FFF2-40B4-BE49-F238E27FC236}">
                <a16:creationId xmlns:a16="http://schemas.microsoft.com/office/drawing/2014/main" id="{D8CD4F3F-8DD6-3E42-B78F-4B1F3B982C72}"/>
              </a:ext>
            </a:extLst>
          </p:cNvPr>
          <p:cNvSpPr txBox="1">
            <a:spLocks noChangeArrowheads="1"/>
          </p:cNvSpPr>
          <p:nvPr/>
        </p:nvSpPr>
        <p:spPr bwMode="auto">
          <a:xfrm>
            <a:off x="3621078" y="3436144"/>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数据链路层剥去帧首部和帧尾部</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取出数据部分，上交给网络层</a:t>
            </a:r>
          </a:p>
        </p:txBody>
      </p:sp>
      <p:sp>
        <p:nvSpPr>
          <p:cNvPr id="122911" name="AutoShape 31">
            <a:extLst>
              <a:ext uri="{FF2B5EF4-FFF2-40B4-BE49-F238E27FC236}">
                <a16:creationId xmlns:a16="http://schemas.microsoft.com/office/drawing/2014/main" id="{C82C8FA4-B23F-5043-BA05-CB2C5FC3E3FB}"/>
              </a:ext>
            </a:extLst>
          </p:cNvPr>
          <p:cNvSpPr>
            <a:spLocks noChangeArrowheads="1"/>
          </p:cNvSpPr>
          <p:nvPr/>
        </p:nvSpPr>
        <p:spPr bwMode="auto">
          <a:xfrm rot="10800000" flipV="1">
            <a:off x="7372350" y="3327798"/>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83" name="幻灯片编号占位符 2">
            <a:extLst>
              <a:ext uri="{FF2B5EF4-FFF2-40B4-BE49-F238E27FC236}">
                <a16:creationId xmlns:a16="http://schemas.microsoft.com/office/drawing/2014/main" id="{586006F8-6B17-A442-895C-BB9606C73CC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841CFD8-9D3B-0242-B2F9-E7904F84C1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49414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2911"/>
                                        </p:tgtEl>
                                        <p:attrNameLst>
                                          <p:attrName>style.visibility</p:attrName>
                                        </p:attrNameLst>
                                      </p:cBhvr>
                                      <p:to>
                                        <p:strVal val="visible"/>
                                      </p:to>
                                    </p:set>
                                    <p:animEffect transition="in" filter="wipe(down)">
                                      <p:cBhvr>
                                        <p:cTn id="7" dur="1000"/>
                                        <p:tgtEl>
                                          <p:spTgt spid="122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1" grpId="0" animBg="1"/>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0401" name="Rectangle 2">
            <a:extLst>
              <a:ext uri="{FF2B5EF4-FFF2-40B4-BE49-F238E27FC236}">
                <a16:creationId xmlns:a16="http://schemas.microsoft.com/office/drawing/2014/main" id="{B5B31750-6231-A045-AAE8-A2D47D80F3D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0402" name="AutoShape 3">
            <a:extLst>
              <a:ext uri="{FF2B5EF4-FFF2-40B4-BE49-F238E27FC236}">
                <a16:creationId xmlns:a16="http://schemas.microsoft.com/office/drawing/2014/main" id="{03901185-26FC-8C46-A5E5-07FD48DAA811}"/>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03" name="AutoShape 4">
            <a:extLst>
              <a:ext uri="{FF2B5EF4-FFF2-40B4-BE49-F238E27FC236}">
                <a16:creationId xmlns:a16="http://schemas.microsoft.com/office/drawing/2014/main" id="{F29E6738-16C2-B642-AB67-29469388B531}"/>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04" name="Text Box 5">
            <a:extLst>
              <a:ext uri="{FF2B5EF4-FFF2-40B4-BE49-F238E27FC236}">
                <a16:creationId xmlns:a16="http://schemas.microsoft.com/office/drawing/2014/main" id="{F7A101FB-D946-1E4A-8B77-2F376730B13E}"/>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0405" name="Text Box 6">
            <a:extLst>
              <a:ext uri="{FF2B5EF4-FFF2-40B4-BE49-F238E27FC236}">
                <a16:creationId xmlns:a16="http://schemas.microsoft.com/office/drawing/2014/main" id="{86DD46A6-829D-4247-A4B8-E7BB0E783CDB}"/>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0406" name="Text Box 7">
            <a:extLst>
              <a:ext uri="{FF2B5EF4-FFF2-40B4-BE49-F238E27FC236}">
                <a16:creationId xmlns:a16="http://schemas.microsoft.com/office/drawing/2014/main" id="{5B596954-C57C-BE48-BC67-A66BC87A7BC8}"/>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0407" name="Text Box 8">
            <a:extLst>
              <a:ext uri="{FF2B5EF4-FFF2-40B4-BE49-F238E27FC236}">
                <a16:creationId xmlns:a16="http://schemas.microsoft.com/office/drawing/2014/main" id="{0FA17DCA-B5AB-CB4A-B1D3-1CADBE4997F0}"/>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0408" name="Text Box 9">
            <a:extLst>
              <a:ext uri="{FF2B5EF4-FFF2-40B4-BE49-F238E27FC236}">
                <a16:creationId xmlns:a16="http://schemas.microsoft.com/office/drawing/2014/main" id="{21655D5D-1525-7440-92E7-02D73C42D6ED}"/>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0409" name="Freeform 10">
            <a:extLst>
              <a:ext uri="{FF2B5EF4-FFF2-40B4-BE49-F238E27FC236}">
                <a16:creationId xmlns:a16="http://schemas.microsoft.com/office/drawing/2014/main" id="{A912B804-0A72-8C4F-97AE-FA81065765D0}"/>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0" name="Freeform 11">
            <a:extLst>
              <a:ext uri="{FF2B5EF4-FFF2-40B4-BE49-F238E27FC236}">
                <a16:creationId xmlns:a16="http://schemas.microsoft.com/office/drawing/2014/main" id="{874BBA9B-0977-2843-9D7C-5CB5F9E0F5E6}"/>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1" name="Freeform 12">
            <a:extLst>
              <a:ext uri="{FF2B5EF4-FFF2-40B4-BE49-F238E27FC236}">
                <a16:creationId xmlns:a16="http://schemas.microsoft.com/office/drawing/2014/main" id="{585E9C44-CE2C-324E-8C2E-9414A3AAAD1B}"/>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2" name="Freeform 13">
            <a:extLst>
              <a:ext uri="{FF2B5EF4-FFF2-40B4-BE49-F238E27FC236}">
                <a16:creationId xmlns:a16="http://schemas.microsoft.com/office/drawing/2014/main" id="{71E2CC5A-84E4-F74C-BE69-1D603B3987A7}"/>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3" name="AutoShape 14">
            <a:extLst>
              <a:ext uri="{FF2B5EF4-FFF2-40B4-BE49-F238E27FC236}">
                <a16:creationId xmlns:a16="http://schemas.microsoft.com/office/drawing/2014/main" id="{F96603AC-D934-0144-A6EE-DFF56564CD40}"/>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14" name="Text Box 15">
            <a:extLst>
              <a:ext uri="{FF2B5EF4-FFF2-40B4-BE49-F238E27FC236}">
                <a16:creationId xmlns:a16="http://schemas.microsoft.com/office/drawing/2014/main" id="{38AD8B9B-96BD-C647-B695-FC25D627E5CF}"/>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0415" name="Text Box 16">
            <a:extLst>
              <a:ext uri="{FF2B5EF4-FFF2-40B4-BE49-F238E27FC236}">
                <a16:creationId xmlns:a16="http://schemas.microsoft.com/office/drawing/2014/main" id="{1993E8AA-7DD0-5145-A42B-3242FACA2E79}"/>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0416" name="Text Box 17">
            <a:extLst>
              <a:ext uri="{FF2B5EF4-FFF2-40B4-BE49-F238E27FC236}">
                <a16:creationId xmlns:a16="http://schemas.microsoft.com/office/drawing/2014/main" id="{0C6775A1-A5F4-3F48-89BE-AEB51681221A}"/>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0417" name="Text Box 18">
            <a:extLst>
              <a:ext uri="{FF2B5EF4-FFF2-40B4-BE49-F238E27FC236}">
                <a16:creationId xmlns:a16="http://schemas.microsoft.com/office/drawing/2014/main" id="{75F1303F-18D4-6148-9130-5F9A432D8CFA}"/>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0418" name="Text Box 19">
            <a:extLst>
              <a:ext uri="{FF2B5EF4-FFF2-40B4-BE49-F238E27FC236}">
                <a16:creationId xmlns:a16="http://schemas.microsoft.com/office/drawing/2014/main" id="{DCEA333A-33A7-844F-90A9-5D41F5F0C01D}"/>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0419" name="Freeform 20">
            <a:extLst>
              <a:ext uri="{FF2B5EF4-FFF2-40B4-BE49-F238E27FC236}">
                <a16:creationId xmlns:a16="http://schemas.microsoft.com/office/drawing/2014/main" id="{D54EC632-EE31-2E4A-908B-D178952FF526}"/>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0" name="Freeform 21">
            <a:extLst>
              <a:ext uri="{FF2B5EF4-FFF2-40B4-BE49-F238E27FC236}">
                <a16:creationId xmlns:a16="http://schemas.microsoft.com/office/drawing/2014/main" id="{B470E3D1-6A07-3941-B7ED-9A2222534628}"/>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1" name="Freeform 22">
            <a:extLst>
              <a:ext uri="{FF2B5EF4-FFF2-40B4-BE49-F238E27FC236}">
                <a16:creationId xmlns:a16="http://schemas.microsoft.com/office/drawing/2014/main" id="{D3987EA1-510A-F14A-9ACA-CD2A3A362F07}"/>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2" name="Freeform 23">
            <a:extLst>
              <a:ext uri="{FF2B5EF4-FFF2-40B4-BE49-F238E27FC236}">
                <a16:creationId xmlns:a16="http://schemas.microsoft.com/office/drawing/2014/main" id="{1F155EB8-7DD7-534D-B48B-C948B4DC8B2B}"/>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3" name="Text Box 24">
            <a:extLst>
              <a:ext uri="{FF2B5EF4-FFF2-40B4-BE49-F238E27FC236}">
                <a16:creationId xmlns:a16="http://schemas.microsoft.com/office/drawing/2014/main" id="{E3883F66-D2F0-E046-A32E-C68FFE4D57AE}"/>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0424" name="AutoShape 25">
            <a:extLst>
              <a:ext uri="{FF2B5EF4-FFF2-40B4-BE49-F238E27FC236}">
                <a16:creationId xmlns:a16="http://schemas.microsoft.com/office/drawing/2014/main" id="{E6124B40-27A2-934E-AE18-57EA3D6042A6}"/>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25" name="Text Box 26">
            <a:extLst>
              <a:ext uri="{FF2B5EF4-FFF2-40B4-BE49-F238E27FC236}">
                <a16:creationId xmlns:a16="http://schemas.microsoft.com/office/drawing/2014/main" id="{0356D222-0DFB-2145-92E4-89C2D01C97AF}"/>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0426" name="AutoShape 27">
            <a:extLst>
              <a:ext uri="{FF2B5EF4-FFF2-40B4-BE49-F238E27FC236}">
                <a16:creationId xmlns:a16="http://schemas.microsoft.com/office/drawing/2014/main" id="{B67E45C5-5D9B-5443-8726-1A72C540D536}"/>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27" name="Text Box 28">
            <a:extLst>
              <a:ext uri="{FF2B5EF4-FFF2-40B4-BE49-F238E27FC236}">
                <a16:creationId xmlns:a16="http://schemas.microsoft.com/office/drawing/2014/main" id="{9C5F2187-9914-2D43-ABFC-041FDFDE04A1}"/>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0428" name="Text Box 29">
            <a:extLst>
              <a:ext uri="{FF2B5EF4-FFF2-40B4-BE49-F238E27FC236}">
                <a16:creationId xmlns:a16="http://schemas.microsoft.com/office/drawing/2014/main" id="{D388D1BD-C97E-DD4D-B6F5-CDBD61681288}"/>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0429" name="Text Box 30">
            <a:extLst>
              <a:ext uri="{FF2B5EF4-FFF2-40B4-BE49-F238E27FC236}">
                <a16:creationId xmlns:a16="http://schemas.microsoft.com/office/drawing/2014/main" id="{2E7C8D1E-3F37-A34E-BE90-1314AD02F5BC}"/>
              </a:ext>
            </a:extLst>
          </p:cNvPr>
          <p:cNvSpPr txBox="1">
            <a:spLocks noChangeArrowheads="1"/>
          </p:cNvSpPr>
          <p:nvPr/>
        </p:nvSpPr>
        <p:spPr bwMode="auto">
          <a:xfrm>
            <a:off x="3685371" y="3003948"/>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网络层剥去首部，取出数据部分</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上交给运输层</a:t>
            </a:r>
          </a:p>
        </p:txBody>
      </p:sp>
      <p:sp>
        <p:nvSpPr>
          <p:cNvPr id="123935" name="AutoShape 31">
            <a:extLst>
              <a:ext uri="{FF2B5EF4-FFF2-40B4-BE49-F238E27FC236}">
                <a16:creationId xmlns:a16="http://schemas.microsoft.com/office/drawing/2014/main" id="{ADC15DEF-A360-F349-8014-010F576D8571}"/>
              </a:ext>
            </a:extLst>
          </p:cNvPr>
          <p:cNvSpPr>
            <a:spLocks noChangeArrowheads="1"/>
          </p:cNvSpPr>
          <p:nvPr/>
        </p:nvSpPr>
        <p:spPr bwMode="auto">
          <a:xfrm rot="10800000" flipV="1">
            <a:off x="7372350" y="2868217"/>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31" name="幻灯片编号占位符 2">
            <a:extLst>
              <a:ext uri="{FF2B5EF4-FFF2-40B4-BE49-F238E27FC236}">
                <a16:creationId xmlns:a16="http://schemas.microsoft.com/office/drawing/2014/main" id="{15F274E6-58D8-5441-B54C-9FC7A0FF84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FCE5CCF-D03C-354F-AA21-4BA4274FAF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277149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3935"/>
                                        </p:tgtEl>
                                        <p:attrNameLst>
                                          <p:attrName>style.visibility</p:attrName>
                                        </p:attrNameLst>
                                      </p:cBhvr>
                                      <p:to>
                                        <p:strVal val="visible"/>
                                      </p:to>
                                    </p:set>
                                    <p:animEffect transition="in" filter="wipe(down)">
                                      <p:cBhvr>
                                        <p:cTn id="7" dur="1000"/>
                                        <p:tgtEl>
                                          <p:spTgt spid="123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35" grpId="0" animBg="1"/>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2449" name="Rectangle 2">
            <a:extLst>
              <a:ext uri="{FF2B5EF4-FFF2-40B4-BE49-F238E27FC236}">
                <a16:creationId xmlns:a16="http://schemas.microsoft.com/office/drawing/2014/main" id="{D368DB77-D2A4-D345-ADEC-7B87A18AFB9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2450" name="AutoShape 3">
            <a:extLst>
              <a:ext uri="{FF2B5EF4-FFF2-40B4-BE49-F238E27FC236}">
                <a16:creationId xmlns:a16="http://schemas.microsoft.com/office/drawing/2014/main" id="{59932AA9-7EB1-BC4D-AE9D-0FD7C37F72B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51" name="AutoShape 4">
            <a:extLst>
              <a:ext uri="{FF2B5EF4-FFF2-40B4-BE49-F238E27FC236}">
                <a16:creationId xmlns:a16="http://schemas.microsoft.com/office/drawing/2014/main" id="{1CCAF05B-2B7E-0D4D-885A-74E1CDFE3E00}"/>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52" name="Text Box 5">
            <a:extLst>
              <a:ext uri="{FF2B5EF4-FFF2-40B4-BE49-F238E27FC236}">
                <a16:creationId xmlns:a16="http://schemas.microsoft.com/office/drawing/2014/main" id="{82B817E5-C674-F24B-A6D0-58BA5EDB98A9}"/>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2453" name="Text Box 6">
            <a:extLst>
              <a:ext uri="{FF2B5EF4-FFF2-40B4-BE49-F238E27FC236}">
                <a16:creationId xmlns:a16="http://schemas.microsoft.com/office/drawing/2014/main" id="{3F5C26E3-43DC-AC40-AA42-5204EF424F9F}"/>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2454" name="Text Box 7">
            <a:extLst>
              <a:ext uri="{FF2B5EF4-FFF2-40B4-BE49-F238E27FC236}">
                <a16:creationId xmlns:a16="http://schemas.microsoft.com/office/drawing/2014/main" id="{7129B2A7-D198-9141-B4AF-BD656858722E}"/>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2455" name="Text Box 8">
            <a:extLst>
              <a:ext uri="{FF2B5EF4-FFF2-40B4-BE49-F238E27FC236}">
                <a16:creationId xmlns:a16="http://schemas.microsoft.com/office/drawing/2014/main" id="{5DC21A86-BB98-B649-9EFA-E1DF357C9609}"/>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2456" name="Text Box 9">
            <a:extLst>
              <a:ext uri="{FF2B5EF4-FFF2-40B4-BE49-F238E27FC236}">
                <a16:creationId xmlns:a16="http://schemas.microsoft.com/office/drawing/2014/main" id="{CD509CE4-8AE1-E94C-A2AE-509278A90DE3}"/>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2457" name="Freeform 10">
            <a:extLst>
              <a:ext uri="{FF2B5EF4-FFF2-40B4-BE49-F238E27FC236}">
                <a16:creationId xmlns:a16="http://schemas.microsoft.com/office/drawing/2014/main" id="{2F51D05C-F798-9A42-9581-667AD1572C3F}"/>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58" name="Freeform 11">
            <a:extLst>
              <a:ext uri="{FF2B5EF4-FFF2-40B4-BE49-F238E27FC236}">
                <a16:creationId xmlns:a16="http://schemas.microsoft.com/office/drawing/2014/main" id="{FE7E65C4-BC69-6C40-829D-3A9C5D4533B6}"/>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59" name="Freeform 12">
            <a:extLst>
              <a:ext uri="{FF2B5EF4-FFF2-40B4-BE49-F238E27FC236}">
                <a16:creationId xmlns:a16="http://schemas.microsoft.com/office/drawing/2014/main" id="{C2DF203D-595E-C64C-AAE2-950057985021}"/>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0" name="Freeform 13">
            <a:extLst>
              <a:ext uri="{FF2B5EF4-FFF2-40B4-BE49-F238E27FC236}">
                <a16:creationId xmlns:a16="http://schemas.microsoft.com/office/drawing/2014/main" id="{B63F4CBE-8D5D-764C-826A-A5E764C566E5}"/>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1" name="AutoShape 14">
            <a:extLst>
              <a:ext uri="{FF2B5EF4-FFF2-40B4-BE49-F238E27FC236}">
                <a16:creationId xmlns:a16="http://schemas.microsoft.com/office/drawing/2014/main" id="{82DB6763-09C2-E046-8F0B-F06B270221DF}"/>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62" name="Text Box 15">
            <a:extLst>
              <a:ext uri="{FF2B5EF4-FFF2-40B4-BE49-F238E27FC236}">
                <a16:creationId xmlns:a16="http://schemas.microsoft.com/office/drawing/2014/main" id="{85514D44-B309-1E43-806A-B51329651FA2}"/>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2463" name="Text Box 16">
            <a:extLst>
              <a:ext uri="{FF2B5EF4-FFF2-40B4-BE49-F238E27FC236}">
                <a16:creationId xmlns:a16="http://schemas.microsoft.com/office/drawing/2014/main" id="{0CBC7F4E-C5F6-1B42-836A-06582E743C15}"/>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2464" name="Text Box 17">
            <a:extLst>
              <a:ext uri="{FF2B5EF4-FFF2-40B4-BE49-F238E27FC236}">
                <a16:creationId xmlns:a16="http://schemas.microsoft.com/office/drawing/2014/main" id="{0B8C5454-17C2-554D-A7AD-38A82801B324}"/>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2465" name="Text Box 18">
            <a:extLst>
              <a:ext uri="{FF2B5EF4-FFF2-40B4-BE49-F238E27FC236}">
                <a16:creationId xmlns:a16="http://schemas.microsoft.com/office/drawing/2014/main" id="{71C48D79-5957-BB4B-A7D4-9EC78AF29D9A}"/>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2466" name="Text Box 19">
            <a:extLst>
              <a:ext uri="{FF2B5EF4-FFF2-40B4-BE49-F238E27FC236}">
                <a16:creationId xmlns:a16="http://schemas.microsoft.com/office/drawing/2014/main" id="{C9E9BFBE-8225-7545-A368-19D765C4A7D8}"/>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2467" name="Freeform 20">
            <a:extLst>
              <a:ext uri="{FF2B5EF4-FFF2-40B4-BE49-F238E27FC236}">
                <a16:creationId xmlns:a16="http://schemas.microsoft.com/office/drawing/2014/main" id="{B050221F-5694-6B47-A877-175E88C60773}"/>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8" name="Freeform 21">
            <a:extLst>
              <a:ext uri="{FF2B5EF4-FFF2-40B4-BE49-F238E27FC236}">
                <a16:creationId xmlns:a16="http://schemas.microsoft.com/office/drawing/2014/main" id="{2DFB4C1D-93F8-2F44-BE40-68F72E214075}"/>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9" name="Freeform 22">
            <a:extLst>
              <a:ext uri="{FF2B5EF4-FFF2-40B4-BE49-F238E27FC236}">
                <a16:creationId xmlns:a16="http://schemas.microsoft.com/office/drawing/2014/main" id="{DE8F5664-AF2A-3D4B-BF08-C64FA5C81916}"/>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70" name="Freeform 23">
            <a:extLst>
              <a:ext uri="{FF2B5EF4-FFF2-40B4-BE49-F238E27FC236}">
                <a16:creationId xmlns:a16="http://schemas.microsoft.com/office/drawing/2014/main" id="{B7EC8FCE-FF8D-2244-9527-47473ECF006F}"/>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71" name="Text Box 24">
            <a:extLst>
              <a:ext uri="{FF2B5EF4-FFF2-40B4-BE49-F238E27FC236}">
                <a16:creationId xmlns:a16="http://schemas.microsoft.com/office/drawing/2014/main" id="{89C81E26-33BC-3443-A4D3-60A644D47FE4}"/>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2472" name="AutoShape 25">
            <a:extLst>
              <a:ext uri="{FF2B5EF4-FFF2-40B4-BE49-F238E27FC236}">
                <a16:creationId xmlns:a16="http://schemas.microsoft.com/office/drawing/2014/main" id="{CE6B41D7-FEFB-9244-B4EC-F1BE75A2BDBF}"/>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73" name="Text Box 26">
            <a:extLst>
              <a:ext uri="{FF2B5EF4-FFF2-40B4-BE49-F238E27FC236}">
                <a16:creationId xmlns:a16="http://schemas.microsoft.com/office/drawing/2014/main" id="{33B0F8C8-1B63-6547-88F6-EC685F168A99}"/>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2474" name="AutoShape 27">
            <a:extLst>
              <a:ext uri="{FF2B5EF4-FFF2-40B4-BE49-F238E27FC236}">
                <a16:creationId xmlns:a16="http://schemas.microsoft.com/office/drawing/2014/main" id="{E5583158-AC6F-FE42-BFB2-C3D75D8D410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75" name="Text Box 28">
            <a:extLst>
              <a:ext uri="{FF2B5EF4-FFF2-40B4-BE49-F238E27FC236}">
                <a16:creationId xmlns:a16="http://schemas.microsoft.com/office/drawing/2014/main" id="{B5FD9A39-F85F-364A-BCCE-8D0377F3093C}"/>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2476" name="Text Box 29">
            <a:extLst>
              <a:ext uri="{FF2B5EF4-FFF2-40B4-BE49-F238E27FC236}">
                <a16:creationId xmlns:a16="http://schemas.microsoft.com/office/drawing/2014/main" id="{15F724FF-2438-3545-9B8A-9D361318F4B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2477" name="Text Box 30">
            <a:extLst>
              <a:ext uri="{FF2B5EF4-FFF2-40B4-BE49-F238E27FC236}">
                <a16:creationId xmlns:a16="http://schemas.microsoft.com/office/drawing/2014/main" id="{7A9F6644-BA0F-8F4A-B692-E4AF6C8DFF37}"/>
              </a:ext>
            </a:extLst>
          </p:cNvPr>
          <p:cNvSpPr txBox="1">
            <a:spLocks noChangeArrowheads="1"/>
          </p:cNvSpPr>
          <p:nvPr/>
        </p:nvSpPr>
        <p:spPr bwMode="auto">
          <a:xfrm>
            <a:off x="3685371" y="2518173"/>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运输层剥去首部，取出数据部分</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上交给应用层</a:t>
            </a:r>
          </a:p>
        </p:txBody>
      </p:sp>
      <p:sp>
        <p:nvSpPr>
          <p:cNvPr id="124959" name="AutoShape 31">
            <a:extLst>
              <a:ext uri="{FF2B5EF4-FFF2-40B4-BE49-F238E27FC236}">
                <a16:creationId xmlns:a16="http://schemas.microsoft.com/office/drawing/2014/main" id="{2381E362-6661-1944-8F61-6006A6054880}"/>
              </a:ext>
            </a:extLst>
          </p:cNvPr>
          <p:cNvSpPr>
            <a:spLocks noChangeArrowheads="1"/>
          </p:cNvSpPr>
          <p:nvPr/>
        </p:nvSpPr>
        <p:spPr bwMode="auto">
          <a:xfrm rot="10800000" flipV="1">
            <a:off x="7372350" y="2436019"/>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79" name="幻灯片编号占位符 2">
            <a:extLst>
              <a:ext uri="{FF2B5EF4-FFF2-40B4-BE49-F238E27FC236}">
                <a16:creationId xmlns:a16="http://schemas.microsoft.com/office/drawing/2014/main" id="{42535CDE-7167-3E48-8F60-9C4809C41C1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27C76A-A2A1-A14B-BBD1-F2D755F89EA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60449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4959"/>
                                        </p:tgtEl>
                                        <p:attrNameLst>
                                          <p:attrName>style.visibility</p:attrName>
                                        </p:attrNameLst>
                                      </p:cBhvr>
                                      <p:to>
                                        <p:strVal val="visible"/>
                                      </p:to>
                                    </p:set>
                                    <p:animEffect transition="in" filter="wipe(down)">
                                      <p:cBhvr>
                                        <p:cTn id="7" dur="1000"/>
                                        <p:tgtEl>
                                          <p:spTgt spid="12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9" grpId="0" animBg="1"/>
    </p:bld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4497" name="Rectangle 2">
            <a:extLst>
              <a:ext uri="{FF2B5EF4-FFF2-40B4-BE49-F238E27FC236}">
                <a16:creationId xmlns:a16="http://schemas.microsoft.com/office/drawing/2014/main" id="{3AEA4FF9-CCF4-3B4B-AF16-0D1311EF95A9}"/>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4498" name="AutoShape 3">
            <a:extLst>
              <a:ext uri="{FF2B5EF4-FFF2-40B4-BE49-F238E27FC236}">
                <a16:creationId xmlns:a16="http://schemas.microsoft.com/office/drawing/2014/main" id="{D0B94311-8CAF-DD40-9DFE-6F69B7D84ECC}"/>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499" name="AutoShape 4">
            <a:extLst>
              <a:ext uri="{FF2B5EF4-FFF2-40B4-BE49-F238E27FC236}">
                <a16:creationId xmlns:a16="http://schemas.microsoft.com/office/drawing/2014/main" id="{9ED8416E-CA0E-DA46-84CE-FD7168CDDF21}"/>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00" name="Text Box 5">
            <a:extLst>
              <a:ext uri="{FF2B5EF4-FFF2-40B4-BE49-F238E27FC236}">
                <a16:creationId xmlns:a16="http://schemas.microsoft.com/office/drawing/2014/main" id="{42ADE7CC-CE93-1245-BD9D-7DB6FC7ACAB3}"/>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4501" name="Text Box 6">
            <a:extLst>
              <a:ext uri="{FF2B5EF4-FFF2-40B4-BE49-F238E27FC236}">
                <a16:creationId xmlns:a16="http://schemas.microsoft.com/office/drawing/2014/main" id="{45E93886-AC1F-5449-972C-71561E026B06}"/>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4502" name="Text Box 7">
            <a:extLst>
              <a:ext uri="{FF2B5EF4-FFF2-40B4-BE49-F238E27FC236}">
                <a16:creationId xmlns:a16="http://schemas.microsoft.com/office/drawing/2014/main" id="{3B863461-46A4-AD46-9C52-46691E534067}"/>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4503" name="Text Box 8">
            <a:extLst>
              <a:ext uri="{FF2B5EF4-FFF2-40B4-BE49-F238E27FC236}">
                <a16:creationId xmlns:a16="http://schemas.microsoft.com/office/drawing/2014/main" id="{6E9FEA74-DC6A-344B-B9A0-760E1545DCB1}"/>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4504" name="Text Box 9">
            <a:extLst>
              <a:ext uri="{FF2B5EF4-FFF2-40B4-BE49-F238E27FC236}">
                <a16:creationId xmlns:a16="http://schemas.microsoft.com/office/drawing/2014/main" id="{E360F7A9-0499-004C-A0EE-4433FC3B6E86}"/>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4505" name="Freeform 10">
            <a:extLst>
              <a:ext uri="{FF2B5EF4-FFF2-40B4-BE49-F238E27FC236}">
                <a16:creationId xmlns:a16="http://schemas.microsoft.com/office/drawing/2014/main" id="{9CA245BD-34F1-DA47-8EDE-DB27EF5930CD}"/>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6" name="Freeform 11">
            <a:extLst>
              <a:ext uri="{FF2B5EF4-FFF2-40B4-BE49-F238E27FC236}">
                <a16:creationId xmlns:a16="http://schemas.microsoft.com/office/drawing/2014/main" id="{B67D0AE7-539F-3F47-9DBB-B0FE0FCFB3A1}"/>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7" name="Freeform 12">
            <a:extLst>
              <a:ext uri="{FF2B5EF4-FFF2-40B4-BE49-F238E27FC236}">
                <a16:creationId xmlns:a16="http://schemas.microsoft.com/office/drawing/2014/main" id="{BED3E318-529D-884A-BEC3-AD0FE6EAACFE}"/>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8" name="Freeform 13">
            <a:extLst>
              <a:ext uri="{FF2B5EF4-FFF2-40B4-BE49-F238E27FC236}">
                <a16:creationId xmlns:a16="http://schemas.microsoft.com/office/drawing/2014/main" id="{E5B518B9-E787-FE44-8A2B-B588ECF90664}"/>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9" name="AutoShape 14">
            <a:extLst>
              <a:ext uri="{FF2B5EF4-FFF2-40B4-BE49-F238E27FC236}">
                <a16:creationId xmlns:a16="http://schemas.microsoft.com/office/drawing/2014/main" id="{2A890B5F-14D5-B24B-A77C-710AFCADCCA8}"/>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10" name="Text Box 15">
            <a:extLst>
              <a:ext uri="{FF2B5EF4-FFF2-40B4-BE49-F238E27FC236}">
                <a16:creationId xmlns:a16="http://schemas.microsoft.com/office/drawing/2014/main" id="{E49DB849-E2C4-5246-8067-81BDE8943FC8}"/>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4511" name="Text Box 16">
            <a:extLst>
              <a:ext uri="{FF2B5EF4-FFF2-40B4-BE49-F238E27FC236}">
                <a16:creationId xmlns:a16="http://schemas.microsoft.com/office/drawing/2014/main" id="{C40B1205-B898-274D-8382-9D1C6A00501E}"/>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4512" name="Text Box 17">
            <a:extLst>
              <a:ext uri="{FF2B5EF4-FFF2-40B4-BE49-F238E27FC236}">
                <a16:creationId xmlns:a16="http://schemas.microsoft.com/office/drawing/2014/main" id="{B8B67171-16F0-AF42-8F3D-0CC86E77594F}"/>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4513" name="Text Box 18">
            <a:extLst>
              <a:ext uri="{FF2B5EF4-FFF2-40B4-BE49-F238E27FC236}">
                <a16:creationId xmlns:a16="http://schemas.microsoft.com/office/drawing/2014/main" id="{90B6B7A3-0219-EF46-900E-D48A150B1467}"/>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4514" name="Text Box 19">
            <a:extLst>
              <a:ext uri="{FF2B5EF4-FFF2-40B4-BE49-F238E27FC236}">
                <a16:creationId xmlns:a16="http://schemas.microsoft.com/office/drawing/2014/main" id="{9405227C-8435-4044-821B-25B4A9633F4A}"/>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4515" name="Freeform 20">
            <a:extLst>
              <a:ext uri="{FF2B5EF4-FFF2-40B4-BE49-F238E27FC236}">
                <a16:creationId xmlns:a16="http://schemas.microsoft.com/office/drawing/2014/main" id="{19CC362D-5CCC-DD44-AE62-B0361CF87E0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6" name="Freeform 21">
            <a:extLst>
              <a:ext uri="{FF2B5EF4-FFF2-40B4-BE49-F238E27FC236}">
                <a16:creationId xmlns:a16="http://schemas.microsoft.com/office/drawing/2014/main" id="{EC912EC3-F93E-0C42-8FF2-CEFD2D5117F2}"/>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7" name="Freeform 22">
            <a:extLst>
              <a:ext uri="{FF2B5EF4-FFF2-40B4-BE49-F238E27FC236}">
                <a16:creationId xmlns:a16="http://schemas.microsoft.com/office/drawing/2014/main" id="{CAE697E5-F892-274F-906F-6E58F50FA69F}"/>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8" name="Freeform 23">
            <a:extLst>
              <a:ext uri="{FF2B5EF4-FFF2-40B4-BE49-F238E27FC236}">
                <a16:creationId xmlns:a16="http://schemas.microsoft.com/office/drawing/2014/main" id="{56581EAA-B4B7-4B4F-A736-7F9AAF96455D}"/>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9" name="Text Box 24">
            <a:extLst>
              <a:ext uri="{FF2B5EF4-FFF2-40B4-BE49-F238E27FC236}">
                <a16:creationId xmlns:a16="http://schemas.microsoft.com/office/drawing/2014/main" id="{B465E4C6-0E71-BC44-BC26-377C7813F947}"/>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4520" name="AutoShape 25">
            <a:extLst>
              <a:ext uri="{FF2B5EF4-FFF2-40B4-BE49-F238E27FC236}">
                <a16:creationId xmlns:a16="http://schemas.microsoft.com/office/drawing/2014/main" id="{C6C42884-9EF5-934D-B1CD-BC457A19FDF9}"/>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21" name="Text Box 26">
            <a:extLst>
              <a:ext uri="{FF2B5EF4-FFF2-40B4-BE49-F238E27FC236}">
                <a16:creationId xmlns:a16="http://schemas.microsoft.com/office/drawing/2014/main" id="{E7F82F1A-B086-9144-8890-5389D49A8AA6}"/>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4522" name="AutoShape 27">
            <a:extLst>
              <a:ext uri="{FF2B5EF4-FFF2-40B4-BE49-F238E27FC236}">
                <a16:creationId xmlns:a16="http://schemas.microsoft.com/office/drawing/2014/main" id="{4C3A21B3-D2F3-D54A-820D-8CB77FF1385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23" name="Text Box 28">
            <a:extLst>
              <a:ext uri="{FF2B5EF4-FFF2-40B4-BE49-F238E27FC236}">
                <a16:creationId xmlns:a16="http://schemas.microsoft.com/office/drawing/2014/main" id="{988B76E1-7E20-BD47-866E-24165BC34165}"/>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4524" name="Text Box 29">
            <a:extLst>
              <a:ext uri="{FF2B5EF4-FFF2-40B4-BE49-F238E27FC236}">
                <a16:creationId xmlns:a16="http://schemas.microsoft.com/office/drawing/2014/main" id="{0DE1B2B1-88C2-0748-8F19-29C41F9D2E5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4525" name="Text Box 30">
            <a:extLst>
              <a:ext uri="{FF2B5EF4-FFF2-40B4-BE49-F238E27FC236}">
                <a16:creationId xmlns:a16="http://schemas.microsoft.com/office/drawing/2014/main" id="{3E56DCE7-C20A-9645-8370-E44C80FA3C34}"/>
              </a:ext>
            </a:extLst>
          </p:cNvPr>
          <p:cNvSpPr txBox="1">
            <a:spLocks noChangeArrowheads="1"/>
          </p:cNvSpPr>
          <p:nvPr/>
        </p:nvSpPr>
        <p:spPr bwMode="auto">
          <a:xfrm>
            <a:off x="3234274" y="2139554"/>
            <a:ext cx="3877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应用层剥去首部，取出应用程序数据</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上交给应用进程</a:t>
            </a:r>
          </a:p>
        </p:txBody>
      </p:sp>
      <p:sp>
        <p:nvSpPr>
          <p:cNvPr id="125983" name="AutoShape 31">
            <a:extLst>
              <a:ext uri="{FF2B5EF4-FFF2-40B4-BE49-F238E27FC236}">
                <a16:creationId xmlns:a16="http://schemas.microsoft.com/office/drawing/2014/main" id="{8F0543FF-17A0-E440-88EA-B726ED9180EB}"/>
              </a:ext>
            </a:extLst>
          </p:cNvPr>
          <p:cNvSpPr>
            <a:spLocks noChangeArrowheads="1"/>
          </p:cNvSpPr>
          <p:nvPr/>
        </p:nvSpPr>
        <p:spPr bwMode="auto">
          <a:xfrm rot="10800000" flipV="1">
            <a:off x="7372350" y="2058592"/>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27" name="幻灯片编号占位符 2">
            <a:extLst>
              <a:ext uri="{FF2B5EF4-FFF2-40B4-BE49-F238E27FC236}">
                <a16:creationId xmlns:a16="http://schemas.microsoft.com/office/drawing/2014/main" id="{61383685-A4CF-A541-8A82-DD489183D3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E20AE13-885E-FF4B-9E51-7BE62F27119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262338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5983"/>
                                        </p:tgtEl>
                                        <p:attrNameLst>
                                          <p:attrName>style.visibility</p:attrName>
                                        </p:attrNameLst>
                                      </p:cBhvr>
                                      <p:to>
                                        <p:strVal val="visible"/>
                                      </p:to>
                                    </p:set>
                                    <p:animEffect transition="in" filter="wipe(down)">
                                      <p:cBhvr>
                                        <p:cTn id="7" dur="1000"/>
                                        <p:tgtEl>
                                          <p:spTgt spid="12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83" grpId="0" animBg="1"/>
    </p:bld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6545" name="Rectangle 2">
            <a:extLst>
              <a:ext uri="{FF2B5EF4-FFF2-40B4-BE49-F238E27FC236}">
                <a16:creationId xmlns:a16="http://schemas.microsoft.com/office/drawing/2014/main" id="{D2CAD116-345F-9C4C-AFDD-86D82C162FF7}"/>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2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6546" name="AutoShape 3">
            <a:extLst>
              <a:ext uri="{FF2B5EF4-FFF2-40B4-BE49-F238E27FC236}">
                <a16:creationId xmlns:a16="http://schemas.microsoft.com/office/drawing/2014/main" id="{A7DD4174-78FD-0642-836E-7EA96D012EC6}"/>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47" name="AutoShape 4">
            <a:extLst>
              <a:ext uri="{FF2B5EF4-FFF2-40B4-BE49-F238E27FC236}">
                <a16:creationId xmlns:a16="http://schemas.microsoft.com/office/drawing/2014/main" id="{D58367AD-FD49-544E-8476-1797F7D0E358}"/>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48" name="Text Box 5">
            <a:extLst>
              <a:ext uri="{FF2B5EF4-FFF2-40B4-BE49-F238E27FC236}">
                <a16:creationId xmlns:a16="http://schemas.microsoft.com/office/drawing/2014/main" id="{5F915A6E-FC57-D046-AEC7-31B3AD7DF82A}"/>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6549" name="Text Box 6">
            <a:extLst>
              <a:ext uri="{FF2B5EF4-FFF2-40B4-BE49-F238E27FC236}">
                <a16:creationId xmlns:a16="http://schemas.microsoft.com/office/drawing/2014/main" id="{E409964C-25AC-324E-B114-3CEDFB0B306B}"/>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6550" name="Text Box 7">
            <a:extLst>
              <a:ext uri="{FF2B5EF4-FFF2-40B4-BE49-F238E27FC236}">
                <a16:creationId xmlns:a16="http://schemas.microsoft.com/office/drawing/2014/main" id="{889163DE-D5DD-D54F-9BD4-6662EA20EFBC}"/>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6551" name="Text Box 8">
            <a:extLst>
              <a:ext uri="{FF2B5EF4-FFF2-40B4-BE49-F238E27FC236}">
                <a16:creationId xmlns:a16="http://schemas.microsoft.com/office/drawing/2014/main" id="{2012B3CF-33E2-5843-9F0C-21DB879BC3AC}"/>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6552" name="Text Box 9">
            <a:extLst>
              <a:ext uri="{FF2B5EF4-FFF2-40B4-BE49-F238E27FC236}">
                <a16:creationId xmlns:a16="http://schemas.microsoft.com/office/drawing/2014/main" id="{AA1BC819-F1D6-D141-8858-81C3E4CC5C1D}"/>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6553" name="Freeform 10">
            <a:extLst>
              <a:ext uri="{FF2B5EF4-FFF2-40B4-BE49-F238E27FC236}">
                <a16:creationId xmlns:a16="http://schemas.microsoft.com/office/drawing/2014/main" id="{AAF82EDA-4FA9-1249-AF07-4D3C10EAA467}"/>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4" name="Freeform 11">
            <a:extLst>
              <a:ext uri="{FF2B5EF4-FFF2-40B4-BE49-F238E27FC236}">
                <a16:creationId xmlns:a16="http://schemas.microsoft.com/office/drawing/2014/main" id="{019B0EC2-DB18-8C46-972C-AD1FD8BDBF6C}"/>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5" name="Freeform 12">
            <a:extLst>
              <a:ext uri="{FF2B5EF4-FFF2-40B4-BE49-F238E27FC236}">
                <a16:creationId xmlns:a16="http://schemas.microsoft.com/office/drawing/2014/main" id="{A9F905AD-12F6-CA4B-880D-09EFCE48B4F0}"/>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6" name="Freeform 13">
            <a:extLst>
              <a:ext uri="{FF2B5EF4-FFF2-40B4-BE49-F238E27FC236}">
                <a16:creationId xmlns:a16="http://schemas.microsoft.com/office/drawing/2014/main" id="{485DB1C2-9A05-FE40-A993-DEB741C96179}"/>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7" name="AutoShape 14">
            <a:extLst>
              <a:ext uri="{FF2B5EF4-FFF2-40B4-BE49-F238E27FC236}">
                <a16:creationId xmlns:a16="http://schemas.microsoft.com/office/drawing/2014/main" id="{5E7085C1-58EC-D441-881F-6E18C4635408}"/>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58" name="Text Box 15">
            <a:extLst>
              <a:ext uri="{FF2B5EF4-FFF2-40B4-BE49-F238E27FC236}">
                <a16:creationId xmlns:a16="http://schemas.microsoft.com/office/drawing/2014/main" id="{488A5825-997B-EF44-9FB5-ABBDE75D38F7}"/>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6559" name="Text Box 16">
            <a:extLst>
              <a:ext uri="{FF2B5EF4-FFF2-40B4-BE49-F238E27FC236}">
                <a16:creationId xmlns:a16="http://schemas.microsoft.com/office/drawing/2014/main" id="{54C19A40-9A10-EF4F-8570-CEC44092A48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6560" name="Text Box 17">
            <a:extLst>
              <a:ext uri="{FF2B5EF4-FFF2-40B4-BE49-F238E27FC236}">
                <a16:creationId xmlns:a16="http://schemas.microsoft.com/office/drawing/2014/main" id="{3A1A6C24-E8E0-B149-B1E0-0A510ADFAFE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6561" name="Text Box 18">
            <a:extLst>
              <a:ext uri="{FF2B5EF4-FFF2-40B4-BE49-F238E27FC236}">
                <a16:creationId xmlns:a16="http://schemas.microsoft.com/office/drawing/2014/main" id="{3300F903-9E2B-4B43-A130-0B1F222D356F}"/>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6562" name="Text Box 19">
            <a:extLst>
              <a:ext uri="{FF2B5EF4-FFF2-40B4-BE49-F238E27FC236}">
                <a16:creationId xmlns:a16="http://schemas.microsoft.com/office/drawing/2014/main" id="{4A70CFD9-4FE7-7947-95F3-0BED25055F23}"/>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6563" name="Freeform 20">
            <a:extLst>
              <a:ext uri="{FF2B5EF4-FFF2-40B4-BE49-F238E27FC236}">
                <a16:creationId xmlns:a16="http://schemas.microsoft.com/office/drawing/2014/main" id="{13F84401-9D03-8746-AC1C-ED29A80168E3}"/>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4" name="Freeform 21">
            <a:extLst>
              <a:ext uri="{FF2B5EF4-FFF2-40B4-BE49-F238E27FC236}">
                <a16:creationId xmlns:a16="http://schemas.microsoft.com/office/drawing/2014/main" id="{46449AA0-39AB-794E-B1FE-1951BCCEAABF}"/>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5" name="Freeform 22">
            <a:extLst>
              <a:ext uri="{FF2B5EF4-FFF2-40B4-BE49-F238E27FC236}">
                <a16:creationId xmlns:a16="http://schemas.microsoft.com/office/drawing/2014/main" id="{6E121213-2783-6048-9DCD-929AC689FDE8}"/>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6" name="Freeform 23">
            <a:extLst>
              <a:ext uri="{FF2B5EF4-FFF2-40B4-BE49-F238E27FC236}">
                <a16:creationId xmlns:a16="http://schemas.microsoft.com/office/drawing/2014/main" id="{E5A067E1-903B-2442-8263-C180FFA1C87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7" name="Text Box 24">
            <a:extLst>
              <a:ext uri="{FF2B5EF4-FFF2-40B4-BE49-F238E27FC236}">
                <a16:creationId xmlns:a16="http://schemas.microsoft.com/office/drawing/2014/main" id="{C1DDAF47-6CC4-6740-BD4C-8B138A0D6543}"/>
              </a:ext>
            </a:extLst>
          </p:cNvPr>
          <p:cNvSpPr txBox="1">
            <a:spLocks noChangeArrowheads="1"/>
          </p:cNvSpPr>
          <p:nvPr/>
        </p:nvSpPr>
        <p:spPr bwMode="auto">
          <a:xfrm>
            <a:off x="1439467" y="1491854"/>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6568" name="AutoShape 25">
            <a:extLst>
              <a:ext uri="{FF2B5EF4-FFF2-40B4-BE49-F238E27FC236}">
                <a16:creationId xmlns:a16="http://schemas.microsoft.com/office/drawing/2014/main" id="{6F023E22-6055-3F4D-8C14-29DE885DA87C}"/>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69" name="Text Box 26">
            <a:extLst>
              <a:ext uri="{FF2B5EF4-FFF2-40B4-BE49-F238E27FC236}">
                <a16:creationId xmlns:a16="http://schemas.microsoft.com/office/drawing/2014/main" id="{38D12DAA-6A47-EC45-BD87-341876B76EA9}"/>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6570" name="AutoShape 27">
            <a:extLst>
              <a:ext uri="{FF2B5EF4-FFF2-40B4-BE49-F238E27FC236}">
                <a16:creationId xmlns:a16="http://schemas.microsoft.com/office/drawing/2014/main" id="{925DA237-97FF-5242-9F94-7678F1F74801}"/>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71" name="Text Box 28">
            <a:extLst>
              <a:ext uri="{FF2B5EF4-FFF2-40B4-BE49-F238E27FC236}">
                <a16:creationId xmlns:a16="http://schemas.microsoft.com/office/drawing/2014/main" id="{0BD6CCB3-5574-9148-A2FF-322BC6531876}"/>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6572" name="Text Box 29">
            <a:extLst>
              <a:ext uri="{FF2B5EF4-FFF2-40B4-BE49-F238E27FC236}">
                <a16:creationId xmlns:a16="http://schemas.microsoft.com/office/drawing/2014/main" id="{4631FA72-1CA8-2F43-85CE-7865C4CD4A18}"/>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6573" name="AutoShape 30">
            <a:extLst>
              <a:ext uri="{FF2B5EF4-FFF2-40B4-BE49-F238E27FC236}">
                <a16:creationId xmlns:a16="http://schemas.microsoft.com/office/drawing/2014/main" id="{AD29A36C-E6D3-1442-BF58-20C2C91C2B8D}"/>
              </a:ext>
            </a:extLst>
          </p:cNvPr>
          <p:cNvSpPr>
            <a:spLocks noChangeArrowheads="1"/>
          </p:cNvSpPr>
          <p:nvPr/>
        </p:nvSpPr>
        <p:spPr bwMode="auto">
          <a:xfrm>
            <a:off x="4193381" y="1491854"/>
            <a:ext cx="2214563" cy="701278"/>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350">
              <a:solidFill>
                <a:schemeClr val="tx1"/>
              </a:solidFill>
              <a:latin typeface="Tahoma" panose="020B0604030504040204" pitchFamily="34" charset="0"/>
              <a:ea typeface="宋体" panose="02010600030101010101" pitchFamily="2" charset="-122"/>
            </a:endParaRPr>
          </a:p>
        </p:txBody>
      </p:sp>
      <p:sp>
        <p:nvSpPr>
          <p:cNvPr id="236574" name="Text Box 31">
            <a:extLst>
              <a:ext uri="{FF2B5EF4-FFF2-40B4-BE49-F238E27FC236}">
                <a16:creationId xmlns:a16="http://schemas.microsoft.com/office/drawing/2014/main" id="{40EC48CD-FEE5-8742-8DD4-4D89B24E761B}"/>
              </a:ext>
            </a:extLst>
          </p:cNvPr>
          <p:cNvSpPr txBox="1">
            <a:spLocks noChangeArrowheads="1"/>
          </p:cNvSpPr>
          <p:nvPr/>
        </p:nvSpPr>
        <p:spPr bwMode="auto">
          <a:xfrm>
            <a:off x="4215170" y="1545432"/>
            <a:ext cx="22733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Tahoma" panose="020B0604030504040204" pitchFamily="34" charset="0"/>
                <a:ea typeface="宋体" panose="02010600030101010101" pitchFamily="2" charset="-122"/>
              </a:rPr>
              <a:t>我收到了</a:t>
            </a:r>
            <a:r>
              <a:rPr kumimoji="1" lang="zh-CN" altLang="en-US" sz="105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AP</a:t>
            </a:r>
            <a:r>
              <a:rPr kumimoji="1" lang="en-US" altLang="zh-CN" sz="1800" baseline="-25000">
                <a:latin typeface="Arial" panose="020B0604020202020204" pitchFamily="34" charset="0"/>
                <a:ea typeface="宋体" panose="02010600030101010101" pitchFamily="2" charset="-122"/>
              </a:rPr>
              <a:t>1</a:t>
            </a:r>
            <a:r>
              <a:rPr kumimoji="1" lang="en-US" altLang="zh-CN" sz="1200">
                <a:latin typeface="Arial" panose="020B0604020202020204" pitchFamily="34" charset="0"/>
                <a:ea typeface="宋体" panose="02010600030101010101" pitchFamily="2" charset="-122"/>
              </a:rPr>
              <a:t> </a:t>
            </a:r>
            <a:r>
              <a:rPr kumimoji="1" lang="zh-CN" altLang="en-US" sz="1800">
                <a:latin typeface="Tahoma" panose="020B0604030504040204" pitchFamily="34" charset="0"/>
                <a:ea typeface="宋体" panose="02010600030101010101" pitchFamily="2" charset="-122"/>
              </a:rPr>
              <a:t>发来的</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应用程序数据！</a:t>
            </a:r>
          </a:p>
        </p:txBody>
      </p:sp>
      <p:sp>
        <p:nvSpPr>
          <p:cNvPr id="236575" name="幻灯片编号占位符 2">
            <a:extLst>
              <a:ext uri="{FF2B5EF4-FFF2-40B4-BE49-F238E27FC236}">
                <a16:creationId xmlns:a16="http://schemas.microsoft.com/office/drawing/2014/main" id="{28A66FAC-B0C9-2845-8377-25C93F806A7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540D45-58A4-CA45-B9E8-ED381765B03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7150469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83D1A20A-2B82-D240-832F-40ED1D7D520E}"/>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8594" name="AutoShape 3">
            <a:extLst>
              <a:ext uri="{FF2B5EF4-FFF2-40B4-BE49-F238E27FC236}">
                <a16:creationId xmlns:a16="http://schemas.microsoft.com/office/drawing/2014/main" id="{62312562-02BB-0946-87A7-DE4C1F6C247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595" name="AutoShape 4">
            <a:extLst>
              <a:ext uri="{FF2B5EF4-FFF2-40B4-BE49-F238E27FC236}">
                <a16:creationId xmlns:a16="http://schemas.microsoft.com/office/drawing/2014/main" id="{9F91FC5A-28E8-A74C-BC53-F9A2587CFFF9}"/>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596" name="Text Box 5">
            <a:extLst>
              <a:ext uri="{FF2B5EF4-FFF2-40B4-BE49-F238E27FC236}">
                <a16:creationId xmlns:a16="http://schemas.microsoft.com/office/drawing/2014/main" id="{422A5BF1-F40C-EE4E-8439-2C07E135F93E}"/>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8597" name="Text Box 6">
            <a:extLst>
              <a:ext uri="{FF2B5EF4-FFF2-40B4-BE49-F238E27FC236}">
                <a16:creationId xmlns:a16="http://schemas.microsoft.com/office/drawing/2014/main" id="{45DE89DD-BFA7-F046-BA61-8DF0A2DB9A47}"/>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8598" name="Text Box 7">
            <a:extLst>
              <a:ext uri="{FF2B5EF4-FFF2-40B4-BE49-F238E27FC236}">
                <a16:creationId xmlns:a16="http://schemas.microsoft.com/office/drawing/2014/main" id="{F73B0BBD-04BA-244A-8319-D001CE358963}"/>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8599" name="Text Box 8">
            <a:extLst>
              <a:ext uri="{FF2B5EF4-FFF2-40B4-BE49-F238E27FC236}">
                <a16:creationId xmlns:a16="http://schemas.microsoft.com/office/drawing/2014/main" id="{A5F52A04-E13F-5F4E-BD37-DE011956BF6A}"/>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8600" name="Text Box 9">
            <a:extLst>
              <a:ext uri="{FF2B5EF4-FFF2-40B4-BE49-F238E27FC236}">
                <a16:creationId xmlns:a16="http://schemas.microsoft.com/office/drawing/2014/main" id="{7D647F38-A0E3-CC4F-B0BF-A3D8D8AB77F9}"/>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8601" name="Freeform 10">
            <a:extLst>
              <a:ext uri="{FF2B5EF4-FFF2-40B4-BE49-F238E27FC236}">
                <a16:creationId xmlns:a16="http://schemas.microsoft.com/office/drawing/2014/main" id="{75B95144-B84C-634D-B4CD-FF9CAF7CC408}"/>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2" name="Freeform 11">
            <a:extLst>
              <a:ext uri="{FF2B5EF4-FFF2-40B4-BE49-F238E27FC236}">
                <a16:creationId xmlns:a16="http://schemas.microsoft.com/office/drawing/2014/main" id="{250C2D26-C05F-814A-98A6-1FD8A132F64A}"/>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3" name="Freeform 12">
            <a:extLst>
              <a:ext uri="{FF2B5EF4-FFF2-40B4-BE49-F238E27FC236}">
                <a16:creationId xmlns:a16="http://schemas.microsoft.com/office/drawing/2014/main" id="{C139DA10-BA2D-104E-8B52-68C54AFD240B}"/>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4" name="Freeform 13">
            <a:extLst>
              <a:ext uri="{FF2B5EF4-FFF2-40B4-BE49-F238E27FC236}">
                <a16:creationId xmlns:a16="http://schemas.microsoft.com/office/drawing/2014/main" id="{E1CEA89F-F050-3F4E-ADC6-C4ABF829585F}"/>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5" name="AutoShape 14">
            <a:extLst>
              <a:ext uri="{FF2B5EF4-FFF2-40B4-BE49-F238E27FC236}">
                <a16:creationId xmlns:a16="http://schemas.microsoft.com/office/drawing/2014/main" id="{925B370B-CB25-7540-979C-4590FEF78F0E}"/>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06" name="Text Box 15">
            <a:extLst>
              <a:ext uri="{FF2B5EF4-FFF2-40B4-BE49-F238E27FC236}">
                <a16:creationId xmlns:a16="http://schemas.microsoft.com/office/drawing/2014/main" id="{DDE71844-6596-574E-ACD2-38C463DF290A}"/>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8607" name="Text Box 16">
            <a:extLst>
              <a:ext uri="{FF2B5EF4-FFF2-40B4-BE49-F238E27FC236}">
                <a16:creationId xmlns:a16="http://schemas.microsoft.com/office/drawing/2014/main" id="{7F7BC498-D6AE-404E-91A3-D1A731539A20}"/>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8608" name="Text Box 17">
            <a:extLst>
              <a:ext uri="{FF2B5EF4-FFF2-40B4-BE49-F238E27FC236}">
                <a16:creationId xmlns:a16="http://schemas.microsoft.com/office/drawing/2014/main" id="{27D1DEFD-05CF-904C-B24F-70EC3B2C574B}"/>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8609" name="Text Box 18">
            <a:extLst>
              <a:ext uri="{FF2B5EF4-FFF2-40B4-BE49-F238E27FC236}">
                <a16:creationId xmlns:a16="http://schemas.microsoft.com/office/drawing/2014/main" id="{E71B0770-F5DC-3449-A7D8-AED16B106561}"/>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8610" name="Text Box 19">
            <a:extLst>
              <a:ext uri="{FF2B5EF4-FFF2-40B4-BE49-F238E27FC236}">
                <a16:creationId xmlns:a16="http://schemas.microsoft.com/office/drawing/2014/main" id="{55240E32-4E6A-344D-9C35-C1FC34AB8501}"/>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8611" name="Freeform 20">
            <a:extLst>
              <a:ext uri="{FF2B5EF4-FFF2-40B4-BE49-F238E27FC236}">
                <a16:creationId xmlns:a16="http://schemas.microsoft.com/office/drawing/2014/main" id="{3AD6AEA7-2B91-7043-AFD0-8F9A7693067F}"/>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2" name="Freeform 21">
            <a:extLst>
              <a:ext uri="{FF2B5EF4-FFF2-40B4-BE49-F238E27FC236}">
                <a16:creationId xmlns:a16="http://schemas.microsoft.com/office/drawing/2014/main" id="{191E7FE8-77FC-6B43-A189-367E154409BE}"/>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3" name="Freeform 22">
            <a:extLst>
              <a:ext uri="{FF2B5EF4-FFF2-40B4-BE49-F238E27FC236}">
                <a16:creationId xmlns:a16="http://schemas.microsoft.com/office/drawing/2014/main" id="{353CE5EC-4C04-1B42-A0BB-EAE8911A9330}"/>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4" name="Freeform 23">
            <a:extLst>
              <a:ext uri="{FF2B5EF4-FFF2-40B4-BE49-F238E27FC236}">
                <a16:creationId xmlns:a16="http://schemas.microsoft.com/office/drawing/2014/main" id="{E909BE3F-F5C2-4144-A0E5-E2D40C89DD7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5" name="Text Box 24">
            <a:extLst>
              <a:ext uri="{FF2B5EF4-FFF2-40B4-BE49-F238E27FC236}">
                <a16:creationId xmlns:a16="http://schemas.microsoft.com/office/drawing/2014/main" id="{6B538E68-EC50-AE44-B8A8-C8B6BAD937EF}"/>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8616" name="AutoShape 25">
            <a:extLst>
              <a:ext uri="{FF2B5EF4-FFF2-40B4-BE49-F238E27FC236}">
                <a16:creationId xmlns:a16="http://schemas.microsoft.com/office/drawing/2014/main" id="{86AB3445-8202-B546-9159-5C638E05ACF5}"/>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17" name="Text Box 26">
            <a:extLst>
              <a:ext uri="{FF2B5EF4-FFF2-40B4-BE49-F238E27FC236}">
                <a16:creationId xmlns:a16="http://schemas.microsoft.com/office/drawing/2014/main" id="{ED86796D-0F1E-8C4B-B826-4CAAACDC0777}"/>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8618" name="AutoShape 27">
            <a:extLst>
              <a:ext uri="{FF2B5EF4-FFF2-40B4-BE49-F238E27FC236}">
                <a16:creationId xmlns:a16="http://schemas.microsoft.com/office/drawing/2014/main" id="{78004E63-A7B2-F042-B2B3-F381E9EBDC4D}"/>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19" name="Text Box 28">
            <a:extLst>
              <a:ext uri="{FF2B5EF4-FFF2-40B4-BE49-F238E27FC236}">
                <a16:creationId xmlns:a16="http://schemas.microsoft.com/office/drawing/2014/main" id="{F9EC8593-52AC-314F-BDD8-FD25E00BE487}"/>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8620" name="Text Box 29">
            <a:extLst>
              <a:ext uri="{FF2B5EF4-FFF2-40B4-BE49-F238E27FC236}">
                <a16:creationId xmlns:a16="http://schemas.microsoft.com/office/drawing/2014/main" id="{8A8EEEEF-6EF7-AC4C-83D7-6E06E9092A9C}"/>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28030" name="Rectangle 30">
            <a:extLst>
              <a:ext uri="{FF2B5EF4-FFF2-40B4-BE49-F238E27FC236}">
                <a16:creationId xmlns:a16="http://schemas.microsoft.com/office/drawing/2014/main" id="{4976D65C-B140-E545-B1AE-E98692C9228C}"/>
              </a:ext>
            </a:extLst>
          </p:cNvPr>
          <p:cNvSpPr>
            <a:spLocks noChangeArrowheads="1"/>
          </p:cNvSpPr>
          <p:nvPr/>
        </p:nvSpPr>
        <p:spPr bwMode="auto">
          <a:xfrm>
            <a:off x="4193381" y="1870473"/>
            <a:ext cx="194429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nvGrpSpPr>
          <p:cNvPr id="128031" name="Group 31">
            <a:extLst>
              <a:ext uri="{FF2B5EF4-FFF2-40B4-BE49-F238E27FC236}">
                <a16:creationId xmlns:a16="http://schemas.microsoft.com/office/drawing/2014/main" id="{EC930064-E659-A048-8AE4-6652B51E147A}"/>
              </a:ext>
            </a:extLst>
          </p:cNvPr>
          <p:cNvGrpSpPr>
            <a:grpSpLocks/>
          </p:cNvGrpSpPr>
          <p:nvPr/>
        </p:nvGrpSpPr>
        <p:grpSpPr bwMode="auto">
          <a:xfrm>
            <a:off x="3113484" y="1815703"/>
            <a:ext cx="1146572" cy="756047"/>
            <a:chOff x="1655" y="1525"/>
            <a:chExt cx="963" cy="635"/>
          </a:xfrm>
        </p:grpSpPr>
        <p:sp>
          <p:nvSpPr>
            <p:cNvPr id="238670" name="Text Box 32">
              <a:extLst>
                <a:ext uri="{FF2B5EF4-FFF2-40B4-BE49-F238E27FC236}">
                  <a16:creationId xmlns:a16="http://schemas.microsoft.com/office/drawing/2014/main" id="{C477966A-84A1-C446-9B2E-4C26F4935B24}"/>
                </a:ext>
              </a:extLst>
            </p:cNvPr>
            <p:cNvSpPr txBox="1">
              <a:spLocks noChangeArrowheads="1"/>
            </p:cNvSpPr>
            <p:nvPr/>
          </p:nvSpPr>
          <p:spPr bwMode="auto">
            <a:xfrm>
              <a:off x="1655" y="1525"/>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应用层首部</a:t>
              </a:r>
              <a:endParaRPr kumimoji="1" lang="zh-CN" altLang="en-US" sz="1500">
                <a:ea typeface="宋体" panose="02010600030101010101" pitchFamily="2" charset="-122"/>
              </a:endParaRPr>
            </a:p>
          </p:txBody>
        </p:sp>
        <p:sp>
          <p:nvSpPr>
            <p:cNvPr id="238671" name="Line 33">
              <a:extLst>
                <a:ext uri="{FF2B5EF4-FFF2-40B4-BE49-F238E27FC236}">
                  <a16:creationId xmlns:a16="http://schemas.microsoft.com/office/drawing/2014/main" id="{9C2D4139-553F-1248-99D8-BC3D7FE5B665}"/>
                </a:ext>
              </a:extLst>
            </p:cNvPr>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8672" name="Rectangle 34">
              <a:extLst>
                <a:ext uri="{FF2B5EF4-FFF2-40B4-BE49-F238E27FC236}">
                  <a16:creationId xmlns:a16="http://schemas.microsoft.com/office/drawing/2014/main" id="{6140F3A5-3A2C-4642-A616-7ED2B5E6AAD4}"/>
                </a:ext>
              </a:extLst>
            </p:cNvPr>
            <p:cNvSpPr>
              <a:spLocks noChangeArrowheads="1"/>
            </p:cNvSpPr>
            <p:nvPr/>
          </p:nvSpPr>
          <p:spPr bwMode="auto">
            <a:xfrm>
              <a:off x="2245" y="1934"/>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grpSp>
      <p:sp>
        <p:nvSpPr>
          <p:cNvPr id="128035" name="Rectangle 35">
            <a:extLst>
              <a:ext uri="{FF2B5EF4-FFF2-40B4-BE49-F238E27FC236}">
                <a16:creationId xmlns:a16="http://schemas.microsoft.com/office/drawing/2014/main" id="{798316DE-1F2E-864D-AD6B-4776B2B57514}"/>
              </a:ext>
            </a:extLst>
          </p:cNvPr>
          <p:cNvSpPr>
            <a:spLocks noChangeArrowheads="1"/>
          </p:cNvSpPr>
          <p:nvPr/>
        </p:nvSpPr>
        <p:spPr bwMode="auto">
          <a:xfrm>
            <a:off x="2627710" y="4030267"/>
            <a:ext cx="388858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latin typeface="Arial" panose="020B0604020202020204" pitchFamily="34" charset="0"/>
                <a:ea typeface="宋体" panose="02010600030101010101" pitchFamily="2" charset="-122"/>
              </a:rPr>
              <a:t>10100110100101  </a:t>
            </a:r>
            <a:r>
              <a:rPr lang="zh-CN" altLang="en-US" sz="1500">
                <a:latin typeface="Arial" panose="020B0604020202020204" pitchFamily="34" charset="0"/>
                <a:ea typeface="宋体" panose="02010600030101010101" pitchFamily="2" charset="-122"/>
              </a:rPr>
              <a:t>比  特  流  </a:t>
            </a:r>
            <a:r>
              <a:rPr lang="en-US" altLang="zh-CN" sz="1500">
                <a:latin typeface="Arial" panose="020B0604020202020204" pitchFamily="34" charset="0"/>
                <a:ea typeface="宋体" panose="02010600030101010101" pitchFamily="2" charset="-122"/>
              </a:rPr>
              <a:t>110101110101</a:t>
            </a:r>
          </a:p>
        </p:txBody>
      </p:sp>
      <p:sp>
        <p:nvSpPr>
          <p:cNvPr id="238624" name="Text Box 36">
            <a:extLst>
              <a:ext uri="{FF2B5EF4-FFF2-40B4-BE49-F238E27FC236}">
                <a16:creationId xmlns:a16="http://schemas.microsoft.com/office/drawing/2014/main" id="{5C57941E-2925-1144-B7D3-80B247B8D1CE}"/>
              </a:ext>
            </a:extLst>
          </p:cNvPr>
          <p:cNvSpPr txBox="1">
            <a:spLocks noChangeArrowheads="1"/>
          </p:cNvSpPr>
          <p:nvPr/>
        </p:nvSpPr>
        <p:spPr bwMode="auto">
          <a:xfrm>
            <a:off x="2465785" y="1387079"/>
            <a:ext cx="4339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注意观察加入或剥去首部（尾部）的层次</a:t>
            </a:r>
          </a:p>
        </p:txBody>
      </p:sp>
      <p:sp>
        <p:nvSpPr>
          <p:cNvPr id="128037" name="Rectangle 37">
            <a:extLst>
              <a:ext uri="{FF2B5EF4-FFF2-40B4-BE49-F238E27FC236}">
                <a16:creationId xmlns:a16="http://schemas.microsoft.com/office/drawing/2014/main" id="{7316E2C8-5B29-BF42-A842-83C9EDE844BD}"/>
              </a:ext>
            </a:extLst>
          </p:cNvPr>
          <p:cNvSpPr>
            <a:spLocks noChangeArrowheads="1"/>
          </p:cNvSpPr>
          <p:nvPr/>
        </p:nvSpPr>
        <p:spPr bwMode="auto">
          <a:xfrm>
            <a:off x="4193381" y="2302669"/>
            <a:ext cx="194429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nvGrpSpPr>
          <p:cNvPr id="128038" name="Group 38">
            <a:extLst>
              <a:ext uri="{FF2B5EF4-FFF2-40B4-BE49-F238E27FC236}">
                <a16:creationId xmlns:a16="http://schemas.microsoft.com/office/drawing/2014/main" id="{24C59B71-47C2-614A-81AD-78E38C74BDC4}"/>
              </a:ext>
            </a:extLst>
          </p:cNvPr>
          <p:cNvGrpSpPr>
            <a:grpSpLocks/>
          </p:cNvGrpSpPr>
          <p:nvPr/>
        </p:nvGrpSpPr>
        <p:grpSpPr bwMode="auto">
          <a:xfrm>
            <a:off x="3815954" y="2734867"/>
            <a:ext cx="2321719" cy="269081"/>
            <a:chOff x="2245" y="2297"/>
            <a:chExt cx="1950" cy="226"/>
          </a:xfrm>
        </p:grpSpPr>
        <p:sp>
          <p:nvSpPr>
            <p:cNvPr id="238668" name="Rectangle 39">
              <a:extLst>
                <a:ext uri="{FF2B5EF4-FFF2-40B4-BE49-F238E27FC236}">
                  <a16:creationId xmlns:a16="http://schemas.microsoft.com/office/drawing/2014/main" id="{B88BE9A7-09B4-B642-B210-F3720DC8FC44}"/>
                </a:ext>
              </a:extLst>
            </p:cNvPr>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38669" name="Rectangle 40">
              <a:extLst>
                <a:ext uri="{FF2B5EF4-FFF2-40B4-BE49-F238E27FC236}">
                  <a16:creationId xmlns:a16="http://schemas.microsoft.com/office/drawing/2014/main" id="{2458AA60-98AB-C546-9478-A464DBD7EFB1}"/>
                </a:ext>
              </a:extLst>
            </p:cNvPr>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28041" name="Group 41">
            <a:extLst>
              <a:ext uri="{FF2B5EF4-FFF2-40B4-BE49-F238E27FC236}">
                <a16:creationId xmlns:a16="http://schemas.microsoft.com/office/drawing/2014/main" id="{BA1240AD-A397-AB4F-8320-EC848505C46C}"/>
              </a:ext>
            </a:extLst>
          </p:cNvPr>
          <p:cNvGrpSpPr>
            <a:grpSpLocks/>
          </p:cNvGrpSpPr>
          <p:nvPr/>
        </p:nvGrpSpPr>
        <p:grpSpPr bwMode="auto">
          <a:xfrm>
            <a:off x="3437335" y="3167063"/>
            <a:ext cx="2700338" cy="269081"/>
            <a:chOff x="1927" y="2660"/>
            <a:chExt cx="2268" cy="226"/>
          </a:xfrm>
        </p:grpSpPr>
        <p:sp>
          <p:nvSpPr>
            <p:cNvPr id="238665" name="Rectangle 42">
              <a:extLst>
                <a:ext uri="{FF2B5EF4-FFF2-40B4-BE49-F238E27FC236}">
                  <a16:creationId xmlns:a16="http://schemas.microsoft.com/office/drawing/2014/main" id="{80E69815-D832-9549-BA83-0EF16B690128}"/>
                </a:ext>
              </a:extLst>
            </p:cNvPr>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38666" name="Rectangle 43">
              <a:extLst>
                <a:ext uri="{FF2B5EF4-FFF2-40B4-BE49-F238E27FC236}">
                  <a16:creationId xmlns:a16="http://schemas.microsoft.com/office/drawing/2014/main" id="{B80F5C93-5D24-F747-B097-F6D13A9E7DED}"/>
                </a:ext>
              </a:extLst>
            </p:cNvPr>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38667" name="Rectangle 44">
              <a:extLst>
                <a:ext uri="{FF2B5EF4-FFF2-40B4-BE49-F238E27FC236}">
                  <a16:creationId xmlns:a16="http://schemas.microsoft.com/office/drawing/2014/main" id="{11EBC87C-E881-324B-A95A-537D55DA5D2F}"/>
                </a:ext>
              </a:extLst>
            </p:cNvPr>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28045" name="Group 45">
            <a:extLst>
              <a:ext uri="{FF2B5EF4-FFF2-40B4-BE49-F238E27FC236}">
                <a16:creationId xmlns:a16="http://schemas.microsoft.com/office/drawing/2014/main" id="{3916C480-A16E-0248-85AA-A24041507E45}"/>
              </a:ext>
            </a:extLst>
          </p:cNvPr>
          <p:cNvGrpSpPr>
            <a:grpSpLocks/>
          </p:cNvGrpSpPr>
          <p:nvPr/>
        </p:nvGrpSpPr>
        <p:grpSpPr bwMode="auto">
          <a:xfrm>
            <a:off x="3059906" y="3599260"/>
            <a:ext cx="3077766" cy="269081"/>
            <a:chOff x="1610" y="3023"/>
            <a:chExt cx="2585" cy="226"/>
          </a:xfrm>
        </p:grpSpPr>
        <p:sp>
          <p:nvSpPr>
            <p:cNvPr id="238661" name="Rectangle 46">
              <a:extLst>
                <a:ext uri="{FF2B5EF4-FFF2-40B4-BE49-F238E27FC236}">
                  <a16:creationId xmlns:a16="http://schemas.microsoft.com/office/drawing/2014/main" id="{EF294C43-4C4B-3948-9409-96E2B072A679}"/>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38662" name="Rectangle 47">
              <a:extLst>
                <a:ext uri="{FF2B5EF4-FFF2-40B4-BE49-F238E27FC236}">
                  <a16:creationId xmlns:a16="http://schemas.microsoft.com/office/drawing/2014/main" id="{DAF70B40-F9BD-4B41-B443-2E43C3DC9749}"/>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38663" name="Rectangle 48">
              <a:extLst>
                <a:ext uri="{FF2B5EF4-FFF2-40B4-BE49-F238E27FC236}">
                  <a16:creationId xmlns:a16="http://schemas.microsoft.com/office/drawing/2014/main" id="{3086B54A-4695-C14B-839A-26B2E54DAA27}"/>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38664" name="Rectangle 49">
              <a:extLst>
                <a:ext uri="{FF2B5EF4-FFF2-40B4-BE49-F238E27FC236}">
                  <a16:creationId xmlns:a16="http://schemas.microsoft.com/office/drawing/2014/main" id="{D394C653-DA2A-5647-AD16-27C35BE28F24}"/>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28050" name="Group 50">
            <a:extLst>
              <a:ext uri="{FF2B5EF4-FFF2-40B4-BE49-F238E27FC236}">
                <a16:creationId xmlns:a16="http://schemas.microsoft.com/office/drawing/2014/main" id="{2983327F-3ABE-CC46-B9E6-FBF33902CA53}"/>
              </a:ext>
            </a:extLst>
          </p:cNvPr>
          <p:cNvGrpSpPr>
            <a:grpSpLocks/>
          </p:cNvGrpSpPr>
          <p:nvPr/>
        </p:nvGrpSpPr>
        <p:grpSpPr bwMode="auto">
          <a:xfrm>
            <a:off x="1633537" y="2085975"/>
            <a:ext cx="3586163" cy="311944"/>
            <a:chOff x="412" y="1752"/>
            <a:chExt cx="3012" cy="262"/>
          </a:xfrm>
        </p:grpSpPr>
        <p:sp>
          <p:nvSpPr>
            <p:cNvPr id="238659" name="AutoShape 51">
              <a:extLst>
                <a:ext uri="{FF2B5EF4-FFF2-40B4-BE49-F238E27FC236}">
                  <a16:creationId xmlns:a16="http://schemas.microsoft.com/office/drawing/2014/main" id="{D22C266A-7103-9342-A010-4C35A63272AE}"/>
                </a:ext>
              </a:extLst>
            </p:cNvPr>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60" name="AutoShape 52">
              <a:extLst>
                <a:ext uri="{FF2B5EF4-FFF2-40B4-BE49-F238E27FC236}">
                  <a16:creationId xmlns:a16="http://schemas.microsoft.com/office/drawing/2014/main" id="{212F0F4D-EFBB-CF4B-9111-DB7A2BE373B7}"/>
                </a:ext>
              </a:extLst>
            </p:cNvPr>
            <p:cNvSpPr>
              <a:spLocks noChangeArrowheads="1"/>
            </p:cNvSpPr>
            <p:nvPr/>
          </p:nvSpPr>
          <p:spPr bwMode="auto">
            <a:xfrm flipV="1">
              <a:off x="3300" y="1752"/>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53" name="Group 53">
            <a:extLst>
              <a:ext uri="{FF2B5EF4-FFF2-40B4-BE49-F238E27FC236}">
                <a16:creationId xmlns:a16="http://schemas.microsoft.com/office/drawing/2014/main" id="{4DEE2C1D-20DC-6A45-ACD8-C34D257A7A43}"/>
              </a:ext>
            </a:extLst>
          </p:cNvPr>
          <p:cNvGrpSpPr>
            <a:grpSpLocks/>
          </p:cNvGrpSpPr>
          <p:nvPr/>
        </p:nvGrpSpPr>
        <p:grpSpPr bwMode="auto">
          <a:xfrm>
            <a:off x="1631156" y="2518173"/>
            <a:ext cx="3373041" cy="297656"/>
            <a:chOff x="410" y="2115"/>
            <a:chExt cx="2833" cy="250"/>
          </a:xfrm>
        </p:grpSpPr>
        <p:sp>
          <p:nvSpPr>
            <p:cNvPr id="238657" name="AutoShape 54">
              <a:extLst>
                <a:ext uri="{FF2B5EF4-FFF2-40B4-BE49-F238E27FC236}">
                  <a16:creationId xmlns:a16="http://schemas.microsoft.com/office/drawing/2014/main" id="{300BF693-AC0E-9543-9B10-2D648D858C16}"/>
                </a:ext>
              </a:extLst>
            </p:cNvPr>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8" name="AutoShape 55">
              <a:extLst>
                <a:ext uri="{FF2B5EF4-FFF2-40B4-BE49-F238E27FC236}">
                  <a16:creationId xmlns:a16="http://schemas.microsoft.com/office/drawing/2014/main" id="{8FC5A5B3-C5F6-8243-B577-8120E0B469EF}"/>
                </a:ext>
              </a:extLst>
            </p:cNvPr>
            <p:cNvSpPr>
              <a:spLocks noChangeArrowheads="1"/>
            </p:cNvSpPr>
            <p:nvPr/>
          </p:nvSpPr>
          <p:spPr bwMode="auto">
            <a:xfrm rot="10800000">
              <a:off x="3118" y="2115"/>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56" name="Group 56">
            <a:extLst>
              <a:ext uri="{FF2B5EF4-FFF2-40B4-BE49-F238E27FC236}">
                <a16:creationId xmlns:a16="http://schemas.microsoft.com/office/drawing/2014/main" id="{985A745C-1AC7-B14B-8E77-8B7C2081226C}"/>
              </a:ext>
            </a:extLst>
          </p:cNvPr>
          <p:cNvGrpSpPr>
            <a:grpSpLocks/>
          </p:cNvGrpSpPr>
          <p:nvPr/>
        </p:nvGrpSpPr>
        <p:grpSpPr bwMode="auto">
          <a:xfrm>
            <a:off x="1631157" y="2938463"/>
            <a:ext cx="3102769" cy="307181"/>
            <a:chOff x="410" y="2468"/>
            <a:chExt cx="2606" cy="258"/>
          </a:xfrm>
        </p:grpSpPr>
        <p:sp>
          <p:nvSpPr>
            <p:cNvPr id="238655" name="AutoShape 57">
              <a:extLst>
                <a:ext uri="{FF2B5EF4-FFF2-40B4-BE49-F238E27FC236}">
                  <a16:creationId xmlns:a16="http://schemas.microsoft.com/office/drawing/2014/main" id="{3F06A9B0-930D-AC49-B7C6-8CBB14FB395D}"/>
                </a:ext>
              </a:extLst>
            </p:cNvPr>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6" name="AutoShape 58">
              <a:extLst>
                <a:ext uri="{FF2B5EF4-FFF2-40B4-BE49-F238E27FC236}">
                  <a16:creationId xmlns:a16="http://schemas.microsoft.com/office/drawing/2014/main" id="{FDA9AF89-31AF-4444-9F16-CBB6BE47FCCE}"/>
                </a:ext>
              </a:extLst>
            </p:cNvPr>
            <p:cNvSpPr>
              <a:spLocks noChangeArrowheads="1"/>
            </p:cNvSpPr>
            <p:nvPr/>
          </p:nvSpPr>
          <p:spPr bwMode="auto">
            <a:xfrm rot="10800000">
              <a:off x="2891" y="247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59" name="Group 59">
            <a:extLst>
              <a:ext uri="{FF2B5EF4-FFF2-40B4-BE49-F238E27FC236}">
                <a16:creationId xmlns:a16="http://schemas.microsoft.com/office/drawing/2014/main" id="{01B49CF3-7E0D-0E49-A2D6-E88D3D7636B5}"/>
              </a:ext>
            </a:extLst>
          </p:cNvPr>
          <p:cNvGrpSpPr>
            <a:grpSpLocks/>
          </p:cNvGrpSpPr>
          <p:nvPr/>
        </p:nvGrpSpPr>
        <p:grpSpPr bwMode="auto">
          <a:xfrm>
            <a:off x="1629966" y="3381375"/>
            <a:ext cx="2874169" cy="333375"/>
            <a:chOff x="409" y="2840"/>
            <a:chExt cx="2414" cy="280"/>
          </a:xfrm>
        </p:grpSpPr>
        <p:sp>
          <p:nvSpPr>
            <p:cNvPr id="238653" name="AutoShape 60">
              <a:extLst>
                <a:ext uri="{FF2B5EF4-FFF2-40B4-BE49-F238E27FC236}">
                  <a16:creationId xmlns:a16="http://schemas.microsoft.com/office/drawing/2014/main" id="{1742E4C5-40CC-A047-8B48-0B5F1181F338}"/>
                </a:ext>
              </a:extLst>
            </p:cNvPr>
            <p:cNvSpPr>
              <a:spLocks noChangeArrowheads="1"/>
            </p:cNvSpPr>
            <p:nvPr/>
          </p:nvSpPr>
          <p:spPr bwMode="auto">
            <a:xfrm rot="10800000">
              <a:off x="409" y="2870"/>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4" name="AutoShape 61">
              <a:extLst>
                <a:ext uri="{FF2B5EF4-FFF2-40B4-BE49-F238E27FC236}">
                  <a16:creationId xmlns:a16="http://schemas.microsoft.com/office/drawing/2014/main" id="{CDDCD9FF-5FFE-6B49-85E5-5B069EACD857}"/>
                </a:ext>
              </a:extLst>
            </p:cNvPr>
            <p:cNvSpPr>
              <a:spLocks noChangeArrowheads="1"/>
            </p:cNvSpPr>
            <p:nvPr/>
          </p:nvSpPr>
          <p:spPr bwMode="auto">
            <a:xfrm rot="10800000">
              <a:off x="2699" y="2840"/>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62" name="Group 62">
            <a:extLst>
              <a:ext uri="{FF2B5EF4-FFF2-40B4-BE49-F238E27FC236}">
                <a16:creationId xmlns:a16="http://schemas.microsoft.com/office/drawing/2014/main" id="{DAC75F64-8133-414D-AA13-6724F4A6A9ED}"/>
              </a:ext>
            </a:extLst>
          </p:cNvPr>
          <p:cNvGrpSpPr>
            <a:grpSpLocks/>
          </p:cNvGrpSpPr>
          <p:nvPr/>
        </p:nvGrpSpPr>
        <p:grpSpPr bwMode="auto">
          <a:xfrm>
            <a:off x="1629967" y="3813573"/>
            <a:ext cx="2726531" cy="345281"/>
            <a:chOff x="409" y="3203"/>
            <a:chExt cx="2290" cy="290"/>
          </a:xfrm>
        </p:grpSpPr>
        <p:sp>
          <p:nvSpPr>
            <p:cNvPr id="238651" name="AutoShape 63">
              <a:extLst>
                <a:ext uri="{FF2B5EF4-FFF2-40B4-BE49-F238E27FC236}">
                  <a16:creationId xmlns:a16="http://schemas.microsoft.com/office/drawing/2014/main" id="{BDB3C4C7-84C9-964C-B56A-63E6001CE8B0}"/>
                </a:ext>
              </a:extLst>
            </p:cNvPr>
            <p:cNvSpPr>
              <a:spLocks noChangeArrowheads="1"/>
            </p:cNvSpPr>
            <p:nvPr/>
          </p:nvSpPr>
          <p:spPr bwMode="auto">
            <a:xfrm rot="10800000">
              <a:off x="409" y="3243"/>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2" name="AutoShape 64">
              <a:extLst>
                <a:ext uri="{FF2B5EF4-FFF2-40B4-BE49-F238E27FC236}">
                  <a16:creationId xmlns:a16="http://schemas.microsoft.com/office/drawing/2014/main" id="{019CE92F-4191-EA41-B6E6-7D1E6B66D193}"/>
                </a:ext>
              </a:extLst>
            </p:cNvPr>
            <p:cNvSpPr>
              <a:spLocks noChangeArrowheads="1"/>
            </p:cNvSpPr>
            <p:nvPr/>
          </p:nvSpPr>
          <p:spPr bwMode="auto">
            <a:xfrm rot="10800000">
              <a:off x="2575" y="3203"/>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65" name="Group 65">
            <a:extLst>
              <a:ext uri="{FF2B5EF4-FFF2-40B4-BE49-F238E27FC236}">
                <a16:creationId xmlns:a16="http://schemas.microsoft.com/office/drawing/2014/main" id="{EB92DBF3-3EB0-C94F-8608-073C0A1C5970}"/>
              </a:ext>
            </a:extLst>
          </p:cNvPr>
          <p:cNvGrpSpPr>
            <a:grpSpLocks/>
          </p:cNvGrpSpPr>
          <p:nvPr/>
        </p:nvGrpSpPr>
        <p:grpSpPr bwMode="auto">
          <a:xfrm>
            <a:off x="2681288" y="2197894"/>
            <a:ext cx="1146572" cy="806054"/>
            <a:chOff x="1292" y="1846"/>
            <a:chExt cx="963" cy="677"/>
          </a:xfrm>
        </p:grpSpPr>
        <p:sp>
          <p:nvSpPr>
            <p:cNvPr id="238648" name="Rectangle 66">
              <a:extLst>
                <a:ext uri="{FF2B5EF4-FFF2-40B4-BE49-F238E27FC236}">
                  <a16:creationId xmlns:a16="http://schemas.microsoft.com/office/drawing/2014/main" id="{A0AE0D6B-D26C-8B42-A0E0-C13B3EB0257F}"/>
                </a:ext>
              </a:extLst>
            </p:cNvPr>
            <p:cNvSpPr>
              <a:spLocks noChangeArrowheads="1"/>
            </p:cNvSpPr>
            <p:nvPr/>
          </p:nvSpPr>
          <p:spPr bwMode="auto">
            <a:xfrm>
              <a:off x="1927" y="2297"/>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38649" name="Text Box 67">
              <a:extLst>
                <a:ext uri="{FF2B5EF4-FFF2-40B4-BE49-F238E27FC236}">
                  <a16:creationId xmlns:a16="http://schemas.microsoft.com/office/drawing/2014/main" id="{3D2E8C88-A52C-124A-BE11-195CA5CA77C6}"/>
                </a:ext>
              </a:extLst>
            </p:cNvPr>
            <p:cNvSpPr txBox="1">
              <a:spLocks noChangeArrowheads="1"/>
            </p:cNvSpPr>
            <p:nvPr/>
          </p:nvSpPr>
          <p:spPr bwMode="auto">
            <a:xfrm>
              <a:off x="1292" y="1846"/>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运输层首部</a:t>
              </a:r>
              <a:endParaRPr kumimoji="1" lang="zh-CN" altLang="en-US" sz="1500">
                <a:ea typeface="宋体" panose="02010600030101010101" pitchFamily="2" charset="-122"/>
              </a:endParaRPr>
            </a:p>
          </p:txBody>
        </p:sp>
        <p:sp>
          <p:nvSpPr>
            <p:cNvPr id="238650" name="Line 68">
              <a:extLst>
                <a:ext uri="{FF2B5EF4-FFF2-40B4-BE49-F238E27FC236}">
                  <a16:creationId xmlns:a16="http://schemas.microsoft.com/office/drawing/2014/main" id="{762A5E39-C93E-FE40-88B5-CB2D0E5FAD0B}"/>
                </a:ext>
              </a:extLst>
            </p:cNvPr>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69" name="Group 69">
            <a:extLst>
              <a:ext uri="{FF2B5EF4-FFF2-40B4-BE49-F238E27FC236}">
                <a16:creationId xmlns:a16="http://schemas.microsoft.com/office/drawing/2014/main" id="{D0655169-C421-7F4D-B968-49D209865054}"/>
              </a:ext>
            </a:extLst>
          </p:cNvPr>
          <p:cNvGrpSpPr>
            <a:grpSpLocks/>
          </p:cNvGrpSpPr>
          <p:nvPr/>
        </p:nvGrpSpPr>
        <p:grpSpPr bwMode="auto">
          <a:xfrm>
            <a:off x="2293144" y="2571750"/>
            <a:ext cx="1146572" cy="864394"/>
            <a:chOff x="966" y="2160"/>
            <a:chExt cx="963" cy="726"/>
          </a:xfrm>
        </p:grpSpPr>
        <p:sp>
          <p:nvSpPr>
            <p:cNvPr id="238645" name="Rectangle 70">
              <a:extLst>
                <a:ext uri="{FF2B5EF4-FFF2-40B4-BE49-F238E27FC236}">
                  <a16:creationId xmlns:a16="http://schemas.microsoft.com/office/drawing/2014/main" id="{55CCB902-335D-6A48-9C73-9019FA36E413}"/>
                </a:ext>
              </a:extLst>
            </p:cNvPr>
            <p:cNvSpPr>
              <a:spLocks noChangeArrowheads="1"/>
            </p:cNvSpPr>
            <p:nvPr/>
          </p:nvSpPr>
          <p:spPr bwMode="auto">
            <a:xfrm>
              <a:off x="1609" y="2660"/>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38646" name="Text Box 71">
              <a:extLst>
                <a:ext uri="{FF2B5EF4-FFF2-40B4-BE49-F238E27FC236}">
                  <a16:creationId xmlns:a16="http://schemas.microsoft.com/office/drawing/2014/main" id="{7F56185A-D757-AC46-918A-9BB4B4E33AE9}"/>
                </a:ext>
              </a:extLst>
            </p:cNvPr>
            <p:cNvSpPr txBox="1">
              <a:spLocks noChangeArrowheads="1"/>
            </p:cNvSpPr>
            <p:nvPr/>
          </p:nvSpPr>
          <p:spPr bwMode="auto">
            <a:xfrm>
              <a:off x="966" y="2160"/>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网络层首部</a:t>
              </a:r>
              <a:endParaRPr kumimoji="1" lang="zh-CN" altLang="en-US" sz="1500">
                <a:ea typeface="宋体" panose="02010600030101010101" pitchFamily="2" charset="-122"/>
              </a:endParaRPr>
            </a:p>
          </p:txBody>
        </p:sp>
        <p:sp>
          <p:nvSpPr>
            <p:cNvPr id="238647" name="Line 72">
              <a:extLst>
                <a:ext uri="{FF2B5EF4-FFF2-40B4-BE49-F238E27FC236}">
                  <a16:creationId xmlns:a16="http://schemas.microsoft.com/office/drawing/2014/main" id="{568A98E6-FA45-3F45-9A95-D6A5BDA7229A}"/>
                </a:ext>
              </a:extLst>
            </p:cNvPr>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73" name="Group 73">
            <a:extLst>
              <a:ext uri="{FF2B5EF4-FFF2-40B4-BE49-F238E27FC236}">
                <a16:creationId xmlns:a16="http://schemas.microsoft.com/office/drawing/2014/main" id="{33D3689C-3F80-D64A-9359-0883A19936FE}"/>
              </a:ext>
            </a:extLst>
          </p:cNvPr>
          <p:cNvGrpSpPr>
            <a:grpSpLocks/>
          </p:cNvGrpSpPr>
          <p:nvPr/>
        </p:nvGrpSpPr>
        <p:grpSpPr bwMode="auto">
          <a:xfrm>
            <a:off x="2162176" y="2895600"/>
            <a:ext cx="897731" cy="971550"/>
            <a:chOff x="856" y="2432"/>
            <a:chExt cx="754" cy="816"/>
          </a:xfrm>
        </p:grpSpPr>
        <p:sp>
          <p:nvSpPr>
            <p:cNvPr id="238642" name="Rectangle 74">
              <a:extLst>
                <a:ext uri="{FF2B5EF4-FFF2-40B4-BE49-F238E27FC236}">
                  <a16:creationId xmlns:a16="http://schemas.microsoft.com/office/drawing/2014/main" id="{3CDBEB6B-73E0-FE42-88AA-D2F0DE6D916E}"/>
                </a:ext>
              </a:extLst>
            </p:cNvPr>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2</a:t>
              </a:r>
            </a:p>
          </p:txBody>
        </p:sp>
        <p:sp>
          <p:nvSpPr>
            <p:cNvPr id="238643" name="Text Box 75">
              <a:extLst>
                <a:ext uri="{FF2B5EF4-FFF2-40B4-BE49-F238E27FC236}">
                  <a16:creationId xmlns:a16="http://schemas.microsoft.com/office/drawing/2014/main" id="{D3D5986E-1A01-FE49-B96F-822BDAB2ECFB}"/>
                </a:ext>
              </a:extLst>
            </p:cNvPr>
            <p:cNvSpPr txBox="1">
              <a:spLocks noChangeArrowheads="1"/>
            </p:cNvSpPr>
            <p:nvPr/>
          </p:nvSpPr>
          <p:spPr bwMode="auto">
            <a:xfrm>
              <a:off x="856" y="2432"/>
              <a:ext cx="64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链路层</a:t>
              </a:r>
            </a:p>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首部</a:t>
              </a:r>
              <a:endParaRPr kumimoji="1" lang="zh-CN" altLang="en-US" sz="1500">
                <a:ea typeface="宋体" panose="02010600030101010101" pitchFamily="2" charset="-122"/>
              </a:endParaRPr>
            </a:p>
          </p:txBody>
        </p:sp>
        <p:sp>
          <p:nvSpPr>
            <p:cNvPr id="238644" name="Line 76">
              <a:extLst>
                <a:ext uri="{FF2B5EF4-FFF2-40B4-BE49-F238E27FC236}">
                  <a16:creationId xmlns:a16="http://schemas.microsoft.com/office/drawing/2014/main" id="{8DD7DCFA-D800-714C-A934-E8DDB9A5CA5F}"/>
                </a:ext>
              </a:extLst>
            </p:cNvPr>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77" name="Group 77">
            <a:extLst>
              <a:ext uri="{FF2B5EF4-FFF2-40B4-BE49-F238E27FC236}">
                <a16:creationId xmlns:a16="http://schemas.microsoft.com/office/drawing/2014/main" id="{CB90AC7C-AA47-7F48-B9AB-57B938395C2E}"/>
              </a:ext>
            </a:extLst>
          </p:cNvPr>
          <p:cNvGrpSpPr>
            <a:grpSpLocks/>
          </p:cNvGrpSpPr>
          <p:nvPr/>
        </p:nvGrpSpPr>
        <p:grpSpPr bwMode="auto">
          <a:xfrm>
            <a:off x="6137674" y="2900362"/>
            <a:ext cx="782240" cy="967979"/>
            <a:chOff x="4195" y="2436"/>
            <a:chExt cx="657" cy="813"/>
          </a:xfrm>
        </p:grpSpPr>
        <p:sp>
          <p:nvSpPr>
            <p:cNvPr id="238639" name="Rectangle 78">
              <a:extLst>
                <a:ext uri="{FF2B5EF4-FFF2-40B4-BE49-F238E27FC236}">
                  <a16:creationId xmlns:a16="http://schemas.microsoft.com/office/drawing/2014/main" id="{C7C5F6FB-F0F4-B944-8F4B-F7CE911EEA1D}"/>
                </a:ext>
              </a:extLst>
            </p:cNvPr>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T</a:t>
              </a:r>
              <a:r>
                <a:rPr lang="en-US" altLang="zh-CN" sz="1350" b="1" baseline="-25000">
                  <a:latin typeface="Arial" panose="020B0604020202020204" pitchFamily="34" charset="0"/>
                  <a:ea typeface="宋体" panose="02010600030101010101" pitchFamily="2" charset="-122"/>
                </a:rPr>
                <a:t>2</a:t>
              </a:r>
            </a:p>
          </p:txBody>
        </p:sp>
        <p:sp>
          <p:nvSpPr>
            <p:cNvPr id="238640" name="Line 79">
              <a:extLst>
                <a:ext uri="{FF2B5EF4-FFF2-40B4-BE49-F238E27FC236}">
                  <a16:creationId xmlns:a16="http://schemas.microsoft.com/office/drawing/2014/main" id="{C860DDA9-09F2-2940-89F0-51DCDE6694C0}"/>
                </a:ext>
              </a:extLst>
            </p:cNvPr>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8641" name="Text Box 80">
              <a:extLst>
                <a:ext uri="{FF2B5EF4-FFF2-40B4-BE49-F238E27FC236}">
                  <a16:creationId xmlns:a16="http://schemas.microsoft.com/office/drawing/2014/main" id="{850A3E1B-9A96-DB47-8C88-97411CD576F5}"/>
                </a:ext>
              </a:extLst>
            </p:cNvPr>
            <p:cNvSpPr txBox="1">
              <a:spLocks noChangeArrowheads="1"/>
            </p:cNvSpPr>
            <p:nvPr/>
          </p:nvSpPr>
          <p:spPr bwMode="auto">
            <a:xfrm>
              <a:off x="4212" y="2436"/>
              <a:ext cx="64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链路层</a:t>
              </a:r>
            </a:p>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尾部</a:t>
              </a:r>
              <a:endParaRPr kumimoji="1" lang="zh-CN" altLang="en-US" sz="1500">
                <a:ea typeface="宋体" panose="02010600030101010101" pitchFamily="2" charset="-122"/>
              </a:endParaRPr>
            </a:p>
          </p:txBody>
        </p:sp>
      </p:grpSp>
      <p:sp>
        <p:nvSpPr>
          <p:cNvPr id="238638" name="幻灯片编号占位符 2">
            <a:extLst>
              <a:ext uri="{FF2B5EF4-FFF2-40B4-BE49-F238E27FC236}">
                <a16:creationId xmlns:a16="http://schemas.microsoft.com/office/drawing/2014/main" id="{0C004766-6BDB-9141-A3BC-E4324D75313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665D1C-FCEB-4741-A0C5-9E3FED6D194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4920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30"/>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1" fill="hold" nodeType="afterEffect">
                                  <p:stCondLst>
                                    <p:cond delay="1000"/>
                                  </p:stCondLst>
                                  <p:childTnLst>
                                    <p:set>
                                      <p:cBhvr>
                                        <p:cTn id="9" dur="1" fill="hold">
                                          <p:stCondLst>
                                            <p:cond delay="0"/>
                                          </p:stCondLst>
                                        </p:cTn>
                                        <p:tgtEl>
                                          <p:spTgt spid="128050"/>
                                        </p:tgtEl>
                                        <p:attrNameLst>
                                          <p:attrName>style.visibility</p:attrName>
                                        </p:attrNameLst>
                                      </p:cBhvr>
                                      <p:to>
                                        <p:strVal val="visible"/>
                                      </p:to>
                                    </p:set>
                                    <p:animEffect transition="in" filter="wipe(up)">
                                      <p:cBhvr>
                                        <p:cTn id="10" dur="1000"/>
                                        <p:tgtEl>
                                          <p:spTgt spid="128050"/>
                                        </p:tgtEl>
                                      </p:cBhvr>
                                    </p:animEffect>
                                  </p:childTnLst>
                                </p:cTn>
                              </p:par>
                            </p:childTnLst>
                          </p:cTn>
                        </p:par>
                        <p:par>
                          <p:cTn id="11" fill="hold" nodeType="afterGroup">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128037"/>
                                        </p:tgtEl>
                                        <p:attrNameLst>
                                          <p:attrName>style.visibility</p:attrName>
                                        </p:attrNameLst>
                                      </p:cBhvr>
                                      <p:to>
                                        <p:strVal val="visible"/>
                                      </p:to>
                                    </p:set>
                                  </p:childTnLst>
                                </p:cTn>
                              </p:par>
                            </p:childTnLst>
                          </p:cTn>
                        </p:par>
                        <p:par>
                          <p:cTn id="14" fill="hold" nodeType="afterGroup">
                            <p:stCondLst>
                              <p:cond delay="3000"/>
                            </p:stCondLst>
                            <p:childTnLst>
                              <p:par>
                                <p:cTn id="15" presetID="12" presetClass="entr" presetSubtype="8" fill="hold" nodeType="afterEffect">
                                  <p:stCondLst>
                                    <p:cond delay="1000"/>
                                  </p:stCondLst>
                                  <p:childTnLst>
                                    <p:set>
                                      <p:cBhvr>
                                        <p:cTn id="16" dur="1" fill="hold">
                                          <p:stCondLst>
                                            <p:cond delay="0"/>
                                          </p:stCondLst>
                                        </p:cTn>
                                        <p:tgtEl>
                                          <p:spTgt spid="128031"/>
                                        </p:tgtEl>
                                        <p:attrNameLst>
                                          <p:attrName>style.visibility</p:attrName>
                                        </p:attrNameLst>
                                      </p:cBhvr>
                                      <p:to>
                                        <p:strVal val="visible"/>
                                      </p:to>
                                    </p:set>
                                    <p:animEffect transition="in" filter="slide(fromLeft)">
                                      <p:cBhvr>
                                        <p:cTn id="17" dur="1000"/>
                                        <p:tgtEl>
                                          <p:spTgt spid="128031"/>
                                        </p:tgtEl>
                                      </p:cBhvr>
                                    </p:animEffect>
                                  </p:childTnLst>
                                </p:cTn>
                              </p:par>
                            </p:childTnLst>
                          </p:cTn>
                        </p:par>
                        <p:par>
                          <p:cTn id="18" fill="hold" nodeType="afterGroup">
                            <p:stCondLst>
                              <p:cond delay="5000"/>
                            </p:stCondLst>
                            <p:childTnLst>
                              <p:par>
                                <p:cTn id="19" presetID="9" presetClass="emph" presetSubtype="0" nodeType="afterEffect">
                                  <p:stCondLst>
                                    <p:cond delay="500"/>
                                  </p:stCondLst>
                                  <p:childTnLst>
                                    <p:set>
                                      <p:cBhvr rctx="PPT">
                                        <p:cTn id="20" dur="indefinite"/>
                                        <p:tgtEl>
                                          <p:spTgt spid="128050"/>
                                        </p:tgtEl>
                                        <p:attrNameLst>
                                          <p:attrName>style.opacity</p:attrName>
                                        </p:attrNameLst>
                                      </p:cBhvr>
                                      <p:to>
                                        <p:strVal val="0.5"/>
                                      </p:to>
                                    </p:set>
                                    <p:animEffect filter="image" prLst="opacity: 0.5">
                                      <p:cBhvr rctx="IE">
                                        <p:cTn id="21" dur="indefinite"/>
                                        <p:tgtEl>
                                          <p:spTgt spid="128050"/>
                                        </p:tgtEl>
                                      </p:cBhvr>
                                    </p:animEffect>
                                  </p:childTnLst>
                                </p:cTn>
                              </p:par>
                            </p:childTnLst>
                          </p:cTn>
                        </p:par>
                        <p:par>
                          <p:cTn id="22" fill="hold" nodeType="afterGroup">
                            <p:stCondLst>
                              <p:cond delay="5500"/>
                            </p:stCondLst>
                            <p:childTnLst>
                              <p:par>
                                <p:cTn id="23" presetID="22" presetClass="entr" presetSubtype="1" fill="hold" nodeType="afterEffect">
                                  <p:stCondLst>
                                    <p:cond delay="500"/>
                                  </p:stCondLst>
                                  <p:childTnLst>
                                    <p:set>
                                      <p:cBhvr>
                                        <p:cTn id="24" dur="1" fill="hold">
                                          <p:stCondLst>
                                            <p:cond delay="0"/>
                                          </p:stCondLst>
                                        </p:cTn>
                                        <p:tgtEl>
                                          <p:spTgt spid="128053"/>
                                        </p:tgtEl>
                                        <p:attrNameLst>
                                          <p:attrName>style.visibility</p:attrName>
                                        </p:attrNameLst>
                                      </p:cBhvr>
                                      <p:to>
                                        <p:strVal val="visible"/>
                                      </p:to>
                                    </p:set>
                                    <p:animEffect transition="in" filter="wipe(up)">
                                      <p:cBhvr>
                                        <p:cTn id="25" dur="1000"/>
                                        <p:tgtEl>
                                          <p:spTgt spid="128053"/>
                                        </p:tgtEl>
                                      </p:cBhvr>
                                    </p:animEffect>
                                  </p:childTnLst>
                                </p:cTn>
                              </p:par>
                            </p:childTnLst>
                          </p:cTn>
                        </p:par>
                        <p:par>
                          <p:cTn id="26" fill="hold" nodeType="afterGroup">
                            <p:stCondLst>
                              <p:cond delay="7000"/>
                            </p:stCondLst>
                            <p:childTnLst>
                              <p:par>
                                <p:cTn id="27" presetID="1" presetClass="entr" presetSubtype="0" fill="hold" nodeType="afterEffect">
                                  <p:stCondLst>
                                    <p:cond delay="500"/>
                                  </p:stCondLst>
                                  <p:childTnLst>
                                    <p:set>
                                      <p:cBhvr>
                                        <p:cTn id="28" dur="1" fill="hold">
                                          <p:stCondLst>
                                            <p:cond delay="0"/>
                                          </p:stCondLst>
                                        </p:cTn>
                                        <p:tgtEl>
                                          <p:spTgt spid="128038"/>
                                        </p:tgtEl>
                                        <p:attrNameLst>
                                          <p:attrName>style.visibility</p:attrName>
                                        </p:attrNameLst>
                                      </p:cBhvr>
                                      <p:to>
                                        <p:strVal val="visible"/>
                                      </p:to>
                                    </p:set>
                                  </p:childTnLst>
                                </p:cTn>
                              </p:par>
                            </p:childTnLst>
                          </p:cTn>
                        </p:par>
                        <p:par>
                          <p:cTn id="29" fill="hold" nodeType="afterGroup">
                            <p:stCondLst>
                              <p:cond delay="7500"/>
                            </p:stCondLst>
                            <p:childTnLst>
                              <p:par>
                                <p:cTn id="30" presetID="12" presetClass="entr" presetSubtype="8" fill="hold" nodeType="afterEffect">
                                  <p:stCondLst>
                                    <p:cond delay="1000"/>
                                  </p:stCondLst>
                                  <p:childTnLst>
                                    <p:set>
                                      <p:cBhvr>
                                        <p:cTn id="31" dur="1" fill="hold">
                                          <p:stCondLst>
                                            <p:cond delay="0"/>
                                          </p:stCondLst>
                                        </p:cTn>
                                        <p:tgtEl>
                                          <p:spTgt spid="128065"/>
                                        </p:tgtEl>
                                        <p:attrNameLst>
                                          <p:attrName>style.visibility</p:attrName>
                                        </p:attrNameLst>
                                      </p:cBhvr>
                                      <p:to>
                                        <p:strVal val="visible"/>
                                      </p:to>
                                    </p:set>
                                    <p:animEffect transition="in" filter="slide(fromLeft)">
                                      <p:cBhvr>
                                        <p:cTn id="32" dur="1000"/>
                                        <p:tgtEl>
                                          <p:spTgt spid="128065"/>
                                        </p:tgtEl>
                                      </p:cBhvr>
                                    </p:animEffect>
                                  </p:childTnLst>
                                </p:cTn>
                              </p:par>
                            </p:childTnLst>
                          </p:cTn>
                        </p:par>
                        <p:par>
                          <p:cTn id="33" fill="hold" nodeType="afterGroup">
                            <p:stCondLst>
                              <p:cond delay="9500"/>
                            </p:stCondLst>
                            <p:childTnLst>
                              <p:par>
                                <p:cTn id="34" presetID="9" presetClass="emph" presetSubtype="0" nodeType="afterEffect">
                                  <p:stCondLst>
                                    <p:cond delay="0"/>
                                  </p:stCondLst>
                                  <p:childTnLst>
                                    <p:set>
                                      <p:cBhvr rctx="PPT">
                                        <p:cTn id="35" dur="indefinite"/>
                                        <p:tgtEl>
                                          <p:spTgt spid="128053"/>
                                        </p:tgtEl>
                                        <p:attrNameLst>
                                          <p:attrName>style.opacity</p:attrName>
                                        </p:attrNameLst>
                                      </p:cBhvr>
                                      <p:to>
                                        <p:strVal val="0.5"/>
                                      </p:to>
                                    </p:set>
                                    <p:animEffect filter="image" prLst="opacity: 0.5">
                                      <p:cBhvr rctx="IE">
                                        <p:cTn id="36" dur="indefinite"/>
                                        <p:tgtEl>
                                          <p:spTgt spid="128053"/>
                                        </p:tgtEl>
                                      </p:cBhvr>
                                    </p:animEffect>
                                  </p:childTnLst>
                                </p:cTn>
                              </p:par>
                            </p:childTnLst>
                          </p:cTn>
                        </p:par>
                        <p:par>
                          <p:cTn id="37" fill="hold" nodeType="afterGroup">
                            <p:stCondLst>
                              <p:cond delay="9500"/>
                            </p:stCondLst>
                            <p:childTnLst>
                              <p:par>
                                <p:cTn id="38" presetID="22" presetClass="entr" presetSubtype="1" fill="hold" nodeType="afterEffect">
                                  <p:stCondLst>
                                    <p:cond delay="0"/>
                                  </p:stCondLst>
                                  <p:childTnLst>
                                    <p:set>
                                      <p:cBhvr>
                                        <p:cTn id="39" dur="1" fill="hold">
                                          <p:stCondLst>
                                            <p:cond delay="0"/>
                                          </p:stCondLst>
                                        </p:cTn>
                                        <p:tgtEl>
                                          <p:spTgt spid="128056"/>
                                        </p:tgtEl>
                                        <p:attrNameLst>
                                          <p:attrName>style.visibility</p:attrName>
                                        </p:attrNameLst>
                                      </p:cBhvr>
                                      <p:to>
                                        <p:strVal val="visible"/>
                                      </p:to>
                                    </p:set>
                                    <p:animEffect transition="in" filter="wipe(up)">
                                      <p:cBhvr>
                                        <p:cTn id="40" dur="1000"/>
                                        <p:tgtEl>
                                          <p:spTgt spid="128056"/>
                                        </p:tgtEl>
                                      </p:cBhvr>
                                    </p:animEffect>
                                  </p:childTnLst>
                                </p:cTn>
                              </p:par>
                            </p:childTnLst>
                          </p:cTn>
                        </p:par>
                        <p:par>
                          <p:cTn id="41" fill="hold" nodeType="afterGroup">
                            <p:stCondLst>
                              <p:cond delay="10500"/>
                            </p:stCondLst>
                            <p:childTnLst>
                              <p:par>
                                <p:cTn id="42" presetID="1" presetClass="entr" presetSubtype="0" fill="hold" nodeType="afterEffect">
                                  <p:stCondLst>
                                    <p:cond delay="500"/>
                                  </p:stCondLst>
                                  <p:childTnLst>
                                    <p:set>
                                      <p:cBhvr>
                                        <p:cTn id="43" dur="1" fill="hold">
                                          <p:stCondLst>
                                            <p:cond delay="0"/>
                                          </p:stCondLst>
                                        </p:cTn>
                                        <p:tgtEl>
                                          <p:spTgt spid="128041"/>
                                        </p:tgtEl>
                                        <p:attrNameLst>
                                          <p:attrName>style.visibility</p:attrName>
                                        </p:attrNameLst>
                                      </p:cBhvr>
                                      <p:to>
                                        <p:strVal val="visible"/>
                                      </p:to>
                                    </p:set>
                                  </p:childTnLst>
                                </p:cTn>
                              </p:par>
                            </p:childTnLst>
                          </p:cTn>
                        </p:par>
                        <p:par>
                          <p:cTn id="44" fill="hold" nodeType="afterGroup">
                            <p:stCondLst>
                              <p:cond delay="11000"/>
                            </p:stCondLst>
                            <p:childTnLst>
                              <p:par>
                                <p:cTn id="45" presetID="12" presetClass="entr" presetSubtype="8" fill="hold" nodeType="afterEffect">
                                  <p:stCondLst>
                                    <p:cond delay="1000"/>
                                  </p:stCondLst>
                                  <p:childTnLst>
                                    <p:set>
                                      <p:cBhvr>
                                        <p:cTn id="46" dur="1" fill="hold">
                                          <p:stCondLst>
                                            <p:cond delay="0"/>
                                          </p:stCondLst>
                                        </p:cTn>
                                        <p:tgtEl>
                                          <p:spTgt spid="128069"/>
                                        </p:tgtEl>
                                        <p:attrNameLst>
                                          <p:attrName>style.visibility</p:attrName>
                                        </p:attrNameLst>
                                      </p:cBhvr>
                                      <p:to>
                                        <p:strVal val="visible"/>
                                      </p:to>
                                    </p:set>
                                    <p:animEffect transition="in" filter="slide(fromLeft)">
                                      <p:cBhvr>
                                        <p:cTn id="47" dur="1000"/>
                                        <p:tgtEl>
                                          <p:spTgt spid="128069"/>
                                        </p:tgtEl>
                                      </p:cBhvr>
                                    </p:animEffect>
                                  </p:childTnLst>
                                </p:cTn>
                              </p:par>
                            </p:childTnLst>
                          </p:cTn>
                        </p:par>
                        <p:par>
                          <p:cTn id="48" fill="hold" nodeType="afterGroup">
                            <p:stCondLst>
                              <p:cond delay="13000"/>
                            </p:stCondLst>
                            <p:childTnLst>
                              <p:par>
                                <p:cTn id="49" presetID="9" presetClass="emph" presetSubtype="0" nodeType="afterEffect">
                                  <p:stCondLst>
                                    <p:cond delay="0"/>
                                  </p:stCondLst>
                                  <p:childTnLst>
                                    <p:set>
                                      <p:cBhvr rctx="PPT">
                                        <p:cTn id="50" dur="indefinite"/>
                                        <p:tgtEl>
                                          <p:spTgt spid="128056"/>
                                        </p:tgtEl>
                                        <p:attrNameLst>
                                          <p:attrName>style.opacity</p:attrName>
                                        </p:attrNameLst>
                                      </p:cBhvr>
                                      <p:to>
                                        <p:strVal val="0.5"/>
                                      </p:to>
                                    </p:set>
                                    <p:animEffect filter="image" prLst="opacity: 0.5">
                                      <p:cBhvr rctx="IE">
                                        <p:cTn id="51" dur="indefinite"/>
                                        <p:tgtEl>
                                          <p:spTgt spid="128056"/>
                                        </p:tgtEl>
                                      </p:cBhvr>
                                    </p:animEffect>
                                  </p:childTnLst>
                                </p:cTn>
                              </p:par>
                            </p:childTnLst>
                          </p:cTn>
                        </p:par>
                        <p:par>
                          <p:cTn id="52" fill="hold" nodeType="afterGroup">
                            <p:stCondLst>
                              <p:cond delay="13000"/>
                            </p:stCondLst>
                            <p:childTnLst>
                              <p:par>
                                <p:cTn id="53" presetID="22" presetClass="entr" presetSubtype="1" fill="hold" nodeType="afterEffect">
                                  <p:stCondLst>
                                    <p:cond delay="0"/>
                                  </p:stCondLst>
                                  <p:childTnLst>
                                    <p:set>
                                      <p:cBhvr>
                                        <p:cTn id="54" dur="1" fill="hold">
                                          <p:stCondLst>
                                            <p:cond delay="0"/>
                                          </p:stCondLst>
                                        </p:cTn>
                                        <p:tgtEl>
                                          <p:spTgt spid="128059"/>
                                        </p:tgtEl>
                                        <p:attrNameLst>
                                          <p:attrName>style.visibility</p:attrName>
                                        </p:attrNameLst>
                                      </p:cBhvr>
                                      <p:to>
                                        <p:strVal val="visible"/>
                                      </p:to>
                                    </p:set>
                                    <p:animEffect transition="in" filter="wipe(up)">
                                      <p:cBhvr>
                                        <p:cTn id="55" dur="1000"/>
                                        <p:tgtEl>
                                          <p:spTgt spid="128059"/>
                                        </p:tgtEl>
                                      </p:cBhvr>
                                    </p:animEffect>
                                  </p:childTnLst>
                                </p:cTn>
                              </p:par>
                            </p:childTnLst>
                          </p:cTn>
                        </p:par>
                        <p:par>
                          <p:cTn id="56" fill="hold" nodeType="afterGroup">
                            <p:stCondLst>
                              <p:cond delay="14000"/>
                            </p:stCondLst>
                            <p:childTnLst>
                              <p:par>
                                <p:cTn id="57" presetID="1" presetClass="entr" presetSubtype="0" fill="hold" nodeType="afterEffect">
                                  <p:stCondLst>
                                    <p:cond delay="500"/>
                                  </p:stCondLst>
                                  <p:childTnLst>
                                    <p:set>
                                      <p:cBhvr>
                                        <p:cTn id="58" dur="1" fill="hold">
                                          <p:stCondLst>
                                            <p:cond delay="0"/>
                                          </p:stCondLst>
                                        </p:cTn>
                                        <p:tgtEl>
                                          <p:spTgt spid="128045"/>
                                        </p:tgtEl>
                                        <p:attrNameLst>
                                          <p:attrName>style.visibility</p:attrName>
                                        </p:attrNameLst>
                                      </p:cBhvr>
                                      <p:to>
                                        <p:strVal val="visible"/>
                                      </p:to>
                                    </p:set>
                                  </p:childTnLst>
                                </p:cTn>
                              </p:par>
                            </p:childTnLst>
                          </p:cTn>
                        </p:par>
                        <p:par>
                          <p:cTn id="59" fill="hold" nodeType="afterGroup">
                            <p:stCondLst>
                              <p:cond delay="14500"/>
                            </p:stCondLst>
                            <p:childTnLst>
                              <p:par>
                                <p:cTn id="60" presetID="12" presetClass="entr" presetSubtype="8" fill="hold" nodeType="afterEffect">
                                  <p:stCondLst>
                                    <p:cond delay="0"/>
                                  </p:stCondLst>
                                  <p:childTnLst>
                                    <p:set>
                                      <p:cBhvr>
                                        <p:cTn id="61" dur="1" fill="hold">
                                          <p:stCondLst>
                                            <p:cond delay="0"/>
                                          </p:stCondLst>
                                        </p:cTn>
                                        <p:tgtEl>
                                          <p:spTgt spid="128073"/>
                                        </p:tgtEl>
                                        <p:attrNameLst>
                                          <p:attrName>style.visibility</p:attrName>
                                        </p:attrNameLst>
                                      </p:cBhvr>
                                      <p:to>
                                        <p:strVal val="visible"/>
                                      </p:to>
                                    </p:set>
                                    <p:animEffect transition="in" filter="slide(fromLeft)">
                                      <p:cBhvr>
                                        <p:cTn id="62" dur="1000"/>
                                        <p:tgtEl>
                                          <p:spTgt spid="128073"/>
                                        </p:tgtEl>
                                      </p:cBhvr>
                                    </p:animEffect>
                                  </p:childTnLst>
                                </p:cTn>
                              </p:par>
                            </p:childTnLst>
                          </p:cTn>
                        </p:par>
                        <p:par>
                          <p:cTn id="63" fill="hold" nodeType="afterGroup">
                            <p:stCondLst>
                              <p:cond delay="15500"/>
                            </p:stCondLst>
                            <p:childTnLst>
                              <p:par>
                                <p:cTn id="64" presetID="12" presetClass="entr" presetSubtype="2" fill="hold" nodeType="afterEffect">
                                  <p:stCondLst>
                                    <p:cond delay="0"/>
                                  </p:stCondLst>
                                  <p:childTnLst>
                                    <p:set>
                                      <p:cBhvr>
                                        <p:cTn id="65" dur="1" fill="hold">
                                          <p:stCondLst>
                                            <p:cond delay="0"/>
                                          </p:stCondLst>
                                        </p:cTn>
                                        <p:tgtEl>
                                          <p:spTgt spid="128077"/>
                                        </p:tgtEl>
                                        <p:attrNameLst>
                                          <p:attrName>style.visibility</p:attrName>
                                        </p:attrNameLst>
                                      </p:cBhvr>
                                      <p:to>
                                        <p:strVal val="visible"/>
                                      </p:to>
                                    </p:set>
                                    <p:animEffect transition="in" filter="slide(fromRight)">
                                      <p:cBhvr>
                                        <p:cTn id="66" dur="1000"/>
                                        <p:tgtEl>
                                          <p:spTgt spid="128077"/>
                                        </p:tgtEl>
                                      </p:cBhvr>
                                    </p:animEffect>
                                  </p:childTnLst>
                                </p:cTn>
                              </p:par>
                            </p:childTnLst>
                          </p:cTn>
                        </p:par>
                        <p:par>
                          <p:cTn id="67" fill="hold" nodeType="afterGroup">
                            <p:stCondLst>
                              <p:cond delay="16500"/>
                            </p:stCondLst>
                            <p:childTnLst>
                              <p:par>
                                <p:cTn id="68" presetID="22" presetClass="entr" presetSubtype="1" fill="hold" nodeType="afterEffect">
                                  <p:stCondLst>
                                    <p:cond delay="0"/>
                                  </p:stCondLst>
                                  <p:childTnLst>
                                    <p:set>
                                      <p:cBhvr>
                                        <p:cTn id="69" dur="1" fill="hold">
                                          <p:stCondLst>
                                            <p:cond delay="0"/>
                                          </p:stCondLst>
                                        </p:cTn>
                                        <p:tgtEl>
                                          <p:spTgt spid="128062"/>
                                        </p:tgtEl>
                                        <p:attrNameLst>
                                          <p:attrName>style.visibility</p:attrName>
                                        </p:attrNameLst>
                                      </p:cBhvr>
                                      <p:to>
                                        <p:strVal val="visible"/>
                                      </p:to>
                                    </p:set>
                                    <p:animEffect transition="in" filter="wipe(up)">
                                      <p:cBhvr>
                                        <p:cTn id="70" dur="1000"/>
                                        <p:tgtEl>
                                          <p:spTgt spid="128062"/>
                                        </p:tgtEl>
                                      </p:cBhvr>
                                    </p:animEffect>
                                  </p:childTnLst>
                                </p:cTn>
                              </p:par>
                            </p:childTnLst>
                          </p:cTn>
                        </p:par>
                        <p:par>
                          <p:cTn id="71" fill="hold" nodeType="afterGroup">
                            <p:stCondLst>
                              <p:cond delay="17500"/>
                            </p:stCondLst>
                            <p:childTnLst>
                              <p:par>
                                <p:cTn id="72" presetID="9" presetClass="emph" presetSubtype="0" nodeType="afterEffect">
                                  <p:stCondLst>
                                    <p:cond delay="0"/>
                                  </p:stCondLst>
                                  <p:childTnLst>
                                    <p:set>
                                      <p:cBhvr rctx="PPT">
                                        <p:cTn id="73" dur="indefinite"/>
                                        <p:tgtEl>
                                          <p:spTgt spid="128059"/>
                                        </p:tgtEl>
                                        <p:attrNameLst>
                                          <p:attrName>style.opacity</p:attrName>
                                        </p:attrNameLst>
                                      </p:cBhvr>
                                      <p:to>
                                        <p:strVal val="0.5"/>
                                      </p:to>
                                    </p:set>
                                    <p:animEffect filter="image" prLst="opacity: 0.5">
                                      <p:cBhvr rctx="IE">
                                        <p:cTn id="74" dur="indefinite"/>
                                        <p:tgtEl>
                                          <p:spTgt spid="128059"/>
                                        </p:tgtEl>
                                      </p:cBhvr>
                                    </p:animEffect>
                                  </p:childTnLst>
                                </p:cTn>
                              </p:par>
                            </p:childTnLst>
                          </p:cTn>
                        </p:par>
                        <p:par>
                          <p:cTn id="75" fill="hold" nodeType="afterGroup">
                            <p:stCondLst>
                              <p:cond delay="17500"/>
                            </p:stCondLst>
                            <p:childTnLst>
                              <p:par>
                                <p:cTn id="76" presetID="1" presetClass="entr" presetSubtype="0" fill="hold" grpId="0" nodeType="afterEffect">
                                  <p:stCondLst>
                                    <p:cond delay="500"/>
                                  </p:stCondLst>
                                  <p:childTnLst>
                                    <p:set>
                                      <p:cBhvr>
                                        <p:cTn id="77" dur="1" fill="hold">
                                          <p:stCondLst>
                                            <p:cond delay="0"/>
                                          </p:stCondLst>
                                        </p:cTn>
                                        <p:tgtEl>
                                          <p:spTgt spid="128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0" grpId="0" animBg="1" autoUpdateAnimBg="0"/>
      <p:bldP spid="128035" grpId="0" animBg="1"/>
      <p:bldP spid="128037" grpId="0" animBg="1"/>
    </p:bld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0641" name="Rectangle 2">
            <a:extLst>
              <a:ext uri="{FF2B5EF4-FFF2-40B4-BE49-F238E27FC236}">
                <a16:creationId xmlns:a16="http://schemas.microsoft.com/office/drawing/2014/main" id="{8220430D-497D-AC4C-BCC6-F745C3D18CD8}"/>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0642" name="AutoShape 3">
            <a:extLst>
              <a:ext uri="{FF2B5EF4-FFF2-40B4-BE49-F238E27FC236}">
                <a16:creationId xmlns:a16="http://schemas.microsoft.com/office/drawing/2014/main" id="{C8333E63-0710-914A-A0A5-7553AFBF5698}"/>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43" name="AutoShape 4">
            <a:extLst>
              <a:ext uri="{FF2B5EF4-FFF2-40B4-BE49-F238E27FC236}">
                <a16:creationId xmlns:a16="http://schemas.microsoft.com/office/drawing/2014/main" id="{CFCAD95E-FE3B-1C4F-8841-3A6E76C763BD}"/>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44" name="Text Box 5">
            <a:extLst>
              <a:ext uri="{FF2B5EF4-FFF2-40B4-BE49-F238E27FC236}">
                <a16:creationId xmlns:a16="http://schemas.microsoft.com/office/drawing/2014/main" id="{C5075E2B-913A-3C4E-903C-A27887757DB0}"/>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0645" name="Text Box 6">
            <a:extLst>
              <a:ext uri="{FF2B5EF4-FFF2-40B4-BE49-F238E27FC236}">
                <a16:creationId xmlns:a16="http://schemas.microsoft.com/office/drawing/2014/main" id="{4F60F121-9F60-8741-8212-002DD42D6554}"/>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0646" name="Text Box 7">
            <a:extLst>
              <a:ext uri="{FF2B5EF4-FFF2-40B4-BE49-F238E27FC236}">
                <a16:creationId xmlns:a16="http://schemas.microsoft.com/office/drawing/2014/main" id="{01F7C760-C04E-BC40-9676-4D40F84A6BED}"/>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0647" name="Text Box 8">
            <a:extLst>
              <a:ext uri="{FF2B5EF4-FFF2-40B4-BE49-F238E27FC236}">
                <a16:creationId xmlns:a16="http://schemas.microsoft.com/office/drawing/2014/main" id="{B10B3DC6-4202-1C46-BC51-01C4C4B7557D}"/>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0648" name="Text Box 9">
            <a:extLst>
              <a:ext uri="{FF2B5EF4-FFF2-40B4-BE49-F238E27FC236}">
                <a16:creationId xmlns:a16="http://schemas.microsoft.com/office/drawing/2014/main" id="{65706631-6A61-8A4B-A19D-0634A8A4D378}"/>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0649" name="Freeform 10">
            <a:extLst>
              <a:ext uri="{FF2B5EF4-FFF2-40B4-BE49-F238E27FC236}">
                <a16:creationId xmlns:a16="http://schemas.microsoft.com/office/drawing/2014/main" id="{71D21402-5287-A748-BF67-9D939B2ED718}"/>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0" name="Freeform 11">
            <a:extLst>
              <a:ext uri="{FF2B5EF4-FFF2-40B4-BE49-F238E27FC236}">
                <a16:creationId xmlns:a16="http://schemas.microsoft.com/office/drawing/2014/main" id="{D66F5030-BF03-7F46-B32C-06B26DA2F78F}"/>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1" name="Freeform 12">
            <a:extLst>
              <a:ext uri="{FF2B5EF4-FFF2-40B4-BE49-F238E27FC236}">
                <a16:creationId xmlns:a16="http://schemas.microsoft.com/office/drawing/2014/main" id="{0AFFA3FD-3019-4F48-AA46-6C40762DB99F}"/>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2" name="Freeform 13">
            <a:extLst>
              <a:ext uri="{FF2B5EF4-FFF2-40B4-BE49-F238E27FC236}">
                <a16:creationId xmlns:a16="http://schemas.microsoft.com/office/drawing/2014/main" id="{13B830BD-D008-574F-B6B3-3B437994E9F8}"/>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3" name="AutoShape 14">
            <a:extLst>
              <a:ext uri="{FF2B5EF4-FFF2-40B4-BE49-F238E27FC236}">
                <a16:creationId xmlns:a16="http://schemas.microsoft.com/office/drawing/2014/main" id="{145B4638-75FF-904A-AA26-BDC8AD57B4B2}"/>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54" name="Text Box 15">
            <a:extLst>
              <a:ext uri="{FF2B5EF4-FFF2-40B4-BE49-F238E27FC236}">
                <a16:creationId xmlns:a16="http://schemas.microsoft.com/office/drawing/2014/main" id="{93383CD0-49C8-0A40-99E5-529DC655D771}"/>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0655" name="Text Box 16">
            <a:extLst>
              <a:ext uri="{FF2B5EF4-FFF2-40B4-BE49-F238E27FC236}">
                <a16:creationId xmlns:a16="http://schemas.microsoft.com/office/drawing/2014/main" id="{643D6183-6CC7-FB47-9B57-ADB61F048B15}"/>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0656" name="Text Box 17">
            <a:extLst>
              <a:ext uri="{FF2B5EF4-FFF2-40B4-BE49-F238E27FC236}">
                <a16:creationId xmlns:a16="http://schemas.microsoft.com/office/drawing/2014/main" id="{8F87921E-9B54-6746-9530-2DFF71B257B9}"/>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0657" name="Text Box 18">
            <a:extLst>
              <a:ext uri="{FF2B5EF4-FFF2-40B4-BE49-F238E27FC236}">
                <a16:creationId xmlns:a16="http://schemas.microsoft.com/office/drawing/2014/main" id="{6F19238A-3576-1147-81C6-1FC8D8B616E6}"/>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0658" name="Text Box 19">
            <a:extLst>
              <a:ext uri="{FF2B5EF4-FFF2-40B4-BE49-F238E27FC236}">
                <a16:creationId xmlns:a16="http://schemas.microsoft.com/office/drawing/2014/main" id="{E42DC457-B465-884A-8CF8-8C8EFAF64F4F}"/>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0659" name="Freeform 20">
            <a:extLst>
              <a:ext uri="{FF2B5EF4-FFF2-40B4-BE49-F238E27FC236}">
                <a16:creationId xmlns:a16="http://schemas.microsoft.com/office/drawing/2014/main" id="{A230B648-0BC2-0A4E-8522-75950A181DA6}"/>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0" name="Freeform 21">
            <a:extLst>
              <a:ext uri="{FF2B5EF4-FFF2-40B4-BE49-F238E27FC236}">
                <a16:creationId xmlns:a16="http://schemas.microsoft.com/office/drawing/2014/main" id="{B319A6BF-B153-854C-A952-5EE9050E0C76}"/>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1" name="Freeform 22">
            <a:extLst>
              <a:ext uri="{FF2B5EF4-FFF2-40B4-BE49-F238E27FC236}">
                <a16:creationId xmlns:a16="http://schemas.microsoft.com/office/drawing/2014/main" id="{822CEC27-283B-134E-84AA-8EDA0134F26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2" name="Freeform 23">
            <a:extLst>
              <a:ext uri="{FF2B5EF4-FFF2-40B4-BE49-F238E27FC236}">
                <a16:creationId xmlns:a16="http://schemas.microsoft.com/office/drawing/2014/main" id="{DC6000B0-74DA-F94B-95C1-BC73F9F5E8A4}"/>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3" name="Text Box 24">
            <a:extLst>
              <a:ext uri="{FF2B5EF4-FFF2-40B4-BE49-F238E27FC236}">
                <a16:creationId xmlns:a16="http://schemas.microsoft.com/office/drawing/2014/main" id="{387CCED4-1883-534F-8D01-114FC968B46D}"/>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0664" name="AutoShape 25">
            <a:extLst>
              <a:ext uri="{FF2B5EF4-FFF2-40B4-BE49-F238E27FC236}">
                <a16:creationId xmlns:a16="http://schemas.microsoft.com/office/drawing/2014/main" id="{BCF6F48C-4757-844C-A8D4-880C2C02EC77}"/>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65" name="Text Box 26">
            <a:extLst>
              <a:ext uri="{FF2B5EF4-FFF2-40B4-BE49-F238E27FC236}">
                <a16:creationId xmlns:a16="http://schemas.microsoft.com/office/drawing/2014/main" id="{56538CAB-DBE9-A949-BB16-F36A08615799}"/>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0666" name="AutoShape 27">
            <a:extLst>
              <a:ext uri="{FF2B5EF4-FFF2-40B4-BE49-F238E27FC236}">
                <a16:creationId xmlns:a16="http://schemas.microsoft.com/office/drawing/2014/main" id="{4380FC4E-D6FB-DD43-950C-ED6A83A86043}"/>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67" name="Text Box 28">
            <a:extLst>
              <a:ext uri="{FF2B5EF4-FFF2-40B4-BE49-F238E27FC236}">
                <a16:creationId xmlns:a16="http://schemas.microsoft.com/office/drawing/2014/main" id="{8C382B16-5D47-074C-A406-C0072C429F74}"/>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0668" name="Text Box 29">
            <a:extLst>
              <a:ext uri="{FF2B5EF4-FFF2-40B4-BE49-F238E27FC236}">
                <a16:creationId xmlns:a16="http://schemas.microsoft.com/office/drawing/2014/main" id="{B105D47B-FB0F-D34A-B476-B902007FBFA4}"/>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29054" name="Rectangle 30">
            <a:extLst>
              <a:ext uri="{FF2B5EF4-FFF2-40B4-BE49-F238E27FC236}">
                <a16:creationId xmlns:a16="http://schemas.microsoft.com/office/drawing/2014/main" id="{37459CFA-BC41-BE4A-93F9-5234F48DAC07}"/>
              </a:ext>
            </a:extLst>
          </p:cNvPr>
          <p:cNvSpPr>
            <a:spLocks noChangeArrowheads="1"/>
          </p:cNvSpPr>
          <p:nvPr/>
        </p:nvSpPr>
        <p:spPr bwMode="auto">
          <a:xfrm>
            <a:off x="2627710" y="4030267"/>
            <a:ext cx="388858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latin typeface="Arial" panose="020B0604020202020204" pitchFamily="34" charset="0"/>
                <a:ea typeface="宋体" panose="02010600030101010101" pitchFamily="2" charset="-122"/>
              </a:rPr>
              <a:t>10100110100101  </a:t>
            </a:r>
            <a:r>
              <a:rPr lang="zh-CN" altLang="en-US" sz="1500">
                <a:latin typeface="Arial" panose="020B0604020202020204" pitchFamily="34" charset="0"/>
                <a:ea typeface="宋体" panose="02010600030101010101" pitchFamily="2" charset="-122"/>
              </a:rPr>
              <a:t>比  特  流  </a:t>
            </a:r>
            <a:r>
              <a:rPr lang="en-US" altLang="zh-CN" sz="1500">
                <a:latin typeface="Arial" panose="020B0604020202020204" pitchFamily="34" charset="0"/>
                <a:ea typeface="宋体" panose="02010600030101010101" pitchFamily="2" charset="-122"/>
              </a:rPr>
              <a:t>110101110101</a:t>
            </a:r>
          </a:p>
        </p:txBody>
      </p:sp>
      <p:sp>
        <p:nvSpPr>
          <p:cNvPr id="240670" name="Text Box 31">
            <a:extLst>
              <a:ext uri="{FF2B5EF4-FFF2-40B4-BE49-F238E27FC236}">
                <a16:creationId xmlns:a16="http://schemas.microsoft.com/office/drawing/2014/main" id="{BDC3F3A5-9D31-DD47-9B51-CFEFF8C7941F}"/>
              </a:ext>
            </a:extLst>
          </p:cNvPr>
          <p:cNvSpPr txBox="1">
            <a:spLocks noChangeArrowheads="1"/>
          </p:cNvSpPr>
          <p:nvPr/>
        </p:nvSpPr>
        <p:spPr bwMode="auto">
          <a:xfrm>
            <a:off x="2898046" y="2926557"/>
            <a:ext cx="344196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计算机 </a:t>
            </a:r>
            <a:r>
              <a:rPr kumimoji="1" lang="en-US" altLang="zh-CN" sz="1800">
                <a:latin typeface="Arial" panose="020B0604020202020204" pitchFamily="34" charset="0"/>
                <a:ea typeface="宋体" panose="02010600030101010101" pitchFamily="2" charset="-122"/>
              </a:rPr>
              <a:t>2 </a:t>
            </a:r>
            <a:r>
              <a:rPr kumimoji="1" lang="zh-CN" altLang="en-US" sz="1800">
                <a:latin typeface="Arial" panose="020B0604020202020204" pitchFamily="34" charset="0"/>
                <a:ea typeface="宋体" panose="02010600030101010101" pitchFamily="2" charset="-122"/>
              </a:rPr>
              <a:t>的物理层收到比特流后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交给数据链路层</a:t>
            </a:r>
          </a:p>
        </p:txBody>
      </p:sp>
      <p:grpSp>
        <p:nvGrpSpPr>
          <p:cNvPr id="129056" name="Group 32">
            <a:extLst>
              <a:ext uri="{FF2B5EF4-FFF2-40B4-BE49-F238E27FC236}">
                <a16:creationId xmlns:a16="http://schemas.microsoft.com/office/drawing/2014/main" id="{1DA4A374-4FB8-0B40-B2E4-F7AC6F3BEA26}"/>
              </a:ext>
            </a:extLst>
          </p:cNvPr>
          <p:cNvGrpSpPr>
            <a:grpSpLocks/>
          </p:cNvGrpSpPr>
          <p:nvPr/>
        </p:nvGrpSpPr>
        <p:grpSpPr bwMode="auto">
          <a:xfrm>
            <a:off x="2627710" y="3599260"/>
            <a:ext cx="3888581" cy="269081"/>
            <a:chOff x="1247" y="3023"/>
            <a:chExt cx="3266" cy="226"/>
          </a:xfrm>
        </p:grpSpPr>
        <p:sp>
          <p:nvSpPr>
            <p:cNvPr id="240676" name="Rectangle 33">
              <a:extLst>
                <a:ext uri="{FF2B5EF4-FFF2-40B4-BE49-F238E27FC236}">
                  <a16:creationId xmlns:a16="http://schemas.microsoft.com/office/drawing/2014/main" id="{A2261C85-B658-8E4A-B7C8-52D4110A5243}"/>
                </a:ext>
              </a:extLst>
            </p:cNvPr>
            <p:cNvSpPr>
              <a:spLocks noChangeArrowheads="1"/>
            </p:cNvSpPr>
            <p:nvPr/>
          </p:nvSpPr>
          <p:spPr bwMode="auto">
            <a:xfrm>
              <a:off x="1247" y="3023"/>
              <a:ext cx="363" cy="226"/>
            </a:xfrm>
            <a:prstGeom prst="rect">
              <a:avLst/>
            </a:prstGeom>
            <a:solidFill>
              <a:srgbClr val="66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2</a:t>
              </a:r>
            </a:p>
          </p:txBody>
        </p:sp>
        <p:sp>
          <p:nvSpPr>
            <p:cNvPr id="240677" name="Rectangle 34">
              <a:extLst>
                <a:ext uri="{FF2B5EF4-FFF2-40B4-BE49-F238E27FC236}">
                  <a16:creationId xmlns:a16="http://schemas.microsoft.com/office/drawing/2014/main" id="{6E07DD0E-5197-7B49-8DF8-F302BA683B88}"/>
                </a:ext>
              </a:extLst>
            </p:cNvPr>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T</a:t>
              </a:r>
              <a:r>
                <a:rPr lang="en-US" altLang="zh-CN" sz="1350" b="1" baseline="-25000">
                  <a:latin typeface="Arial" panose="020B0604020202020204" pitchFamily="34" charset="0"/>
                  <a:ea typeface="宋体" panose="02010600030101010101" pitchFamily="2" charset="-122"/>
                </a:rPr>
                <a:t>2</a:t>
              </a:r>
            </a:p>
          </p:txBody>
        </p:sp>
        <p:grpSp>
          <p:nvGrpSpPr>
            <p:cNvPr id="240678" name="Group 35">
              <a:extLst>
                <a:ext uri="{FF2B5EF4-FFF2-40B4-BE49-F238E27FC236}">
                  <a16:creationId xmlns:a16="http://schemas.microsoft.com/office/drawing/2014/main" id="{B11AFF67-82C2-D14D-BCBB-12222B336024}"/>
                </a:ext>
              </a:extLst>
            </p:cNvPr>
            <p:cNvGrpSpPr>
              <a:grpSpLocks/>
            </p:cNvGrpSpPr>
            <p:nvPr/>
          </p:nvGrpSpPr>
          <p:grpSpPr bwMode="auto">
            <a:xfrm>
              <a:off x="1610" y="3023"/>
              <a:ext cx="2585" cy="226"/>
              <a:chOff x="1610" y="3023"/>
              <a:chExt cx="2585" cy="226"/>
            </a:xfrm>
          </p:grpSpPr>
          <p:sp>
            <p:nvSpPr>
              <p:cNvPr id="240679" name="Rectangle 36">
                <a:extLst>
                  <a:ext uri="{FF2B5EF4-FFF2-40B4-BE49-F238E27FC236}">
                    <a16:creationId xmlns:a16="http://schemas.microsoft.com/office/drawing/2014/main" id="{FF1B72CF-0890-B842-88B8-44EECD9C019A}"/>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40680" name="Rectangle 37">
                <a:extLst>
                  <a:ext uri="{FF2B5EF4-FFF2-40B4-BE49-F238E27FC236}">
                    <a16:creationId xmlns:a16="http://schemas.microsoft.com/office/drawing/2014/main" id="{ABC91BD3-C813-7D41-84ED-831B4582117A}"/>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0681" name="Rectangle 38">
                <a:extLst>
                  <a:ext uri="{FF2B5EF4-FFF2-40B4-BE49-F238E27FC236}">
                    <a16:creationId xmlns:a16="http://schemas.microsoft.com/office/drawing/2014/main" id="{0D4534EA-8ECF-DD48-B23C-690CEF26DD14}"/>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0682" name="Rectangle 39">
                <a:extLst>
                  <a:ext uri="{FF2B5EF4-FFF2-40B4-BE49-F238E27FC236}">
                    <a16:creationId xmlns:a16="http://schemas.microsoft.com/office/drawing/2014/main" id="{5CA64C8B-726A-044F-97DF-4A05A8B5C1D1}"/>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grpSp>
        <p:nvGrpSpPr>
          <p:cNvPr id="129064" name="Group 40">
            <a:extLst>
              <a:ext uri="{FF2B5EF4-FFF2-40B4-BE49-F238E27FC236}">
                <a16:creationId xmlns:a16="http://schemas.microsoft.com/office/drawing/2014/main" id="{8F69EAFB-7A9F-434C-A00E-650313F6E6E8}"/>
              </a:ext>
            </a:extLst>
          </p:cNvPr>
          <p:cNvGrpSpPr>
            <a:grpSpLocks/>
          </p:cNvGrpSpPr>
          <p:nvPr/>
        </p:nvGrpSpPr>
        <p:grpSpPr bwMode="auto">
          <a:xfrm>
            <a:off x="4208860" y="3759994"/>
            <a:ext cx="3264694" cy="297656"/>
            <a:chOff x="2575" y="3158"/>
            <a:chExt cx="2742" cy="250"/>
          </a:xfrm>
        </p:grpSpPr>
        <p:sp>
          <p:nvSpPr>
            <p:cNvPr id="240674" name="AutoShape 41">
              <a:extLst>
                <a:ext uri="{FF2B5EF4-FFF2-40B4-BE49-F238E27FC236}">
                  <a16:creationId xmlns:a16="http://schemas.microsoft.com/office/drawing/2014/main" id="{C18D869D-47AD-3248-8FFC-E534879179C3}"/>
                </a:ext>
              </a:extLst>
            </p:cNvPr>
            <p:cNvSpPr>
              <a:spLocks noChangeArrowheads="1"/>
            </p:cNvSpPr>
            <p:nvPr/>
          </p:nvSpPr>
          <p:spPr bwMode="auto">
            <a:xfrm rot="10800000" flipV="1">
              <a:off x="5193" y="3158"/>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75" name="AutoShape 42">
              <a:extLst>
                <a:ext uri="{FF2B5EF4-FFF2-40B4-BE49-F238E27FC236}">
                  <a16:creationId xmlns:a16="http://schemas.microsoft.com/office/drawing/2014/main" id="{8AEFD31F-2B53-274B-AC10-ABD9102AE86B}"/>
                </a:ext>
              </a:extLst>
            </p:cNvPr>
            <p:cNvSpPr>
              <a:spLocks noChangeArrowheads="1"/>
            </p:cNvSpPr>
            <p:nvPr/>
          </p:nvSpPr>
          <p:spPr bwMode="auto">
            <a:xfrm rot="10800000" flipV="1">
              <a:off x="2575" y="3158"/>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0673" name="幻灯片编号占位符 2">
            <a:extLst>
              <a:ext uri="{FF2B5EF4-FFF2-40B4-BE49-F238E27FC236}">
                <a16:creationId xmlns:a16="http://schemas.microsoft.com/office/drawing/2014/main" id="{1F3209FE-2AD8-C545-8CD4-460D09C9A59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31CD9D0-B829-2F46-B462-5DE2D7479CA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238825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9054"/>
                                        </p:tgtEl>
                                        <p:attrNameLst>
                                          <p:attrName>style.visibility</p:attrName>
                                        </p:attrNameLst>
                                      </p:cBhvr>
                                      <p:to>
                                        <p:strVal val="visible"/>
                                      </p:to>
                                    </p:set>
                                  </p:childTnLst>
                                </p:cTn>
                              </p:par>
                            </p:childTnLst>
                          </p:cTn>
                        </p:par>
                        <p:par>
                          <p:cTn id="7" fill="hold" nodeType="afterGroup">
                            <p:stCondLst>
                              <p:cond delay="1000"/>
                            </p:stCondLst>
                            <p:childTnLst>
                              <p:par>
                                <p:cTn id="8" presetID="22" presetClass="entr" presetSubtype="4" fill="hold" nodeType="afterEffect">
                                  <p:stCondLst>
                                    <p:cond delay="0"/>
                                  </p:stCondLst>
                                  <p:childTnLst>
                                    <p:set>
                                      <p:cBhvr>
                                        <p:cTn id="9" dur="1" fill="hold">
                                          <p:stCondLst>
                                            <p:cond delay="0"/>
                                          </p:stCondLst>
                                        </p:cTn>
                                        <p:tgtEl>
                                          <p:spTgt spid="129064"/>
                                        </p:tgtEl>
                                        <p:attrNameLst>
                                          <p:attrName>style.visibility</p:attrName>
                                        </p:attrNameLst>
                                      </p:cBhvr>
                                      <p:to>
                                        <p:strVal val="visible"/>
                                      </p:to>
                                    </p:set>
                                    <p:animEffect transition="in" filter="wipe(down)">
                                      <p:cBhvr>
                                        <p:cTn id="10" dur="1000"/>
                                        <p:tgtEl>
                                          <p:spTgt spid="129064"/>
                                        </p:tgtEl>
                                      </p:cBhvr>
                                    </p:animEffect>
                                  </p:childTnLst>
                                </p:cTn>
                              </p:par>
                            </p:childTnLst>
                          </p:cTn>
                        </p:par>
                        <p:par>
                          <p:cTn id="11" fill="hold" nodeType="afterGroup">
                            <p:stCondLst>
                              <p:cond delay="2000"/>
                            </p:stCondLst>
                            <p:childTnLst>
                              <p:par>
                                <p:cTn id="12" presetID="1" presetClass="entr" presetSubtype="0" fill="hold" nodeType="afterEffect">
                                  <p:stCondLst>
                                    <p:cond delay="0"/>
                                  </p:stCondLst>
                                  <p:childTnLst>
                                    <p:set>
                                      <p:cBhvr>
                                        <p:cTn id="13" dur="1" fill="hold">
                                          <p:stCondLst>
                                            <p:cond delay="0"/>
                                          </p:stCondLst>
                                        </p:cTn>
                                        <p:tgtEl>
                                          <p:spTgt spid="129056"/>
                                        </p:tgtEl>
                                        <p:attrNameLst>
                                          <p:attrName>style.visibility</p:attrName>
                                        </p:attrNameLst>
                                      </p:cBhvr>
                                      <p:to>
                                        <p:strVal val="visible"/>
                                      </p:to>
                                    </p:set>
                                  </p:childTnLst>
                                </p:cTn>
                              </p:par>
                            </p:childTnLst>
                          </p:cTn>
                        </p:par>
                        <p:par>
                          <p:cTn id="14" fill="hold" nodeType="afterGroup">
                            <p:stCondLst>
                              <p:cond delay="2000"/>
                            </p:stCondLst>
                            <p:childTnLst>
                              <p:par>
                                <p:cTn id="15" presetID="1" presetClass="exit" presetSubtype="0" fill="hold" grpId="1" nodeType="afterEffect">
                                  <p:stCondLst>
                                    <p:cond delay="0"/>
                                  </p:stCondLst>
                                  <p:childTnLst>
                                    <p:set>
                                      <p:cBhvr>
                                        <p:cTn id="16" dur="1" fill="hold">
                                          <p:stCondLst>
                                            <p:cond delay="0"/>
                                          </p:stCondLst>
                                        </p:cTn>
                                        <p:tgtEl>
                                          <p:spTgt spid="129054"/>
                                        </p:tgtEl>
                                        <p:attrNameLst>
                                          <p:attrName>style.visibility</p:attrName>
                                        </p:attrNameLst>
                                      </p:cBhvr>
                                      <p:to>
                                        <p:strVal val="hidden"/>
                                      </p:to>
                                    </p:set>
                                  </p:childTnLst>
                                </p:cTn>
                              </p:par>
                            </p:childTnLst>
                          </p:cTn>
                        </p:par>
                        <p:par>
                          <p:cTn id="17" fill="hold" nodeType="afterGroup">
                            <p:stCondLst>
                              <p:cond delay="2000"/>
                            </p:stCondLst>
                            <p:childTnLst>
                              <p:par>
                                <p:cTn id="18" presetID="1" presetClass="exit" presetSubtype="0" fill="hold" nodeType="afterEffect">
                                  <p:stCondLst>
                                    <p:cond delay="0"/>
                                  </p:stCondLst>
                                  <p:childTnLst>
                                    <p:set>
                                      <p:cBhvr>
                                        <p:cTn id="19" dur="1" fill="hold">
                                          <p:stCondLst>
                                            <p:cond delay="0"/>
                                          </p:stCondLst>
                                        </p:cTn>
                                        <p:tgtEl>
                                          <p:spTgt spid="1290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54" grpId="0" animBg="1"/>
      <p:bldP spid="129054" grpId="1" animBg="1"/>
    </p:bld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0050" name="Group 2">
            <a:extLst>
              <a:ext uri="{FF2B5EF4-FFF2-40B4-BE49-F238E27FC236}">
                <a16:creationId xmlns:a16="http://schemas.microsoft.com/office/drawing/2014/main" id="{5E440C21-1F74-1D4A-A95C-ED52BB83E2F2}"/>
              </a:ext>
            </a:extLst>
          </p:cNvPr>
          <p:cNvGrpSpPr>
            <a:grpSpLocks/>
          </p:cNvGrpSpPr>
          <p:nvPr/>
        </p:nvGrpSpPr>
        <p:grpSpPr bwMode="auto">
          <a:xfrm>
            <a:off x="3059906" y="3167063"/>
            <a:ext cx="3077766" cy="269081"/>
            <a:chOff x="1610" y="3023"/>
            <a:chExt cx="2585" cy="226"/>
          </a:xfrm>
        </p:grpSpPr>
        <p:sp>
          <p:nvSpPr>
            <p:cNvPr id="242730" name="Rectangle 3">
              <a:extLst>
                <a:ext uri="{FF2B5EF4-FFF2-40B4-BE49-F238E27FC236}">
                  <a16:creationId xmlns:a16="http://schemas.microsoft.com/office/drawing/2014/main" id="{3C6C1784-2F94-9F4B-9137-FCA15C60925D}"/>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42731" name="Rectangle 4">
              <a:extLst>
                <a:ext uri="{FF2B5EF4-FFF2-40B4-BE49-F238E27FC236}">
                  <a16:creationId xmlns:a16="http://schemas.microsoft.com/office/drawing/2014/main" id="{A6EF656B-485C-7C42-899C-55472FCD45FE}"/>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2732" name="Rectangle 5">
              <a:extLst>
                <a:ext uri="{FF2B5EF4-FFF2-40B4-BE49-F238E27FC236}">
                  <a16:creationId xmlns:a16="http://schemas.microsoft.com/office/drawing/2014/main" id="{A975735E-D944-214A-884F-59E48824DB27}"/>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2733" name="Rectangle 6">
              <a:extLst>
                <a:ext uri="{FF2B5EF4-FFF2-40B4-BE49-F238E27FC236}">
                  <a16:creationId xmlns:a16="http://schemas.microsoft.com/office/drawing/2014/main" id="{49560127-1709-6D40-954A-3C88B3C12751}"/>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242690" name="Rectangle 7">
            <a:extLst>
              <a:ext uri="{FF2B5EF4-FFF2-40B4-BE49-F238E27FC236}">
                <a16:creationId xmlns:a16="http://schemas.microsoft.com/office/drawing/2014/main" id="{063A1803-7BA2-0A41-A216-66E725A615C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2691" name="AutoShape 8">
            <a:extLst>
              <a:ext uri="{FF2B5EF4-FFF2-40B4-BE49-F238E27FC236}">
                <a16:creationId xmlns:a16="http://schemas.microsoft.com/office/drawing/2014/main" id="{27C8E27F-CD04-894D-982A-97476BE6013D}"/>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692" name="AutoShape 9">
            <a:extLst>
              <a:ext uri="{FF2B5EF4-FFF2-40B4-BE49-F238E27FC236}">
                <a16:creationId xmlns:a16="http://schemas.microsoft.com/office/drawing/2014/main" id="{CD8F5866-5598-1A42-9E17-6C7C235E058C}"/>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693" name="Text Box 10">
            <a:extLst>
              <a:ext uri="{FF2B5EF4-FFF2-40B4-BE49-F238E27FC236}">
                <a16:creationId xmlns:a16="http://schemas.microsoft.com/office/drawing/2014/main" id="{8A9CAC51-4467-6B40-8B13-BDB9331D7E45}"/>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2694" name="Text Box 11">
            <a:extLst>
              <a:ext uri="{FF2B5EF4-FFF2-40B4-BE49-F238E27FC236}">
                <a16:creationId xmlns:a16="http://schemas.microsoft.com/office/drawing/2014/main" id="{DE145FBA-ABA3-5D48-B407-9D299244E640}"/>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2695" name="Text Box 12">
            <a:extLst>
              <a:ext uri="{FF2B5EF4-FFF2-40B4-BE49-F238E27FC236}">
                <a16:creationId xmlns:a16="http://schemas.microsoft.com/office/drawing/2014/main" id="{B1837FDE-0EA6-4F4C-B8A1-45A15E3EF121}"/>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2696" name="Text Box 13">
            <a:extLst>
              <a:ext uri="{FF2B5EF4-FFF2-40B4-BE49-F238E27FC236}">
                <a16:creationId xmlns:a16="http://schemas.microsoft.com/office/drawing/2014/main" id="{CF697AE7-62DC-F94F-B8E5-B642E2032B13}"/>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2697" name="Text Box 14">
            <a:extLst>
              <a:ext uri="{FF2B5EF4-FFF2-40B4-BE49-F238E27FC236}">
                <a16:creationId xmlns:a16="http://schemas.microsoft.com/office/drawing/2014/main" id="{A39D2DD1-7A55-D44C-B38F-630588A4E8CE}"/>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2698" name="Freeform 15">
            <a:extLst>
              <a:ext uri="{FF2B5EF4-FFF2-40B4-BE49-F238E27FC236}">
                <a16:creationId xmlns:a16="http://schemas.microsoft.com/office/drawing/2014/main" id="{F172C2DC-1796-E445-A39C-9874C8E79788}"/>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699" name="Freeform 16">
            <a:extLst>
              <a:ext uri="{FF2B5EF4-FFF2-40B4-BE49-F238E27FC236}">
                <a16:creationId xmlns:a16="http://schemas.microsoft.com/office/drawing/2014/main" id="{E96FC396-63F9-D343-AB9A-3E4060FBB565}"/>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0" name="Freeform 17">
            <a:extLst>
              <a:ext uri="{FF2B5EF4-FFF2-40B4-BE49-F238E27FC236}">
                <a16:creationId xmlns:a16="http://schemas.microsoft.com/office/drawing/2014/main" id="{E8AB0F5E-262A-E346-AF3E-D91B078B3508}"/>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1" name="Freeform 18">
            <a:extLst>
              <a:ext uri="{FF2B5EF4-FFF2-40B4-BE49-F238E27FC236}">
                <a16:creationId xmlns:a16="http://schemas.microsoft.com/office/drawing/2014/main" id="{1012ADAF-DFE0-6945-8D43-B86BA447A15A}"/>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2" name="AutoShape 19">
            <a:extLst>
              <a:ext uri="{FF2B5EF4-FFF2-40B4-BE49-F238E27FC236}">
                <a16:creationId xmlns:a16="http://schemas.microsoft.com/office/drawing/2014/main" id="{933B3C40-083D-654E-8912-BFA2C81AD192}"/>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03" name="Text Box 20">
            <a:extLst>
              <a:ext uri="{FF2B5EF4-FFF2-40B4-BE49-F238E27FC236}">
                <a16:creationId xmlns:a16="http://schemas.microsoft.com/office/drawing/2014/main" id="{1D1DF636-D9EF-424B-90FD-22D718F87D09}"/>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2704" name="Text Box 21">
            <a:extLst>
              <a:ext uri="{FF2B5EF4-FFF2-40B4-BE49-F238E27FC236}">
                <a16:creationId xmlns:a16="http://schemas.microsoft.com/office/drawing/2014/main" id="{0CFF7E71-CA3A-B549-98B5-79A3553E81D4}"/>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2705" name="Text Box 22">
            <a:extLst>
              <a:ext uri="{FF2B5EF4-FFF2-40B4-BE49-F238E27FC236}">
                <a16:creationId xmlns:a16="http://schemas.microsoft.com/office/drawing/2014/main" id="{7915DEE6-7F54-EB4E-875E-F2B4C8563EFB}"/>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2706" name="Text Box 23">
            <a:extLst>
              <a:ext uri="{FF2B5EF4-FFF2-40B4-BE49-F238E27FC236}">
                <a16:creationId xmlns:a16="http://schemas.microsoft.com/office/drawing/2014/main" id="{646C6606-18EE-F04E-BAB3-03F3424934A7}"/>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2707" name="Text Box 24">
            <a:extLst>
              <a:ext uri="{FF2B5EF4-FFF2-40B4-BE49-F238E27FC236}">
                <a16:creationId xmlns:a16="http://schemas.microsoft.com/office/drawing/2014/main" id="{2660FF40-6A77-7B43-ADA9-7A9E49CE2402}"/>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2708" name="Freeform 25">
            <a:extLst>
              <a:ext uri="{FF2B5EF4-FFF2-40B4-BE49-F238E27FC236}">
                <a16:creationId xmlns:a16="http://schemas.microsoft.com/office/drawing/2014/main" id="{8A4EF37A-268A-E940-B07A-FA3342BA0668}"/>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9" name="Freeform 26">
            <a:extLst>
              <a:ext uri="{FF2B5EF4-FFF2-40B4-BE49-F238E27FC236}">
                <a16:creationId xmlns:a16="http://schemas.microsoft.com/office/drawing/2014/main" id="{EA1502DF-C6F7-6042-B4A6-946CC8D0BD37}"/>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10" name="Freeform 27">
            <a:extLst>
              <a:ext uri="{FF2B5EF4-FFF2-40B4-BE49-F238E27FC236}">
                <a16:creationId xmlns:a16="http://schemas.microsoft.com/office/drawing/2014/main" id="{B65CB78E-2A8A-D64F-893E-5A4E3B41402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11" name="Freeform 28">
            <a:extLst>
              <a:ext uri="{FF2B5EF4-FFF2-40B4-BE49-F238E27FC236}">
                <a16:creationId xmlns:a16="http://schemas.microsoft.com/office/drawing/2014/main" id="{864D05B3-4E02-9B40-B277-BB6A0AB21F80}"/>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12" name="Text Box 29">
            <a:extLst>
              <a:ext uri="{FF2B5EF4-FFF2-40B4-BE49-F238E27FC236}">
                <a16:creationId xmlns:a16="http://schemas.microsoft.com/office/drawing/2014/main" id="{9EFB7290-6586-2C4B-80A5-20B01A771EF6}"/>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2713" name="AutoShape 30">
            <a:extLst>
              <a:ext uri="{FF2B5EF4-FFF2-40B4-BE49-F238E27FC236}">
                <a16:creationId xmlns:a16="http://schemas.microsoft.com/office/drawing/2014/main" id="{EE053B70-9639-804B-9C2A-2871914C36A2}"/>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14" name="Text Box 31">
            <a:extLst>
              <a:ext uri="{FF2B5EF4-FFF2-40B4-BE49-F238E27FC236}">
                <a16:creationId xmlns:a16="http://schemas.microsoft.com/office/drawing/2014/main" id="{F591396B-4E27-E340-A780-75F77CB6BA72}"/>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2715" name="AutoShape 32">
            <a:extLst>
              <a:ext uri="{FF2B5EF4-FFF2-40B4-BE49-F238E27FC236}">
                <a16:creationId xmlns:a16="http://schemas.microsoft.com/office/drawing/2014/main" id="{25F6A476-EE40-A54F-BA05-50BC3BBFB72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16" name="Text Box 33">
            <a:extLst>
              <a:ext uri="{FF2B5EF4-FFF2-40B4-BE49-F238E27FC236}">
                <a16:creationId xmlns:a16="http://schemas.microsoft.com/office/drawing/2014/main" id="{2BBDC65E-D3A8-5247-98C4-4A266A91DF63}"/>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2717" name="Text Box 34">
            <a:extLst>
              <a:ext uri="{FF2B5EF4-FFF2-40B4-BE49-F238E27FC236}">
                <a16:creationId xmlns:a16="http://schemas.microsoft.com/office/drawing/2014/main" id="{274F3F6A-D39C-FA46-B62F-950386A2E2D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2718" name="Text Box 35">
            <a:extLst>
              <a:ext uri="{FF2B5EF4-FFF2-40B4-BE49-F238E27FC236}">
                <a16:creationId xmlns:a16="http://schemas.microsoft.com/office/drawing/2014/main" id="{22F14DB6-C0BA-3F41-91BA-0E5913584C59}"/>
              </a:ext>
            </a:extLst>
          </p:cNvPr>
          <p:cNvSpPr txBox="1">
            <a:spLocks noChangeArrowheads="1"/>
          </p:cNvSpPr>
          <p:nvPr/>
        </p:nvSpPr>
        <p:spPr bwMode="auto">
          <a:xfrm>
            <a:off x="2800812" y="2440782"/>
            <a:ext cx="36471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数据链路层剥去帧首部和帧尾部后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把帧的数据部分交给网络层</a:t>
            </a:r>
          </a:p>
        </p:txBody>
      </p:sp>
      <p:sp>
        <p:nvSpPr>
          <p:cNvPr id="130084" name="Rectangle 36">
            <a:extLst>
              <a:ext uri="{FF2B5EF4-FFF2-40B4-BE49-F238E27FC236}">
                <a16:creationId xmlns:a16="http://schemas.microsoft.com/office/drawing/2014/main" id="{AC98DDF7-A9D0-384D-9244-693D0E0D5E73}"/>
              </a:ext>
            </a:extLst>
          </p:cNvPr>
          <p:cNvSpPr>
            <a:spLocks noChangeArrowheads="1"/>
          </p:cNvSpPr>
          <p:nvPr/>
        </p:nvSpPr>
        <p:spPr bwMode="auto">
          <a:xfrm>
            <a:off x="2627710" y="3598069"/>
            <a:ext cx="432197" cy="269081"/>
          </a:xfrm>
          <a:prstGeom prst="rect">
            <a:avLst/>
          </a:prstGeom>
          <a:solidFill>
            <a:srgbClr val="66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2</a:t>
            </a:r>
          </a:p>
        </p:txBody>
      </p:sp>
      <p:sp>
        <p:nvSpPr>
          <p:cNvPr id="130085" name="Rectangle 37">
            <a:extLst>
              <a:ext uri="{FF2B5EF4-FFF2-40B4-BE49-F238E27FC236}">
                <a16:creationId xmlns:a16="http://schemas.microsoft.com/office/drawing/2014/main" id="{65072B7F-AD6E-5441-B792-3DC7E597D430}"/>
              </a:ext>
            </a:extLst>
          </p:cNvPr>
          <p:cNvSpPr>
            <a:spLocks noChangeArrowheads="1"/>
          </p:cNvSpPr>
          <p:nvPr/>
        </p:nvSpPr>
        <p:spPr bwMode="auto">
          <a:xfrm>
            <a:off x="6137673" y="3599260"/>
            <a:ext cx="378619" cy="269081"/>
          </a:xfrm>
          <a:prstGeom prst="rect">
            <a:avLst/>
          </a:prstGeom>
          <a:solidFill>
            <a:srgbClr val="CC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T</a:t>
            </a:r>
            <a:r>
              <a:rPr lang="en-US" altLang="zh-CN" sz="1350" b="1" baseline="-25000">
                <a:latin typeface="Arial" panose="020B0604020202020204" pitchFamily="34" charset="0"/>
                <a:ea typeface="宋体" panose="02010600030101010101" pitchFamily="2" charset="-122"/>
              </a:rPr>
              <a:t>2</a:t>
            </a:r>
          </a:p>
        </p:txBody>
      </p:sp>
      <p:grpSp>
        <p:nvGrpSpPr>
          <p:cNvPr id="130086" name="Group 38">
            <a:extLst>
              <a:ext uri="{FF2B5EF4-FFF2-40B4-BE49-F238E27FC236}">
                <a16:creationId xmlns:a16="http://schemas.microsoft.com/office/drawing/2014/main" id="{C1CBCA06-7013-7047-B662-C75DA52CB0B0}"/>
              </a:ext>
            </a:extLst>
          </p:cNvPr>
          <p:cNvGrpSpPr>
            <a:grpSpLocks/>
          </p:cNvGrpSpPr>
          <p:nvPr/>
        </p:nvGrpSpPr>
        <p:grpSpPr bwMode="auto">
          <a:xfrm>
            <a:off x="3059906" y="3599260"/>
            <a:ext cx="3077766" cy="269081"/>
            <a:chOff x="1610" y="3023"/>
            <a:chExt cx="2585" cy="226"/>
          </a:xfrm>
        </p:grpSpPr>
        <p:sp>
          <p:nvSpPr>
            <p:cNvPr id="242726" name="Rectangle 39">
              <a:extLst>
                <a:ext uri="{FF2B5EF4-FFF2-40B4-BE49-F238E27FC236}">
                  <a16:creationId xmlns:a16="http://schemas.microsoft.com/office/drawing/2014/main" id="{FBEDBFC3-B932-5E48-828C-48AEB0DB6FDE}"/>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42727" name="Rectangle 40">
              <a:extLst>
                <a:ext uri="{FF2B5EF4-FFF2-40B4-BE49-F238E27FC236}">
                  <a16:creationId xmlns:a16="http://schemas.microsoft.com/office/drawing/2014/main" id="{2096FE9F-8F44-0D42-A4C3-745DBE075636}"/>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2728" name="Rectangle 41">
              <a:extLst>
                <a:ext uri="{FF2B5EF4-FFF2-40B4-BE49-F238E27FC236}">
                  <a16:creationId xmlns:a16="http://schemas.microsoft.com/office/drawing/2014/main" id="{BD8D153B-5814-E347-998A-BD95820E98D3}"/>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2729" name="Rectangle 42">
              <a:extLst>
                <a:ext uri="{FF2B5EF4-FFF2-40B4-BE49-F238E27FC236}">
                  <a16:creationId xmlns:a16="http://schemas.microsoft.com/office/drawing/2014/main" id="{F8A790A6-F5C6-FA4A-A6F7-525F9E27A714}"/>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30091" name="Group 43">
            <a:extLst>
              <a:ext uri="{FF2B5EF4-FFF2-40B4-BE49-F238E27FC236}">
                <a16:creationId xmlns:a16="http://schemas.microsoft.com/office/drawing/2014/main" id="{46C60811-9722-494E-BAB3-4003CB4D13F1}"/>
              </a:ext>
            </a:extLst>
          </p:cNvPr>
          <p:cNvGrpSpPr>
            <a:grpSpLocks/>
          </p:cNvGrpSpPr>
          <p:nvPr/>
        </p:nvGrpSpPr>
        <p:grpSpPr bwMode="auto">
          <a:xfrm>
            <a:off x="4301729" y="3353992"/>
            <a:ext cx="3171825" cy="297656"/>
            <a:chOff x="2653" y="2817"/>
            <a:chExt cx="2664" cy="250"/>
          </a:xfrm>
        </p:grpSpPr>
        <p:sp>
          <p:nvSpPr>
            <p:cNvPr id="242724" name="AutoShape 44">
              <a:extLst>
                <a:ext uri="{FF2B5EF4-FFF2-40B4-BE49-F238E27FC236}">
                  <a16:creationId xmlns:a16="http://schemas.microsoft.com/office/drawing/2014/main" id="{C908F6C7-BD7C-A644-A7A5-71073D21B911}"/>
                </a:ext>
              </a:extLst>
            </p:cNvPr>
            <p:cNvSpPr>
              <a:spLocks noChangeArrowheads="1"/>
            </p:cNvSpPr>
            <p:nvPr/>
          </p:nvSpPr>
          <p:spPr bwMode="auto">
            <a:xfrm rot="10800000" flipV="1">
              <a:off x="5193" y="2817"/>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25" name="AutoShape 45">
              <a:extLst>
                <a:ext uri="{FF2B5EF4-FFF2-40B4-BE49-F238E27FC236}">
                  <a16:creationId xmlns:a16="http://schemas.microsoft.com/office/drawing/2014/main" id="{141C6CA3-4591-C745-87A2-671FD14D5889}"/>
                </a:ext>
              </a:extLst>
            </p:cNvPr>
            <p:cNvSpPr>
              <a:spLocks noChangeArrowheads="1"/>
            </p:cNvSpPr>
            <p:nvPr/>
          </p:nvSpPr>
          <p:spPr bwMode="auto">
            <a:xfrm rot="10800000" flipV="1">
              <a:off x="2653" y="2817"/>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2723" name="幻灯片编号占位符 2">
            <a:extLst>
              <a:ext uri="{FF2B5EF4-FFF2-40B4-BE49-F238E27FC236}">
                <a16:creationId xmlns:a16="http://schemas.microsoft.com/office/drawing/2014/main" id="{284528AB-17CB-4E4E-965E-B09B7013BC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E27D367-2C99-6340-86DE-C955258FEAC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83355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0084"/>
                                        </p:tgtEl>
                                      </p:cBhvr>
                                    </p:animEffect>
                                    <p:set>
                                      <p:cBhvr>
                                        <p:cTn id="7" dur="1" fill="hold">
                                          <p:stCondLst>
                                            <p:cond delay="999"/>
                                          </p:stCondLst>
                                        </p:cTn>
                                        <p:tgtEl>
                                          <p:spTgt spid="130084"/>
                                        </p:tgtEl>
                                        <p:attrNameLst>
                                          <p:attrName>style.visibility</p:attrName>
                                        </p:attrNameLst>
                                      </p:cBhvr>
                                      <p:to>
                                        <p:strVal val="hidden"/>
                                      </p:to>
                                    </p:set>
                                  </p:childTnLst>
                                </p:cTn>
                              </p:par>
                            </p:childTnLst>
                          </p:cTn>
                        </p:par>
                        <p:par>
                          <p:cTn id="8" fill="hold" nodeType="afterGroup">
                            <p:stCondLst>
                              <p:cond delay="2000"/>
                            </p:stCondLst>
                            <p:childTnLst>
                              <p:par>
                                <p:cTn id="9" presetID="12" presetClass="exit" presetSubtype="2" fill="hold" grpId="0" nodeType="afterEffect">
                                  <p:stCondLst>
                                    <p:cond delay="0"/>
                                  </p:stCondLst>
                                  <p:childTnLst>
                                    <p:animEffect transition="out" filter="slide(fromRight)">
                                      <p:cBhvr>
                                        <p:cTn id="10" dur="1000"/>
                                        <p:tgtEl>
                                          <p:spTgt spid="130085"/>
                                        </p:tgtEl>
                                      </p:cBhvr>
                                    </p:animEffect>
                                    <p:set>
                                      <p:cBhvr>
                                        <p:cTn id="11" dur="1" fill="hold">
                                          <p:stCondLst>
                                            <p:cond delay="999"/>
                                          </p:stCondLst>
                                        </p:cTn>
                                        <p:tgtEl>
                                          <p:spTgt spid="130085"/>
                                        </p:tgtEl>
                                        <p:attrNameLst>
                                          <p:attrName>style.visibility</p:attrName>
                                        </p:attrNameLst>
                                      </p:cBhvr>
                                      <p:to>
                                        <p:strVal val="hidden"/>
                                      </p:to>
                                    </p:set>
                                  </p:childTnLst>
                                </p:cTn>
                              </p:par>
                            </p:childTnLst>
                          </p:cTn>
                        </p:par>
                        <p:par>
                          <p:cTn id="12" fill="hold" nodeType="afterGroup">
                            <p:stCondLst>
                              <p:cond delay="3000"/>
                            </p:stCondLst>
                            <p:childTnLst>
                              <p:par>
                                <p:cTn id="13" presetID="22" presetClass="entr" presetSubtype="4" fill="hold" nodeType="afterEffect">
                                  <p:stCondLst>
                                    <p:cond delay="0"/>
                                  </p:stCondLst>
                                  <p:childTnLst>
                                    <p:set>
                                      <p:cBhvr>
                                        <p:cTn id="14" dur="1" fill="hold">
                                          <p:stCondLst>
                                            <p:cond delay="0"/>
                                          </p:stCondLst>
                                        </p:cTn>
                                        <p:tgtEl>
                                          <p:spTgt spid="130091"/>
                                        </p:tgtEl>
                                        <p:attrNameLst>
                                          <p:attrName>style.visibility</p:attrName>
                                        </p:attrNameLst>
                                      </p:cBhvr>
                                      <p:to>
                                        <p:strVal val="visible"/>
                                      </p:to>
                                    </p:set>
                                    <p:animEffect transition="in" filter="wipe(down)">
                                      <p:cBhvr>
                                        <p:cTn id="15" dur="1000"/>
                                        <p:tgtEl>
                                          <p:spTgt spid="130091"/>
                                        </p:tgtEl>
                                      </p:cBhvr>
                                    </p:animEffect>
                                  </p:childTnLst>
                                </p:cTn>
                              </p:par>
                            </p:childTnLst>
                          </p:cTn>
                        </p:par>
                        <p:par>
                          <p:cTn id="16" fill="hold" nodeType="afterGroup">
                            <p:stCondLst>
                              <p:cond delay="4000"/>
                            </p:stCondLst>
                            <p:childTnLst>
                              <p:par>
                                <p:cTn id="17" presetID="1" presetClass="exit" presetSubtype="0" fill="hold" nodeType="afterEffect">
                                  <p:stCondLst>
                                    <p:cond delay="0"/>
                                  </p:stCondLst>
                                  <p:childTnLst>
                                    <p:set>
                                      <p:cBhvr>
                                        <p:cTn id="18" dur="1" fill="hold">
                                          <p:stCondLst>
                                            <p:cond delay="0"/>
                                          </p:stCondLst>
                                        </p:cTn>
                                        <p:tgtEl>
                                          <p:spTgt spid="130086"/>
                                        </p:tgtEl>
                                        <p:attrNameLst>
                                          <p:attrName>style.visibility</p:attrName>
                                        </p:attrNameLst>
                                      </p:cBhvr>
                                      <p:to>
                                        <p:strVal val="hidden"/>
                                      </p:to>
                                    </p:set>
                                  </p:childTnLst>
                                </p:cTn>
                              </p:par>
                            </p:childTnLst>
                          </p:cTn>
                        </p:par>
                        <p:par>
                          <p:cTn id="19" fill="hold" nodeType="afterGroup">
                            <p:stCondLst>
                              <p:cond delay="4000"/>
                            </p:stCondLst>
                            <p:childTnLst>
                              <p:par>
                                <p:cTn id="20" presetID="1" presetClass="entr" presetSubtype="0" fill="hold" nodeType="afterEffect">
                                  <p:stCondLst>
                                    <p:cond delay="0"/>
                                  </p:stCondLst>
                                  <p:childTnLst>
                                    <p:set>
                                      <p:cBhvr>
                                        <p:cTn id="21" dur="1" fill="hold">
                                          <p:stCondLst>
                                            <p:cond delay="0"/>
                                          </p:stCondLst>
                                        </p:cTn>
                                        <p:tgtEl>
                                          <p:spTgt spid="130050"/>
                                        </p:tgtEl>
                                        <p:attrNameLst>
                                          <p:attrName>style.visibility</p:attrName>
                                        </p:attrNameLst>
                                      </p:cBhvr>
                                      <p:to>
                                        <p:strVal val="visible"/>
                                      </p:to>
                                    </p:set>
                                  </p:childTnLst>
                                </p:cTn>
                              </p:par>
                            </p:childTnLst>
                          </p:cTn>
                        </p:par>
                        <p:par>
                          <p:cTn id="22" fill="hold" nodeType="afterGroup">
                            <p:stCondLst>
                              <p:cond delay="4000"/>
                            </p:stCondLst>
                            <p:childTnLst>
                              <p:par>
                                <p:cTn id="23" presetID="1" presetClass="exit" presetSubtype="0" fill="hold" nodeType="afterEffect">
                                  <p:stCondLst>
                                    <p:cond delay="0"/>
                                  </p:stCondLst>
                                  <p:childTnLst>
                                    <p:set>
                                      <p:cBhvr>
                                        <p:cTn id="24" dur="1" fill="hold">
                                          <p:stCondLst>
                                            <p:cond delay="0"/>
                                          </p:stCondLst>
                                        </p:cTn>
                                        <p:tgtEl>
                                          <p:spTgt spid="1300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84" grpId="0" animBg="1"/>
      <p:bldP spid="130085" grpId="0" animBg="1"/>
    </p:bld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1074" name="Group 2">
            <a:extLst>
              <a:ext uri="{FF2B5EF4-FFF2-40B4-BE49-F238E27FC236}">
                <a16:creationId xmlns:a16="http://schemas.microsoft.com/office/drawing/2014/main" id="{BC168BCE-77BB-134D-8AD0-515AAFB45C22}"/>
              </a:ext>
            </a:extLst>
          </p:cNvPr>
          <p:cNvGrpSpPr>
            <a:grpSpLocks/>
          </p:cNvGrpSpPr>
          <p:nvPr/>
        </p:nvGrpSpPr>
        <p:grpSpPr bwMode="auto">
          <a:xfrm>
            <a:off x="3437335" y="2681288"/>
            <a:ext cx="2699147" cy="269081"/>
            <a:chOff x="1928" y="2660"/>
            <a:chExt cx="2267" cy="226"/>
          </a:xfrm>
        </p:grpSpPr>
        <p:sp>
          <p:nvSpPr>
            <p:cNvPr id="244776" name="Rectangle 3">
              <a:extLst>
                <a:ext uri="{FF2B5EF4-FFF2-40B4-BE49-F238E27FC236}">
                  <a16:creationId xmlns:a16="http://schemas.microsoft.com/office/drawing/2014/main" id="{E8C40FB8-ECBA-4744-A0F9-761DD2B5618C}"/>
                </a:ext>
              </a:extLst>
            </p:cNvPr>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4777" name="Rectangle 4">
              <a:extLst>
                <a:ext uri="{FF2B5EF4-FFF2-40B4-BE49-F238E27FC236}">
                  <a16:creationId xmlns:a16="http://schemas.microsoft.com/office/drawing/2014/main" id="{9C05F8D2-2B4F-3940-895F-A07E3183BDE1}"/>
                </a:ext>
              </a:extLst>
            </p:cNvPr>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4778" name="Rectangle 5">
              <a:extLst>
                <a:ext uri="{FF2B5EF4-FFF2-40B4-BE49-F238E27FC236}">
                  <a16:creationId xmlns:a16="http://schemas.microsoft.com/office/drawing/2014/main" id="{F2DBCFBB-2FED-1D46-B697-0997F4653117}"/>
                </a:ext>
              </a:extLst>
            </p:cNvPr>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131078" name="Rectangle 6">
            <a:extLst>
              <a:ext uri="{FF2B5EF4-FFF2-40B4-BE49-F238E27FC236}">
                <a16:creationId xmlns:a16="http://schemas.microsoft.com/office/drawing/2014/main" id="{69F27501-8A9D-7345-B199-2817C68AE242}"/>
              </a:ext>
            </a:extLst>
          </p:cNvPr>
          <p:cNvSpPr>
            <a:spLocks noChangeArrowheads="1"/>
          </p:cNvSpPr>
          <p:nvPr/>
        </p:nvSpPr>
        <p:spPr bwMode="auto">
          <a:xfrm>
            <a:off x="3059907" y="3167063"/>
            <a:ext cx="378619" cy="269081"/>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grpSp>
        <p:nvGrpSpPr>
          <p:cNvPr id="131079" name="Group 7">
            <a:extLst>
              <a:ext uri="{FF2B5EF4-FFF2-40B4-BE49-F238E27FC236}">
                <a16:creationId xmlns:a16="http://schemas.microsoft.com/office/drawing/2014/main" id="{56604ADD-588D-F340-92DF-3E077725F813}"/>
              </a:ext>
            </a:extLst>
          </p:cNvPr>
          <p:cNvGrpSpPr>
            <a:grpSpLocks/>
          </p:cNvGrpSpPr>
          <p:nvPr/>
        </p:nvGrpSpPr>
        <p:grpSpPr bwMode="auto">
          <a:xfrm>
            <a:off x="3438526" y="3167063"/>
            <a:ext cx="2699147" cy="269081"/>
            <a:chOff x="1928" y="2660"/>
            <a:chExt cx="2267" cy="226"/>
          </a:xfrm>
        </p:grpSpPr>
        <p:sp>
          <p:nvSpPr>
            <p:cNvPr id="244773" name="Rectangle 8">
              <a:extLst>
                <a:ext uri="{FF2B5EF4-FFF2-40B4-BE49-F238E27FC236}">
                  <a16:creationId xmlns:a16="http://schemas.microsoft.com/office/drawing/2014/main" id="{AD89122B-8B4D-A343-BB03-6DA04372CD78}"/>
                </a:ext>
              </a:extLst>
            </p:cNvPr>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4774" name="Rectangle 9">
              <a:extLst>
                <a:ext uri="{FF2B5EF4-FFF2-40B4-BE49-F238E27FC236}">
                  <a16:creationId xmlns:a16="http://schemas.microsoft.com/office/drawing/2014/main" id="{1FE2A63F-EB82-DE41-BF40-225315B7D446}"/>
                </a:ext>
              </a:extLst>
            </p:cNvPr>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4775" name="Rectangle 10">
              <a:extLst>
                <a:ext uri="{FF2B5EF4-FFF2-40B4-BE49-F238E27FC236}">
                  <a16:creationId xmlns:a16="http://schemas.microsoft.com/office/drawing/2014/main" id="{A33D902C-2CEC-5B40-84C0-FE7C460B8E39}"/>
                </a:ext>
              </a:extLst>
            </p:cNvPr>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244740" name="Rectangle 11">
            <a:extLst>
              <a:ext uri="{FF2B5EF4-FFF2-40B4-BE49-F238E27FC236}">
                <a16:creationId xmlns:a16="http://schemas.microsoft.com/office/drawing/2014/main" id="{8B79E5F0-3767-384D-8260-7B48443AB15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4741" name="AutoShape 12">
            <a:extLst>
              <a:ext uri="{FF2B5EF4-FFF2-40B4-BE49-F238E27FC236}">
                <a16:creationId xmlns:a16="http://schemas.microsoft.com/office/drawing/2014/main" id="{3D4CA71B-3B46-4A43-8D8C-F856C9BE9A1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42" name="AutoShape 13">
            <a:extLst>
              <a:ext uri="{FF2B5EF4-FFF2-40B4-BE49-F238E27FC236}">
                <a16:creationId xmlns:a16="http://schemas.microsoft.com/office/drawing/2014/main" id="{9DD752F7-E725-664E-9225-0896D05C7B05}"/>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43" name="Text Box 14">
            <a:extLst>
              <a:ext uri="{FF2B5EF4-FFF2-40B4-BE49-F238E27FC236}">
                <a16:creationId xmlns:a16="http://schemas.microsoft.com/office/drawing/2014/main" id="{7EC2E128-3FE9-5D48-BEAB-BF0FA0EA7B78}"/>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4744" name="Text Box 15">
            <a:extLst>
              <a:ext uri="{FF2B5EF4-FFF2-40B4-BE49-F238E27FC236}">
                <a16:creationId xmlns:a16="http://schemas.microsoft.com/office/drawing/2014/main" id="{91086FD9-96F9-6849-A02D-1820A8908365}"/>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4745" name="Text Box 16">
            <a:extLst>
              <a:ext uri="{FF2B5EF4-FFF2-40B4-BE49-F238E27FC236}">
                <a16:creationId xmlns:a16="http://schemas.microsoft.com/office/drawing/2014/main" id="{BE01575F-15DE-4840-8981-BE8BA99B94DC}"/>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4746" name="Text Box 17">
            <a:extLst>
              <a:ext uri="{FF2B5EF4-FFF2-40B4-BE49-F238E27FC236}">
                <a16:creationId xmlns:a16="http://schemas.microsoft.com/office/drawing/2014/main" id="{E91BC55D-1F53-1E49-87A5-0364C3D0D8D7}"/>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4747" name="Text Box 18">
            <a:extLst>
              <a:ext uri="{FF2B5EF4-FFF2-40B4-BE49-F238E27FC236}">
                <a16:creationId xmlns:a16="http://schemas.microsoft.com/office/drawing/2014/main" id="{9E98452C-D1AB-DB4C-AA9F-E9C01978C09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4748" name="Freeform 19">
            <a:extLst>
              <a:ext uri="{FF2B5EF4-FFF2-40B4-BE49-F238E27FC236}">
                <a16:creationId xmlns:a16="http://schemas.microsoft.com/office/drawing/2014/main" id="{004B2C7C-09BD-BC49-AEA9-DC6DA7FAE5AF}"/>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49" name="Freeform 20">
            <a:extLst>
              <a:ext uri="{FF2B5EF4-FFF2-40B4-BE49-F238E27FC236}">
                <a16:creationId xmlns:a16="http://schemas.microsoft.com/office/drawing/2014/main" id="{B1287433-52E5-F545-90FB-B9DD12F550E2}"/>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0" name="Freeform 21">
            <a:extLst>
              <a:ext uri="{FF2B5EF4-FFF2-40B4-BE49-F238E27FC236}">
                <a16:creationId xmlns:a16="http://schemas.microsoft.com/office/drawing/2014/main" id="{2750D4BB-C43C-E74D-A155-B81BF66C3376}"/>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1" name="Freeform 22">
            <a:extLst>
              <a:ext uri="{FF2B5EF4-FFF2-40B4-BE49-F238E27FC236}">
                <a16:creationId xmlns:a16="http://schemas.microsoft.com/office/drawing/2014/main" id="{B3A180BD-2C82-C447-AAFB-88A1FD5E68FD}"/>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2" name="AutoShape 23">
            <a:extLst>
              <a:ext uri="{FF2B5EF4-FFF2-40B4-BE49-F238E27FC236}">
                <a16:creationId xmlns:a16="http://schemas.microsoft.com/office/drawing/2014/main" id="{11F7F849-9F23-5E46-AE5B-CC1D397A2A17}"/>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53" name="Text Box 24">
            <a:extLst>
              <a:ext uri="{FF2B5EF4-FFF2-40B4-BE49-F238E27FC236}">
                <a16:creationId xmlns:a16="http://schemas.microsoft.com/office/drawing/2014/main" id="{4BA8C617-AE6E-734E-81D9-2DEB77BECE51}"/>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4754" name="Text Box 25">
            <a:extLst>
              <a:ext uri="{FF2B5EF4-FFF2-40B4-BE49-F238E27FC236}">
                <a16:creationId xmlns:a16="http://schemas.microsoft.com/office/drawing/2014/main" id="{9D4A5D85-7549-EA48-94D7-477F0E7532D5}"/>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4755" name="Text Box 26">
            <a:extLst>
              <a:ext uri="{FF2B5EF4-FFF2-40B4-BE49-F238E27FC236}">
                <a16:creationId xmlns:a16="http://schemas.microsoft.com/office/drawing/2014/main" id="{98035DA6-C297-424D-A71A-B7EBBB152A3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4756" name="Text Box 27">
            <a:extLst>
              <a:ext uri="{FF2B5EF4-FFF2-40B4-BE49-F238E27FC236}">
                <a16:creationId xmlns:a16="http://schemas.microsoft.com/office/drawing/2014/main" id="{D809E77C-CCDB-C549-9D15-00E78F75F104}"/>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4757" name="Text Box 28">
            <a:extLst>
              <a:ext uri="{FF2B5EF4-FFF2-40B4-BE49-F238E27FC236}">
                <a16:creationId xmlns:a16="http://schemas.microsoft.com/office/drawing/2014/main" id="{ABBB0037-D8AB-3541-8799-55D348A91925}"/>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4758" name="Freeform 29">
            <a:extLst>
              <a:ext uri="{FF2B5EF4-FFF2-40B4-BE49-F238E27FC236}">
                <a16:creationId xmlns:a16="http://schemas.microsoft.com/office/drawing/2014/main" id="{AE983F89-337B-8A4F-B273-9BF6DDB04522}"/>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9" name="Freeform 30">
            <a:extLst>
              <a:ext uri="{FF2B5EF4-FFF2-40B4-BE49-F238E27FC236}">
                <a16:creationId xmlns:a16="http://schemas.microsoft.com/office/drawing/2014/main" id="{7221334F-0DF3-C14D-AE65-00200F5CD714}"/>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60" name="Freeform 31">
            <a:extLst>
              <a:ext uri="{FF2B5EF4-FFF2-40B4-BE49-F238E27FC236}">
                <a16:creationId xmlns:a16="http://schemas.microsoft.com/office/drawing/2014/main" id="{39BB6913-4600-9B44-8B95-8BE0EC0A38E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61" name="Freeform 32">
            <a:extLst>
              <a:ext uri="{FF2B5EF4-FFF2-40B4-BE49-F238E27FC236}">
                <a16:creationId xmlns:a16="http://schemas.microsoft.com/office/drawing/2014/main" id="{BD1B0027-E30A-FC40-8EBD-E1A3CB2E8799}"/>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62" name="Text Box 33">
            <a:extLst>
              <a:ext uri="{FF2B5EF4-FFF2-40B4-BE49-F238E27FC236}">
                <a16:creationId xmlns:a16="http://schemas.microsoft.com/office/drawing/2014/main" id="{A179336F-D4DF-A14D-A543-04AB7FD537F2}"/>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4763" name="AutoShape 34">
            <a:extLst>
              <a:ext uri="{FF2B5EF4-FFF2-40B4-BE49-F238E27FC236}">
                <a16:creationId xmlns:a16="http://schemas.microsoft.com/office/drawing/2014/main" id="{C703C4E8-44C9-AE4F-BA2B-EA559D49B6D3}"/>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64" name="Text Box 35">
            <a:extLst>
              <a:ext uri="{FF2B5EF4-FFF2-40B4-BE49-F238E27FC236}">
                <a16:creationId xmlns:a16="http://schemas.microsoft.com/office/drawing/2014/main" id="{21C2B570-383E-9446-9834-F8AA13CBE9F5}"/>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4765" name="AutoShape 36">
            <a:extLst>
              <a:ext uri="{FF2B5EF4-FFF2-40B4-BE49-F238E27FC236}">
                <a16:creationId xmlns:a16="http://schemas.microsoft.com/office/drawing/2014/main" id="{140F54A5-65CE-EC41-BF89-663892762831}"/>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66" name="Text Box 37">
            <a:extLst>
              <a:ext uri="{FF2B5EF4-FFF2-40B4-BE49-F238E27FC236}">
                <a16:creationId xmlns:a16="http://schemas.microsoft.com/office/drawing/2014/main" id="{2A0FC1C3-6DB4-DF47-AC93-90C32FE3EBF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4767" name="Text Box 38">
            <a:extLst>
              <a:ext uri="{FF2B5EF4-FFF2-40B4-BE49-F238E27FC236}">
                <a16:creationId xmlns:a16="http://schemas.microsoft.com/office/drawing/2014/main" id="{ABEE8825-FC13-7346-AA45-ECCFAA543403}"/>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4768" name="Text Box 39">
            <a:extLst>
              <a:ext uri="{FF2B5EF4-FFF2-40B4-BE49-F238E27FC236}">
                <a16:creationId xmlns:a16="http://schemas.microsoft.com/office/drawing/2014/main" id="{B9C235EC-20AE-814B-9FA0-1140E483FC5A}"/>
              </a:ext>
            </a:extLst>
          </p:cNvPr>
          <p:cNvSpPr txBox="1">
            <a:spLocks noChangeArrowheads="1"/>
          </p:cNvSpPr>
          <p:nvPr/>
        </p:nvSpPr>
        <p:spPr bwMode="auto">
          <a:xfrm>
            <a:off x="3044741" y="2008585"/>
            <a:ext cx="31854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网络层剥去分组首部后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把分组的数据部分交给运输层</a:t>
            </a:r>
          </a:p>
        </p:txBody>
      </p:sp>
      <p:grpSp>
        <p:nvGrpSpPr>
          <p:cNvPr id="131112" name="Group 40">
            <a:extLst>
              <a:ext uri="{FF2B5EF4-FFF2-40B4-BE49-F238E27FC236}">
                <a16:creationId xmlns:a16="http://schemas.microsoft.com/office/drawing/2014/main" id="{576B9715-4FE6-9D49-8FDF-0CB04997DA0C}"/>
              </a:ext>
            </a:extLst>
          </p:cNvPr>
          <p:cNvGrpSpPr>
            <a:grpSpLocks/>
          </p:cNvGrpSpPr>
          <p:nvPr/>
        </p:nvGrpSpPr>
        <p:grpSpPr bwMode="auto">
          <a:xfrm>
            <a:off x="4586288" y="2921794"/>
            <a:ext cx="2887266" cy="297656"/>
            <a:chOff x="2892" y="2454"/>
            <a:chExt cx="2425" cy="250"/>
          </a:xfrm>
        </p:grpSpPr>
        <p:sp>
          <p:nvSpPr>
            <p:cNvPr id="244771" name="AutoShape 41">
              <a:extLst>
                <a:ext uri="{FF2B5EF4-FFF2-40B4-BE49-F238E27FC236}">
                  <a16:creationId xmlns:a16="http://schemas.microsoft.com/office/drawing/2014/main" id="{D6A13F31-8FD8-6444-AC62-B17500CFDB4C}"/>
                </a:ext>
              </a:extLst>
            </p:cNvPr>
            <p:cNvSpPr>
              <a:spLocks noChangeArrowheads="1"/>
            </p:cNvSpPr>
            <p:nvPr/>
          </p:nvSpPr>
          <p:spPr bwMode="auto">
            <a:xfrm rot="10800000" flipV="1">
              <a:off x="5193" y="2454"/>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72" name="AutoShape 42">
              <a:extLst>
                <a:ext uri="{FF2B5EF4-FFF2-40B4-BE49-F238E27FC236}">
                  <a16:creationId xmlns:a16="http://schemas.microsoft.com/office/drawing/2014/main" id="{1E670A74-967C-2E4F-8423-8DF22CB9DB95}"/>
                </a:ext>
              </a:extLst>
            </p:cNvPr>
            <p:cNvSpPr>
              <a:spLocks noChangeArrowheads="1"/>
            </p:cNvSpPr>
            <p:nvPr/>
          </p:nvSpPr>
          <p:spPr bwMode="auto">
            <a:xfrm rot="10800000" flipV="1">
              <a:off x="2892" y="2454"/>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4770" name="幻灯片编号占位符 2">
            <a:extLst>
              <a:ext uri="{FF2B5EF4-FFF2-40B4-BE49-F238E27FC236}">
                <a16:creationId xmlns:a16="http://schemas.microsoft.com/office/drawing/2014/main" id="{71AAC1A9-4A34-184F-8D28-B89F5BFA36C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71A661-B566-3B4A-BFAC-6AFDC23A69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26850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1078"/>
                                        </p:tgtEl>
                                      </p:cBhvr>
                                    </p:animEffect>
                                    <p:set>
                                      <p:cBhvr>
                                        <p:cTn id="7" dur="1" fill="hold">
                                          <p:stCondLst>
                                            <p:cond delay="999"/>
                                          </p:stCondLst>
                                        </p:cTn>
                                        <p:tgtEl>
                                          <p:spTgt spid="131078"/>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1112"/>
                                        </p:tgtEl>
                                        <p:attrNameLst>
                                          <p:attrName>style.visibility</p:attrName>
                                        </p:attrNameLst>
                                      </p:cBhvr>
                                      <p:to>
                                        <p:strVal val="visible"/>
                                      </p:to>
                                    </p:set>
                                    <p:animEffect transition="in" filter="wipe(down)">
                                      <p:cBhvr>
                                        <p:cTn id="11" dur="2000"/>
                                        <p:tgtEl>
                                          <p:spTgt spid="131112"/>
                                        </p:tgtEl>
                                      </p:cBhvr>
                                    </p:animEffect>
                                  </p:childTnLst>
                                </p:cTn>
                              </p:par>
                            </p:childTnLst>
                          </p:cTn>
                        </p:par>
                        <p:par>
                          <p:cTn id="12" fill="hold" nodeType="afterGroup">
                            <p:stCondLst>
                              <p:cond delay="4000"/>
                            </p:stCondLst>
                            <p:childTnLst>
                              <p:par>
                                <p:cTn id="13" presetID="1" presetClass="exit" presetSubtype="0" fill="hold" nodeType="afterEffect">
                                  <p:stCondLst>
                                    <p:cond delay="0"/>
                                  </p:stCondLst>
                                  <p:childTnLst>
                                    <p:set>
                                      <p:cBhvr>
                                        <p:cTn id="14" dur="1" fill="hold">
                                          <p:stCondLst>
                                            <p:cond delay="0"/>
                                          </p:stCondLst>
                                        </p:cTn>
                                        <p:tgtEl>
                                          <p:spTgt spid="131079"/>
                                        </p:tgtEl>
                                        <p:attrNameLst>
                                          <p:attrName>style.visibility</p:attrName>
                                        </p:attrNameLst>
                                      </p:cBhvr>
                                      <p:to>
                                        <p:strVal val="hidden"/>
                                      </p:to>
                                    </p:set>
                                  </p:childTnLst>
                                </p:cTn>
                              </p:par>
                            </p:childTnLst>
                          </p:cTn>
                        </p:par>
                        <p:par>
                          <p:cTn id="15" fill="hold" nodeType="afterGroup">
                            <p:stCondLst>
                              <p:cond delay="4000"/>
                            </p:stCondLst>
                            <p:childTnLst>
                              <p:par>
                                <p:cTn id="16" presetID="1" presetClass="entr" presetSubtype="0" fill="hold" nodeType="afterEffect">
                                  <p:stCondLst>
                                    <p:cond delay="0"/>
                                  </p:stCondLst>
                                  <p:childTnLst>
                                    <p:set>
                                      <p:cBhvr>
                                        <p:cTn id="17" dur="1" fill="hold">
                                          <p:stCondLst>
                                            <p:cond delay="0"/>
                                          </p:stCondLst>
                                        </p:cTn>
                                        <p:tgtEl>
                                          <p:spTgt spid="131074"/>
                                        </p:tgtEl>
                                        <p:attrNameLst>
                                          <p:attrName>style.visibility</p:attrName>
                                        </p:attrNameLst>
                                      </p:cBhvr>
                                      <p:to>
                                        <p:strVal val="visible"/>
                                      </p:to>
                                    </p:set>
                                  </p:childTnLst>
                                </p:cTn>
                              </p:par>
                            </p:childTnLst>
                          </p:cTn>
                        </p:par>
                        <p:par>
                          <p:cTn id="18" fill="hold" nodeType="afterGroup">
                            <p:stCondLst>
                              <p:cond delay="4000"/>
                            </p:stCondLst>
                            <p:childTnLst>
                              <p:par>
                                <p:cTn id="19" presetID="1" presetClass="exit" presetSubtype="0" fill="hold" nodeType="afterEffect">
                                  <p:stCondLst>
                                    <p:cond delay="0"/>
                                  </p:stCondLst>
                                  <p:childTnLst>
                                    <p:set>
                                      <p:cBhvr>
                                        <p:cTn id="20" dur="1" fill="hold">
                                          <p:stCondLst>
                                            <p:cond delay="0"/>
                                          </p:stCondLst>
                                        </p:cTn>
                                        <p:tgtEl>
                                          <p:spTgt spid="1311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animBg="1"/>
    </p:bld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2098" name="Group 2">
            <a:extLst>
              <a:ext uri="{FF2B5EF4-FFF2-40B4-BE49-F238E27FC236}">
                <a16:creationId xmlns:a16="http://schemas.microsoft.com/office/drawing/2014/main" id="{83D6F4E3-0A95-9D40-8BE0-9ECA8FAFA1C5}"/>
              </a:ext>
            </a:extLst>
          </p:cNvPr>
          <p:cNvGrpSpPr>
            <a:grpSpLocks/>
          </p:cNvGrpSpPr>
          <p:nvPr/>
        </p:nvGrpSpPr>
        <p:grpSpPr bwMode="auto">
          <a:xfrm>
            <a:off x="3815954" y="2247901"/>
            <a:ext cx="2320528" cy="269081"/>
            <a:chOff x="2245" y="2252"/>
            <a:chExt cx="1949" cy="226"/>
          </a:xfrm>
        </p:grpSpPr>
        <p:sp>
          <p:nvSpPr>
            <p:cNvPr id="246823" name="Rectangle 3">
              <a:extLst>
                <a:ext uri="{FF2B5EF4-FFF2-40B4-BE49-F238E27FC236}">
                  <a16:creationId xmlns:a16="http://schemas.microsoft.com/office/drawing/2014/main" id="{06042CAA-7D35-9C43-99D8-430C0E91C5AB}"/>
                </a:ext>
              </a:extLst>
            </p:cNvPr>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6824" name="Rectangle 4">
              <a:extLst>
                <a:ext uri="{FF2B5EF4-FFF2-40B4-BE49-F238E27FC236}">
                  <a16:creationId xmlns:a16="http://schemas.microsoft.com/office/drawing/2014/main" id="{79E8655F-D29D-734A-9BBF-D0397A996E2B}"/>
                </a:ext>
              </a:extLst>
            </p:cNvPr>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132101" name="Rectangle 5">
            <a:extLst>
              <a:ext uri="{FF2B5EF4-FFF2-40B4-BE49-F238E27FC236}">
                <a16:creationId xmlns:a16="http://schemas.microsoft.com/office/drawing/2014/main" id="{7EAD8B91-ED47-C649-86C8-ECCC620428A3}"/>
              </a:ext>
            </a:extLst>
          </p:cNvPr>
          <p:cNvSpPr>
            <a:spLocks noChangeArrowheads="1"/>
          </p:cNvSpPr>
          <p:nvPr/>
        </p:nvSpPr>
        <p:spPr bwMode="auto">
          <a:xfrm>
            <a:off x="3437335" y="2681288"/>
            <a:ext cx="378619" cy="269081"/>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grpSp>
        <p:nvGrpSpPr>
          <p:cNvPr id="132102" name="Group 6">
            <a:extLst>
              <a:ext uri="{FF2B5EF4-FFF2-40B4-BE49-F238E27FC236}">
                <a16:creationId xmlns:a16="http://schemas.microsoft.com/office/drawing/2014/main" id="{743721CC-88B3-444B-83D7-E15A9B1076D0}"/>
              </a:ext>
            </a:extLst>
          </p:cNvPr>
          <p:cNvGrpSpPr>
            <a:grpSpLocks/>
          </p:cNvGrpSpPr>
          <p:nvPr/>
        </p:nvGrpSpPr>
        <p:grpSpPr bwMode="auto">
          <a:xfrm>
            <a:off x="3815954" y="2681288"/>
            <a:ext cx="2320528" cy="269081"/>
            <a:chOff x="2245" y="2252"/>
            <a:chExt cx="1949" cy="226"/>
          </a:xfrm>
        </p:grpSpPr>
        <p:sp>
          <p:nvSpPr>
            <p:cNvPr id="246821" name="Rectangle 7">
              <a:extLst>
                <a:ext uri="{FF2B5EF4-FFF2-40B4-BE49-F238E27FC236}">
                  <a16:creationId xmlns:a16="http://schemas.microsoft.com/office/drawing/2014/main" id="{9CD25D5F-C9A8-3E42-A468-6407A39C7767}"/>
                </a:ext>
              </a:extLst>
            </p:cNvPr>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6822" name="Rectangle 8">
              <a:extLst>
                <a:ext uri="{FF2B5EF4-FFF2-40B4-BE49-F238E27FC236}">
                  <a16:creationId xmlns:a16="http://schemas.microsoft.com/office/drawing/2014/main" id="{30A59A16-574D-A946-8681-FB7F31890870}"/>
                </a:ext>
              </a:extLst>
            </p:cNvPr>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246788" name="Rectangle 9">
            <a:extLst>
              <a:ext uri="{FF2B5EF4-FFF2-40B4-BE49-F238E27FC236}">
                <a16:creationId xmlns:a16="http://schemas.microsoft.com/office/drawing/2014/main" id="{B06A1B4A-D2A4-F547-9BB9-F74C8C5447B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6789" name="AutoShape 10">
            <a:extLst>
              <a:ext uri="{FF2B5EF4-FFF2-40B4-BE49-F238E27FC236}">
                <a16:creationId xmlns:a16="http://schemas.microsoft.com/office/drawing/2014/main" id="{52BB18C8-4DE9-E54A-AB34-4FB82A9732B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790" name="AutoShape 11">
            <a:extLst>
              <a:ext uri="{FF2B5EF4-FFF2-40B4-BE49-F238E27FC236}">
                <a16:creationId xmlns:a16="http://schemas.microsoft.com/office/drawing/2014/main" id="{972F79C4-D48F-F947-AE5B-447C45BF4C2C}"/>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791" name="Text Box 12">
            <a:extLst>
              <a:ext uri="{FF2B5EF4-FFF2-40B4-BE49-F238E27FC236}">
                <a16:creationId xmlns:a16="http://schemas.microsoft.com/office/drawing/2014/main" id="{9DD9531E-D10E-E74B-8174-54C57B61F9F7}"/>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6792" name="Text Box 13">
            <a:extLst>
              <a:ext uri="{FF2B5EF4-FFF2-40B4-BE49-F238E27FC236}">
                <a16:creationId xmlns:a16="http://schemas.microsoft.com/office/drawing/2014/main" id="{E4CA1D8C-4401-9848-8FB9-F8F421EE18ED}"/>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6793" name="Text Box 14">
            <a:extLst>
              <a:ext uri="{FF2B5EF4-FFF2-40B4-BE49-F238E27FC236}">
                <a16:creationId xmlns:a16="http://schemas.microsoft.com/office/drawing/2014/main" id="{E0BF09C2-9936-C24C-A7BD-46382390AE4B}"/>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6794" name="Text Box 15">
            <a:extLst>
              <a:ext uri="{FF2B5EF4-FFF2-40B4-BE49-F238E27FC236}">
                <a16:creationId xmlns:a16="http://schemas.microsoft.com/office/drawing/2014/main" id="{E3AF0FE9-AA8F-DD4B-AB20-A4C509269B87}"/>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6795" name="Text Box 16">
            <a:extLst>
              <a:ext uri="{FF2B5EF4-FFF2-40B4-BE49-F238E27FC236}">
                <a16:creationId xmlns:a16="http://schemas.microsoft.com/office/drawing/2014/main" id="{A0B9BF2E-8F0F-144D-AECF-B909ED5DB2C6}"/>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6796" name="Freeform 17">
            <a:extLst>
              <a:ext uri="{FF2B5EF4-FFF2-40B4-BE49-F238E27FC236}">
                <a16:creationId xmlns:a16="http://schemas.microsoft.com/office/drawing/2014/main" id="{B70E9B1E-0BFE-3D40-8410-9330D55495D2}"/>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797" name="Freeform 18">
            <a:extLst>
              <a:ext uri="{FF2B5EF4-FFF2-40B4-BE49-F238E27FC236}">
                <a16:creationId xmlns:a16="http://schemas.microsoft.com/office/drawing/2014/main" id="{46F464C9-5B62-CC4E-A1E4-CEA3EB2998E2}"/>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798" name="Freeform 19">
            <a:extLst>
              <a:ext uri="{FF2B5EF4-FFF2-40B4-BE49-F238E27FC236}">
                <a16:creationId xmlns:a16="http://schemas.microsoft.com/office/drawing/2014/main" id="{DAE820F1-9E95-E045-80D2-6D8BC1A02199}"/>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799" name="Freeform 20">
            <a:extLst>
              <a:ext uri="{FF2B5EF4-FFF2-40B4-BE49-F238E27FC236}">
                <a16:creationId xmlns:a16="http://schemas.microsoft.com/office/drawing/2014/main" id="{09B4AD0E-2370-8547-8F48-8C947CD7A665}"/>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0" name="AutoShape 21">
            <a:extLst>
              <a:ext uri="{FF2B5EF4-FFF2-40B4-BE49-F238E27FC236}">
                <a16:creationId xmlns:a16="http://schemas.microsoft.com/office/drawing/2014/main" id="{9D327B7E-AC40-A84E-9148-A2CAB1A53C11}"/>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01" name="Text Box 22">
            <a:extLst>
              <a:ext uri="{FF2B5EF4-FFF2-40B4-BE49-F238E27FC236}">
                <a16:creationId xmlns:a16="http://schemas.microsoft.com/office/drawing/2014/main" id="{F3FB2C23-3A2F-494B-AD4C-A6D57F359320}"/>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6802" name="Text Box 23">
            <a:extLst>
              <a:ext uri="{FF2B5EF4-FFF2-40B4-BE49-F238E27FC236}">
                <a16:creationId xmlns:a16="http://schemas.microsoft.com/office/drawing/2014/main" id="{5693B579-1CCE-A346-84F0-A18F4DA10734}"/>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6803" name="Text Box 24">
            <a:extLst>
              <a:ext uri="{FF2B5EF4-FFF2-40B4-BE49-F238E27FC236}">
                <a16:creationId xmlns:a16="http://schemas.microsoft.com/office/drawing/2014/main" id="{443A001C-C033-C248-84F9-22055374ADC9}"/>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6804" name="Text Box 25">
            <a:extLst>
              <a:ext uri="{FF2B5EF4-FFF2-40B4-BE49-F238E27FC236}">
                <a16:creationId xmlns:a16="http://schemas.microsoft.com/office/drawing/2014/main" id="{32729EC3-DEC4-8F41-A336-920960EFBEDE}"/>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6805" name="Text Box 26">
            <a:extLst>
              <a:ext uri="{FF2B5EF4-FFF2-40B4-BE49-F238E27FC236}">
                <a16:creationId xmlns:a16="http://schemas.microsoft.com/office/drawing/2014/main" id="{1287EC5D-FD70-6E49-831D-6778332BCE8B}"/>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6806" name="Freeform 27">
            <a:extLst>
              <a:ext uri="{FF2B5EF4-FFF2-40B4-BE49-F238E27FC236}">
                <a16:creationId xmlns:a16="http://schemas.microsoft.com/office/drawing/2014/main" id="{914CEBEB-14F3-824E-B291-A5BDD368E60F}"/>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7" name="Freeform 28">
            <a:extLst>
              <a:ext uri="{FF2B5EF4-FFF2-40B4-BE49-F238E27FC236}">
                <a16:creationId xmlns:a16="http://schemas.microsoft.com/office/drawing/2014/main" id="{ECAF8E0C-DE71-5C42-84C8-9B11895C3D79}"/>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8" name="Freeform 29">
            <a:extLst>
              <a:ext uri="{FF2B5EF4-FFF2-40B4-BE49-F238E27FC236}">
                <a16:creationId xmlns:a16="http://schemas.microsoft.com/office/drawing/2014/main" id="{5CF3C38C-D0BA-7243-8DED-C7FB84B08348}"/>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9" name="Freeform 30">
            <a:extLst>
              <a:ext uri="{FF2B5EF4-FFF2-40B4-BE49-F238E27FC236}">
                <a16:creationId xmlns:a16="http://schemas.microsoft.com/office/drawing/2014/main" id="{6B361A9D-A737-BF46-9506-CCC2DF303EC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10" name="Text Box 31">
            <a:extLst>
              <a:ext uri="{FF2B5EF4-FFF2-40B4-BE49-F238E27FC236}">
                <a16:creationId xmlns:a16="http://schemas.microsoft.com/office/drawing/2014/main" id="{52B86B2E-21FB-4C4C-AE72-74117E45B91B}"/>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6811" name="AutoShape 32">
            <a:extLst>
              <a:ext uri="{FF2B5EF4-FFF2-40B4-BE49-F238E27FC236}">
                <a16:creationId xmlns:a16="http://schemas.microsoft.com/office/drawing/2014/main" id="{0FD7F80B-D8B7-A24D-9792-84944FF88327}"/>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12" name="Text Box 33">
            <a:extLst>
              <a:ext uri="{FF2B5EF4-FFF2-40B4-BE49-F238E27FC236}">
                <a16:creationId xmlns:a16="http://schemas.microsoft.com/office/drawing/2014/main" id="{BB94F1D6-C29D-1147-A96A-E58580B0983D}"/>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6813" name="AutoShape 34">
            <a:extLst>
              <a:ext uri="{FF2B5EF4-FFF2-40B4-BE49-F238E27FC236}">
                <a16:creationId xmlns:a16="http://schemas.microsoft.com/office/drawing/2014/main" id="{D262D223-F6D6-584F-8303-86BBCA0503E2}"/>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14" name="Text Box 35">
            <a:extLst>
              <a:ext uri="{FF2B5EF4-FFF2-40B4-BE49-F238E27FC236}">
                <a16:creationId xmlns:a16="http://schemas.microsoft.com/office/drawing/2014/main" id="{A7334F3E-BD48-7E42-A737-FD3C180DC0A2}"/>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6815" name="Text Box 36">
            <a:extLst>
              <a:ext uri="{FF2B5EF4-FFF2-40B4-BE49-F238E27FC236}">
                <a16:creationId xmlns:a16="http://schemas.microsoft.com/office/drawing/2014/main" id="{DE2EB811-64B5-F44D-8402-0C18CBD9787B}"/>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6816" name="Text Box 37">
            <a:extLst>
              <a:ext uri="{FF2B5EF4-FFF2-40B4-BE49-F238E27FC236}">
                <a16:creationId xmlns:a16="http://schemas.microsoft.com/office/drawing/2014/main" id="{FF9949AC-8CD1-354E-9A64-80DF5976E210}"/>
              </a:ext>
            </a:extLst>
          </p:cNvPr>
          <p:cNvSpPr txBox="1">
            <a:spLocks noChangeArrowheads="1"/>
          </p:cNvSpPr>
          <p:nvPr/>
        </p:nvSpPr>
        <p:spPr bwMode="auto">
          <a:xfrm>
            <a:off x="3260244" y="1576388"/>
            <a:ext cx="31854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运输层剥去报文首部后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把报文的数据部分交给应用层</a:t>
            </a:r>
          </a:p>
        </p:txBody>
      </p:sp>
      <p:grpSp>
        <p:nvGrpSpPr>
          <p:cNvPr id="132134" name="Group 38">
            <a:extLst>
              <a:ext uri="{FF2B5EF4-FFF2-40B4-BE49-F238E27FC236}">
                <a16:creationId xmlns:a16="http://schemas.microsoft.com/office/drawing/2014/main" id="{A302DE24-86FB-AB4A-B259-70343A7B8800}"/>
              </a:ext>
            </a:extLst>
          </p:cNvPr>
          <p:cNvGrpSpPr>
            <a:grpSpLocks/>
          </p:cNvGrpSpPr>
          <p:nvPr/>
        </p:nvGrpSpPr>
        <p:grpSpPr bwMode="auto">
          <a:xfrm>
            <a:off x="4856560" y="2436019"/>
            <a:ext cx="2616994" cy="297656"/>
            <a:chOff x="3119" y="2046"/>
            <a:chExt cx="2198" cy="250"/>
          </a:xfrm>
        </p:grpSpPr>
        <p:sp>
          <p:nvSpPr>
            <p:cNvPr id="246819" name="AutoShape 39">
              <a:extLst>
                <a:ext uri="{FF2B5EF4-FFF2-40B4-BE49-F238E27FC236}">
                  <a16:creationId xmlns:a16="http://schemas.microsoft.com/office/drawing/2014/main" id="{8D722CF7-DAD1-584E-887C-C52E9C6E982E}"/>
                </a:ext>
              </a:extLst>
            </p:cNvPr>
            <p:cNvSpPr>
              <a:spLocks noChangeArrowheads="1"/>
            </p:cNvSpPr>
            <p:nvPr/>
          </p:nvSpPr>
          <p:spPr bwMode="auto">
            <a:xfrm rot="10800000" flipV="1">
              <a:off x="5193" y="204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20" name="AutoShape 40">
              <a:extLst>
                <a:ext uri="{FF2B5EF4-FFF2-40B4-BE49-F238E27FC236}">
                  <a16:creationId xmlns:a16="http://schemas.microsoft.com/office/drawing/2014/main" id="{7613A147-704E-104C-84B9-ED7E587B22BA}"/>
                </a:ext>
              </a:extLst>
            </p:cNvPr>
            <p:cNvSpPr>
              <a:spLocks noChangeArrowheads="1"/>
            </p:cNvSpPr>
            <p:nvPr/>
          </p:nvSpPr>
          <p:spPr bwMode="auto">
            <a:xfrm rot="10800000" flipV="1">
              <a:off x="3119" y="204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6818" name="幻灯片编号占位符 2">
            <a:extLst>
              <a:ext uri="{FF2B5EF4-FFF2-40B4-BE49-F238E27FC236}">
                <a16:creationId xmlns:a16="http://schemas.microsoft.com/office/drawing/2014/main" id="{61BA0C1C-EB96-7F46-8FAB-28EAB09D398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332BE91-D5DB-0E45-B95F-43DD2C7C33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679102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2101"/>
                                        </p:tgtEl>
                                      </p:cBhvr>
                                    </p:animEffect>
                                    <p:set>
                                      <p:cBhvr>
                                        <p:cTn id="7" dur="1" fill="hold">
                                          <p:stCondLst>
                                            <p:cond delay="999"/>
                                          </p:stCondLst>
                                        </p:cTn>
                                        <p:tgtEl>
                                          <p:spTgt spid="132101"/>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2134"/>
                                        </p:tgtEl>
                                        <p:attrNameLst>
                                          <p:attrName>style.visibility</p:attrName>
                                        </p:attrNameLst>
                                      </p:cBhvr>
                                      <p:to>
                                        <p:strVal val="visible"/>
                                      </p:to>
                                    </p:set>
                                    <p:animEffect transition="in" filter="wipe(down)">
                                      <p:cBhvr>
                                        <p:cTn id="11" dur="1000"/>
                                        <p:tgtEl>
                                          <p:spTgt spid="132134"/>
                                        </p:tgtEl>
                                      </p:cBhvr>
                                    </p:animEffect>
                                  </p:childTnLst>
                                </p:cTn>
                              </p:par>
                            </p:childTnLst>
                          </p:cTn>
                        </p:par>
                        <p:par>
                          <p:cTn id="12" fill="hold" nodeType="afterGroup">
                            <p:stCondLst>
                              <p:cond delay="3000"/>
                            </p:stCondLst>
                            <p:childTnLst>
                              <p:par>
                                <p:cTn id="13" presetID="1" presetClass="exit" presetSubtype="0" fill="hold" nodeType="afterEffect">
                                  <p:stCondLst>
                                    <p:cond delay="0"/>
                                  </p:stCondLst>
                                  <p:childTnLst>
                                    <p:set>
                                      <p:cBhvr>
                                        <p:cTn id="14" dur="1" fill="hold">
                                          <p:stCondLst>
                                            <p:cond delay="0"/>
                                          </p:stCondLst>
                                        </p:cTn>
                                        <p:tgtEl>
                                          <p:spTgt spid="132102"/>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nodeType="afterEffect">
                                  <p:stCondLst>
                                    <p:cond delay="0"/>
                                  </p:stCondLst>
                                  <p:childTnLst>
                                    <p:set>
                                      <p:cBhvr>
                                        <p:cTn id="17" dur="1" fill="hold">
                                          <p:stCondLst>
                                            <p:cond delay="0"/>
                                          </p:stCondLst>
                                        </p:cTn>
                                        <p:tgtEl>
                                          <p:spTgt spid="132098"/>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1321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nimBg="1"/>
    </p:bld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CCD83535-9E0F-2349-8583-256E19C00472}"/>
              </a:ext>
            </a:extLst>
          </p:cNvPr>
          <p:cNvSpPr>
            <a:spLocks noChangeArrowheads="1"/>
          </p:cNvSpPr>
          <p:nvPr/>
        </p:nvSpPr>
        <p:spPr bwMode="auto">
          <a:xfrm>
            <a:off x="4193381" y="1816894"/>
            <a:ext cx="194429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sp>
        <p:nvSpPr>
          <p:cNvPr id="133123" name="Rectangle 3">
            <a:extLst>
              <a:ext uri="{FF2B5EF4-FFF2-40B4-BE49-F238E27FC236}">
                <a16:creationId xmlns:a16="http://schemas.microsoft.com/office/drawing/2014/main" id="{CD47AB97-507E-0C4E-BF64-69DF0C6B103E}"/>
              </a:ext>
            </a:extLst>
          </p:cNvPr>
          <p:cNvSpPr>
            <a:spLocks noChangeArrowheads="1"/>
          </p:cNvSpPr>
          <p:nvPr/>
        </p:nvSpPr>
        <p:spPr bwMode="auto">
          <a:xfrm>
            <a:off x="3815954" y="2247901"/>
            <a:ext cx="378619" cy="269081"/>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133124" name="Rectangle 4">
            <a:extLst>
              <a:ext uri="{FF2B5EF4-FFF2-40B4-BE49-F238E27FC236}">
                <a16:creationId xmlns:a16="http://schemas.microsoft.com/office/drawing/2014/main" id="{B645F630-772A-034C-B560-8E6381443DED}"/>
              </a:ext>
            </a:extLst>
          </p:cNvPr>
          <p:cNvSpPr>
            <a:spLocks noChangeArrowheads="1"/>
          </p:cNvSpPr>
          <p:nvPr/>
        </p:nvSpPr>
        <p:spPr bwMode="auto">
          <a:xfrm>
            <a:off x="4192192" y="2247901"/>
            <a:ext cx="1944290"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sp>
        <p:nvSpPr>
          <p:cNvPr id="248836" name="Rectangle 5">
            <a:extLst>
              <a:ext uri="{FF2B5EF4-FFF2-40B4-BE49-F238E27FC236}">
                <a16:creationId xmlns:a16="http://schemas.microsoft.com/office/drawing/2014/main" id="{968564B0-CA63-814C-A637-EE3FE14C9765}"/>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8837" name="AutoShape 6">
            <a:extLst>
              <a:ext uri="{FF2B5EF4-FFF2-40B4-BE49-F238E27FC236}">
                <a16:creationId xmlns:a16="http://schemas.microsoft.com/office/drawing/2014/main" id="{E4171E7E-E385-E34C-BADF-5BE8B2F72DD8}"/>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38" name="AutoShape 7">
            <a:extLst>
              <a:ext uri="{FF2B5EF4-FFF2-40B4-BE49-F238E27FC236}">
                <a16:creationId xmlns:a16="http://schemas.microsoft.com/office/drawing/2014/main" id="{E2FF7D06-AB90-8645-BD3D-BF82FE311F4F}"/>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39" name="Text Box 8">
            <a:extLst>
              <a:ext uri="{FF2B5EF4-FFF2-40B4-BE49-F238E27FC236}">
                <a16:creationId xmlns:a16="http://schemas.microsoft.com/office/drawing/2014/main" id="{F55C208D-43A8-704B-8F1F-24F5007BD023}"/>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8840" name="Text Box 9">
            <a:extLst>
              <a:ext uri="{FF2B5EF4-FFF2-40B4-BE49-F238E27FC236}">
                <a16:creationId xmlns:a16="http://schemas.microsoft.com/office/drawing/2014/main" id="{CD4A61F4-E08E-8E41-9ECC-55DD9163FF07}"/>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8841" name="Text Box 10">
            <a:extLst>
              <a:ext uri="{FF2B5EF4-FFF2-40B4-BE49-F238E27FC236}">
                <a16:creationId xmlns:a16="http://schemas.microsoft.com/office/drawing/2014/main" id="{6F831776-A7F5-864F-B5AD-65BC835DB1B6}"/>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8842" name="Text Box 11">
            <a:extLst>
              <a:ext uri="{FF2B5EF4-FFF2-40B4-BE49-F238E27FC236}">
                <a16:creationId xmlns:a16="http://schemas.microsoft.com/office/drawing/2014/main" id="{0EB2DA87-9757-0545-A5C8-8A6A8815FE35}"/>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8843" name="Text Box 12">
            <a:extLst>
              <a:ext uri="{FF2B5EF4-FFF2-40B4-BE49-F238E27FC236}">
                <a16:creationId xmlns:a16="http://schemas.microsoft.com/office/drawing/2014/main" id="{6D02DE52-45BB-8A42-A99D-3A6B371E2CD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8844" name="Freeform 13">
            <a:extLst>
              <a:ext uri="{FF2B5EF4-FFF2-40B4-BE49-F238E27FC236}">
                <a16:creationId xmlns:a16="http://schemas.microsoft.com/office/drawing/2014/main" id="{E9847AFD-12EC-0B47-8D0D-110F90EFDB3F}"/>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5" name="Freeform 14">
            <a:extLst>
              <a:ext uri="{FF2B5EF4-FFF2-40B4-BE49-F238E27FC236}">
                <a16:creationId xmlns:a16="http://schemas.microsoft.com/office/drawing/2014/main" id="{3D1390F0-902F-C945-BAC8-9291FB791BDE}"/>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6" name="Freeform 15">
            <a:extLst>
              <a:ext uri="{FF2B5EF4-FFF2-40B4-BE49-F238E27FC236}">
                <a16:creationId xmlns:a16="http://schemas.microsoft.com/office/drawing/2014/main" id="{6C6C8751-6E73-B046-A326-1F2EAC240043}"/>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7" name="Freeform 16">
            <a:extLst>
              <a:ext uri="{FF2B5EF4-FFF2-40B4-BE49-F238E27FC236}">
                <a16:creationId xmlns:a16="http://schemas.microsoft.com/office/drawing/2014/main" id="{BE0846D2-5076-304B-8E77-DAEF7E31DEB1}"/>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8" name="AutoShape 17">
            <a:extLst>
              <a:ext uri="{FF2B5EF4-FFF2-40B4-BE49-F238E27FC236}">
                <a16:creationId xmlns:a16="http://schemas.microsoft.com/office/drawing/2014/main" id="{06136CCB-D38B-9847-BBC9-FCCBA9D2790A}"/>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49" name="Text Box 18">
            <a:extLst>
              <a:ext uri="{FF2B5EF4-FFF2-40B4-BE49-F238E27FC236}">
                <a16:creationId xmlns:a16="http://schemas.microsoft.com/office/drawing/2014/main" id="{2986267F-13BE-954C-9ADC-D552B6D6C166}"/>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8850" name="Text Box 19">
            <a:extLst>
              <a:ext uri="{FF2B5EF4-FFF2-40B4-BE49-F238E27FC236}">
                <a16:creationId xmlns:a16="http://schemas.microsoft.com/office/drawing/2014/main" id="{8561FED8-87D7-CD44-AEFF-FD2A36375CD9}"/>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8851" name="Text Box 20">
            <a:extLst>
              <a:ext uri="{FF2B5EF4-FFF2-40B4-BE49-F238E27FC236}">
                <a16:creationId xmlns:a16="http://schemas.microsoft.com/office/drawing/2014/main" id="{3E88DCE7-6B43-0148-8F88-807DC7C1505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8852" name="Text Box 21">
            <a:extLst>
              <a:ext uri="{FF2B5EF4-FFF2-40B4-BE49-F238E27FC236}">
                <a16:creationId xmlns:a16="http://schemas.microsoft.com/office/drawing/2014/main" id="{A53D0DDB-4490-C84E-AE78-10509D9A6372}"/>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8853" name="Text Box 22">
            <a:extLst>
              <a:ext uri="{FF2B5EF4-FFF2-40B4-BE49-F238E27FC236}">
                <a16:creationId xmlns:a16="http://schemas.microsoft.com/office/drawing/2014/main" id="{EFBEA9AB-FFB0-C043-8E56-13CA28201833}"/>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8854" name="Freeform 23">
            <a:extLst>
              <a:ext uri="{FF2B5EF4-FFF2-40B4-BE49-F238E27FC236}">
                <a16:creationId xmlns:a16="http://schemas.microsoft.com/office/drawing/2014/main" id="{294584B4-C6D1-FA4C-97A7-A2E8F193D6FF}"/>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5" name="Freeform 24">
            <a:extLst>
              <a:ext uri="{FF2B5EF4-FFF2-40B4-BE49-F238E27FC236}">
                <a16:creationId xmlns:a16="http://schemas.microsoft.com/office/drawing/2014/main" id="{6EC452B9-731F-EF45-BF48-0DD2748CE831}"/>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6" name="Freeform 25">
            <a:extLst>
              <a:ext uri="{FF2B5EF4-FFF2-40B4-BE49-F238E27FC236}">
                <a16:creationId xmlns:a16="http://schemas.microsoft.com/office/drawing/2014/main" id="{1E1F6C42-FB0A-E341-8498-821E7DA4E69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7" name="Freeform 26">
            <a:extLst>
              <a:ext uri="{FF2B5EF4-FFF2-40B4-BE49-F238E27FC236}">
                <a16:creationId xmlns:a16="http://schemas.microsoft.com/office/drawing/2014/main" id="{A3788410-3BF0-184B-8B71-2C9C7AFF9FD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8" name="Text Box 27">
            <a:extLst>
              <a:ext uri="{FF2B5EF4-FFF2-40B4-BE49-F238E27FC236}">
                <a16:creationId xmlns:a16="http://schemas.microsoft.com/office/drawing/2014/main" id="{6F1EC35B-6154-414A-9941-26239D158246}"/>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8859" name="AutoShape 28">
            <a:extLst>
              <a:ext uri="{FF2B5EF4-FFF2-40B4-BE49-F238E27FC236}">
                <a16:creationId xmlns:a16="http://schemas.microsoft.com/office/drawing/2014/main" id="{0EFC3E56-FAEB-C54D-AD46-0B76FA9EAD42}"/>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60" name="Text Box 29">
            <a:extLst>
              <a:ext uri="{FF2B5EF4-FFF2-40B4-BE49-F238E27FC236}">
                <a16:creationId xmlns:a16="http://schemas.microsoft.com/office/drawing/2014/main" id="{C0DA4AF4-CA6A-FE40-85C2-2387A114B161}"/>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8861" name="AutoShape 30">
            <a:extLst>
              <a:ext uri="{FF2B5EF4-FFF2-40B4-BE49-F238E27FC236}">
                <a16:creationId xmlns:a16="http://schemas.microsoft.com/office/drawing/2014/main" id="{A51AFC63-A6F6-7047-B090-1F0A659CF6F1}"/>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62" name="Text Box 31">
            <a:extLst>
              <a:ext uri="{FF2B5EF4-FFF2-40B4-BE49-F238E27FC236}">
                <a16:creationId xmlns:a16="http://schemas.microsoft.com/office/drawing/2014/main" id="{F5B13257-64F4-8349-9AD9-532FA289EE9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8863" name="Text Box 32">
            <a:extLst>
              <a:ext uri="{FF2B5EF4-FFF2-40B4-BE49-F238E27FC236}">
                <a16:creationId xmlns:a16="http://schemas.microsoft.com/office/drawing/2014/main" id="{6151F6B1-F4F2-0147-85DB-A4A60FD19E4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8864" name="Text Box 33">
            <a:extLst>
              <a:ext uri="{FF2B5EF4-FFF2-40B4-BE49-F238E27FC236}">
                <a16:creationId xmlns:a16="http://schemas.microsoft.com/office/drawing/2014/main" id="{24E5B337-3250-C345-A64C-DCD0978A1FAB}"/>
              </a:ext>
            </a:extLst>
          </p:cNvPr>
          <p:cNvSpPr txBox="1">
            <a:spLocks noChangeArrowheads="1"/>
          </p:cNvSpPr>
          <p:nvPr/>
        </p:nvSpPr>
        <p:spPr bwMode="auto">
          <a:xfrm>
            <a:off x="3345225" y="2680098"/>
            <a:ext cx="33393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应用层剥去应用层 </a:t>
            </a:r>
            <a:r>
              <a:rPr kumimoji="1" lang="en-US" altLang="zh-CN" sz="1800">
                <a:latin typeface="Arial" panose="020B0604020202020204" pitchFamily="34" charset="0"/>
                <a:ea typeface="宋体" panose="02010600030101010101" pitchFamily="2" charset="-122"/>
              </a:rPr>
              <a:t>PDU </a:t>
            </a:r>
            <a:r>
              <a:rPr kumimoji="1" lang="zh-CN" altLang="en-US" sz="1800">
                <a:latin typeface="Arial" panose="020B0604020202020204" pitchFamily="34" charset="0"/>
                <a:ea typeface="宋体" panose="02010600030101010101" pitchFamily="2" charset="-122"/>
              </a:rPr>
              <a:t>首部后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把应用程序数据交给应用进程</a:t>
            </a:r>
          </a:p>
        </p:txBody>
      </p:sp>
      <p:grpSp>
        <p:nvGrpSpPr>
          <p:cNvPr id="133154" name="Group 34">
            <a:extLst>
              <a:ext uri="{FF2B5EF4-FFF2-40B4-BE49-F238E27FC236}">
                <a16:creationId xmlns:a16="http://schemas.microsoft.com/office/drawing/2014/main" id="{CFA7D723-DBDA-1A4E-9364-511AE25B6D8A}"/>
              </a:ext>
            </a:extLst>
          </p:cNvPr>
          <p:cNvGrpSpPr>
            <a:grpSpLocks/>
          </p:cNvGrpSpPr>
          <p:nvPr/>
        </p:nvGrpSpPr>
        <p:grpSpPr bwMode="auto">
          <a:xfrm>
            <a:off x="5072063" y="2031207"/>
            <a:ext cx="2401491" cy="297656"/>
            <a:chOff x="3300" y="1706"/>
            <a:chExt cx="2017" cy="250"/>
          </a:xfrm>
        </p:grpSpPr>
        <p:sp>
          <p:nvSpPr>
            <p:cNvPr id="248867" name="AutoShape 35">
              <a:extLst>
                <a:ext uri="{FF2B5EF4-FFF2-40B4-BE49-F238E27FC236}">
                  <a16:creationId xmlns:a16="http://schemas.microsoft.com/office/drawing/2014/main" id="{15F94BE1-31C1-AD47-8B2B-CDF478D5676C}"/>
                </a:ext>
              </a:extLst>
            </p:cNvPr>
            <p:cNvSpPr>
              <a:spLocks noChangeArrowheads="1"/>
            </p:cNvSpPr>
            <p:nvPr/>
          </p:nvSpPr>
          <p:spPr bwMode="auto">
            <a:xfrm rot="10800000" flipV="1">
              <a:off x="5193" y="170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68" name="AutoShape 36">
              <a:extLst>
                <a:ext uri="{FF2B5EF4-FFF2-40B4-BE49-F238E27FC236}">
                  <a16:creationId xmlns:a16="http://schemas.microsoft.com/office/drawing/2014/main" id="{112D6B3E-FF65-EA46-A787-F2CCD9393DC9}"/>
                </a:ext>
              </a:extLst>
            </p:cNvPr>
            <p:cNvSpPr>
              <a:spLocks noChangeArrowheads="1"/>
            </p:cNvSpPr>
            <p:nvPr/>
          </p:nvSpPr>
          <p:spPr bwMode="auto">
            <a:xfrm rot="10800000" flipV="1">
              <a:off x="3300" y="170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8866" name="幻灯片编号占位符 2">
            <a:extLst>
              <a:ext uri="{FF2B5EF4-FFF2-40B4-BE49-F238E27FC236}">
                <a16:creationId xmlns:a16="http://schemas.microsoft.com/office/drawing/2014/main" id="{09E157AB-2E52-D440-85FD-E539C2DC0D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076427-5C2D-0E4F-9E96-C3132C7E9E8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03870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3123"/>
                                        </p:tgtEl>
                                      </p:cBhvr>
                                    </p:animEffect>
                                    <p:set>
                                      <p:cBhvr>
                                        <p:cTn id="7" dur="1" fill="hold">
                                          <p:stCondLst>
                                            <p:cond delay="999"/>
                                          </p:stCondLst>
                                        </p:cTn>
                                        <p:tgtEl>
                                          <p:spTgt spid="133123"/>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3154"/>
                                        </p:tgtEl>
                                        <p:attrNameLst>
                                          <p:attrName>style.visibility</p:attrName>
                                        </p:attrNameLst>
                                      </p:cBhvr>
                                      <p:to>
                                        <p:strVal val="visible"/>
                                      </p:to>
                                    </p:set>
                                    <p:animEffect transition="in" filter="wipe(down)">
                                      <p:cBhvr>
                                        <p:cTn id="11" dur="1000"/>
                                        <p:tgtEl>
                                          <p:spTgt spid="133154"/>
                                        </p:tgtEl>
                                      </p:cBhvr>
                                    </p:animEffect>
                                  </p:childTnLst>
                                </p:cTn>
                              </p:par>
                            </p:childTnLst>
                          </p:cTn>
                        </p:par>
                        <p:par>
                          <p:cTn id="12" fill="hold" nodeType="afterGroup">
                            <p:stCondLst>
                              <p:cond delay="3000"/>
                            </p:stCondLst>
                            <p:childTnLst>
                              <p:par>
                                <p:cTn id="13" presetID="1" presetClass="exit" presetSubtype="0" fill="hold" grpId="0" nodeType="afterEffect">
                                  <p:stCondLst>
                                    <p:cond delay="0"/>
                                  </p:stCondLst>
                                  <p:childTnLst>
                                    <p:set>
                                      <p:cBhvr>
                                        <p:cTn id="14" dur="1" fill="hold">
                                          <p:stCondLst>
                                            <p:cond delay="0"/>
                                          </p:stCondLst>
                                        </p:cTn>
                                        <p:tgtEl>
                                          <p:spTgt spid="133124"/>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grpId="0" nodeType="afterEffect">
                                  <p:stCondLst>
                                    <p:cond delay="0"/>
                                  </p:stCondLst>
                                  <p:childTnLst>
                                    <p:set>
                                      <p:cBhvr>
                                        <p:cTn id="17" dur="1" fill="hold">
                                          <p:stCondLst>
                                            <p:cond delay="0"/>
                                          </p:stCondLst>
                                        </p:cTn>
                                        <p:tgtEl>
                                          <p:spTgt spid="133122"/>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1331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3" grpId="0" animBg="1"/>
      <p:bldP spid="133124" grpId="0" animBg="1"/>
    </p:bld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0881" name="Rectangle 2">
            <a:extLst>
              <a:ext uri="{FF2B5EF4-FFF2-40B4-BE49-F238E27FC236}">
                <a16:creationId xmlns:a16="http://schemas.microsoft.com/office/drawing/2014/main" id="{559232D7-845D-A543-941F-9FF1B561C43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2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50882" name="AutoShape 3">
            <a:extLst>
              <a:ext uri="{FF2B5EF4-FFF2-40B4-BE49-F238E27FC236}">
                <a16:creationId xmlns:a16="http://schemas.microsoft.com/office/drawing/2014/main" id="{D4454DA6-75FA-3647-AE09-E58D0D58050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883" name="AutoShape 4">
            <a:extLst>
              <a:ext uri="{FF2B5EF4-FFF2-40B4-BE49-F238E27FC236}">
                <a16:creationId xmlns:a16="http://schemas.microsoft.com/office/drawing/2014/main" id="{975AFAF7-25F1-304C-A4C6-9028A23F5EC4}"/>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884" name="Text Box 5">
            <a:extLst>
              <a:ext uri="{FF2B5EF4-FFF2-40B4-BE49-F238E27FC236}">
                <a16:creationId xmlns:a16="http://schemas.microsoft.com/office/drawing/2014/main" id="{FBBA75D8-A360-1840-ACF6-82D5F33A92B8}"/>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50885" name="Text Box 6">
            <a:extLst>
              <a:ext uri="{FF2B5EF4-FFF2-40B4-BE49-F238E27FC236}">
                <a16:creationId xmlns:a16="http://schemas.microsoft.com/office/drawing/2014/main" id="{2CB6F18A-3118-F149-990B-75A32FF8642A}"/>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50886" name="Text Box 7">
            <a:extLst>
              <a:ext uri="{FF2B5EF4-FFF2-40B4-BE49-F238E27FC236}">
                <a16:creationId xmlns:a16="http://schemas.microsoft.com/office/drawing/2014/main" id="{658CC2BD-CF85-D549-B201-15F95BC744D6}"/>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50887" name="Text Box 8">
            <a:extLst>
              <a:ext uri="{FF2B5EF4-FFF2-40B4-BE49-F238E27FC236}">
                <a16:creationId xmlns:a16="http://schemas.microsoft.com/office/drawing/2014/main" id="{3ACE4C4A-E789-504A-A928-59EB99659E02}"/>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50888" name="Text Box 9">
            <a:extLst>
              <a:ext uri="{FF2B5EF4-FFF2-40B4-BE49-F238E27FC236}">
                <a16:creationId xmlns:a16="http://schemas.microsoft.com/office/drawing/2014/main" id="{7B5CEE14-6B95-1E44-8232-AE62CBE2034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50889" name="Freeform 10">
            <a:extLst>
              <a:ext uri="{FF2B5EF4-FFF2-40B4-BE49-F238E27FC236}">
                <a16:creationId xmlns:a16="http://schemas.microsoft.com/office/drawing/2014/main" id="{41DE322D-01F9-C246-9DAE-C61193EA3C87}"/>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0" name="Freeform 11">
            <a:extLst>
              <a:ext uri="{FF2B5EF4-FFF2-40B4-BE49-F238E27FC236}">
                <a16:creationId xmlns:a16="http://schemas.microsoft.com/office/drawing/2014/main" id="{8675A9C9-4247-0B44-9D7F-ABC3828191B1}"/>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1" name="Freeform 12">
            <a:extLst>
              <a:ext uri="{FF2B5EF4-FFF2-40B4-BE49-F238E27FC236}">
                <a16:creationId xmlns:a16="http://schemas.microsoft.com/office/drawing/2014/main" id="{BFEFE3B0-35E4-FE41-8D95-7EA7B755E3F7}"/>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2" name="Freeform 13">
            <a:extLst>
              <a:ext uri="{FF2B5EF4-FFF2-40B4-BE49-F238E27FC236}">
                <a16:creationId xmlns:a16="http://schemas.microsoft.com/office/drawing/2014/main" id="{C660F712-20DC-C646-BFC1-B35774A1276E}"/>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3" name="AutoShape 14">
            <a:extLst>
              <a:ext uri="{FF2B5EF4-FFF2-40B4-BE49-F238E27FC236}">
                <a16:creationId xmlns:a16="http://schemas.microsoft.com/office/drawing/2014/main" id="{41B342F6-2F9F-8943-B33F-792AD0CD5840}"/>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894" name="Text Box 15">
            <a:extLst>
              <a:ext uri="{FF2B5EF4-FFF2-40B4-BE49-F238E27FC236}">
                <a16:creationId xmlns:a16="http://schemas.microsoft.com/office/drawing/2014/main" id="{DA23606B-1D8B-AA4D-BC87-862A487CE042}"/>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50895" name="Text Box 16">
            <a:extLst>
              <a:ext uri="{FF2B5EF4-FFF2-40B4-BE49-F238E27FC236}">
                <a16:creationId xmlns:a16="http://schemas.microsoft.com/office/drawing/2014/main" id="{D9B611D4-08FB-EF49-B576-E64844A5BBA7}"/>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50896" name="Text Box 17">
            <a:extLst>
              <a:ext uri="{FF2B5EF4-FFF2-40B4-BE49-F238E27FC236}">
                <a16:creationId xmlns:a16="http://schemas.microsoft.com/office/drawing/2014/main" id="{FF3B38F8-77E1-D648-A2C7-7BA38E52CA05}"/>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50897" name="Text Box 18">
            <a:extLst>
              <a:ext uri="{FF2B5EF4-FFF2-40B4-BE49-F238E27FC236}">
                <a16:creationId xmlns:a16="http://schemas.microsoft.com/office/drawing/2014/main" id="{C965D614-65E5-FC4F-991D-BA8C37BB5873}"/>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50898" name="Text Box 19">
            <a:extLst>
              <a:ext uri="{FF2B5EF4-FFF2-40B4-BE49-F238E27FC236}">
                <a16:creationId xmlns:a16="http://schemas.microsoft.com/office/drawing/2014/main" id="{E4C2DCFE-FA7D-1F42-9FFF-8EDF7447AC9A}"/>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50899" name="Freeform 20">
            <a:extLst>
              <a:ext uri="{FF2B5EF4-FFF2-40B4-BE49-F238E27FC236}">
                <a16:creationId xmlns:a16="http://schemas.microsoft.com/office/drawing/2014/main" id="{E8044059-A90E-8E4A-83C7-B67D0E7B88C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0" name="Freeform 21">
            <a:extLst>
              <a:ext uri="{FF2B5EF4-FFF2-40B4-BE49-F238E27FC236}">
                <a16:creationId xmlns:a16="http://schemas.microsoft.com/office/drawing/2014/main" id="{333F6C46-8468-1D45-A5F1-FD96C95AD761}"/>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1" name="Freeform 22">
            <a:extLst>
              <a:ext uri="{FF2B5EF4-FFF2-40B4-BE49-F238E27FC236}">
                <a16:creationId xmlns:a16="http://schemas.microsoft.com/office/drawing/2014/main" id="{3BCF1FDF-94E3-3C42-973B-9DFA1649A48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2" name="Freeform 23">
            <a:extLst>
              <a:ext uri="{FF2B5EF4-FFF2-40B4-BE49-F238E27FC236}">
                <a16:creationId xmlns:a16="http://schemas.microsoft.com/office/drawing/2014/main" id="{44BAA0F9-11A9-284D-B787-D5859B04EC2F}"/>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3" name="Text Box 24">
            <a:extLst>
              <a:ext uri="{FF2B5EF4-FFF2-40B4-BE49-F238E27FC236}">
                <a16:creationId xmlns:a16="http://schemas.microsoft.com/office/drawing/2014/main" id="{9399F95F-66CF-884C-97D8-C638E68E8A64}"/>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50904" name="AutoShape 25">
            <a:extLst>
              <a:ext uri="{FF2B5EF4-FFF2-40B4-BE49-F238E27FC236}">
                <a16:creationId xmlns:a16="http://schemas.microsoft.com/office/drawing/2014/main" id="{EE06AD3A-4B0E-9945-A991-79624211EB85}"/>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905" name="Text Box 26">
            <a:extLst>
              <a:ext uri="{FF2B5EF4-FFF2-40B4-BE49-F238E27FC236}">
                <a16:creationId xmlns:a16="http://schemas.microsoft.com/office/drawing/2014/main" id="{48E953EE-662F-D147-9CF9-303808693587}"/>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50906" name="AutoShape 27">
            <a:extLst>
              <a:ext uri="{FF2B5EF4-FFF2-40B4-BE49-F238E27FC236}">
                <a16:creationId xmlns:a16="http://schemas.microsoft.com/office/drawing/2014/main" id="{E0756B63-ED2D-784F-8D06-C11A10972606}"/>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907" name="Text Box 28">
            <a:extLst>
              <a:ext uri="{FF2B5EF4-FFF2-40B4-BE49-F238E27FC236}">
                <a16:creationId xmlns:a16="http://schemas.microsoft.com/office/drawing/2014/main" id="{F47A17B9-9ACF-4A4E-94F1-5E6C63AD9A71}"/>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50908" name="Text Box 29">
            <a:extLst>
              <a:ext uri="{FF2B5EF4-FFF2-40B4-BE49-F238E27FC236}">
                <a16:creationId xmlns:a16="http://schemas.microsoft.com/office/drawing/2014/main" id="{4DC658FC-8B59-0F4A-A924-08536481B54E}"/>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50909" name="AutoShape 30">
            <a:extLst>
              <a:ext uri="{FF2B5EF4-FFF2-40B4-BE49-F238E27FC236}">
                <a16:creationId xmlns:a16="http://schemas.microsoft.com/office/drawing/2014/main" id="{2A5D5CD4-79E2-4843-8B73-6227693E8A86}"/>
              </a:ext>
            </a:extLst>
          </p:cNvPr>
          <p:cNvSpPr>
            <a:spLocks noChangeArrowheads="1"/>
          </p:cNvSpPr>
          <p:nvPr/>
        </p:nvSpPr>
        <p:spPr bwMode="auto">
          <a:xfrm>
            <a:off x="4193381" y="1491854"/>
            <a:ext cx="2214563" cy="701278"/>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350">
              <a:solidFill>
                <a:schemeClr val="tx1"/>
              </a:solidFill>
              <a:latin typeface="Tahoma" panose="020B0604030504040204" pitchFamily="34" charset="0"/>
              <a:ea typeface="宋体" panose="02010600030101010101" pitchFamily="2" charset="-122"/>
            </a:endParaRPr>
          </a:p>
        </p:txBody>
      </p:sp>
      <p:sp>
        <p:nvSpPr>
          <p:cNvPr id="250910" name="Text Box 31">
            <a:extLst>
              <a:ext uri="{FF2B5EF4-FFF2-40B4-BE49-F238E27FC236}">
                <a16:creationId xmlns:a16="http://schemas.microsoft.com/office/drawing/2014/main" id="{655B9AB6-1C75-4B47-8EA8-6CCC53EEDCB5}"/>
              </a:ext>
            </a:extLst>
          </p:cNvPr>
          <p:cNvSpPr txBox="1">
            <a:spLocks noChangeArrowheads="1"/>
          </p:cNvSpPr>
          <p:nvPr/>
        </p:nvSpPr>
        <p:spPr bwMode="auto">
          <a:xfrm>
            <a:off x="4215170" y="1545432"/>
            <a:ext cx="22733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Tahoma" panose="020B0604030504040204" pitchFamily="34" charset="0"/>
                <a:ea typeface="宋体" panose="02010600030101010101" pitchFamily="2" charset="-122"/>
              </a:rPr>
              <a:t>我收到了</a:t>
            </a:r>
            <a:r>
              <a:rPr kumimoji="1" lang="zh-CN" altLang="en-US" sz="105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AP</a:t>
            </a:r>
            <a:r>
              <a:rPr kumimoji="1" lang="en-US" altLang="zh-CN" sz="1800" baseline="-25000">
                <a:latin typeface="Arial" panose="020B0604020202020204" pitchFamily="34" charset="0"/>
                <a:ea typeface="宋体" panose="02010600030101010101" pitchFamily="2" charset="-122"/>
              </a:rPr>
              <a:t>1</a:t>
            </a:r>
            <a:r>
              <a:rPr kumimoji="1" lang="en-US" altLang="zh-CN" sz="1200">
                <a:latin typeface="Arial" panose="020B0604020202020204" pitchFamily="34" charset="0"/>
                <a:ea typeface="宋体" panose="02010600030101010101" pitchFamily="2" charset="-122"/>
              </a:rPr>
              <a:t> </a:t>
            </a:r>
            <a:r>
              <a:rPr kumimoji="1" lang="zh-CN" altLang="en-US" sz="1800">
                <a:latin typeface="Tahoma" panose="020B0604030504040204" pitchFamily="34" charset="0"/>
                <a:ea typeface="宋体" panose="02010600030101010101" pitchFamily="2" charset="-122"/>
              </a:rPr>
              <a:t>发来的</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应用程序数据！</a:t>
            </a:r>
          </a:p>
        </p:txBody>
      </p:sp>
      <p:sp>
        <p:nvSpPr>
          <p:cNvPr id="250911" name="幻灯片编号占位符 2">
            <a:extLst>
              <a:ext uri="{FF2B5EF4-FFF2-40B4-BE49-F238E27FC236}">
                <a16:creationId xmlns:a16="http://schemas.microsoft.com/office/drawing/2014/main" id="{192CE7EC-CAE1-8945-9E5B-E7E61E6E63D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95DB88C-72B1-234D-854D-4868C99B48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664440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Rectangle 2">
            <a:extLst>
              <a:ext uri="{FF2B5EF4-FFF2-40B4-BE49-F238E27FC236}">
                <a16:creationId xmlns:a16="http://schemas.microsoft.com/office/drawing/2014/main" id="{216E1AC0-586D-CC43-A2EE-76C4D370C7B9}"/>
              </a:ext>
            </a:extLst>
          </p:cNvPr>
          <p:cNvSpPr>
            <a:spLocks noGrp="1" noChangeArrowheads="1"/>
          </p:cNvSpPr>
          <p:nvPr>
            <p:ph type="title"/>
          </p:nvPr>
        </p:nvSpPr>
        <p:spPr>
          <a:xfrm>
            <a:off x="185057" y="160735"/>
            <a:ext cx="7734981" cy="736997"/>
          </a:xfrm>
        </p:spPr>
        <p:txBody>
          <a:bodyPr/>
          <a:lstStyle/>
          <a:p>
            <a:pPr eaLnBrk="1" hangingPunct="1"/>
            <a:r>
              <a:rPr lang="en-US" altLang="zh-CN" sz="3000" dirty="0">
                <a:ea typeface="宋体" panose="02010600030101010101" pitchFamily="2" charset="-122"/>
              </a:rPr>
              <a:t>1.7.4  </a:t>
            </a:r>
            <a:r>
              <a:rPr lang="zh-CN" altLang="en-US" sz="3000" dirty="0">
                <a:ea typeface="宋体" panose="02010600030101010101" pitchFamily="2" charset="-122"/>
              </a:rPr>
              <a:t>实体、协议、服务和服务访问点 </a:t>
            </a:r>
          </a:p>
        </p:txBody>
      </p:sp>
      <p:sp>
        <p:nvSpPr>
          <p:cNvPr id="138243" name="Rectangle 3">
            <a:extLst>
              <a:ext uri="{FF2B5EF4-FFF2-40B4-BE49-F238E27FC236}">
                <a16:creationId xmlns:a16="http://schemas.microsoft.com/office/drawing/2014/main" id="{52FF1A95-0090-364B-A691-9EB4808E0741}"/>
              </a:ext>
            </a:extLst>
          </p:cNvPr>
          <p:cNvSpPr>
            <a:spLocks noGrp="1" noChangeArrowheads="1"/>
          </p:cNvSpPr>
          <p:nvPr>
            <p:ph type="body" idx="1"/>
          </p:nvPr>
        </p:nvSpPr>
        <p:spPr>
          <a:xfrm>
            <a:off x="185057" y="993492"/>
            <a:ext cx="8730343" cy="3402806"/>
          </a:xfrm>
        </p:spPr>
        <p:txBody>
          <a:bodyPr/>
          <a:lstStyle/>
          <a:p>
            <a:pPr eaLnBrk="1" hangingPunct="1">
              <a:lnSpc>
                <a:spcPct val="90000"/>
              </a:lnSpc>
            </a:pPr>
            <a:r>
              <a:rPr lang="zh-CN" altLang="en-US" dirty="0">
                <a:solidFill>
                  <a:srgbClr val="FF0000"/>
                </a:solidFill>
                <a:latin typeface="Times New Roman" panose="02020603050405020304" pitchFamily="18" charset="0"/>
                <a:ea typeface="宋体" panose="02010600030101010101" pitchFamily="2" charset="-122"/>
              </a:rPr>
              <a:t>实体</a:t>
            </a:r>
            <a:r>
              <a:rPr lang="en-US" altLang="zh-CN" dirty="0">
                <a:latin typeface="Times New Roman" panose="02020603050405020304" pitchFamily="18" charset="0"/>
                <a:ea typeface="宋体" panose="02010600030101010101" pitchFamily="2" charset="-122"/>
              </a:rPr>
              <a:t>(entity) </a:t>
            </a:r>
            <a:r>
              <a:rPr lang="zh-CN" altLang="en-US" dirty="0">
                <a:latin typeface="Times New Roman" panose="02020603050405020304" pitchFamily="18" charset="0"/>
                <a:ea typeface="宋体" panose="02010600030101010101" pitchFamily="2" charset="-122"/>
              </a:rPr>
              <a:t>表示任何可发送或接收信息的硬件或软件进程。 </a:t>
            </a:r>
          </a:p>
          <a:p>
            <a:pPr eaLnBrk="1" hangingPunct="1">
              <a:lnSpc>
                <a:spcPct val="90000"/>
              </a:lnSpc>
            </a:pPr>
            <a:r>
              <a:rPr lang="zh-CN" altLang="en-US" dirty="0">
                <a:latin typeface="Times New Roman" panose="02020603050405020304" pitchFamily="18" charset="0"/>
                <a:ea typeface="宋体" panose="02010600030101010101" pitchFamily="2" charset="-122"/>
              </a:rPr>
              <a:t>协议是控制</a:t>
            </a:r>
            <a:r>
              <a:rPr lang="zh-CN" altLang="en-US" dirty="0">
                <a:solidFill>
                  <a:srgbClr val="FF0000"/>
                </a:solidFill>
                <a:latin typeface="Times New Roman" panose="02020603050405020304" pitchFamily="18" charset="0"/>
                <a:ea typeface="宋体" panose="02010600030101010101" pitchFamily="2" charset="-122"/>
              </a:rPr>
              <a:t>两个对等实体</a:t>
            </a:r>
            <a:r>
              <a:rPr lang="zh-CN" altLang="en-US" dirty="0">
                <a:latin typeface="Times New Roman" panose="02020603050405020304" pitchFamily="18" charset="0"/>
                <a:ea typeface="宋体" panose="02010600030101010101" pitchFamily="2" charset="-122"/>
              </a:rPr>
              <a:t>进行通信的规则的集合。 </a:t>
            </a:r>
          </a:p>
          <a:p>
            <a:pPr eaLnBrk="1" hangingPunct="1">
              <a:lnSpc>
                <a:spcPct val="90000"/>
              </a:lnSpc>
            </a:pPr>
            <a:r>
              <a:rPr lang="zh-CN" altLang="en-US" dirty="0">
                <a:latin typeface="Times New Roman" panose="02020603050405020304" pitchFamily="18" charset="0"/>
                <a:ea typeface="宋体" panose="02010600030101010101" pitchFamily="2" charset="-122"/>
              </a:rPr>
              <a:t>在协议的控制下，两个对等实体间的通信使得本层能够</a:t>
            </a:r>
            <a:r>
              <a:rPr lang="zh-CN" altLang="en-US" dirty="0">
                <a:solidFill>
                  <a:srgbClr val="FF0000"/>
                </a:solidFill>
                <a:latin typeface="Times New Roman" panose="02020603050405020304" pitchFamily="18" charset="0"/>
                <a:ea typeface="宋体" panose="02010600030101010101" pitchFamily="2" charset="-122"/>
              </a:rPr>
              <a:t>向上一层提供服务</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要实现本层协议，还需要使用</a:t>
            </a:r>
            <a:r>
              <a:rPr lang="zh-CN" altLang="en-US" dirty="0">
                <a:solidFill>
                  <a:srgbClr val="FF0000"/>
                </a:solidFill>
                <a:latin typeface="Times New Roman" panose="02020603050405020304" pitchFamily="18" charset="0"/>
                <a:ea typeface="宋体" panose="02010600030101010101" pitchFamily="2" charset="-122"/>
              </a:rPr>
              <a:t>下层</a:t>
            </a:r>
            <a:r>
              <a:rPr lang="zh-CN" altLang="en-US" dirty="0">
                <a:latin typeface="Times New Roman" panose="02020603050405020304" pitchFamily="18" charset="0"/>
                <a:ea typeface="宋体" panose="02010600030101010101" pitchFamily="2" charset="-122"/>
              </a:rPr>
              <a:t>所提供的服务。 </a:t>
            </a:r>
          </a:p>
        </p:txBody>
      </p:sp>
      <p:sp>
        <p:nvSpPr>
          <p:cNvPr id="252931" name="幻灯片编号占位符 1">
            <a:extLst>
              <a:ext uri="{FF2B5EF4-FFF2-40B4-BE49-F238E27FC236}">
                <a16:creationId xmlns:a16="http://schemas.microsoft.com/office/drawing/2014/main" id="{A3ED49E2-FA67-504F-BAE6-7D865B2C36C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3334E2-4933-5E4C-85D3-24760D7F9A6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91801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8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B0EC26F2-6CB0-4F4C-8C57-E239147F4607}"/>
              </a:ext>
            </a:extLst>
          </p:cNvPr>
          <p:cNvSpPr>
            <a:spLocks noGrp="1" noChangeArrowheads="1"/>
          </p:cNvSpPr>
          <p:nvPr>
            <p:ph type="title"/>
          </p:nvPr>
        </p:nvSpPr>
        <p:spPr>
          <a:xfrm>
            <a:off x="163286" y="160736"/>
            <a:ext cx="7837714" cy="623036"/>
          </a:xfrm>
        </p:spPr>
        <p:txBody>
          <a:bodyPr/>
          <a:lstStyle/>
          <a:p>
            <a:pPr eaLnBrk="1" hangingPunct="1"/>
            <a:r>
              <a:rPr lang="zh-CN" altLang="en-US" dirty="0">
                <a:latin typeface="Times New Roman" panose="02020603050405020304" pitchFamily="18" charset="0"/>
                <a:ea typeface="宋体" panose="02010600030101010101" pitchFamily="2" charset="-122"/>
              </a:rPr>
              <a:t>实体、协议、服务和服务访问点</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续</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139267" name="Rectangle 3">
            <a:extLst>
              <a:ext uri="{FF2B5EF4-FFF2-40B4-BE49-F238E27FC236}">
                <a16:creationId xmlns:a16="http://schemas.microsoft.com/office/drawing/2014/main" id="{F29A2F96-F7E7-0D40-943A-BE972ADD89D7}"/>
              </a:ext>
            </a:extLst>
          </p:cNvPr>
          <p:cNvSpPr>
            <a:spLocks noGrp="1" noChangeArrowheads="1"/>
          </p:cNvSpPr>
          <p:nvPr>
            <p:ph type="body" idx="1"/>
          </p:nvPr>
        </p:nvSpPr>
        <p:spPr>
          <a:xfrm>
            <a:off x="163286" y="982946"/>
            <a:ext cx="8708571" cy="3671888"/>
          </a:xfrm>
        </p:spPr>
        <p:txBody>
          <a:bodyPr/>
          <a:lstStyle/>
          <a:p>
            <a:pPr eaLnBrk="1" hangingPunct="1"/>
            <a:r>
              <a:rPr lang="zh-CN" altLang="en-US" dirty="0">
                <a:ea typeface="宋体" panose="02010600030101010101" pitchFamily="2" charset="-122"/>
              </a:rPr>
              <a:t>本层的服务用户只能看见服务而无法看见下面的协议。</a:t>
            </a:r>
          </a:p>
          <a:p>
            <a:pPr eaLnBrk="1" hangingPunct="1"/>
            <a:r>
              <a:rPr lang="zh-CN" altLang="en-US" dirty="0">
                <a:ea typeface="宋体" panose="02010600030101010101" pitchFamily="2" charset="-122"/>
              </a:rPr>
              <a:t>下面的协议对上面的服务用户是</a:t>
            </a:r>
            <a:r>
              <a:rPr lang="zh-CN" altLang="en-US" dirty="0">
                <a:solidFill>
                  <a:srgbClr val="FF0000"/>
                </a:solidFill>
                <a:ea typeface="宋体" panose="02010600030101010101" pitchFamily="2" charset="-122"/>
              </a:rPr>
              <a:t>透明</a:t>
            </a:r>
            <a:r>
              <a:rPr lang="zh-CN" altLang="en-US" dirty="0">
                <a:ea typeface="宋体" panose="02010600030101010101" pitchFamily="2" charset="-122"/>
              </a:rPr>
              <a:t>的。 </a:t>
            </a:r>
          </a:p>
          <a:p>
            <a:pPr eaLnBrk="1" hangingPunct="1"/>
            <a:r>
              <a:rPr lang="zh-CN" altLang="en-US" dirty="0">
                <a:ea typeface="宋体" panose="02010600030101010101" pitchFamily="2" charset="-122"/>
              </a:rPr>
              <a:t>协议是“</a:t>
            </a:r>
            <a:r>
              <a:rPr lang="zh-CN" altLang="en-US" dirty="0">
                <a:solidFill>
                  <a:srgbClr val="FF0000"/>
                </a:solidFill>
                <a:ea typeface="宋体" panose="02010600030101010101" pitchFamily="2" charset="-122"/>
              </a:rPr>
              <a:t>水平的</a:t>
            </a:r>
            <a:r>
              <a:rPr lang="zh-CN" altLang="en-US" dirty="0">
                <a:ea typeface="宋体" panose="02010600030101010101" pitchFamily="2" charset="-122"/>
              </a:rPr>
              <a:t>”，即协议是控制对等实体之间通信的规则。</a:t>
            </a:r>
          </a:p>
          <a:p>
            <a:pPr eaLnBrk="1" hangingPunct="1"/>
            <a:r>
              <a:rPr lang="zh-CN" altLang="en-US" dirty="0">
                <a:ea typeface="宋体" panose="02010600030101010101" pitchFamily="2" charset="-122"/>
              </a:rPr>
              <a:t>服务是“</a:t>
            </a:r>
            <a:r>
              <a:rPr lang="zh-CN" altLang="en-US" dirty="0">
                <a:solidFill>
                  <a:srgbClr val="FF0000"/>
                </a:solidFill>
                <a:ea typeface="宋体" panose="02010600030101010101" pitchFamily="2" charset="-122"/>
              </a:rPr>
              <a:t>垂直的</a:t>
            </a:r>
            <a:r>
              <a:rPr lang="zh-CN" altLang="en-US" dirty="0">
                <a:ea typeface="宋体" panose="02010600030101010101" pitchFamily="2" charset="-122"/>
              </a:rPr>
              <a:t>”，即服务是由下层向上层通过层间接口提供的。</a:t>
            </a:r>
          </a:p>
          <a:p>
            <a:pPr eaLnBrk="1" hangingPunct="1"/>
            <a:r>
              <a:rPr lang="zh-CN" altLang="en-US" dirty="0">
                <a:ea typeface="宋体" panose="02010600030101010101" pitchFamily="2" charset="-122"/>
              </a:rPr>
              <a:t>同一系统相邻两层的实体进行交互的地方，称为</a:t>
            </a:r>
            <a:r>
              <a:rPr lang="zh-CN" altLang="en-US" dirty="0">
                <a:solidFill>
                  <a:srgbClr val="FF0000"/>
                </a:solidFill>
                <a:ea typeface="宋体" panose="02010600030101010101" pitchFamily="2" charset="-122"/>
              </a:rPr>
              <a:t>服务访问点 </a:t>
            </a:r>
            <a:r>
              <a:rPr lang="en-US" altLang="zh-CN" dirty="0">
                <a:solidFill>
                  <a:srgbClr val="FF0000"/>
                </a:solidFill>
                <a:ea typeface="宋体" panose="02010600030101010101" pitchFamily="2" charset="-122"/>
              </a:rPr>
              <a:t>SAP</a:t>
            </a:r>
            <a:r>
              <a:rPr lang="en-US" altLang="zh-CN" dirty="0">
                <a:ea typeface="宋体" panose="02010600030101010101" pitchFamily="2" charset="-122"/>
              </a:rPr>
              <a:t> (Service Access Point)</a:t>
            </a:r>
            <a:r>
              <a:rPr lang="zh-CN" altLang="en-US" dirty="0">
                <a:ea typeface="宋体" panose="02010600030101010101" pitchFamily="2" charset="-122"/>
              </a:rPr>
              <a:t>。  </a:t>
            </a:r>
          </a:p>
        </p:txBody>
      </p:sp>
      <p:sp>
        <p:nvSpPr>
          <p:cNvPr id="254979" name="幻灯片编号占位符 1">
            <a:extLst>
              <a:ext uri="{FF2B5EF4-FFF2-40B4-BE49-F238E27FC236}">
                <a16:creationId xmlns:a16="http://schemas.microsoft.com/office/drawing/2014/main" id="{E1E0B081-1404-174B-B07C-6778A5E711A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45581D-DF31-184A-B963-BCE8D6962F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72680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9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63">
            <a:extLst>
              <a:ext uri="{FF2B5EF4-FFF2-40B4-BE49-F238E27FC236}">
                <a16:creationId xmlns:a16="http://schemas.microsoft.com/office/drawing/2014/main" id="{9703003D-FA30-224C-88DA-F1503D80300B}"/>
              </a:ext>
            </a:extLst>
          </p:cNvPr>
          <p:cNvSpPr>
            <a:spLocks noChangeArrowheads="1"/>
          </p:cNvSpPr>
          <p:nvPr/>
        </p:nvSpPr>
        <p:spPr bwMode="auto">
          <a:xfrm>
            <a:off x="1143000" y="2518173"/>
            <a:ext cx="6858000" cy="2106215"/>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26" name="Rectangle 35">
            <a:extLst>
              <a:ext uri="{FF2B5EF4-FFF2-40B4-BE49-F238E27FC236}">
                <a16:creationId xmlns:a16="http://schemas.microsoft.com/office/drawing/2014/main" id="{DF549A06-EB55-6E4F-B028-A4AB8B2BCF36}"/>
              </a:ext>
            </a:extLst>
          </p:cNvPr>
          <p:cNvSpPr>
            <a:spLocks noChangeArrowheads="1"/>
          </p:cNvSpPr>
          <p:nvPr/>
        </p:nvSpPr>
        <p:spPr bwMode="auto">
          <a:xfrm>
            <a:off x="2412206" y="3188494"/>
            <a:ext cx="4319588" cy="571500"/>
          </a:xfrm>
          <a:prstGeom prst="rect">
            <a:avLst/>
          </a:prstGeom>
          <a:solidFill>
            <a:srgbClr val="FFFFCC"/>
          </a:solidFill>
          <a:ln w="12700">
            <a:solidFill>
              <a:schemeClr val="tx1"/>
            </a:solidFill>
            <a:prstDash val="dash"/>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500">
              <a:solidFill>
                <a:schemeClr val="folHlink"/>
              </a:solidFill>
              <a:ea typeface="宋体" panose="02010600030101010101" pitchFamily="2" charset="-122"/>
            </a:endParaRPr>
          </a:p>
        </p:txBody>
      </p:sp>
      <p:sp>
        <p:nvSpPr>
          <p:cNvPr id="257027" name="Rectangle 36">
            <a:extLst>
              <a:ext uri="{FF2B5EF4-FFF2-40B4-BE49-F238E27FC236}">
                <a16:creationId xmlns:a16="http://schemas.microsoft.com/office/drawing/2014/main" id="{BE7202A8-6E95-1A48-A9A4-B654C2A3D9E8}"/>
              </a:ext>
            </a:extLst>
          </p:cNvPr>
          <p:cNvSpPr>
            <a:spLocks noChangeArrowheads="1"/>
          </p:cNvSpPr>
          <p:nvPr/>
        </p:nvSpPr>
        <p:spPr bwMode="auto">
          <a:xfrm>
            <a:off x="2967038" y="3084910"/>
            <a:ext cx="175022" cy="190500"/>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28" name="Line 37">
            <a:extLst>
              <a:ext uri="{FF2B5EF4-FFF2-40B4-BE49-F238E27FC236}">
                <a16:creationId xmlns:a16="http://schemas.microsoft.com/office/drawing/2014/main" id="{2BC22A82-5A64-B74D-B21B-DB0A15ACCD99}"/>
              </a:ext>
            </a:extLst>
          </p:cNvPr>
          <p:cNvSpPr>
            <a:spLocks noChangeShapeType="1"/>
          </p:cNvSpPr>
          <p:nvPr/>
        </p:nvSpPr>
        <p:spPr bwMode="auto">
          <a:xfrm>
            <a:off x="3602831" y="1774031"/>
            <a:ext cx="1877616" cy="0"/>
          </a:xfrm>
          <a:prstGeom prst="line">
            <a:avLst/>
          </a:prstGeom>
          <a:noFill/>
          <a:ln w="1270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7029" name="Text Box 38">
            <a:extLst>
              <a:ext uri="{FF2B5EF4-FFF2-40B4-BE49-F238E27FC236}">
                <a16:creationId xmlns:a16="http://schemas.microsoft.com/office/drawing/2014/main" id="{7B8014F3-CCCC-AB42-8EA7-8E4B20041A26}"/>
              </a:ext>
            </a:extLst>
          </p:cNvPr>
          <p:cNvSpPr txBox="1">
            <a:spLocks noChangeArrowheads="1"/>
          </p:cNvSpPr>
          <p:nvPr/>
        </p:nvSpPr>
        <p:spPr bwMode="auto">
          <a:xfrm>
            <a:off x="3924301" y="1634729"/>
            <a:ext cx="124182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协议</a:t>
            </a:r>
            <a:r>
              <a:rPr kumimoji="1" lang="en-US" altLang="zh-CN" sz="1800">
                <a:solidFill>
                  <a:schemeClr val="folHlink"/>
                </a:solidFill>
                <a:latin typeface="Arial" panose="020B0604020202020204" pitchFamily="34" charset="0"/>
                <a:ea typeface="宋体" panose="02010600030101010101" pitchFamily="2" charset="-122"/>
              </a:rPr>
              <a:t>(n + 1)</a:t>
            </a:r>
          </a:p>
        </p:txBody>
      </p:sp>
      <p:sp>
        <p:nvSpPr>
          <p:cNvPr id="257030" name="Text Box 39">
            <a:extLst>
              <a:ext uri="{FF2B5EF4-FFF2-40B4-BE49-F238E27FC236}">
                <a16:creationId xmlns:a16="http://schemas.microsoft.com/office/drawing/2014/main" id="{5CA3B595-070C-E04C-83DC-F1739E02598C}"/>
              </a:ext>
            </a:extLst>
          </p:cNvPr>
          <p:cNvSpPr txBox="1">
            <a:spLocks noChangeArrowheads="1"/>
          </p:cNvSpPr>
          <p:nvPr/>
        </p:nvSpPr>
        <p:spPr bwMode="auto">
          <a:xfrm>
            <a:off x="3093244" y="2792016"/>
            <a:ext cx="5389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solidFill>
                  <a:schemeClr val="folHlink"/>
                </a:solidFill>
                <a:ea typeface="宋体" panose="02010600030101010101" pitchFamily="2" charset="-122"/>
              </a:rPr>
              <a:t>SAP</a:t>
            </a:r>
          </a:p>
        </p:txBody>
      </p:sp>
      <p:sp>
        <p:nvSpPr>
          <p:cNvPr id="257031" name="Text Box 40">
            <a:extLst>
              <a:ext uri="{FF2B5EF4-FFF2-40B4-BE49-F238E27FC236}">
                <a16:creationId xmlns:a16="http://schemas.microsoft.com/office/drawing/2014/main" id="{D0245DEE-ADC2-624A-9689-2D1E431EBB37}"/>
              </a:ext>
            </a:extLst>
          </p:cNvPr>
          <p:cNvSpPr txBox="1">
            <a:spLocks noChangeArrowheads="1"/>
          </p:cNvSpPr>
          <p:nvPr/>
        </p:nvSpPr>
        <p:spPr bwMode="auto">
          <a:xfrm>
            <a:off x="5442347" y="2811066"/>
            <a:ext cx="5389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solidFill>
                  <a:schemeClr val="folHlink"/>
                </a:solidFill>
                <a:ea typeface="宋体" panose="02010600030101010101" pitchFamily="2" charset="-122"/>
              </a:rPr>
              <a:t>SAP</a:t>
            </a:r>
          </a:p>
        </p:txBody>
      </p:sp>
      <p:sp>
        <p:nvSpPr>
          <p:cNvPr id="257032" name="Text Box 41">
            <a:extLst>
              <a:ext uri="{FF2B5EF4-FFF2-40B4-BE49-F238E27FC236}">
                <a16:creationId xmlns:a16="http://schemas.microsoft.com/office/drawing/2014/main" id="{8CD9A5A8-227D-9F47-9945-8D47F251042B}"/>
              </a:ext>
            </a:extLst>
          </p:cNvPr>
          <p:cNvSpPr txBox="1">
            <a:spLocks noChangeArrowheads="1"/>
          </p:cNvSpPr>
          <p:nvPr/>
        </p:nvSpPr>
        <p:spPr bwMode="auto">
          <a:xfrm>
            <a:off x="3118247" y="2008585"/>
            <a:ext cx="11079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交换原语</a:t>
            </a:r>
          </a:p>
        </p:txBody>
      </p:sp>
      <p:sp>
        <p:nvSpPr>
          <p:cNvPr id="257033" name="AutoShape 42">
            <a:extLst>
              <a:ext uri="{FF2B5EF4-FFF2-40B4-BE49-F238E27FC236}">
                <a16:creationId xmlns:a16="http://schemas.microsoft.com/office/drawing/2014/main" id="{24B1084A-1245-6048-8408-46C0C653A292}"/>
              </a:ext>
            </a:extLst>
          </p:cNvPr>
          <p:cNvSpPr>
            <a:spLocks noChangeArrowheads="1"/>
          </p:cNvSpPr>
          <p:nvPr/>
        </p:nvSpPr>
        <p:spPr bwMode="auto">
          <a:xfrm>
            <a:off x="2997994" y="1996679"/>
            <a:ext cx="119063" cy="1072753"/>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34" name="Rectangle 43">
            <a:extLst>
              <a:ext uri="{FF2B5EF4-FFF2-40B4-BE49-F238E27FC236}">
                <a16:creationId xmlns:a16="http://schemas.microsoft.com/office/drawing/2014/main" id="{00DA1EF5-D2B5-5E4C-A7A5-18161FEB2467}"/>
              </a:ext>
            </a:extLst>
          </p:cNvPr>
          <p:cNvSpPr>
            <a:spLocks noChangeArrowheads="1"/>
          </p:cNvSpPr>
          <p:nvPr/>
        </p:nvSpPr>
        <p:spPr bwMode="auto">
          <a:xfrm>
            <a:off x="5876925" y="3084910"/>
            <a:ext cx="177404" cy="190500"/>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35" name="AutoShape 44">
            <a:extLst>
              <a:ext uri="{FF2B5EF4-FFF2-40B4-BE49-F238E27FC236}">
                <a16:creationId xmlns:a16="http://schemas.microsoft.com/office/drawing/2014/main" id="{DA0FCB32-BC8D-564F-89D1-97C7EC8FE35A}"/>
              </a:ext>
            </a:extLst>
          </p:cNvPr>
          <p:cNvSpPr>
            <a:spLocks noChangeArrowheads="1"/>
          </p:cNvSpPr>
          <p:nvPr/>
        </p:nvSpPr>
        <p:spPr bwMode="auto">
          <a:xfrm>
            <a:off x="5906691" y="1996679"/>
            <a:ext cx="119063" cy="1072753"/>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36" name="Text Box 45">
            <a:extLst>
              <a:ext uri="{FF2B5EF4-FFF2-40B4-BE49-F238E27FC236}">
                <a16:creationId xmlns:a16="http://schemas.microsoft.com/office/drawing/2014/main" id="{ACF3E9A0-3687-4047-AFE3-3772E47E2C5E}"/>
              </a:ext>
            </a:extLst>
          </p:cNvPr>
          <p:cNvSpPr txBox="1">
            <a:spLocks noChangeArrowheads="1"/>
          </p:cNvSpPr>
          <p:nvPr/>
        </p:nvSpPr>
        <p:spPr bwMode="auto">
          <a:xfrm>
            <a:off x="4842272" y="2008585"/>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交换原语</a:t>
            </a:r>
          </a:p>
        </p:txBody>
      </p:sp>
      <p:sp>
        <p:nvSpPr>
          <p:cNvPr id="169006" name="Rectangle 46">
            <a:extLst>
              <a:ext uri="{FF2B5EF4-FFF2-40B4-BE49-F238E27FC236}">
                <a16:creationId xmlns:a16="http://schemas.microsoft.com/office/drawing/2014/main" id="{969D4889-AC3A-FE4C-8454-86167D37D42D}"/>
              </a:ext>
            </a:extLst>
          </p:cNvPr>
          <p:cNvSpPr>
            <a:spLocks noChangeArrowheads="1"/>
          </p:cNvSpPr>
          <p:nvPr/>
        </p:nvSpPr>
        <p:spPr bwMode="auto">
          <a:xfrm>
            <a:off x="2525317" y="1600201"/>
            <a:ext cx="1059656" cy="394097"/>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257038" name="Text Box 47">
            <a:extLst>
              <a:ext uri="{FF2B5EF4-FFF2-40B4-BE49-F238E27FC236}">
                <a16:creationId xmlns:a16="http://schemas.microsoft.com/office/drawing/2014/main" id="{9370C52F-80BF-D748-9EC1-0B9FEEFD56E5}"/>
              </a:ext>
            </a:extLst>
          </p:cNvPr>
          <p:cNvSpPr txBox="1">
            <a:spLocks noChangeArrowheads="1"/>
          </p:cNvSpPr>
          <p:nvPr/>
        </p:nvSpPr>
        <p:spPr bwMode="auto">
          <a:xfrm>
            <a:off x="2553891" y="1654969"/>
            <a:ext cx="1095172" cy="3231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 + 1)</a:t>
            </a:r>
          </a:p>
        </p:txBody>
      </p:sp>
      <p:sp>
        <p:nvSpPr>
          <p:cNvPr id="257039" name="Text Box 48">
            <a:extLst>
              <a:ext uri="{FF2B5EF4-FFF2-40B4-BE49-F238E27FC236}">
                <a16:creationId xmlns:a16="http://schemas.microsoft.com/office/drawing/2014/main" id="{1116999D-23A3-EC49-BC50-81C76AC0B169}"/>
              </a:ext>
            </a:extLst>
          </p:cNvPr>
          <p:cNvSpPr txBox="1">
            <a:spLocks noChangeArrowheads="1"/>
          </p:cNvSpPr>
          <p:nvPr/>
        </p:nvSpPr>
        <p:spPr bwMode="auto">
          <a:xfrm>
            <a:off x="1169194" y="3315891"/>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服务提供者</a:t>
            </a:r>
          </a:p>
        </p:txBody>
      </p:sp>
      <p:sp>
        <p:nvSpPr>
          <p:cNvPr id="257040" name="Line 49">
            <a:extLst>
              <a:ext uri="{FF2B5EF4-FFF2-40B4-BE49-F238E27FC236}">
                <a16:creationId xmlns:a16="http://schemas.microsoft.com/office/drawing/2014/main" id="{924786F8-D318-2849-823F-68595A022F9D}"/>
              </a:ext>
            </a:extLst>
          </p:cNvPr>
          <p:cNvSpPr>
            <a:spLocks noChangeShapeType="1"/>
          </p:cNvSpPr>
          <p:nvPr/>
        </p:nvSpPr>
        <p:spPr bwMode="auto">
          <a:xfrm>
            <a:off x="1900238" y="2515791"/>
            <a:ext cx="5728097" cy="0"/>
          </a:xfrm>
          <a:prstGeom prst="line">
            <a:avLst/>
          </a:prstGeom>
          <a:noFill/>
          <a:ln w="12700">
            <a:solidFill>
              <a:schemeClr val="tx1"/>
            </a:solidFill>
            <a:prstDash val="dash"/>
            <a:round/>
            <a:headEnd type="non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57041" name="Text Box 50">
            <a:extLst>
              <a:ext uri="{FF2B5EF4-FFF2-40B4-BE49-F238E27FC236}">
                <a16:creationId xmlns:a16="http://schemas.microsoft.com/office/drawing/2014/main" id="{EB1EF942-2F1A-F84D-9716-196E40EB22D3}"/>
              </a:ext>
            </a:extLst>
          </p:cNvPr>
          <p:cNvSpPr txBox="1">
            <a:spLocks noChangeArrowheads="1"/>
          </p:cNvSpPr>
          <p:nvPr/>
        </p:nvSpPr>
        <p:spPr bwMode="auto">
          <a:xfrm>
            <a:off x="7002067" y="3038475"/>
            <a:ext cx="90281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第 </a:t>
            </a:r>
            <a:r>
              <a:rPr kumimoji="1" lang="en-US" altLang="zh-CN" sz="1800">
                <a:solidFill>
                  <a:schemeClr val="folHlink"/>
                </a:solidFill>
                <a:latin typeface="Arial" panose="020B0604020202020204" pitchFamily="34" charset="0"/>
                <a:ea typeface="宋体" panose="02010600030101010101" pitchFamily="2" charset="-122"/>
              </a:rPr>
              <a:t>n </a:t>
            </a:r>
            <a:r>
              <a:rPr kumimoji="1" lang="zh-CN" altLang="en-US" sz="1800">
                <a:solidFill>
                  <a:schemeClr val="folHlink"/>
                </a:solidFill>
                <a:latin typeface="Arial" panose="020B0604020202020204" pitchFamily="34" charset="0"/>
                <a:ea typeface="宋体" panose="02010600030101010101" pitchFamily="2" charset="-122"/>
              </a:rPr>
              <a:t>层</a:t>
            </a:r>
          </a:p>
        </p:txBody>
      </p:sp>
      <p:sp>
        <p:nvSpPr>
          <p:cNvPr id="257042" name="Text Box 51">
            <a:extLst>
              <a:ext uri="{FF2B5EF4-FFF2-40B4-BE49-F238E27FC236}">
                <a16:creationId xmlns:a16="http://schemas.microsoft.com/office/drawing/2014/main" id="{E7578EE2-2E0A-734F-8E4C-229B00D69C20}"/>
              </a:ext>
            </a:extLst>
          </p:cNvPr>
          <p:cNvSpPr txBox="1">
            <a:spLocks noChangeArrowheads="1"/>
          </p:cNvSpPr>
          <p:nvPr/>
        </p:nvSpPr>
        <p:spPr bwMode="auto">
          <a:xfrm>
            <a:off x="6786563" y="1774031"/>
            <a:ext cx="129394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第 </a:t>
            </a:r>
            <a:r>
              <a:rPr kumimoji="1" lang="en-US" altLang="zh-CN" sz="1800">
                <a:solidFill>
                  <a:schemeClr val="folHlink"/>
                </a:solidFill>
                <a:latin typeface="Arial" panose="020B0604020202020204" pitchFamily="34" charset="0"/>
                <a:ea typeface="宋体" panose="02010600030101010101" pitchFamily="2" charset="-122"/>
              </a:rPr>
              <a:t>n + 1 </a:t>
            </a:r>
            <a:r>
              <a:rPr kumimoji="1" lang="zh-CN" altLang="en-US" sz="1800">
                <a:solidFill>
                  <a:schemeClr val="folHlink"/>
                </a:solidFill>
                <a:latin typeface="Arial" panose="020B0604020202020204" pitchFamily="34" charset="0"/>
                <a:ea typeface="宋体" panose="02010600030101010101" pitchFamily="2" charset="-122"/>
              </a:rPr>
              <a:t>层</a:t>
            </a:r>
          </a:p>
        </p:txBody>
      </p:sp>
      <p:sp>
        <p:nvSpPr>
          <p:cNvPr id="169012" name="Rectangle 52">
            <a:extLst>
              <a:ext uri="{FF2B5EF4-FFF2-40B4-BE49-F238E27FC236}">
                <a16:creationId xmlns:a16="http://schemas.microsoft.com/office/drawing/2014/main" id="{09C4E8D9-6B3C-BF48-AFAE-869BA2BECE8C}"/>
              </a:ext>
            </a:extLst>
          </p:cNvPr>
          <p:cNvSpPr>
            <a:spLocks noChangeArrowheads="1"/>
          </p:cNvSpPr>
          <p:nvPr/>
        </p:nvSpPr>
        <p:spPr bwMode="auto">
          <a:xfrm>
            <a:off x="5444729" y="1600201"/>
            <a:ext cx="1058465" cy="394097"/>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257044" name="Text Box 53">
            <a:extLst>
              <a:ext uri="{FF2B5EF4-FFF2-40B4-BE49-F238E27FC236}">
                <a16:creationId xmlns:a16="http://schemas.microsoft.com/office/drawing/2014/main" id="{72B9AD2F-EF37-F943-B5D1-728AD0FB8B0D}"/>
              </a:ext>
            </a:extLst>
          </p:cNvPr>
          <p:cNvSpPr txBox="1">
            <a:spLocks noChangeArrowheads="1"/>
          </p:cNvSpPr>
          <p:nvPr/>
        </p:nvSpPr>
        <p:spPr bwMode="auto">
          <a:xfrm>
            <a:off x="5474494" y="1653779"/>
            <a:ext cx="1095172" cy="3231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 + 1)</a:t>
            </a:r>
          </a:p>
        </p:txBody>
      </p:sp>
      <p:sp>
        <p:nvSpPr>
          <p:cNvPr id="257045" name="Text Box 54">
            <a:extLst>
              <a:ext uri="{FF2B5EF4-FFF2-40B4-BE49-F238E27FC236}">
                <a16:creationId xmlns:a16="http://schemas.microsoft.com/office/drawing/2014/main" id="{A1DA3A82-7745-1042-89F3-F8CFB7484708}"/>
              </a:ext>
            </a:extLst>
          </p:cNvPr>
          <p:cNvSpPr txBox="1">
            <a:spLocks noChangeArrowheads="1"/>
          </p:cNvSpPr>
          <p:nvPr/>
        </p:nvSpPr>
        <p:spPr bwMode="auto">
          <a:xfrm>
            <a:off x="5926932" y="1468041"/>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kumimoji="1" lang="zh-CN" altLang="zh-CN" sz="2400">
              <a:solidFill>
                <a:schemeClr val="folHlink"/>
              </a:solidFill>
              <a:ea typeface="宋体" panose="02010600030101010101" pitchFamily="2" charset="-122"/>
            </a:endParaRPr>
          </a:p>
        </p:txBody>
      </p:sp>
      <p:sp>
        <p:nvSpPr>
          <p:cNvPr id="257046" name="Text Box 55">
            <a:extLst>
              <a:ext uri="{FF2B5EF4-FFF2-40B4-BE49-F238E27FC236}">
                <a16:creationId xmlns:a16="http://schemas.microsoft.com/office/drawing/2014/main" id="{0736A03C-3402-AC46-9CBF-CCD420C67403}"/>
              </a:ext>
            </a:extLst>
          </p:cNvPr>
          <p:cNvSpPr txBox="1">
            <a:spLocks noChangeArrowheads="1"/>
          </p:cNvSpPr>
          <p:nvPr/>
        </p:nvSpPr>
        <p:spPr bwMode="auto">
          <a:xfrm>
            <a:off x="1221581" y="161806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服务用户</a:t>
            </a:r>
          </a:p>
        </p:txBody>
      </p:sp>
      <p:sp>
        <p:nvSpPr>
          <p:cNvPr id="169016" name="Rectangle 56">
            <a:extLst>
              <a:ext uri="{FF2B5EF4-FFF2-40B4-BE49-F238E27FC236}">
                <a16:creationId xmlns:a16="http://schemas.microsoft.com/office/drawing/2014/main" id="{15DA72AC-4345-A14E-8963-E4C19CD245C2}"/>
              </a:ext>
            </a:extLst>
          </p:cNvPr>
          <p:cNvSpPr>
            <a:spLocks noChangeArrowheads="1"/>
          </p:cNvSpPr>
          <p:nvPr/>
        </p:nvSpPr>
        <p:spPr bwMode="auto">
          <a:xfrm>
            <a:off x="2525317" y="3270648"/>
            <a:ext cx="1059656" cy="392906"/>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169017" name="Rectangle 57">
            <a:extLst>
              <a:ext uri="{FF2B5EF4-FFF2-40B4-BE49-F238E27FC236}">
                <a16:creationId xmlns:a16="http://schemas.microsoft.com/office/drawing/2014/main" id="{FCA171C0-4EBB-B149-BA7A-39E91730F269}"/>
              </a:ext>
            </a:extLst>
          </p:cNvPr>
          <p:cNvSpPr>
            <a:spLocks noChangeArrowheads="1"/>
          </p:cNvSpPr>
          <p:nvPr/>
        </p:nvSpPr>
        <p:spPr bwMode="auto">
          <a:xfrm>
            <a:off x="5424488" y="3270648"/>
            <a:ext cx="1059656" cy="392906"/>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257049" name="Text Box 58">
            <a:extLst>
              <a:ext uri="{FF2B5EF4-FFF2-40B4-BE49-F238E27FC236}">
                <a16:creationId xmlns:a16="http://schemas.microsoft.com/office/drawing/2014/main" id="{F872AC05-A67B-BB41-A6CE-78E340811691}"/>
              </a:ext>
            </a:extLst>
          </p:cNvPr>
          <p:cNvSpPr txBox="1">
            <a:spLocks noChangeArrowheads="1"/>
          </p:cNvSpPr>
          <p:nvPr/>
        </p:nvSpPr>
        <p:spPr bwMode="auto">
          <a:xfrm>
            <a:off x="2627710" y="3301604"/>
            <a:ext cx="7938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a:t>
            </a:r>
          </a:p>
        </p:txBody>
      </p:sp>
      <p:sp>
        <p:nvSpPr>
          <p:cNvPr id="257050" name="Text Box 59">
            <a:extLst>
              <a:ext uri="{FF2B5EF4-FFF2-40B4-BE49-F238E27FC236}">
                <a16:creationId xmlns:a16="http://schemas.microsoft.com/office/drawing/2014/main" id="{E5414200-41FF-9841-8F32-47E288C148AD}"/>
              </a:ext>
            </a:extLst>
          </p:cNvPr>
          <p:cNvSpPr txBox="1">
            <a:spLocks noChangeArrowheads="1"/>
          </p:cNvSpPr>
          <p:nvPr/>
        </p:nvSpPr>
        <p:spPr bwMode="auto">
          <a:xfrm>
            <a:off x="5582842" y="3301604"/>
            <a:ext cx="793807" cy="3231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a:t>
            </a:r>
          </a:p>
        </p:txBody>
      </p:sp>
      <p:sp>
        <p:nvSpPr>
          <p:cNvPr id="257051" name="Line 60">
            <a:extLst>
              <a:ext uri="{FF2B5EF4-FFF2-40B4-BE49-F238E27FC236}">
                <a16:creationId xmlns:a16="http://schemas.microsoft.com/office/drawing/2014/main" id="{C358305F-ADEF-AD4E-BD9B-C2280A7A50AB}"/>
              </a:ext>
            </a:extLst>
          </p:cNvPr>
          <p:cNvSpPr>
            <a:spLocks noChangeShapeType="1"/>
          </p:cNvSpPr>
          <p:nvPr/>
        </p:nvSpPr>
        <p:spPr bwMode="auto">
          <a:xfrm>
            <a:off x="3587354" y="3456385"/>
            <a:ext cx="1878806" cy="0"/>
          </a:xfrm>
          <a:prstGeom prst="line">
            <a:avLst/>
          </a:prstGeom>
          <a:noFill/>
          <a:ln w="1270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7052" name="Text Box 61">
            <a:extLst>
              <a:ext uri="{FF2B5EF4-FFF2-40B4-BE49-F238E27FC236}">
                <a16:creationId xmlns:a16="http://schemas.microsoft.com/office/drawing/2014/main" id="{ACA3FDDF-6DBE-094A-81F2-30432D345093}"/>
              </a:ext>
            </a:extLst>
          </p:cNvPr>
          <p:cNvSpPr txBox="1">
            <a:spLocks noChangeArrowheads="1"/>
          </p:cNvSpPr>
          <p:nvPr/>
        </p:nvSpPr>
        <p:spPr bwMode="auto">
          <a:xfrm>
            <a:off x="4139804" y="3307556"/>
            <a:ext cx="928459"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协议</a:t>
            </a:r>
            <a:r>
              <a:rPr kumimoji="1" lang="en-US" altLang="zh-CN" sz="1800">
                <a:solidFill>
                  <a:schemeClr val="folHlink"/>
                </a:solidFill>
                <a:latin typeface="Arial" panose="020B0604020202020204" pitchFamily="34" charset="0"/>
                <a:ea typeface="宋体" panose="02010600030101010101" pitchFamily="2" charset="-122"/>
              </a:rPr>
              <a:t>(n)</a:t>
            </a:r>
          </a:p>
        </p:txBody>
      </p:sp>
      <p:sp>
        <p:nvSpPr>
          <p:cNvPr id="257053" name="幻灯片编号占位符 1">
            <a:extLst>
              <a:ext uri="{FF2B5EF4-FFF2-40B4-BE49-F238E27FC236}">
                <a16:creationId xmlns:a16="http://schemas.microsoft.com/office/drawing/2014/main" id="{270CEE44-9E73-8640-B15D-F2F84B28334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C039D1-FF11-CF48-BC59-05FC2BAA3C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57054" name="Rectangle 2">
            <a:extLst>
              <a:ext uri="{FF2B5EF4-FFF2-40B4-BE49-F238E27FC236}">
                <a16:creationId xmlns:a16="http://schemas.microsoft.com/office/drawing/2014/main" id="{AB6A6C7C-18B2-C047-8DAB-1BCE94604D4D}"/>
              </a:ext>
            </a:extLst>
          </p:cNvPr>
          <p:cNvSpPr txBox="1">
            <a:spLocks noChangeArrowheads="1"/>
          </p:cNvSpPr>
          <p:nvPr/>
        </p:nvSpPr>
        <p:spPr bwMode="auto">
          <a:xfrm>
            <a:off x="174171" y="195264"/>
            <a:ext cx="7813733" cy="639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3300" dirty="0">
                <a:latin typeface="Arial" panose="020B0604020202020204" pitchFamily="34" charset="0"/>
                <a:ea typeface="宋体" panose="02010600030101010101" pitchFamily="2" charset="-122"/>
              </a:rPr>
              <a:t>实体、协议、服务和服务访问点</a:t>
            </a:r>
            <a:r>
              <a:rPr lang="en-US" altLang="zh-CN" sz="3300" dirty="0">
                <a:latin typeface="Arial" panose="020B0604020202020204" pitchFamily="34" charset="0"/>
                <a:ea typeface="宋体" panose="02010600030101010101" pitchFamily="2" charset="-122"/>
              </a:rPr>
              <a:t>(</a:t>
            </a:r>
            <a:r>
              <a:rPr lang="zh-CN" altLang="en-US" sz="3300" dirty="0">
                <a:latin typeface="Arial" panose="020B0604020202020204" pitchFamily="34" charset="0"/>
                <a:ea typeface="宋体" panose="02010600030101010101" pitchFamily="2" charset="-122"/>
              </a:rPr>
              <a:t>续</a:t>
            </a:r>
            <a:r>
              <a:rPr lang="en-US" altLang="zh-CN" sz="3300" dirty="0">
                <a:latin typeface="Arial" panose="020B0604020202020204" pitchFamily="34" charset="0"/>
                <a:ea typeface="宋体" panose="02010600030101010101" pitchFamily="2" charset="-122"/>
              </a:rPr>
              <a:t>)</a:t>
            </a:r>
            <a:r>
              <a:rPr lang="zh-CN" altLang="en-US" sz="3300" dirty="0">
                <a:latin typeface="Arial" panose="020B0604020202020204" pitchFamily="34" charset="0"/>
                <a:ea typeface="宋体" panose="02010600030101010101" pitchFamily="2" charset="-122"/>
              </a:rPr>
              <a:t> </a:t>
            </a:r>
          </a:p>
        </p:txBody>
      </p:sp>
    </p:spTree>
    <p:extLst>
      <p:ext uri="{BB962C8B-B14F-4D97-AF65-F5344CB8AC3E}">
        <p14:creationId xmlns:p14="http://schemas.microsoft.com/office/powerpoint/2010/main" val="180476469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灯片编号占位符 4">
            <a:extLst>
              <a:ext uri="{FF2B5EF4-FFF2-40B4-BE49-F238E27FC236}">
                <a16:creationId xmlns:a16="http://schemas.microsoft.com/office/drawing/2014/main" id="{5CABA77A-2449-CD42-B4BE-0641598DC8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5572A1-F938-EE41-9AD0-4FC2CFF5513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59074" name="Rectangle 2">
            <a:extLst>
              <a:ext uri="{FF2B5EF4-FFF2-40B4-BE49-F238E27FC236}">
                <a16:creationId xmlns:a16="http://schemas.microsoft.com/office/drawing/2014/main" id="{BC3D8D44-E55C-E541-AA8E-8CE9A741E267}"/>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什么是协议</a:t>
            </a:r>
            <a:r>
              <a:rPr lang="en-US" altLang="zh-CN">
                <a:latin typeface="微软雅黑" panose="020B0503020204020204" pitchFamily="34" charset="-122"/>
                <a:ea typeface="宋体" panose="02010600030101010101" pitchFamily="2" charset="-122"/>
              </a:rPr>
              <a:t>?</a:t>
            </a:r>
          </a:p>
        </p:txBody>
      </p:sp>
      <p:sp>
        <p:nvSpPr>
          <p:cNvPr id="259075" name="Rectangle 3">
            <a:extLst>
              <a:ext uri="{FF2B5EF4-FFF2-40B4-BE49-F238E27FC236}">
                <a16:creationId xmlns:a16="http://schemas.microsoft.com/office/drawing/2014/main" id="{BD76006E-6B2D-9540-B0BA-1C252226BBE8}"/>
              </a:ext>
            </a:extLst>
          </p:cNvPr>
          <p:cNvSpPr>
            <a:spLocks noGrp="1" noChangeArrowheads="1"/>
          </p:cNvSpPr>
          <p:nvPr>
            <p:ph type="body" sz="half" idx="1"/>
          </p:nvPr>
        </p:nvSpPr>
        <p:spPr>
          <a:xfrm>
            <a:off x="311943" y="1111449"/>
            <a:ext cx="3617799" cy="3530204"/>
          </a:xfrm>
        </p:spPr>
        <p:txBody>
          <a:bodyPr/>
          <a:lstStyle/>
          <a:p>
            <a:pPr eaLnBrk="1" hangingPunct="1">
              <a:buFont typeface="Wingdings" pitchFamily="2" charset="2"/>
              <a:buNone/>
            </a:pPr>
            <a:r>
              <a:rPr lang="zh-CN" altLang="en-US" sz="1800" u="sng" dirty="0">
                <a:solidFill>
                  <a:srgbClr val="FF0000"/>
                </a:solidFill>
                <a:latin typeface="微软雅黑" panose="020B0503020204020204" pitchFamily="34" charset="-122"/>
                <a:ea typeface="宋体" panose="02010600030101010101" pitchFamily="2" charset="-122"/>
              </a:rPr>
              <a:t>人们交往的协议</a:t>
            </a:r>
            <a:r>
              <a:rPr lang="en-US" altLang="zh-CN" sz="1800" u="sng" dirty="0">
                <a:solidFill>
                  <a:srgbClr val="FF0000"/>
                </a:solidFill>
                <a:latin typeface="微软雅黑" panose="020B0503020204020204" pitchFamily="34" charset="-122"/>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现在几点了</a:t>
            </a:r>
            <a:r>
              <a:rPr lang="en-US" altLang="zh-CN" sz="1800" dirty="0">
                <a:latin typeface="微软雅黑" panose="020B0503020204020204" pitchFamily="34" charset="-122"/>
                <a:ea typeface="宋体" panose="02010600030101010101" pitchFamily="2" charset="-122"/>
              </a:rPr>
              <a:t>?</a:t>
            </a:r>
            <a:r>
              <a:rPr lang="en-US" altLang="zh-CN" sz="1800" dirty="0">
                <a:latin typeface="Arial" panose="020B0604020202020204" pitchFamily="34" charset="0"/>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我有个问题</a:t>
            </a:r>
            <a:r>
              <a:rPr lang="en-US" altLang="zh-CN" sz="1800" dirty="0">
                <a:latin typeface="微软雅黑" panose="020B0503020204020204" pitchFamily="34" charset="-122"/>
                <a:ea typeface="宋体" panose="02010600030101010101" pitchFamily="2" charset="-122"/>
              </a:rPr>
              <a:t>.</a:t>
            </a:r>
            <a:r>
              <a:rPr lang="en-US" altLang="zh-CN" sz="1800" dirty="0">
                <a:latin typeface="Arial" panose="020B0604020202020204" pitchFamily="34" charset="0"/>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zh-CN" altLang="en-US" sz="1800" dirty="0">
                <a:latin typeface="微软雅黑" panose="020B0503020204020204" pitchFamily="34" charset="-122"/>
                <a:ea typeface="宋体" panose="02010600030101010101" pitchFamily="2" charset="-122"/>
              </a:rPr>
              <a:t>彼此作自我介绍</a:t>
            </a:r>
            <a:endParaRPr lang="zh-CN" altLang="en-US" dirty="0">
              <a:latin typeface="微软雅黑" panose="020B0503020204020204" pitchFamily="34" charset="-122"/>
              <a:ea typeface="宋体" panose="02010600030101010101" pitchFamily="2" charset="-122"/>
            </a:endParaRPr>
          </a:p>
          <a:p>
            <a:pPr lvl="1" eaLnBrk="1" hangingPunct="1"/>
            <a:endParaRPr lang="zh-CN" altLang="en-US" sz="1500" dirty="0">
              <a:latin typeface="微软雅黑" panose="020B0503020204020204" pitchFamily="34" charset="-122"/>
              <a:ea typeface="宋体" panose="02010600030101010101" pitchFamily="2" charset="-122"/>
            </a:endParaRPr>
          </a:p>
          <a:p>
            <a:pPr eaLnBrk="1" hangingPunct="1">
              <a:buFont typeface="Wingdings" pitchFamily="2" charset="2"/>
              <a:buNone/>
            </a:pPr>
            <a:r>
              <a:rPr lang="en-US" altLang="zh-CN" sz="1800" dirty="0">
                <a:latin typeface="Arial" panose="020B0604020202020204" pitchFamily="34" charset="0"/>
                <a:ea typeface="宋体" panose="02010600030101010101" pitchFamily="2" charset="-122"/>
              </a:rPr>
              <a:t>…</a:t>
            </a: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定义发送的信息</a:t>
            </a:r>
          </a:p>
          <a:p>
            <a:pPr eaLnBrk="1" hangingPunct="1">
              <a:buFont typeface="Wingdings" pitchFamily="2" charset="2"/>
              <a:buNone/>
            </a:pPr>
            <a:r>
              <a:rPr lang="en-US" altLang="zh-CN" sz="1800" dirty="0">
                <a:latin typeface="Arial" panose="020B0604020202020204" pitchFamily="34" charset="0"/>
                <a:ea typeface="宋体" panose="02010600030101010101" pitchFamily="2" charset="-122"/>
              </a:rPr>
              <a:t>…</a:t>
            </a: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定义信息接收后</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或某个事件发生后的动作</a:t>
            </a:r>
          </a:p>
        </p:txBody>
      </p:sp>
      <p:sp>
        <p:nvSpPr>
          <p:cNvPr id="259076" name="Rectangle 4">
            <a:extLst>
              <a:ext uri="{FF2B5EF4-FFF2-40B4-BE49-F238E27FC236}">
                <a16:creationId xmlns:a16="http://schemas.microsoft.com/office/drawing/2014/main" id="{1D44CD25-19EB-B04C-B542-C96D94495883}"/>
              </a:ext>
            </a:extLst>
          </p:cNvPr>
          <p:cNvSpPr>
            <a:spLocks noGrp="1" noChangeArrowheads="1"/>
          </p:cNvSpPr>
          <p:nvPr>
            <p:ph type="body" sz="half" idx="2"/>
          </p:nvPr>
        </p:nvSpPr>
        <p:spPr>
          <a:xfrm>
            <a:off x="4654153" y="1111449"/>
            <a:ext cx="3727847" cy="1968104"/>
          </a:xfrm>
        </p:spPr>
        <p:txBody>
          <a:bodyPr/>
          <a:lstStyle/>
          <a:p>
            <a:pPr eaLnBrk="1" hangingPunct="1">
              <a:buFont typeface="Wingdings" pitchFamily="2" charset="2"/>
              <a:buNone/>
            </a:pPr>
            <a:r>
              <a:rPr lang="zh-CN" altLang="en-US" sz="1800" u="sng" dirty="0">
                <a:solidFill>
                  <a:srgbClr val="FF0000"/>
                </a:solidFill>
                <a:latin typeface="微软雅黑" panose="020B0503020204020204" pitchFamily="34" charset="-122"/>
                <a:ea typeface="宋体" panose="02010600030101010101" pitchFamily="2" charset="-122"/>
              </a:rPr>
              <a:t>网络协议</a:t>
            </a:r>
            <a:r>
              <a:rPr lang="en-US" altLang="zh-CN" sz="1800" u="sng" dirty="0">
                <a:solidFill>
                  <a:srgbClr val="FF0000"/>
                </a:solidFill>
                <a:latin typeface="微软雅黑" panose="020B0503020204020204" pitchFamily="34" charset="-122"/>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zh-CN" altLang="en-US" sz="1800" dirty="0">
                <a:latin typeface="微软雅黑" panose="020B0503020204020204" pitchFamily="34" charset="-122"/>
                <a:ea typeface="宋体" panose="02010600030101010101" pitchFamily="2" charset="-122"/>
              </a:rPr>
              <a:t>通信设备之间的交互而不是人们的交往</a:t>
            </a:r>
          </a:p>
          <a:p>
            <a:pPr eaLnBrk="1" hangingPunct="1"/>
            <a:r>
              <a:rPr lang="zh-CN" altLang="en-US" sz="1800" dirty="0">
                <a:latin typeface="微软雅黑" panose="020B0503020204020204" pitchFamily="34" charset="-122"/>
                <a:ea typeface="宋体" panose="02010600030101010101" pitchFamily="2" charset="-122"/>
              </a:rPr>
              <a:t>所有在因特网上的通信活动全部是由协议所控制的</a:t>
            </a:r>
          </a:p>
        </p:txBody>
      </p:sp>
      <p:sp>
        <p:nvSpPr>
          <p:cNvPr id="259077" name="Rectangle 5">
            <a:extLst>
              <a:ext uri="{FF2B5EF4-FFF2-40B4-BE49-F238E27FC236}">
                <a16:creationId xmlns:a16="http://schemas.microsoft.com/office/drawing/2014/main" id="{D3DFFBFB-939C-784C-BA30-0B8F46014A96}"/>
              </a:ext>
            </a:extLst>
          </p:cNvPr>
          <p:cNvSpPr>
            <a:spLocks noChangeArrowheads="1"/>
          </p:cNvSpPr>
          <p:nvPr/>
        </p:nvSpPr>
        <p:spPr bwMode="auto">
          <a:xfrm>
            <a:off x="4662487" y="3226592"/>
            <a:ext cx="3596537" cy="1495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buFont typeface="Wingdings" pitchFamily="2" charset="2"/>
              <a:buNone/>
            </a:pPr>
            <a:r>
              <a:rPr lang="en-US" altLang="zh-CN" sz="1800" i="1" dirty="0">
                <a:latin typeface="微软雅黑" panose="020B0503020204020204" pitchFamily="34" charset="-122"/>
                <a:ea typeface="宋体" panose="02010600030101010101" pitchFamily="2" charset="-122"/>
              </a:rPr>
              <a:t>    </a:t>
            </a:r>
            <a:r>
              <a:rPr lang="zh-CN" altLang="en-US" sz="1800" b="1" i="1" dirty="0">
                <a:solidFill>
                  <a:schemeClr val="hlink"/>
                </a:solidFill>
                <a:latin typeface="微软雅黑" panose="020B0503020204020204" pitchFamily="34" charset="-122"/>
                <a:ea typeface="宋体" panose="02010600030101010101" pitchFamily="2" charset="-122"/>
              </a:rPr>
              <a:t>协议</a:t>
            </a:r>
            <a:r>
              <a:rPr lang="zh-CN" altLang="en-US" sz="1800" i="1" dirty="0">
                <a:latin typeface="微软雅黑" panose="020B0503020204020204" pitchFamily="34" charset="-122"/>
                <a:ea typeface="宋体" panose="02010600030101010101" pitchFamily="2" charset="-122"/>
              </a:rPr>
              <a:t>定义网络实体之间信息收发的格式和顺序</a:t>
            </a:r>
            <a:r>
              <a:rPr lang="en-US" altLang="zh-CN" sz="1800" i="1" dirty="0">
                <a:latin typeface="微软雅黑" panose="020B0503020204020204" pitchFamily="34" charset="-122"/>
                <a:ea typeface="宋体" panose="02010600030101010101" pitchFamily="2" charset="-122"/>
              </a:rPr>
              <a:t>, </a:t>
            </a:r>
            <a:r>
              <a:rPr lang="zh-CN" altLang="en-US" sz="1800" i="1" dirty="0">
                <a:latin typeface="微软雅黑" panose="020B0503020204020204" pitchFamily="34" charset="-122"/>
                <a:ea typeface="宋体" panose="02010600030101010101" pitchFamily="2" charset="-122"/>
              </a:rPr>
              <a:t>以及信息发送和接收后所需采取的动作</a:t>
            </a:r>
            <a:r>
              <a:rPr lang="zh-CN" altLang="en-US" sz="1800" i="1" dirty="0">
                <a:solidFill>
                  <a:srgbClr val="FF0000"/>
                </a:solidFill>
                <a:latin typeface="微软雅黑" panose="020B0503020204020204" pitchFamily="34" charset="-122"/>
                <a:ea typeface="宋体" panose="02010600030101010101" pitchFamily="2" charset="-122"/>
              </a:rPr>
              <a:t> </a:t>
            </a:r>
          </a:p>
          <a:p>
            <a:pPr algn="ctr" eaLnBrk="1" hangingPunct="1">
              <a:buFont typeface="Wingdings" pitchFamily="2" charset="2"/>
              <a:buNone/>
            </a:pPr>
            <a:r>
              <a:rPr lang="zh-CN" altLang="en-US" sz="1800" i="1" dirty="0">
                <a:solidFill>
                  <a:srgbClr val="FF0000"/>
                </a:solidFill>
                <a:latin typeface="微软雅黑" panose="020B0503020204020204" pitchFamily="34" charset="-122"/>
                <a:ea typeface="宋体" panose="02010600030101010101" pitchFamily="2" charset="-122"/>
              </a:rPr>
              <a:t>（语法、语义、同步或规则）</a:t>
            </a:r>
          </a:p>
        </p:txBody>
      </p:sp>
      <p:sp>
        <p:nvSpPr>
          <p:cNvPr id="259078" name="Rectangle 6">
            <a:extLst>
              <a:ext uri="{FF2B5EF4-FFF2-40B4-BE49-F238E27FC236}">
                <a16:creationId xmlns:a16="http://schemas.microsoft.com/office/drawing/2014/main" id="{78D5B23A-7F88-2747-B3D3-CFD7C45887CF}"/>
              </a:ext>
            </a:extLst>
          </p:cNvPr>
          <p:cNvSpPr>
            <a:spLocks noChangeArrowheads="1"/>
          </p:cNvSpPr>
          <p:nvPr/>
        </p:nvSpPr>
        <p:spPr bwMode="auto">
          <a:xfrm>
            <a:off x="4662487" y="2950369"/>
            <a:ext cx="3801665" cy="1771650"/>
          </a:xfrm>
          <a:prstGeom prst="rect">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750">
              <a:solidFill>
                <a:schemeClr val="tx1"/>
              </a:solidFill>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373948907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2">
            <a:extLst>
              <a:ext uri="{FF2B5EF4-FFF2-40B4-BE49-F238E27FC236}">
                <a16:creationId xmlns:a16="http://schemas.microsoft.com/office/drawing/2014/main" id="{6C9F84E9-BCA5-E048-8CF6-4F6FFFC7FD31}"/>
              </a:ext>
            </a:extLst>
          </p:cNvPr>
          <p:cNvSpPr>
            <a:spLocks noGrp="1" noChangeArrowheads="1"/>
          </p:cNvSpPr>
          <p:nvPr>
            <p:ph type="title"/>
          </p:nvPr>
        </p:nvSpPr>
        <p:spPr>
          <a:xfrm>
            <a:off x="185057" y="141685"/>
            <a:ext cx="7114666" cy="790575"/>
          </a:xfrm>
        </p:spPr>
        <p:txBody>
          <a:bodyPr/>
          <a:lstStyle/>
          <a:p>
            <a:pPr eaLnBrk="1" hangingPunct="1"/>
            <a:r>
              <a:rPr lang="zh-CN" altLang="en-US" dirty="0">
                <a:latin typeface="Times New Roman" panose="02020603050405020304" pitchFamily="18" charset="0"/>
                <a:ea typeface="宋体" panose="02010600030101010101" pitchFamily="2" charset="-122"/>
              </a:rPr>
              <a:t>协议很复杂 </a:t>
            </a:r>
          </a:p>
        </p:txBody>
      </p:sp>
      <p:sp>
        <p:nvSpPr>
          <p:cNvPr id="140291" name="Rectangle 3">
            <a:extLst>
              <a:ext uri="{FF2B5EF4-FFF2-40B4-BE49-F238E27FC236}">
                <a16:creationId xmlns:a16="http://schemas.microsoft.com/office/drawing/2014/main" id="{F723CB1B-01C6-C749-A250-788370A4362A}"/>
              </a:ext>
            </a:extLst>
          </p:cNvPr>
          <p:cNvSpPr>
            <a:spLocks noGrp="1" noChangeArrowheads="1"/>
          </p:cNvSpPr>
          <p:nvPr>
            <p:ph type="body" idx="1"/>
          </p:nvPr>
        </p:nvSpPr>
        <p:spPr>
          <a:xfrm>
            <a:off x="185057" y="1048261"/>
            <a:ext cx="8773886" cy="3671888"/>
          </a:xfrm>
        </p:spPr>
        <p:txBody>
          <a:bodyPr/>
          <a:lstStyle/>
          <a:p>
            <a:pPr eaLnBrk="1" hangingPunct="1"/>
            <a:r>
              <a:rPr lang="zh-CN" altLang="en-US" dirty="0">
                <a:latin typeface="Times New Roman" panose="02020603050405020304" pitchFamily="18" charset="0"/>
                <a:ea typeface="宋体" panose="02010600030101010101" pitchFamily="2" charset="-122"/>
              </a:rPr>
              <a:t>协议必须把所有</a:t>
            </a:r>
            <a:r>
              <a:rPr lang="zh-CN" altLang="en-US" dirty="0">
                <a:solidFill>
                  <a:srgbClr val="CC0000"/>
                </a:solidFill>
                <a:latin typeface="Times New Roman" panose="02020603050405020304" pitchFamily="18" charset="0"/>
                <a:ea typeface="宋体" panose="02010600030101010101" pitchFamily="2" charset="-122"/>
              </a:rPr>
              <a:t>不利的条件</a:t>
            </a:r>
            <a:r>
              <a:rPr lang="zh-CN" altLang="en-US" dirty="0">
                <a:latin typeface="Times New Roman" panose="02020603050405020304" pitchFamily="18" charset="0"/>
                <a:ea typeface="宋体" panose="02010600030101010101" pitchFamily="2" charset="-122"/>
              </a:rPr>
              <a:t>事先都估计到，而</a:t>
            </a:r>
            <a:r>
              <a:rPr lang="zh-CN" altLang="en-US" dirty="0">
                <a:solidFill>
                  <a:srgbClr val="CC0000"/>
                </a:solidFill>
                <a:latin typeface="Times New Roman" panose="02020603050405020304" pitchFamily="18" charset="0"/>
                <a:ea typeface="宋体" panose="02010600030101010101" pitchFamily="2" charset="-122"/>
              </a:rPr>
              <a:t>不能假定</a:t>
            </a:r>
            <a:r>
              <a:rPr lang="zh-CN" altLang="en-US" dirty="0">
                <a:latin typeface="Times New Roman" panose="02020603050405020304" pitchFamily="18" charset="0"/>
                <a:ea typeface="宋体" panose="02010600030101010101" pitchFamily="2" charset="-122"/>
              </a:rPr>
              <a:t>一切都是正常的和非常理想的。 </a:t>
            </a:r>
          </a:p>
          <a:p>
            <a:pPr eaLnBrk="1" hangingPunct="1"/>
            <a:r>
              <a:rPr lang="zh-CN" altLang="en-US" dirty="0">
                <a:latin typeface="Times New Roman" panose="02020603050405020304" pitchFamily="18" charset="0"/>
                <a:ea typeface="宋体" panose="02010600030101010101" pitchFamily="2" charset="-122"/>
              </a:rPr>
              <a:t>看一个计算机网络协议是否正确，不能光看在正常情况下是否正确，而且还必须非常仔细地检查这个协议</a:t>
            </a:r>
            <a:r>
              <a:rPr lang="zh-CN" altLang="en-US" dirty="0">
                <a:solidFill>
                  <a:srgbClr val="CC0000"/>
                </a:solidFill>
                <a:latin typeface="Times New Roman" panose="02020603050405020304" pitchFamily="18" charset="0"/>
                <a:ea typeface="宋体" panose="02010600030101010101" pitchFamily="2" charset="-122"/>
              </a:rPr>
              <a:t>能否应付各种异常情况</a:t>
            </a:r>
            <a:r>
              <a:rPr lang="zh-CN" altLang="en-US" dirty="0">
                <a:latin typeface="Times New Roman" panose="02020603050405020304" pitchFamily="18" charset="0"/>
                <a:ea typeface="宋体" panose="02010600030101010101" pitchFamily="2" charset="-122"/>
              </a:rPr>
              <a:t>。 </a:t>
            </a:r>
          </a:p>
        </p:txBody>
      </p:sp>
      <p:sp>
        <p:nvSpPr>
          <p:cNvPr id="263171" name="幻灯片编号占位符 1">
            <a:extLst>
              <a:ext uri="{FF2B5EF4-FFF2-40B4-BE49-F238E27FC236}">
                <a16:creationId xmlns:a16="http://schemas.microsoft.com/office/drawing/2014/main" id="{D7AF863C-8190-9D41-A7C5-2C2D867EF9A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0DDE79-C6F0-D243-B90D-8D3955F5E47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846070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2">
            <a:extLst>
              <a:ext uri="{FF2B5EF4-FFF2-40B4-BE49-F238E27FC236}">
                <a16:creationId xmlns:a16="http://schemas.microsoft.com/office/drawing/2014/main" id="{2F3D6728-874C-1340-B535-945963CBC28A}"/>
              </a:ext>
            </a:extLst>
          </p:cNvPr>
          <p:cNvSpPr>
            <a:spLocks noGrp="1" noChangeArrowheads="1"/>
          </p:cNvSpPr>
          <p:nvPr>
            <p:ph type="title"/>
          </p:nvPr>
        </p:nvSpPr>
        <p:spPr>
          <a:xfrm>
            <a:off x="163286" y="160735"/>
            <a:ext cx="8741228" cy="790575"/>
          </a:xfrm>
        </p:spPr>
        <p:txBody>
          <a:bodyPr/>
          <a:lstStyle/>
          <a:p>
            <a:pPr eaLnBrk="1" hangingPunct="1"/>
            <a:r>
              <a:rPr lang="zh-CN" altLang="en-US" dirty="0">
                <a:latin typeface="Times New Roman" panose="02020603050405020304" pitchFamily="18" charset="0"/>
                <a:ea typeface="宋体" panose="02010600030101010101" pitchFamily="2" charset="-122"/>
              </a:rPr>
              <a:t>著名的协议举例</a:t>
            </a:r>
            <a:endParaRPr lang="en-US" altLang="zh-CN" dirty="0">
              <a:latin typeface="Times New Roman" panose="02020603050405020304" pitchFamily="18" charset="0"/>
              <a:ea typeface="宋体" panose="02010600030101010101" pitchFamily="2" charset="-122"/>
            </a:endParaRPr>
          </a:p>
        </p:txBody>
      </p:sp>
      <p:sp>
        <p:nvSpPr>
          <p:cNvPr id="141315" name="Rectangle 3">
            <a:extLst>
              <a:ext uri="{FF2B5EF4-FFF2-40B4-BE49-F238E27FC236}">
                <a16:creationId xmlns:a16="http://schemas.microsoft.com/office/drawing/2014/main" id="{7597E6BB-C2B0-D54E-BFC3-4ECF52BB08F0}"/>
              </a:ext>
            </a:extLst>
          </p:cNvPr>
          <p:cNvSpPr>
            <a:spLocks noGrp="1" noChangeArrowheads="1"/>
          </p:cNvSpPr>
          <p:nvPr>
            <p:ph type="body" idx="1"/>
          </p:nvPr>
        </p:nvSpPr>
        <p:spPr>
          <a:xfrm>
            <a:off x="163286" y="951310"/>
            <a:ext cx="8741228" cy="3714750"/>
          </a:xfrm>
        </p:spPr>
        <p:txBody>
          <a:bodyPr/>
          <a:lstStyle/>
          <a:p>
            <a:pPr eaLnBrk="1" hangingPunct="1">
              <a:lnSpc>
                <a:spcPct val="90000"/>
              </a:lnSpc>
            </a:pPr>
            <a:r>
              <a:rPr lang="zh-CN" altLang="en-US" sz="2100" dirty="0">
                <a:ea typeface="宋体" panose="02010600030101010101" pitchFamily="2" charset="-122"/>
              </a:rPr>
              <a:t>占据东、西两个山顶的蓝军</a:t>
            </a:r>
            <a:r>
              <a:rPr lang="en-US" altLang="zh-CN" sz="2100" dirty="0">
                <a:ea typeface="宋体" panose="02010600030101010101" pitchFamily="2" charset="-122"/>
              </a:rPr>
              <a:t>1</a:t>
            </a:r>
            <a:r>
              <a:rPr lang="zh-CN" altLang="en-US" sz="2100" dirty="0">
                <a:ea typeface="宋体" panose="02010600030101010101" pitchFamily="2" charset="-122"/>
              </a:rPr>
              <a:t>和蓝军</a:t>
            </a:r>
            <a:r>
              <a:rPr lang="en-US" altLang="zh-CN" sz="2100" dirty="0">
                <a:ea typeface="宋体" panose="02010600030101010101" pitchFamily="2" charset="-122"/>
              </a:rPr>
              <a:t>2</a:t>
            </a:r>
            <a:r>
              <a:rPr lang="zh-CN" altLang="en-US" sz="2100" dirty="0">
                <a:ea typeface="宋体" panose="02010600030101010101" pitchFamily="2" charset="-122"/>
              </a:rPr>
              <a:t>与驻扎在山谷的白军作战。其力量对比是：单独的蓝军</a:t>
            </a:r>
            <a:r>
              <a:rPr lang="en-US" altLang="zh-CN" sz="2100" dirty="0">
                <a:ea typeface="宋体" panose="02010600030101010101" pitchFamily="2" charset="-122"/>
              </a:rPr>
              <a:t>1</a:t>
            </a:r>
            <a:r>
              <a:rPr lang="zh-CN" altLang="en-US" sz="2100" dirty="0">
                <a:ea typeface="宋体" panose="02010600030101010101" pitchFamily="2" charset="-122"/>
              </a:rPr>
              <a:t>或蓝军</a:t>
            </a:r>
            <a:r>
              <a:rPr lang="en-US" altLang="zh-CN" sz="2100" dirty="0">
                <a:ea typeface="宋体" panose="02010600030101010101" pitchFamily="2" charset="-122"/>
              </a:rPr>
              <a:t>2</a:t>
            </a:r>
            <a:r>
              <a:rPr lang="zh-CN" altLang="en-US" sz="2100" dirty="0">
                <a:ea typeface="宋体" panose="02010600030101010101" pitchFamily="2" charset="-122"/>
              </a:rPr>
              <a:t>打不过白军，但蓝军</a:t>
            </a:r>
            <a:r>
              <a:rPr lang="en-US" altLang="zh-CN" sz="2100" dirty="0">
                <a:ea typeface="宋体" panose="02010600030101010101" pitchFamily="2" charset="-122"/>
              </a:rPr>
              <a:t>1</a:t>
            </a:r>
            <a:r>
              <a:rPr lang="zh-CN" altLang="en-US" sz="2100" dirty="0">
                <a:ea typeface="宋体" panose="02010600030101010101" pitchFamily="2" charset="-122"/>
              </a:rPr>
              <a:t>和蓝军</a:t>
            </a:r>
            <a:r>
              <a:rPr lang="en-US" altLang="zh-CN" sz="2100" dirty="0">
                <a:ea typeface="宋体" panose="02010600030101010101" pitchFamily="2" charset="-122"/>
              </a:rPr>
              <a:t>2</a:t>
            </a:r>
            <a:r>
              <a:rPr lang="zh-CN" altLang="en-US" sz="2100" dirty="0">
                <a:ea typeface="宋体" panose="02010600030101010101" pitchFamily="2" charset="-122"/>
              </a:rPr>
              <a:t>协同作战则可战胜白军。现蓝军</a:t>
            </a:r>
            <a:r>
              <a:rPr lang="en-US" altLang="zh-CN" sz="2100" dirty="0">
                <a:ea typeface="宋体" panose="02010600030101010101" pitchFamily="2" charset="-122"/>
              </a:rPr>
              <a:t>1</a:t>
            </a:r>
            <a:r>
              <a:rPr lang="zh-CN" altLang="en-US" sz="2100" dirty="0">
                <a:ea typeface="宋体" panose="02010600030101010101" pitchFamily="2" charset="-122"/>
              </a:rPr>
              <a:t>拟于次日正午向白军发起攻击。于是用计算机发送电文给蓝军</a:t>
            </a:r>
            <a:r>
              <a:rPr lang="en-US" altLang="zh-CN" sz="2100" dirty="0">
                <a:ea typeface="宋体" panose="02010600030101010101" pitchFamily="2" charset="-122"/>
              </a:rPr>
              <a:t>2</a:t>
            </a:r>
            <a:r>
              <a:rPr lang="zh-CN" altLang="en-US" sz="2100" dirty="0">
                <a:ea typeface="宋体" panose="02010600030101010101" pitchFamily="2" charset="-122"/>
              </a:rPr>
              <a:t>。但通信线路很不好，电文出错或丢失的可能性较大（没有电话可使用）。因此要求收到电文的友军必须送回一个确认电文。但此确认电文也可能出错或丢失。试问能否设计出一种协议使得蓝军</a:t>
            </a:r>
            <a:r>
              <a:rPr lang="en-US" altLang="zh-CN" sz="2100" dirty="0">
                <a:ea typeface="宋体" panose="02010600030101010101" pitchFamily="2" charset="-122"/>
              </a:rPr>
              <a:t>1</a:t>
            </a:r>
            <a:r>
              <a:rPr lang="zh-CN" altLang="en-US" sz="2100" dirty="0">
                <a:ea typeface="宋体" panose="02010600030101010101" pitchFamily="2" charset="-122"/>
              </a:rPr>
              <a:t>和蓝军</a:t>
            </a:r>
            <a:r>
              <a:rPr lang="en-US" altLang="zh-CN" sz="2100" dirty="0">
                <a:ea typeface="宋体" panose="02010600030101010101" pitchFamily="2" charset="-122"/>
              </a:rPr>
              <a:t>2</a:t>
            </a:r>
            <a:r>
              <a:rPr lang="zh-CN" altLang="en-US" sz="2100" dirty="0">
                <a:ea typeface="宋体" panose="02010600030101010101" pitchFamily="2" charset="-122"/>
              </a:rPr>
              <a:t>能够实现协同作战因而一定（即</a:t>
            </a:r>
            <a:r>
              <a:rPr lang="en-US" altLang="zh-CN" sz="2100" dirty="0">
                <a:ea typeface="宋体" panose="02010600030101010101" pitchFamily="2" charset="-122"/>
              </a:rPr>
              <a:t>100 %</a:t>
            </a:r>
            <a:r>
              <a:rPr lang="zh-CN" altLang="en-US" sz="2100" dirty="0">
                <a:ea typeface="宋体" panose="02010600030101010101" pitchFamily="2" charset="-122"/>
              </a:rPr>
              <a:t>而不是</a:t>
            </a:r>
            <a:r>
              <a:rPr lang="en-US" altLang="zh-CN" sz="2100" dirty="0">
                <a:ea typeface="宋体" panose="02010600030101010101" pitchFamily="2" charset="-122"/>
              </a:rPr>
              <a:t>99.999…%</a:t>
            </a:r>
            <a:r>
              <a:rPr lang="zh-CN" altLang="en-US" sz="2100" dirty="0">
                <a:ea typeface="宋体" panose="02010600030101010101" pitchFamily="2" charset="-122"/>
              </a:rPr>
              <a:t>）取得胜利？ </a:t>
            </a:r>
          </a:p>
        </p:txBody>
      </p:sp>
      <p:sp>
        <p:nvSpPr>
          <p:cNvPr id="265219" name="幻灯片编号占位符 1">
            <a:extLst>
              <a:ext uri="{FF2B5EF4-FFF2-40B4-BE49-F238E27FC236}">
                <a16:creationId xmlns:a16="http://schemas.microsoft.com/office/drawing/2014/main" id="{0E52B8DE-FD83-6940-BDBD-F5063515E3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54A7A14-AD9A-2046-B375-28644B73B8B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121</a:t>
            </a:fld>
            <a:endParaRPr lang="en-US" altLang="zh-CN" sz="1050">
              <a:solidFill>
                <a:schemeClr val="tx1"/>
              </a:solidFill>
              <a:latin typeface="Tahoma" panose="020B0604030504040204" pitchFamily="34" charset="0"/>
              <a:ea typeface="宋体" panose="02010600030101010101" pitchFamily="2" charset="-122"/>
            </a:endParaRPr>
          </a:p>
        </p:txBody>
      </p:sp>
      <p:pic>
        <p:nvPicPr>
          <p:cNvPr id="5" name="Picture 4">
            <a:extLst>
              <a:ext uri="{FF2B5EF4-FFF2-40B4-BE49-F238E27FC236}">
                <a16:creationId xmlns:a16="http://schemas.microsoft.com/office/drawing/2014/main" id="{F14D532D-3B96-1246-98B9-63C4E5C1BC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494" y="3310333"/>
            <a:ext cx="6500812" cy="176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00305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7265" name="Freeform 2">
            <a:extLst>
              <a:ext uri="{FF2B5EF4-FFF2-40B4-BE49-F238E27FC236}">
                <a16:creationId xmlns:a16="http://schemas.microsoft.com/office/drawing/2014/main" id="{E5449ACC-D582-7D42-B172-D21842B5E051}"/>
              </a:ext>
            </a:extLst>
          </p:cNvPr>
          <p:cNvSpPr>
            <a:spLocks/>
          </p:cNvSpPr>
          <p:nvPr/>
        </p:nvSpPr>
        <p:spPr bwMode="auto">
          <a:xfrm>
            <a:off x="1181100" y="3721894"/>
            <a:ext cx="6730604" cy="1416844"/>
          </a:xfrm>
          <a:custGeom>
            <a:avLst/>
            <a:gdLst>
              <a:gd name="T0" fmla="*/ 0 w 5653"/>
              <a:gd name="T1" fmla="*/ 2147483646 h 1190"/>
              <a:gd name="T2" fmla="*/ 2147483646 w 5653"/>
              <a:gd name="T3" fmla="*/ 2147483646 h 1190"/>
              <a:gd name="T4" fmla="*/ 2147483646 w 5653"/>
              <a:gd name="T5" fmla="*/ 2147483646 h 1190"/>
              <a:gd name="T6" fmla="*/ 2147483646 w 5653"/>
              <a:gd name="T7" fmla="*/ 2147483646 h 1190"/>
              <a:gd name="T8" fmla="*/ 2147483646 w 5653"/>
              <a:gd name="T9" fmla="*/ 2147483646 h 1190"/>
              <a:gd name="T10" fmla="*/ 2147483646 w 5653"/>
              <a:gd name="T11" fmla="*/ 2147483646 h 1190"/>
              <a:gd name="T12" fmla="*/ 2147483646 w 5653"/>
              <a:gd name="T13" fmla="*/ 2147483646 h 1190"/>
              <a:gd name="T14" fmla="*/ 2147483646 w 5653"/>
              <a:gd name="T15" fmla="*/ 2147483646 h 1190"/>
              <a:gd name="T16" fmla="*/ 2147483646 w 5653"/>
              <a:gd name="T17" fmla="*/ 2147483646 h 1190"/>
              <a:gd name="T18" fmla="*/ 2147483646 w 5653"/>
              <a:gd name="T19" fmla="*/ 2147483646 h 1190"/>
              <a:gd name="T20" fmla="*/ 2147483646 w 5653"/>
              <a:gd name="T21" fmla="*/ 2147483646 h 1190"/>
              <a:gd name="T22" fmla="*/ 2147483646 w 5653"/>
              <a:gd name="T23" fmla="*/ 2147483646 h 1190"/>
              <a:gd name="T24" fmla="*/ 2147483646 w 5653"/>
              <a:gd name="T25" fmla="*/ 2147483646 h 1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663300"/>
          </a:solidFill>
          <a:ln w="9525">
            <a:solidFill>
              <a:schemeClr val="tx1"/>
            </a:solidFill>
            <a:round/>
            <a:headEnd/>
            <a:tailEnd/>
          </a:ln>
        </p:spPr>
        <p:txBody>
          <a:bodyPr wrap="none" anchor="ctr"/>
          <a:lstStyle/>
          <a:p>
            <a:endParaRPr lang="zh-CN" altLang="en-US"/>
          </a:p>
        </p:txBody>
      </p:sp>
      <p:sp>
        <p:nvSpPr>
          <p:cNvPr id="267266" name="Line 3">
            <a:extLst>
              <a:ext uri="{FF2B5EF4-FFF2-40B4-BE49-F238E27FC236}">
                <a16:creationId xmlns:a16="http://schemas.microsoft.com/office/drawing/2014/main" id="{9FD7B1A5-11BE-EE46-81E2-66C51D7FCB15}"/>
              </a:ext>
            </a:extLst>
          </p:cNvPr>
          <p:cNvSpPr>
            <a:spLocks noChangeShapeType="1"/>
          </p:cNvSpPr>
          <p:nvPr/>
        </p:nvSpPr>
        <p:spPr bwMode="auto">
          <a:xfrm>
            <a:off x="2400300" y="3314700"/>
            <a:ext cx="0" cy="5143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67" name="AutoShape 4">
            <a:extLst>
              <a:ext uri="{FF2B5EF4-FFF2-40B4-BE49-F238E27FC236}">
                <a16:creationId xmlns:a16="http://schemas.microsoft.com/office/drawing/2014/main" id="{E149BE71-3E0C-AE42-BB87-746FED4CF604}"/>
              </a:ext>
            </a:extLst>
          </p:cNvPr>
          <p:cNvSpPr>
            <a:spLocks noChangeArrowheads="1"/>
          </p:cNvSpPr>
          <p:nvPr/>
        </p:nvSpPr>
        <p:spPr bwMode="auto">
          <a:xfrm rot="21347061">
            <a:off x="2400300" y="3314700"/>
            <a:ext cx="628650" cy="400050"/>
          </a:xfrm>
          <a:prstGeom prst="wave">
            <a:avLst>
              <a:gd name="adj1" fmla="val 12500"/>
              <a:gd name="adj2" fmla="val -1639"/>
            </a:avLst>
          </a:prstGeom>
          <a:solidFill>
            <a:srgbClr val="33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68" name="Line 5">
            <a:extLst>
              <a:ext uri="{FF2B5EF4-FFF2-40B4-BE49-F238E27FC236}">
                <a16:creationId xmlns:a16="http://schemas.microsoft.com/office/drawing/2014/main" id="{ABA0ACEA-73B5-4D44-A3D7-7037D83507CB}"/>
              </a:ext>
            </a:extLst>
          </p:cNvPr>
          <p:cNvSpPr>
            <a:spLocks noChangeShapeType="1"/>
          </p:cNvSpPr>
          <p:nvPr/>
        </p:nvSpPr>
        <p:spPr bwMode="auto">
          <a:xfrm>
            <a:off x="6800850" y="3429000"/>
            <a:ext cx="0" cy="5143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69" name="AutoShape 6">
            <a:extLst>
              <a:ext uri="{FF2B5EF4-FFF2-40B4-BE49-F238E27FC236}">
                <a16:creationId xmlns:a16="http://schemas.microsoft.com/office/drawing/2014/main" id="{416FA85D-EF21-A642-A1AA-B4E4341FEE13}"/>
              </a:ext>
            </a:extLst>
          </p:cNvPr>
          <p:cNvSpPr>
            <a:spLocks noChangeArrowheads="1"/>
          </p:cNvSpPr>
          <p:nvPr/>
        </p:nvSpPr>
        <p:spPr bwMode="auto">
          <a:xfrm rot="21347061">
            <a:off x="6800850" y="3429000"/>
            <a:ext cx="628650" cy="400050"/>
          </a:xfrm>
          <a:prstGeom prst="wave">
            <a:avLst>
              <a:gd name="adj1" fmla="val 12500"/>
              <a:gd name="adj2" fmla="val -1639"/>
            </a:avLst>
          </a:prstGeom>
          <a:solidFill>
            <a:srgbClr val="33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70" name="AutoShape 7">
            <a:extLst>
              <a:ext uri="{FF2B5EF4-FFF2-40B4-BE49-F238E27FC236}">
                <a16:creationId xmlns:a16="http://schemas.microsoft.com/office/drawing/2014/main" id="{54C2ACDF-A8C4-8244-BEB7-86714C03C5F6}"/>
              </a:ext>
            </a:extLst>
          </p:cNvPr>
          <p:cNvSpPr>
            <a:spLocks noChangeArrowheads="1"/>
          </p:cNvSpPr>
          <p:nvPr/>
        </p:nvSpPr>
        <p:spPr bwMode="auto">
          <a:xfrm rot="21347061">
            <a:off x="4644628" y="4394597"/>
            <a:ext cx="957263" cy="571500"/>
          </a:xfrm>
          <a:prstGeom prst="wave">
            <a:avLst>
              <a:gd name="adj1" fmla="val 12500"/>
              <a:gd name="adj2" fmla="val -1639"/>
            </a:avLst>
          </a:prstGeom>
          <a:solidFill>
            <a:schemeClr val="bg1"/>
          </a:solidFill>
          <a:ln w="952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71" name="Line 8">
            <a:extLst>
              <a:ext uri="{FF2B5EF4-FFF2-40B4-BE49-F238E27FC236}">
                <a16:creationId xmlns:a16="http://schemas.microsoft.com/office/drawing/2014/main" id="{0589F667-2AC1-944C-A2FD-CFAB6E26D66E}"/>
              </a:ext>
            </a:extLst>
          </p:cNvPr>
          <p:cNvSpPr>
            <a:spLocks noChangeShapeType="1"/>
          </p:cNvSpPr>
          <p:nvPr/>
        </p:nvSpPr>
        <p:spPr bwMode="auto">
          <a:xfrm>
            <a:off x="4670822" y="4400550"/>
            <a:ext cx="0" cy="6465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2345" name="Group 9">
            <a:extLst>
              <a:ext uri="{FF2B5EF4-FFF2-40B4-BE49-F238E27FC236}">
                <a16:creationId xmlns:a16="http://schemas.microsoft.com/office/drawing/2014/main" id="{739915D8-7DB9-334E-88CC-4C92DC681B7B}"/>
              </a:ext>
            </a:extLst>
          </p:cNvPr>
          <p:cNvGrpSpPr>
            <a:grpSpLocks/>
          </p:cNvGrpSpPr>
          <p:nvPr/>
        </p:nvGrpSpPr>
        <p:grpSpPr bwMode="auto">
          <a:xfrm>
            <a:off x="1331119" y="228600"/>
            <a:ext cx="2628900" cy="685800"/>
            <a:chOff x="912" y="192"/>
            <a:chExt cx="2208" cy="576"/>
          </a:xfrm>
        </p:grpSpPr>
        <p:sp>
          <p:nvSpPr>
            <p:cNvPr id="267290" name="AutoShape 10">
              <a:extLst>
                <a:ext uri="{FF2B5EF4-FFF2-40B4-BE49-F238E27FC236}">
                  <a16:creationId xmlns:a16="http://schemas.microsoft.com/office/drawing/2014/main" id="{AD93CF40-43EE-4E41-97E5-9B5E1F9BB6B2}"/>
                </a:ext>
              </a:extLst>
            </p:cNvPr>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42347" name="Text Box 11">
              <a:extLst>
                <a:ext uri="{FF2B5EF4-FFF2-40B4-BE49-F238E27FC236}">
                  <a16:creationId xmlns:a16="http://schemas.microsoft.com/office/drawing/2014/main" id="{9D09C2D4-8A5E-3342-B16E-C03217F13769}"/>
                </a:ext>
              </a:extLst>
            </p:cNvPr>
            <p:cNvSpPr txBox="1">
              <a:spLocks noChangeArrowheads="1"/>
            </p:cNvSpPr>
            <p:nvPr/>
          </p:nvSpPr>
          <p:spPr bwMode="auto">
            <a:xfrm>
              <a:off x="912" y="336"/>
              <a:ext cx="2094" cy="3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a:solidFill>
                    <a:srgbClr val="FFFF00"/>
                  </a:solidFill>
                  <a:effectLst>
                    <a:outerShdw blurRad="38100" dist="38100" dir="2700000" algn="tl">
                      <a:srgbClr val="C0C0C0"/>
                    </a:outerShdw>
                  </a:effectLst>
                  <a:latin typeface="Times New Roman" panose="02020603050405020304" pitchFamily="18" charset="0"/>
                </a:rPr>
                <a:t>明日正午进攻，如何？</a:t>
              </a:r>
            </a:p>
          </p:txBody>
        </p:sp>
      </p:grpSp>
      <p:grpSp>
        <p:nvGrpSpPr>
          <p:cNvPr id="142348" name="Group 12">
            <a:extLst>
              <a:ext uri="{FF2B5EF4-FFF2-40B4-BE49-F238E27FC236}">
                <a16:creationId xmlns:a16="http://schemas.microsoft.com/office/drawing/2014/main" id="{75D006B5-B8AA-3A40-8CA0-0D23F4362DDC}"/>
              </a:ext>
            </a:extLst>
          </p:cNvPr>
          <p:cNvGrpSpPr>
            <a:grpSpLocks/>
          </p:cNvGrpSpPr>
          <p:nvPr/>
        </p:nvGrpSpPr>
        <p:grpSpPr bwMode="auto">
          <a:xfrm>
            <a:off x="5075635" y="800100"/>
            <a:ext cx="2628900" cy="685800"/>
            <a:chOff x="3303" y="672"/>
            <a:chExt cx="2208" cy="576"/>
          </a:xfrm>
        </p:grpSpPr>
        <p:sp>
          <p:nvSpPr>
            <p:cNvPr id="267288" name="AutoShape 13">
              <a:extLst>
                <a:ext uri="{FF2B5EF4-FFF2-40B4-BE49-F238E27FC236}">
                  <a16:creationId xmlns:a16="http://schemas.microsoft.com/office/drawing/2014/main" id="{7C2851AF-B37A-9847-9B17-167B39142DCB}"/>
                </a:ext>
              </a:extLst>
            </p:cNvPr>
            <p:cNvSpPr>
              <a:spLocks noChangeArrowheads="1"/>
            </p:cNvSpPr>
            <p:nvPr/>
          </p:nvSpPr>
          <p:spPr bwMode="auto">
            <a:xfrm rot="10800000">
              <a:off x="3303" y="672"/>
              <a:ext cx="2208" cy="576"/>
            </a:xfrm>
            <a:prstGeom prst="rightArrow">
              <a:avLst>
                <a:gd name="adj1" fmla="val 50000"/>
                <a:gd name="adj2" fmla="val 95833"/>
              </a:avLst>
            </a:prstGeom>
            <a:solidFill>
              <a:srgbClr val="FFFF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89" name="Text Box 14">
              <a:extLst>
                <a:ext uri="{FF2B5EF4-FFF2-40B4-BE49-F238E27FC236}">
                  <a16:creationId xmlns:a16="http://schemas.microsoft.com/office/drawing/2014/main" id="{3A1CAB9D-F19D-A647-ABDF-1AB5B8648DE0}"/>
                </a:ext>
              </a:extLst>
            </p:cNvPr>
            <p:cNvSpPr txBox="1">
              <a:spLocks noChangeArrowheads="1"/>
            </p:cNvSpPr>
            <p:nvPr/>
          </p:nvSpPr>
          <p:spPr bwMode="auto">
            <a:xfrm>
              <a:off x="3907" y="816"/>
              <a:ext cx="5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同意</a:t>
              </a:r>
            </a:p>
          </p:txBody>
        </p:sp>
      </p:grpSp>
      <p:grpSp>
        <p:nvGrpSpPr>
          <p:cNvPr id="142351" name="Group 15">
            <a:extLst>
              <a:ext uri="{FF2B5EF4-FFF2-40B4-BE49-F238E27FC236}">
                <a16:creationId xmlns:a16="http://schemas.microsoft.com/office/drawing/2014/main" id="{47CEBBD2-CB19-194B-89B4-1AB1EBB84AB1}"/>
              </a:ext>
            </a:extLst>
          </p:cNvPr>
          <p:cNvGrpSpPr>
            <a:grpSpLocks/>
          </p:cNvGrpSpPr>
          <p:nvPr/>
        </p:nvGrpSpPr>
        <p:grpSpPr bwMode="auto">
          <a:xfrm>
            <a:off x="1331119" y="1314450"/>
            <a:ext cx="2628900" cy="685800"/>
            <a:chOff x="912" y="192"/>
            <a:chExt cx="2208" cy="576"/>
          </a:xfrm>
        </p:grpSpPr>
        <p:sp>
          <p:nvSpPr>
            <p:cNvPr id="267286" name="AutoShape 16">
              <a:extLst>
                <a:ext uri="{FF2B5EF4-FFF2-40B4-BE49-F238E27FC236}">
                  <a16:creationId xmlns:a16="http://schemas.microsoft.com/office/drawing/2014/main" id="{E6CE0921-17E6-B64A-BE3B-C44E69B38BD2}"/>
                </a:ext>
              </a:extLst>
            </p:cNvPr>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42353" name="Text Box 17">
              <a:extLst>
                <a:ext uri="{FF2B5EF4-FFF2-40B4-BE49-F238E27FC236}">
                  <a16:creationId xmlns:a16="http://schemas.microsoft.com/office/drawing/2014/main" id="{6AF7BFC2-F440-8F40-BC0A-C66CFD28C423}"/>
                </a:ext>
              </a:extLst>
            </p:cNvPr>
            <p:cNvSpPr txBox="1">
              <a:spLocks noChangeArrowheads="1"/>
            </p:cNvSpPr>
            <p:nvPr/>
          </p:nvSpPr>
          <p:spPr bwMode="auto">
            <a:xfrm>
              <a:off x="912" y="336"/>
              <a:ext cx="1318" cy="3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a:solidFill>
                    <a:srgbClr val="FFFF00"/>
                  </a:solidFill>
                  <a:effectLst>
                    <a:outerShdw blurRad="38100" dist="38100" dir="2700000" algn="tl">
                      <a:srgbClr val="C0C0C0"/>
                    </a:outerShdw>
                  </a:effectLst>
                  <a:latin typeface="Times New Roman" panose="02020603050405020304" pitchFamily="18" charset="0"/>
                </a:rPr>
                <a:t>收到“同意”</a:t>
              </a:r>
            </a:p>
          </p:txBody>
        </p:sp>
      </p:grpSp>
      <p:grpSp>
        <p:nvGrpSpPr>
          <p:cNvPr id="142354" name="Group 18">
            <a:extLst>
              <a:ext uri="{FF2B5EF4-FFF2-40B4-BE49-F238E27FC236}">
                <a16:creationId xmlns:a16="http://schemas.microsoft.com/office/drawing/2014/main" id="{8F1149A5-327C-BE4C-AD6D-54999191B867}"/>
              </a:ext>
            </a:extLst>
          </p:cNvPr>
          <p:cNvGrpSpPr>
            <a:grpSpLocks/>
          </p:cNvGrpSpPr>
          <p:nvPr/>
        </p:nvGrpSpPr>
        <p:grpSpPr bwMode="auto">
          <a:xfrm>
            <a:off x="5075635" y="1828800"/>
            <a:ext cx="2628900" cy="685800"/>
            <a:chOff x="3303" y="1536"/>
            <a:chExt cx="2208" cy="576"/>
          </a:xfrm>
        </p:grpSpPr>
        <p:sp>
          <p:nvSpPr>
            <p:cNvPr id="267284" name="AutoShape 19">
              <a:extLst>
                <a:ext uri="{FF2B5EF4-FFF2-40B4-BE49-F238E27FC236}">
                  <a16:creationId xmlns:a16="http://schemas.microsoft.com/office/drawing/2014/main" id="{A5CE80D0-330E-5746-B9D8-1472144B857A}"/>
                </a:ext>
              </a:extLst>
            </p:cNvPr>
            <p:cNvSpPr>
              <a:spLocks noChangeArrowheads="1"/>
            </p:cNvSpPr>
            <p:nvPr/>
          </p:nvSpPr>
          <p:spPr bwMode="auto">
            <a:xfrm rot="10800000">
              <a:off x="3303" y="1536"/>
              <a:ext cx="2208" cy="576"/>
            </a:xfrm>
            <a:prstGeom prst="rightArrow">
              <a:avLst>
                <a:gd name="adj1" fmla="val 50000"/>
                <a:gd name="adj2" fmla="val 95833"/>
              </a:avLst>
            </a:prstGeom>
            <a:solidFill>
              <a:srgbClr val="FFFF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85" name="Text Box 20">
              <a:extLst>
                <a:ext uri="{FF2B5EF4-FFF2-40B4-BE49-F238E27FC236}">
                  <a16:creationId xmlns:a16="http://schemas.microsoft.com/office/drawing/2014/main" id="{C9F5A75C-2C31-FB4C-8AD1-F042FA116D14}"/>
                </a:ext>
              </a:extLst>
            </p:cNvPr>
            <p:cNvSpPr txBox="1">
              <a:spLocks noChangeArrowheads="1"/>
            </p:cNvSpPr>
            <p:nvPr/>
          </p:nvSpPr>
          <p:spPr bwMode="auto">
            <a:xfrm>
              <a:off x="3495" y="1680"/>
              <a:ext cx="190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收到</a:t>
              </a:r>
              <a:r>
                <a:rPr kumimoji="1" lang="zh-CN" altLang="en-US" sz="1800">
                  <a:solidFill>
                    <a:schemeClr val="tx1"/>
                  </a:solidFill>
                  <a:ea typeface="宋体" panose="02010600030101010101" pitchFamily="2" charset="-122"/>
                </a:rPr>
                <a:t>：</a:t>
              </a:r>
              <a:r>
                <a:rPr kumimoji="1" lang="zh-CN" altLang="en-US" sz="1800">
                  <a:solidFill>
                    <a:schemeClr val="tx2"/>
                  </a:solidFill>
                  <a:ea typeface="宋体" panose="02010600030101010101" pitchFamily="2" charset="-122"/>
                </a:rPr>
                <a:t>收到“同意”</a:t>
              </a:r>
              <a:endParaRPr kumimoji="1" lang="zh-CN" altLang="en-US" sz="1800">
                <a:solidFill>
                  <a:schemeClr val="tx1"/>
                </a:solidFill>
                <a:ea typeface="宋体" panose="02010600030101010101" pitchFamily="2" charset="-122"/>
              </a:endParaRPr>
            </a:p>
          </p:txBody>
        </p:sp>
      </p:grpSp>
      <p:sp>
        <p:nvSpPr>
          <p:cNvPr id="142357" name="Text Box 21">
            <a:extLst>
              <a:ext uri="{FF2B5EF4-FFF2-40B4-BE49-F238E27FC236}">
                <a16:creationId xmlns:a16="http://schemas.microsoft.com/office/drawing/2014/main" id="{FF36E522-19A2-AD43-8476-4D554B270808}"/>
              </a:ext>
            </a:extLst>
          </p:cNvPr>
          <p:cNvSpPr txBox="1">
            <a:spLocks noChangeArrowheads="1"/>
          </p:cNvSpPr>
          <p:nvPr/>
        </p:nvSpPr>
        <p:spPr bwMode="auto">
          <a:xfrm>
            <a:off x="1871663" y="2158604"/>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58" name="Text Box 22">
            <a:extLst>
              <a:ext uri="{FF2B5EF4-FFF2-40B4-BE49-F238E27FC236}">
                <a16:creationId xmlns:a16="http://schemas.microsoft.com/office/drawing/2014/main" id="{3D9017C3-1FC7-8E4F-B0F2-9DE7E24DA6C6}"/>
              </a:ext>
            </a:extLst>
          </p:cNvPr>
          <p:cNvSpPr txBox="1">
            <a:spLocks noChangeArrowheads="1"/>
          </p:cNvSpPr>
          <p:nvPr/>
        </p:nvSpPr>
        <p:spPr bwMode="auto">
          <a:xfrm>
            <a:off x="6397229" y="2490788"/>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59" name="Text Box 23">
            <a:extLst>
              <a:ext uri="{FF2B5EF4-FFF2-40B4-BE49-F238E27FC236}">
                <a16:creationId xmlns:a16="http://schemas.microsoft.com/office/drawing/2014/main" id="{B2606F57-A5C9-074C-9586-F2C461581540}"/>
              </a:ext>
            </a:extLst>
          </p:cNvPr>
          <p:cNvSpPr txBox="1">
            <a:spLocks noChangeArrowheads="1"/>
          </p:cNvSpPr>
          <p:nvPr/>
        </p:nvSpPr>
        <p:spPr bwMode="auto">
          <a:xfrm>
            <a:off x="1871663" y="2171700"/>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0" name="Text Box 24">
            <a:extLst>
              <a:ext uri="{FF2B5EF4-FFF2-40B4-BE49-F238E27FC236}">
                <a16:creationId xmlns:a16="http://schemas.microsoft.com/office/drawing/2014/main" id="{1BCD3508-7DCB-874D-BCE1-937F0D9603D8}"/>
              </a:ext>
            </a:extLst>
          </p:cNvPr>
          <p:cNvSpPr txBox="1">
            <a:spLocks noChangeArrowheads="1"/>
          </p:cNvSpPr>
          <p:nvPr/>
        </p:nvSpPr>
        <p:spPr bwMode="auto">
          <a:xfrm>
            <a:off x="6397229" y="2503885"/>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1" name="Text Box 25">
            <a:extLst>
              <a:ext uri="{FF2B5EF4-FFF2-40B4-BE49-F238E27FC236}">
                <a16:creationId xmlns:a16="http://schemas.microsoft.com/office/drawing/2014/main" id="{FD1AA97E-A135-E941-80A0-BA003418007D}"/>
              </a:ext>
            </a:extLst>
          </p:cNvPr>
          <p:cNvSpPr txBox="1">
            <a:spLocks noChangeArrowheads="1"/>
          </p:cNvSpPr>
          <p:nvPr/>
        </p:nvSpPr>
        <p:spPr bwMode="auto">
          <a:xfrm>
            <a:off x="1871663" y="2184797"/>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2" name="Text Box 26">
            <a:extLst>
              <a:ext uri="{FF2B5EF4-FFF2-40B4-BE49-F238E27FC236}">
                <a16:creationId xmlns:a16="http://schemas.microsoft.com/office/drawing/2014/main" id="{E7F3F412-5D91-A14E-8F19-EF43880B4B60}"/>
              </a:ext>
            </a:extLst>
          </p:cNvPr>
          <p:cNvSpPr txBox="1">
            <a:spLocks noChangeArrowheads="1"/>
          </p:cNvSpPr>
          <p:nvPr/>
        </p:nvSpPr>
        <p:spPr bwMode="auto">
          <a:xfrm>
            <a:off x="6397229" y="2516981"/>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3" name="Text Box 27">
            <a:extLst>
              <a:ext uri="{FF2B5EF4-FFF2-40B4-BE49-F238E27FC236}">
                <a16:creationId xmlns:a16="http://schemas.microsoft.com/office/drawing/2014/main" id="{BE33966F-8C18-2F42-98AB-B6E77AD400AF}"/>
              </a:ext>
            </a:extLst>
          </p:cNvPr>
          <p:cNvSpPr txBox="1">
            <a:spLocks noChangeArrowheads="1"/>
          </p:cNvSpPr>
          <p:nvPr/>
        </p:nvSpPr>
        <p:spPr bwMode="auto">
          <a:xfrm>
            <a:off x="2303860" y="1329929"/>
            <a:ext cx="4801314" cy="646331"/>
          </a:xfrm>
          <a:prstGeom prst="rect">
            <a:avLst/>
          </a:prstGeom>
          <a:solidFill>
            <a:srgbClr val="FF3300"/>
          </a:solid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lang="zh-CN" altLang="en-US" sz="3600">
                <a:effectLst>
                  <a:outerShdw blurRad="38100" dist="38100" dir="2700000" algn="tl">
                    <a:srgbClr val="FFFFFF"/>
                  </a:outerShdw>
                </a:effectLst>
                <a:latin typeface="Bookman Old Style" panose="02050604050505020204" pitchFamily="18" charset="0"/>
              </a:rPr>
              <a:t>这样的协议无法实现！</a:t>
            </a:r>
          </a:p>
        </p:txBody>
      </p:sp>
      <p:sp>
        <p:nvSpPr>
          <p:cNvPr id="267283" name="幻灯片编号占位符 2">
            <a:extLst>
              <a:ext uri="{FF2B5EF4-FFF2-40B4-BE49-F238E27FC236}">
                <a16:creationId xmlns:a16="http://schemas.microsoft.com/office/drawing/2014/main" id="{4A570C58-4F68-C644-AC99-777130590F9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EB23C5-C6C9-7843-B0CE-A23F443B11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668500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42345"/>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nodeType="afterEffect">
                                  <p:stCondLst>
                                    <p:cond delay="0"/>
                                  </p:stCondLst>
                                  <p:childTnLst>
                                    <p:animMotion origin="layout" path="M 2.77778E-6 -1.11111E-6 L 0.58021 0.00046 " pathEditMode="relative" rAng="0" ptsTypes="AA">
                                      <p:cBhvr>
                                        <p:cTn id="9" dur="5000" fill="hold"/>
                                        <p:tgtEl>
                                          <p:spTgt spid="142345"/>
                                        </p:tgtEl>
                                        <p:attrNameLst>
                                          <p:attrName>ppt_x</p:attrName>
                                          <p:attrName>ppt_y</p:attrName>
                                        </p:attrNameLst>
                                      </p:cBhvr>
                                      <p:rCtr x="29010" y="23"/>
                                    </p:animMotion>
                                  </p:childTnLst>
                                </p:cTn>
                              </p:par>
                            </p:childTnLst>
                          </p:cTn>
                        </p:par>
                        <p:par>
                          <p:cTn id="10" fill="hold" nodeType="afterGroup">
                            <p:stCondLst>
                              <p:cond delay="5000"/>
                            </p:stCondLst>
                            <p:childTnLst>
                              <p:par>
                                <p:cTn id="11" presetID="1" presetClass="entr" presetSubtype="0" fill="hold" nodeType="afterEffect">
                                  <p:stCondLst>
                                    <p:cond delay="500"/>
                                  </p:stCondLst>
                                  <p:childTnLst>
                                    <p:set>
                                      <p:cBhvr>
                                        <p:cTn id="12" dur="1" fill="hold">
                                          <p:stCondLst>
                                            <p:cond delay="0"/>
                                          </p:stCondLst>
                                        </p:cTn>
                                        <p:tgtEl>
                                          <p:spTgt spid="142348"/>
                                        </p:tgtEl>
                                        <p:attrNameLst>
                                          <p:attrName>style.visibility</p:attrName>
                                        </p:attrNameLst>
                                      </p:cBhvr>
                                      <p:to>
                                        <p:strVal val="visible"/>
                                      </p:to>
                                    </p:set>
                                  </p:childTnLst>
                                </p:cTn>
                              </p:par>
                            </p:childTnLst>
                          </p:cTn>
                        </p:par>
                        <p:par>
                          <p:cTn id="13" fill="hold" nodeType="afterGroup">
                            <p:stCondLst>
                              <p:cond delay="5500"/>
                            </p:stCondLst>
                            <p:childTnLst>
                              <p:par>
                                <p:cTn id="14" presetID="35" presetClass="path" presetSubtype="0" accel="50000" decel="50000" fill="hold" nodeType="afterEffect">
                                  <p:stCondLst>
                                    <p:cond delay="0"/>
                                  </p:stCondLst>
                                  <p:childTnLst>
                                    <p:animMotion origin="layout" path="M -4.16667E-6 -2.22222E-6 L -0.55642 -0.00578 " pathEditMode="relative" rAng="0" ptsTypes="AA">
                                      <p:cBhvr>
                                        <p:cTn id="15" dur="2000" fill="hold"/>
                                        <p:tgtEl>
                                          <p:spTgt spid="142348"/>
                                        </p:tgtEl>
                                        <p:attrNameLst>
                                          <p:attrName>ppt_x</p:attrName>
                                          <p:attrName>ppt_y</p:attrName>
                                        </p:attrNameLst>
                                      </p:cBhvr>
                                      <p:rCtr x="-27830" y="-301"/>
                                    </p:animMotion>
                                  </p:childTnLst>
                                </p:cTn>
                              </p:par>
                            </p:childTnLst>
                          </p:cTn>
                        </p:par>
                        <p:par>
                          <p:cTn id="16" fill="hold" nodeType="afterGroup">
                            <p:stCondLst>
                              <p:cond delay="7500"/>
                            </p:stCondLst>
                            <p:childTnLst>
                              <p:par>
                                <p:cTn id="17" presetID="1" presetClass="entr" presetSubtype="0" fill="hold" nodeType="afterEffect">
                                  <p:stCondLst>
                                    <p:cond delay="500"/>
                                  </p:stCondLst>
                                  <p:childTnLst>
                                    <p:set>
                                      <p:cBhvr>
                                        <p:cTn id="18" dur="1" fill="hold">
                                          <p:stCondLst>
                                            <p:cond delay="0"/>
                                          </p:stCondLst>
                                        </p:cTn>
                                        <p:tgtEl>
                                          <p:spTgt spid="142351"/>
                                        </p:tgtEl>
                                        <p:attrNameLst>
                                          <p:attrName>style.visibility</p:attrName>
                                        </p:attrNameLst>
                                      </p:cBhvr>
                                      <p:to>
                                        <p:strVal val="visible"/>
                                      </p:to>
                                    </p:set>
                                  </p:childTnLst>
                                </p:cTn>
                              </p:par>
                            </p:childTnLst>
                          </p:cTn>
                        </p:par>
                        <p:par>
                          <p:cTn id="19" fill="hold" nodeType="afterGroup">
                            <p:stCondLst>
                              <p:cond delay="8000"/>
                            </p:stCondLst>
                            <p:childTnLst>
                              <p:par>
                                <p:cTn id="20" presetID="63" presetClass="path" presetSubtype="0" accel="50000" decel="50000" fill="hold" nodeType="afterEffect">
                                  <p:stCondLst>
                                    <p:cond delay="500"/>
                                  </p:stCondLst>
                                  <p:childTnLst>
                                    <p:animMotion origin="layout" path="M 2.77778E-6 -2.22222E-6 L 0.58021 -0.00069 " pathEditMode="relative" rAng="0" ptsTypes="AA">
                                      <p:cBhvr>
                                        <p:cTn id="21" dur="5000" fill="hold"/>
                                        <p:tgtEl>
                                          <p:spTgt spid="142351"/>
                                        </p:tgtEl>
                                        <p:attrNameLst>
                                          <p:attrName>ppt_x</p:attrName>
                                          <p:attrName>ppt_y</p:attrName>
                                        </p:attrNameLst>
                                      </p:cBhvr>
                                      <p:rCtr x="29010" y="-46"/>
                                    </p:animMotion>
                                  </p:childTnLst>
                                </p:cTn>
                              </p:par>
                            </p:childTnLst>
                          </p:cTn>
                        </p:par>
                        <p:par>
                          <p:cTn id="22" fill="hold" nodeType="afterGroup">
                            <p:stCondLst>
                              <p:cond delay="13500"/>
                            </p:stCondLst>
                            <p:childTnLst>
                              <p:par>
                                <p:cTn id="23" presetID="1" presetClass="entr" presetSubtype="0" fill="hold" nodeType="afterEffect">
                                  <p:stCondLst>
                                    <p:cond delay="0"/>
                                  </p:stCondLst>
                                  <p:childTnLst>
                                    <p:set>
                                      <p:cBhvr>
                                        <p:cTn id="24" dur="1" fill="hold">
                                          <p:stCondLst>
                                            <p:cond delay="0"/>
                                          </p:stCondLst>
                                        </p:cTn>
                                        <p:tgtEl>
                                          <p:spTgt spid="142354"/>
                                        </p:tgtEl>
                                        <p:attrNameLst>
                                          <p:attrName>style.visibility</p:attrName>
                                        </p:attrNameLst>
                                      </p:cBhvr>
                                      <p:to>
                                        <p:strVal val="visible"/>
                                      </p:to>
                                    </p:set>
                                  </p:childTnLst>
                                </p:cTn>
                              </p:par>
                            </p:childTnLst>
                          </p:cTn>
                        </p:par>
                        <p:par>
                          <p:cTn id="25" fill="hold" nodeType="afterGroup">
                            <p:stCondLst>
                              <p:cond delay="13500"/>
                            </p:stCondLst>
                            <p:childTnLst>
                              <p:par>
                                <p:cTn id="26" presetID="35" presetClass="path" presetSubtype="0" accel="50000" decel="50000" fill="hold" nodeType="afterEffect">
                                  <p:stCondLst>
                                    <p:cond delay="500"/>
                                  </p:stCondLst>
                                  <p:childTnLst>
                                    <p:animMotion origin="layout" path="M -4.16667E-6 -2.22222E-6 L -0.54861 0.00417 " pathEditMode="relative" rAng="0" ptsTypes="AA">
                                      <p:cBhvr>
                                        <p:cTn id="27" dur="2000" fill="hold"/>
                                        <p:tgtEl>
                                          <p:spTgt spid="142354"/>
                                        </p:tgtEl>
                                        <p:attrNameLst>
                                          <p:attrName>ppt_x</p:attrName>
                                          <p:attrName>ppt_y</p:attrName>
                                        </p:attrNameLst>
                                      </p:cBhvr>
                                      <p:rCtr x="-27431" y="208"/>
                                    </p:animMotion>
                                  </p:childTnLst>
                                </p:cTn>
                              </p:par>
                            </p:childTnLst>
                          </p:cTn>
                        </p:par>
                        <p:par>
                          <p:cTn id="28" fill="hold" nodeType="afterGroup">
                            <p:stCondLst>
                              <p:cond delay="16000"/>
                            </p:stCondLst>
                            <p:childTnLst>
                              <p:par>
                                <p:cTn id="29" presetID="1" presetClass="entr" presetSubtype="0" fill="hold" grpId="0" nodeType="afterEffect">
                                  <p:stCondLst>
                                    <p:cond delay="0"/>
                                  </p:stCondLst>
                                  <p:childTnLst>
                                    <p:set>
                                      <p:cBhvr>
                                        <p:cTn id="30" dur="1" fill="hold">
                                          <p:stCondLst>
                                            <p:cond delay="0"/>
                                          </p:stCondLst>
                                        </p:cTn>
                                        <p:tgtEl>
                                          <p:spTgt spid="142357"/>
                                        </p:tgtEl>
                                        <p:attrNameLst>
                                          <p:attrName>style.visibility</p:attrName>
                                        </p:attrNameLst>
                                      </p:cBhvr>
                                      <p:to>
                                        <p:strVal val="visible"/>
                                      </p:to>
                                    </p:set>
                                  </p:childTnLst>
                                </p:cTn>
                              </p:par>
                            </p:childTnLst>
                          </p:cTn>
                        </p:par>
                        <p:par>
                          <p:cTn id="31" fill="hold" nodeType="afterGroup">
                            <p:stCondLst>
                              <p:cond delay="16000"/>
                            </p:stCondLst>
                            <p:childTnLst>
                              <p:par>
                                <p:cTn id="32" presetID="63" presetClass="path" presetSubtype="0" accel="50000" decel="50000" fill="hold" grpId="1" nodeType="afterEffect">
                                  <p:stCondLst>
                                    <p:cond delay="0"/>
                                  </p:stCondLst>
                                  <p:childTnLst>
                                    <p:animMotion origin="layout" path="M -2.77778E-6 1.48148E-6 L 0.7474 0.00023 " pathEditMode="relative" rAng="0" ptsTypes="AA">
                                      <p:cBhvr>
                                        <p:cTn id="33" dur="2000" fill="hold"/>
                                        <p:tgtEl>
                                          <p:spTgt spid="142357"/>
                                        </p:tgtEl>
                                        <p:attrNameLst>
                                          <p:attrName>ppt_x</p:attrName>
                                          <p:attrName>ppt_y</p:attrName>
                                        </p:attrNameLst>
                                      </p:cBhvr>
                                      <p:rCtr x="37361" y="0"/>
                                    </p:animMotion>
                                  </p:childTnLst>
                                </p:cTn>
                              </p:par>
                            </p:childTnLst>
                          </p:cTn>
                        </p:par>
                        <p:par>
                          <p:cTn id="34" fill="hold" nodeType="afterGroup">
                            <p:stCondLst>
                              <p:cond delay="18000"/>
                            </p:stCondLst>
                            <p:childTnLst>
                              <p:par>
                                <p:cTn id="35" presetID="1" presetClass="exit" presetSubtype="0" fill="hold" grpId="2" nodeType="afterEffect">
                                  <p:stCondLst>
                                    <p:cond delay="0"/>
                                  </p:stCondLst>
                                  <p:childTnLst>
                                    <p:set>
                                      <p:cBhvr>
                                        <p:cTn id="36" dur="1" fill="hold">
                                          <p:stCondLst>
                                            <p:cond delay="0"/>
                                          </p:stCondLst>
                                        </p:cTn>
                                        <p:tgtEl>
                                          <p:spTgt spid="142357"/>
                                        </p:tgtEl>
                                        <p:attrNameLst>
                                          <p:attrName>style.visibility</p:attrName>
                                        </p:attrNameLst>
                                      </p:cBhvr>
                                      <p:to>
                                        <p:strVal val="hidden"/>
                                      </p:to>
                                    </p:set>
                                  </p:childTnLst>
                                </p:cTn>
                              </p:par>
                            </p:childTnLst>
                          </p:cTn>
                        </p:par>
                        <p:par>
                          <p:cTn id="37" fill="hold" nodeType="afterGroup">
                            <p:stCondLst>
                              <p:cond delay="18000"/>
                            </p:stCondLst>
                            <p:childTnLst>
                              <p:par>
                                <p:cTn id="38" presetID="1" presetClass="entr" presetSubtype="0" fill="hold" grpId="0" nodeType="afterEffect">
                                  <p:stCondLst>
                                    <p:cond delay="0"/>
                                  </p:stCondLst>
                                  <p:childTnLst>
                                    <p:set>
                                      <p:cBhvr>
                                        <p:cTn id="39" dur="1" fill="hold">
                                          <p:stCondLst>
                                            <p:cond delay="0"/>
                                          </p:stCondLst>
                                        </p:cTn>
                                        <p:tgtEl>
                                          <p:spTgt spid="142358"/>
                                        </p:tgtEl>
                                        <p:attrNameLst>
                                          <p:attrName>style.visibility</p:attrName>
                                        </p:attrNameLst>
                                      </p:cBhvr>
                                      <p:to>
                                        <p:strVal val="visible"/>
                                      </p:to>
                                    </p:set>
                                  </p:childTnLst>
                                </p:cTn>
                              </p:par>
                            </p:childTnLst>
                          </p:cTn>
                        </p:par>
                        <p:par>
                          <p:cTn id="40" fill="hold" nodeType="afterGroup">
                            <p:stCondLst>
                              <p:cond delay="18000"/>
                            </p:stCondLst>
                            <p:childTnLst>
                              <p:par>
                                <p:cTn id="41" presetID="35" presetClass="path" presetSubtype="0" accel="50000" decel="50000" fill="hold" grpId="1" nodeType="afterEffect">
                                  <p:stCondLst>
                                    <p:cond delay="0"/>
                                  </p:stCondLst>
                                  <p:childTnLst>
                                    <p:animMotion origin="layout" path="M 1.38889E-6 -1.85185E-6 L -0.74722 0.00926 " pathEditMode="relative" rAng="0" ptsTypes="AA">
                                      <p:cBhvr>
                                        <p:cTn id="42" dur="2000" fill="hold"/>
                                        <p:tgtEl>
                                          <p:spTgt spid="142358"/>
                                        </p:tgtEl>
                                        <p:attrNameLst>
                                          <p:attrName>ppt_x</p:attrName>
                                          <p:attrName>ppt_y</p:attrName>
                                        </p:attrNameLst>
                                      </p:cBhvr>
                                      <p:rCtr x="-37361" y="463"/>
                                    </p:animMotion>
                                  </p:childTnLst>
                                </p:cTn>
                              </p:par>
                            </p:childTnLst>
                          </p:cTn>
                        </p:par>
                        <p:par>
                          <p:cTn id="43" fill="hold" nodeType="afterGroup">
                            <p:stCondLst>
                              <p:cond delay="20000"/>
                            </p:stCondLst>
                            <p:childTnLst>
                              <p:par>
                                <p:cTn id="44" presetID="1" presetClass="exit" presetSubtype="0" fill="hold" grpId="2" nodeType="afterEffect">
                                  <p:stCondLst>
                                    <p:cond delay="0"/>
                                  </p:stCondLst>
                                  <p:childTnLst>
                                    <p:set>
                                      <p:cBhvr>
                                        <p:cTn id="45" dur="1" fill="hold">
                                          <p:stCondLst>
                                            <p:cond delay="0"/>
                                          </p:stCondLst>
                                        </p:cTn>
                                        <p:tgtEl>
                                          <p:spTgt spid="142358"/>
                                        </p:tgtEl>
                                        <p:attrNameLst>
                                          <p:attrName>style.visibility</p:attrName>
                                        </p:attrNameLst>
                                      </p:cBhvr>
                                      <p:to>
                                        <p:strVal val="hidden"/>
                                      </p:to>
                                    </p:set>
                                  </p:childTnLst>
                                </p:cTn>
                              </p:par>
                            </p:childTnLst>
                          </p:cTn>
                        </p:par>
                        <p:par>
                          <p:cTn id="46" fill="hold" nodeType="afterGroup">
                            <p:stCondLst>
                              <p:cond delay="20000"/>
                            </p:stCondLst>
                            <p:childTnLst>
                              <p:par>
                                <p:cTn id="47" presetID="1" presetClass="entr" presetSubtype="0" fill="hold" grpId="0" nodeType="afterEffect">
                                  <p:stCondLst>
                                    <p:cond delay="0"/>
                                  </p:stCondLst>
                                  <p:childTnLst>
                                    <p:set>
                                      <p:cBhvr>
                                        <p:cTn id="48" dur="1" fill="hold">
                                          <p:stCondLst>
                                            <p:cond delay="0"/>
                                          </p:stCondLst>
                                        </p:cTn>
                                        <p:tgtEl>
                                          <p:spTgt spid="142359"/>
                                        </p:tgtEl>
                                        <p:attrNameLst>
                                          <p:attrName>style.visibility</p:attrName>
                                        </p:attrNameLst>
                                      </p:cBhvr>
                                      <p:to>
                                        <p:strVal val="visible"/>
                                      </p:to>
                                    </p:set>
                                  </p:childTnLst>
                                </p:cTn>
                              </p:par>
                            </p:childTnLst>
                          </p:cTn>
                        </p:par>
                        <p:par>
                          <p:cTn id="49" fill="hold" nodeType="afterGroup">
                            <p:stCondLst>
                              <p:cond delay="20000"/>
                            </p:stCondLst>
                            <p:childTnLst>
                              <p:par>
                                <p:cTn id="50" presetID="63" presetClass="path" presetSubtype="0" accel="50000" decel="50000" fill="hold" grpId="1" nodeType="afterEffect">
                                  <p:stCondLst>
                                    <p:cond delay="0"/>
                                  </p:stCondLst>
                                  <p:childTnLst>
                                    <p:animMotion origin="layout" path="M -2.77778E-6 -4.81481E-6 L 0.73941 -0.00231 " pathEditMode="relative" rAng="0" ptsTypes="AA">
                                      <p:cBhvr>
                                        <p:cTn id="51" dur="2000" fill="hold"/>
                                        <p:tgtEl>
                                          <p:spTgt spid="142359"/>
                                        </p:tgtEl>
                                        <p:attrNameLst>
                                          <p:attrName>ppt_x</p:attrName>
                                          <p:attrName>ppt_y</p:attrName>
                                        </p:attrNameLst>
                                      </p:cBhvr>
                                      <p:rCtr x="36962" y="-116"/>
                                    </p:animMotion>
                                  </p:childTnLst>
                                </p:cTn>
                              </p:par>
                            </p:childTnLst>
                          </p:cTn>
                        </p:par>
                        <p:par>
                          <p:cTn id="52" fill="hold" nodeType="afterGroup">
                            <p:stCondLst>
                              <p:cond delay="22000"/>
                            </p:stCondLst>
                            <p:childTnLst>
                              <p:par>
                                <p:cTn id="53" presetID="1" presetClass="exit" presetSubtype="0" fill="hold" grpId="2" nodeType="afterEffect">
                                  <p:stCondLst>
                                    <p:cond delay="0"/>
                                  </p:stCondLst>
                                  <p:childTnLst>
                                    <p:set>
                                      <p:cBhvr>
                                        <p:cTn id="54" dur="1" fill="hold">
                                          <p:stCondLst>
                                            <p:cond delay="0"/>
                                          </p:stCondLst>
                                        </p:cTn>
                                        <p:tgtEl>
                                          <p:spTgt spid="142359"/>
                                        </p:tgtEl>
                                        <p:attrNameLst>
                                          <p:attrName>style.visibility</p:attrName>
                                        </p:attrNameLst>
                                      </p:cBhvr>
                                      <p:to>
                                        <p:strVal val="hidden"/>
                                      </p:to>
                                    </p:set>
                                  </p:childTnLst>
                                </p:cTn>
                              </p:par>
                            </p:childTnLst>
                          </p:cTn>
                        </p:par>
                        <p:par>
                          <p:cTn id="55" fill="hold" nodeType="afterGroup">
                            <p:stCondLst>
                              <p:cond delay="22000"/>
                            </p:stCondLst>
                            <p:childTnLst>
                              <p:par>
                                <p:cTn id="56" presetID="1" presetClass="entr" presetSubtype="0" fill="hold" grpId="0" nodeType="afterEffect">
                                  <p:stCondLst>
                                    <p:cond delay="0"/>
                                  </p:stCondLst>
                                  <p:childTnLst>
                                    <p:set>
                                      <p:cBhvr>
                                        <p:cTn id="57" dur="1" fill="hold">
                                          <p:stCondLst>
                                            <p:cond delay="0"/>
                                          </p:stCondLst>
                                        </p:cTn>
                                        <p:tgtEl>
                                          <p:spTgt spid="142360"/>
                                        </p:tgtEl>
                                        <p:attrNameLst>
                                          <p:attrName>style.visibility</p:attrName>
                                        </p:attrNameLst>
                                      </p:cBhvr>
                                      <p:to>
                                        <p:strVal val="visible"/>
                                      </p:to>
                                    </p:set>
                                  </p:childTnLst>
                                </p:cTn>
                              </p:par>
                            </p:childTnLst>
                          </p:cTn>
                        </p:par>
                        <p:par>
                          <p:cTn id="58" fill="hold" nodeType="afterGroup">
                            <p:stCondLst>
                              <p:cond delay="22000"/>
                            </p:stCondLst>
                            <p:childTnLst>
                              <p:par>
                                <p:cTn id="59" presetID="35" presetClass="path" presetSubtype="0" accel="50000" decel="50000" fill="hold" grpId="1" nodeType="afterEffect">
                                  <p:stCondLst>
                                    <p:cond delay="0"/>
                                  </p:stCondLst>
                                  <p:childTnLst>
                                    <p:animMotion origin="layout" path="M 1.38889E-6 1.85185E-6 L -0.74722 0.00671 " pathEditMode="relative" rAng="0" ptsTypes="AA">
                                      <p:cBhvr>
                                        <p:cTn id="60" dur="2000" fill="hold"/>
                                        <p:tgtEl>
                                          <p:spTgt spid="142360"/>
                                        </p:tgtEl>
                                        <p:attrNameLst>
                                          <p:attrName>ppt_x</p:attrName>
                                          <p:attrName>ppt_y</p:attrName>
                                        </p:attrNameLst>
                                      </p:cBhvr>
                                      <p:rCtr x="-37361" y="324"/>
                                    </p:animMotion>
                                  </p:childTnLst>
                                </p:cTn>
                              </p:par>
                            </p:childTnLst>
                          </p:cTn>
                        </p:par>
                        <p:par>
                          <p:cTn id="61" fill="hold" nodeType="afterGroup">
                            <p:stCondLst>
                              <p:cond delay="24000"/>
                            </p:stCondLst>
                            <p:childTnLst>
                              <p:par>
                                <p:cTn id="62" presetID="1" presetClass="exit" presetSubtype="0" fill="hold" grpId="2" nodeType="afterEffect">
                                  <p:stCondLst>
                                    <p:cond delay="0"/>
                                  </p:stCondLst>
                                  <p:childTnLst>
                                    <p:set>
                                      <p:cBhvr>
                                        <p:cTn id="63" dur="1" fill="hold">
                                          <p:stCondLst>
                                            <p:cond delay="0"/>
                                          </p:stCondLst>
                                        </p:cTn>
                                        <p:tgtEl>
                                          <p:spTgt spid="142360"/>
                                        </p:tgtEl>
                                        <p:attrNameLst>
                                          <p:attrName>style.visibility</p:attrName>
                                        </p:attrNameLst>
                                      </p:cBhvr>
                                      <p:to>
                                        <p:strVal val="hidden"/>
                                      </p:to>
                                    </p:set>
                                  </p:childTnLst>
                                </p:cTn>
                              </p:par>
                            </p:childTnLst>
                          </p:cTn>
                        </p:par>
                        <p:par>
                          <p:cTn id="64" fill="hold" nodeType="afterGroup">
                            <p:stCondLst>
                              <p:cond delay="24000"/>
                            </p:stCondLst>
                            <p:childTnLst>
                              <p:par>
                                <p:cTn id="65" presetID="1" presetClass="entr" presetSubtype="0" fill="hold" grpId="0" nodeType="afterEffect">
                                  <p:stCondLst>
                                    <p:cond delay="0"/>
                                  </p:stCondLst>
                                  <p:childTnLst>
                                    <p:set>
                                      <p:cBhvr>
                                        <p:cTn id="66" dur="1" fill="hold">
                                          <p:stCondLst>
                                            <p:cond delay="0"/>
                                          </p:stCondLst>
                                        </p:cTn>
                                        <p:tgtEl>
                                          <p:spTgt spid="142361"/>
                                        </p:tgtEl>
                                        <p:attrNameLst>
                                          <p:attrName>style.visibility</p:attrName>
                                        </p:attrNameLst>
                                      </p:cBhvr>
                                      <p:to>
                                        <p:strVal val="visible"/>
                                      </p:to>
                                    </p:set>
                                  </p:childTnLst>
                                </p:cTn>
                              </p:par>
                            </p:childTnLst>
                          </p:cTn>
                        </p:par>
                        <p:par>
                          <p:cTn id="67" fill="hold" nodeType="afterGroup">
                            <p:stCondLst>
                              <p:cond delay="24000"/>
                            </p:stCondLst>
                            <p:childTnLst>
                              <p:par>
                                <p:cTn id="68" presetID="63" presetClass="path" presetSubtype="0" accel="50000" decel="50000" fill="hold" grpId="1" nodeType="afterEffect">
                                  <p:stCondLst>
                                    <p:cond delay="0"/>
                                  </p:stCondLst>
                                  <p:childTnLst>
                                    <p:animMotion origin="layout" path="M -2.77778E-6 -1.11111E-6 L 0.7474 -0.00486 " pathEditMode="relative" rAng="0" ptsTypes="AA">
                                      <p:cBhvr>
                                        <p:cTn id="69" dur="2000" fill="hold"/>
                                        <p:tgtEl>
                                          <p:spTgt spid="142361"/>
                                        </p:tgtEl>
                                        <p:attrNameLst>
                                          <p:attrName>ppt_x</p:attrName>
                                          <p:attrName>ppt_y</p:attrName>
                                        </p:attrNameLst>
                                      </p:cBhvr>
                                      <p:rCtr x="37361" y="-255"/>
                                    </p:animMotion>
                                  </p:childTnLst>
                                </p:cTn>
                              </p:par>
                            </p:childTnLst>
                          </p:cTn>
                        </p:par>
                        <p:par>
                          <p:cTn id="70" fill="hold" nodeType="afterGroup">
                            <p:stCondLst>
                              <p:cond delay="26000"/>
                            </p:stCondLst>
                            <p:childTnLst>
                              <p:par>
                                <p:cTn id="71" presetID="1" presetClass="exit" presetSubtype="0" fill="hold" grpId="2" nodeType="afterEffect">
                                  <p:stCondLst>
                                    <p:cond delay="0"/>
                                  </p:stCondLst>
                                  <p:childTnLst>
                                    <p:set>
                                      <p:cBhvr>
                                        <p:cTn id="72" dur="1" fill="hold">
                                          <p:stCondLst>
                                            <p:cond delay="0"/>
                                          </p:stCondLst>
                                        </p:cTn>
                                        <p:tgtEl>
                                          <p:spTgt spid="142361"/>
                                        </p:tgtEl>
                                        <p:attrNameLst>
                                          <p:attrName>style.visibility</p:attrName>
                                        </p:attrNameLst>
                                      </p:cBhvr>
                                      <p:to>
                                        <p:strVal val="hidden"/>
                                      </p:to>
                                    </p:set>
                                  </p:childTnLst>
                                </p:cTn>
                              </p:par>
                            </p:childTnLst>
                          </p:cTn>
                        </p:par>
                        <p:par>
                          <p:cTn id="73" fill="hold" nodeType="afterGroup">
                            <p:stCondLst>
                              <p:cond delay="26000"/>
                            </p:stCondLst>
                            <p:childTnLst>
                              <p:par>
                                <p:cTn id="74" presetID="1" presetClass="entr" presetSubtype="0" fill="hold" grpId="0" nodeType="afterEffect">
                                  <p:stCondLst>
                                    <p:cond delay="0"/>
                                  </p:stCondLst>
                                  <p:childTnLst>
                                    <p:set>
                                      <p:cBhvr>
                                        <p:cTn id="75" dur="1" fill="hold">
                                          <p:stCondLst>
                                            <p:cond delay="0"/>
                                          </p:stCondLst>
                                        </p:cTn>
                                        <p:tgtEl>
                                          <p:spTgt spid="142362"/>
                                        </p:tgtEl>
                                        <p:attrNameLst>
                                          <p:attrName>style.visibility</p:attrName>
                                        </p:attrNameLst>
                                      </p:cBhvr>
                                      <p:to>
                                        <p:strVal val="visible"/>
                                      </p:to>
                                    </p:set>
                                  </p:childTnLst>
                                </p:cTn>
                              </p:par>
                            </p:childTnLst>
                          </p:cTn>
                        </p:par>
                        <p:par>
                          <p:cTn id="76" fill="hold" nodeType="afterGroup">
                            <p:stCondLst>
                              <p:cond delay="26000"/>
                            </p:stCondLst>
                            <p:childTnLst>
                              <p:par>
                                <p:cTn id="77" presetID="35" presetClass="path" presetSubtype="0" accel="50000" decel="50000" fill="hold" grpId="1" nodeType="afterEffect">
                                  <p:stCondLst>
                                    <p:cond delay="0"/>
                                  </p:stCondLst>
                                  <p:childTnLst>
                                    <p:animMotion origin="layout" path="M 1.38889E-6 -4.44444E-6 L -0.74722 0.00417 " pathEditMode="relative" rAng="0" ptsTypes="AA">
                                      <p:cBhvr>
                                        <p:cTn id="78" dur="2000" fill="hold"/>
                                        <p:tgtEl>
                                          <p:spTgt spid="142362"/>
                                        </p:tgtEl>
                                        <p:attrNameLst>
                                          <p:attrName>ppt_x</p:attrName>
                                          <p:attrName>ppt_y</p:attrName>
                                        </p:attrNameLst>
                                      </p:cBhvr>
                                      <p:rCtr x="-37361" y="208"/>
                                    </p:animMotion>
                                  </p:childTnLst>
                                </p:cTn>
                              </p:par>
                            </p:childTnLst>
                          </p:cTn>
                        </p:par>
                        <p:par>
                          <p:cTn id="79" fill="hold" nodeType="afterGroup">
                            <p:stCondLst>
                              <p:cond delay="28000"/>
                            </p:stCondLst>
                            <p:childTnLst>
                              <p:par>
                                <p:cTn id="80" presetID="1" presetClass="exit" presetSubtype="0" fill="hold" grpId="2" nodeType="afterEffect">
                                  <p:stCondLst>
                                    <p:cond delay="0"/>
                                  </p:stCondLst>
                                  <p:childTnLst>
                                    <p:set>
                                      <p:cBhvr>
                                        <p:cTn id="81" dur="1" fill="hold">
                                          <p:stCondLst>
                                            <p:cond delay="0"/>
                                          </p:stCondLst>
                                        </p:cTn>
                                        <p:tgtEl>
                                          <p:spTgt spid="142362"/>
                                        </p:tgtEl>
                                        <p:attrNameLst>
                                          <p:attrName>style.visibility</p:attrName>
                                        </p:attrNameLst>
                                      </p:cBhvr>
                                      <p:to>
                                        <p:strVal val="hidden"/>
                                      </p:to>
                                    </p:set>
                                  </p:childTnLst>
                                </p:cTn>
                              </p:par>
                            </p:childTnLst>
                          </p:cTn>
                        </p:par>
                        <p:par>
                          <p:cTn id="82" fill="hold" nodeType="afterGroup">
                            <p:stCondLst>
                              <p:cond delay="28000"/>
                            </p:stCondLst>
                            <p:childTnLst>
                              <p:par>
                                <p:cTn id="83" presetID="4" presetClass="entr" presetSubtype="32" fill="hold" grpId="0" nodeType="afterEffect">
                                  <p:stCondLst>
                                    <p:cond delay="0"/>
                                  </p:stCondLst>
                                  <p:childTnLst>
                                    <p:set>
                                      <p:cBhvr>
                                        <p:cTn id="84" dur="1" fill="hold">
                                          <p:stCondLst>
                                            <p:cond delay="0"/>
                                          </p:stCondLst>
                                        </p:cTn>
                                        <p:tgtEl>
                                          <p:spTgt spid="142363"/>
                                        </p:tgtEl>
                                        <p:attrNameLst>
                                          <p:attrName>style.visibility</p:attrName>
                                        </p:attrNameLst>
                                      </p:cBhvr>
                                      <p:to>
                                        <p:strVal val="visible"/>
                                      </p:to>
                                    </p:set>
                                    <p:animEffect transition="in" filter="box(out)">
                                      <p:cBhvr>
                                        <p:cTn id="85" dur="1000"/>
                                        <p:tgtEl>
                                          <p:spTgt spid="142363"/>
                                        </p:tgtEl>
                                      </p:cBhvr>
                                    </p:animEffect>
                                  </p:childTnLst>
                                </p:cTn>
                              </p:par>
                            </p:childTnLst>
                          </p:cTn>
                        </p:par>
                        <p:par>
                          <p:cTn id="86" fill="hold" nodeType="afterGroup">
                            <p:stCondLst>
                              <p:cond delay="29000"/>
                            </p:stCondLst>
                            <p:childTnLst>
                              <p:par>
                                <p:cTn id="87" presetID="6" presetClass="emph" presetSubtype="0" fill="hold" grpId="1" nodeType="afterEffect">
                                  <p:stCondLst>
                                    <p:cond delay="0"/>
                                  </p:stCondLst>
                                  <p:childTnLst>
                                    <p:animScale>
                                      <p:cBhvr>
                                        <p:cTn id="88" dur="2000" fill="hold"/>
                                        <p:tgtEl>
                                          <p:spTgt spid="14236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7" grpId="0"/>
      <p:bldP spid="142357" grpId="1"/>
      <p:bldP spid="142357" grpId="2"/>
      <p:bldP spid="142358" grpId="0"/>
      <p:bldP spid="142358" grpId="1"/>
      <p:bldP spid="142358" grpId="2"/>
      <p:bldP spid="142359" grpId="0"/>
      <p:bldP spid="142359" grpId="1"/>
      <p:bldP spid="142359" grpId="2"/>
      <p:bldP spid="142360" grpId="0"/>
      <p:bldP spid="142360" grpId="1"/>
      <p:bldP spid="142360" grpId="2"/>
      <p:bldP spid="142361" grpId="0"/>
      <p:bldP spid="142361" grpId="1"/>
      <p:bldP spid="142361" grpId="2"/>
      <p:bldP spid="142362" grpId="0"/>
      <p:bldP spid="142362" grpId="1"/>
      <p:bldP spid="142362" grpId="2"/>
      <p:bldP spid="142363" grpId="0" animBg="1"/>
      <p:bldP spid="142363" grpId="1"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a:extLst>
              <a:ext uri="{FF2B5EF4-FFF2-40B4-BE49-F238E27FC236}">
                <a16:creationId xmlns:a16="http://schemas.microsoft.com/office/drawing/2014/main" id="{76ADCBF7-7BEF-0048-B8D8-746BB0A09E28}"/>
              </a:ext>
            </a:extLst>
          </p:cNvPr>
          <p:cNvSpPr>
            <a:spLocks noGrp="1" noChangeArrowheads="1"/>
          </p:cNvSpPr>
          <p:nvPr>
            <p:ph type="title"/>
          </p:nvPr>
        </p:nvSpPr>
        <p:spPr>
          <a:xfrm>
            <a:off x="174171" y="141685"/>
            <a:ext cx="7006489" cy="783601"/>
          </a:xfrm>
        </p:spPr>
        <p:txBody>
          <a:bodyPr/>
          <a:lstStyle/>
          <a:p>
            <a:pPr eaLnBrk="1" hangingPunct="1"/>
            <a:r>
              <a:rPr lang="zh-CN" altLang="en-US" dirty="0">
                <a:latin typeface="Times New Roman" panose="02020603050405020304" pitchFamily="18" charset="0"/>
                <a:ea typeface="宋体" panose="02010600030101010101" pitchFamily="2" charset="-122"/>
              </a:rPr>
              <a:t>结论</a:t>
            </a:r>
          </a:p>
        </p:txBody>
      </p:sp>
      <p:sp>
        <p:nvSpPr>
          <p:cNvPr id="143363" name="Rectangle 3">
            <a:extLst>
              <a:ext uri="{FF2B5EF4-FFF2-40B4-BE49-F238E27FC236}">
                <a16:creationId xmlns:a16="http://schemas.microsoft.com/office/drawing/2014/main" id="{285B950D-7935-D046-BDA7-0CF94A98C080}"/>
              </a:ext>
            </a:extLst>
          </p:cNvPr>
          <p:cNvSpPr>
            <a:spLocks noGrp="1" noChangeArrowheads="1"/>
          </p:cNvSpPr>
          <p:nvPr>
            <p:ph type="body" idx="1"/>
          </p:nvPr>
        </p:nvSpPr>
        <p:spPr>
          <a:xfrm>
            <a:off x="228600" y="1048260"/>
            <a:ext cx="8686800" cy="3671888"/>
          </a:xfrm>
        </p:spPr>
        <p:txBody>
          <a:bodyPr/>
          <a:lstStyle/>
          <a:p>
            <a:pPr eaLnBrk="1" hangingPunct="1"/>
            <a:r>
              <a:rPr lang="zh-CN" altLang="en-US" dirty="0">
                <a:latin typeface="Times New Roman" panose="02020603050405020304" pitchFamily="18" charset="0"/>
                <a:ea typeface="宋体" panose="02010600030101010101" pitchFamily="2" charset="-122"/>
              </a:rPr>
              <a:t>这样无限循环下去，两边的蓝军都始终无法确定自己最后发出的电文对方是否已经收到。</a:t>
            </a:r>
          </a:p>
          <a:p>
            <a:pPr eaLnBrk="1" hangingPunct="1"/>
            <a:r>
              <a:rPr lang="zh-CN" altLang="en-US" dirty="0">
                <a:latin typeface="Times New Roman" panose="02020603050405020304" pitchFamily="18" charset="0"/>
                <a:ea typeface="宋体" panose="02010600030101010101" pitchFamily="2" charset="-122"/>
              </a:rPr>
              <a:t>没有一种协议能够蓝军能 </a:t>
            </a:r>
            <a:r>
              <a:rPr lang="en-US" altLang="zh-CN" dirty="0">
                <a:latin typeface="Times New Roman" panose="02020603050405020304" pitchFamily="18" charset="0"/>
                <a:ea typeface="宋体" panose="02010600030101010101" pitchFamily="2" charset="-122"/>
              </a:rPr>
              <a:t>100% </a:t>
            </a:r>
            <a:r>
              <a:rPr lang="zh-CN" altLang="en-US" dirty="0">
                <a:latin typeface="Times New Roman" panose="02020603050405020304" pitchFamily="18" charset="0"/>
                <a:ea typeface="宋体" panose="02010600030101010101" pitchFamily="2" charset="-122"/>
              </a:rPr>
              <a:t>获胜。</a:t>
            </a:r>
          </a:p>
        </p:txBody>
      </p:sp>
      <p:sp>
        <p:nvSpPr>
          <p:cNvPr id="269315" name="幻灯片编号占位符 1">
            <a:extLst>
              <a:ext uri="{FF2B5EF4-FFF2-40B4-BE49-F238E27FC236}">
                <a16:creationId xmlns:a16="http://schemas.microsoft.com/office/drawing/2014/main" id="{15ADBB5E-ABFD-054D-9672-12208D9731B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416D871-EC2E-9D4C-82F7-A5DA3EE1F63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37599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1361" name="Object 2">
            <a:extLst>
              <a:ext uri="{FF2B5EF4-FFF2-40B4-BE49-F238E27FC236}">
                <a16:creationId xmlns:a16="http://schemas.microsoft.com/office/drawing/2014/main" id="{D5A468D2-E119-3946-B725-24BD0823B122}"/>
              </a:ext>
            </a:extLst>
          </p:cNvPr>
          <p:cNvGraphicFramePr>
            <a:graphicFrameLocks noGrp="1" noChangeAspect="1"/>
          </p:cNvGraphicFramePr>
          <p:nvPr>
            <p:ph idx="1"/>
          </p:nvPr>
        </p:nvGraphicFramePr>
        <p:xfrm>
          <a:off x="2843213" y="3442097"/>
          <a:ext cx="1458516" cy="833438"/>
        </p:xfrm>
        <a:graphic>
          <a:graphicData uri="http://schemas.openxmlformats.org/presentationml/2006/ole">
            <mc:AlternateContent xmlns:mc="http://schemas.openxmlformats.org/markup-compatibility/2006">
              <mc:Choice xmlns:v="urn:schemas-microsoft-com:vml" Requires="v">
                <p:oleObj spid="_x0000_s260129" name="VISIO" r:id="rId4" imgW="3378200" imgH="1930400" progId="Visio.Drawing.6">
                  <p:embed/>
                </p:oleObj>
              </mc:Choice>
              <mc:Fallback>
                <p:oleObj name="VISIO" r:id="rId4" imgW="3378200" imgH="1930400" progId="Visio.Drawing.6">
                  <p:embed/>
                  <p:pic>
                    <p:nvPicPr>
                      <p:cNvPr id="271361" name="Object 2">
                        <a:extLst>
                          <a:ext uri="{FF2B5EF4-FFF2-40B4-BE49-F238E27FC236}">
                            <a16:creationId xmlns:a16="http://schemas.microsoft.com/office/drawing/2014/main" id="{D5A468D2-E119-3946-B725-24BD0823B1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213" y="3442097"/>
                        <a:ext cx="1458516" cy="833438"/>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71362" name="Object 3">
            <a:extLst>
              <a:ext uri="{FF2B5EF4-FFF2-40B4-BE49-F238E27FC236}">
                <a16:creationId xmlns:a16="http://schemas.microsoft.com/office/drawing/2014/main" id="{D951EF79-0E53-6D41-804B-311BF7A79760}"/>
              </a:ext>
            </a:extLst>
          </p:cNvPr>
          <p:cNvGraphicFramePr>
            <a:graphicFrameLocks noChangeAspect="1"/>
          </p:cNvGraphicFramePr>
          <p:nvPr/>
        </p:nvGraphicFramePr>
        <p:xfrm>
          <a:off x="5057775" y="3442097"/>
          <a:ext cx="1458516" cy="833438"/>
        </p:xfrm>
        <a:graphic>
          <a:graphicData uri="http://schemas.openxmlformats.org/presentationml/2006/ole">
            <mc:AlternateContent xmlns:mc="http://schemas.openxmlformats.org/markup-compatibility/2006">
              <mc:Choice xmlns:v="urn:schemas-microsoft-com:vml" Requires="v">
                <p:oleObj spid="_x0000_s260130" name="VISIO" r:id="rId6" imgW="3378200" imgH="1930400" progId="Visio.Drawing.6">
                  <p:embed/>
                </p:oleObj>
              </mc:Choice>
              <mc:Fallback>
                <p:oleObj name="VISIO" r:id="rId6" imgW="3378200" imgH="1930400" progId="Visio.Drawing.6">
                  <p:embed/>
                  <p:pic>
                    <p:nvPicPr>
                      <p:cNvPr id="271362" name="Object 3">
                        <a:extLst>
                          <a:ext uri="{FF2B5EF4-FFF2-40B4-BE49-F238E27FC236}">
                            <a16:creationId xmlns:a16="http://schemas.microsoft.com/office/drawing/2014/main" id="{D951EF79-0E53-6D41-804B-311BF7A797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7775" y="3442097"/>
                        <a:ext cx="1458516" cy="833438"/>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71363" name="Rectangle 4">
            <a:extLst>
              <a:ext uri="{FF2B5EF4-FFF2-40B4-BE49-F238E27FC236}">
                <a16:creationId xmlns:a16="http://schemas.microsoft.com/office/drawing/2014/main" id="{F45BE36E-3CA2-9E4F-AE3C-92F37AA389C4}"/>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1.7.5  TCP/IP</a:t>
            </a:r>
            <a:r>
              <a:rPr lang="zh-CN" altLang="en-US" dirty="0">
                <a:latin typeface="Times New Roman" panose="02020603050405020304" pitchFamily="18" charset="0"/>
                <a:ea typeface="宋体" panose="02010600030101010101" pitchFamily="2" charset="-122"/>
              </a:rPr>
              <a:t>的体系结构</a:t>
            </a:r>
          </a:p>
        </p:txBody>
      </p:sp>
      <p:sp>
        <p:nvSpPr>
          <p:cNvPr id="271364" name="AutoShape 5">
            <a:extLst>
              <a:ext uri="{FF2B5EF4-FFF2-40B4-BE49-F238E27FC236}">
                <a16:creationId xmlns:a16="http://schemas.microsoft.com/office/drawing/2014/main" id="{86727F5B-D922-144F-8C69-6762CE4C5CD6}"/>
              </a:ext>
            </a:extLst>
          </p:cNvPr>
          <p:cNvSpPr>
            <a:spLocks noChangeArrowheads="1"/>
          </p:cNvSpPr>
          <p:nvPr/>
        </p:nvSpPr>
        <p:spPr bwMode="auto">
          <a:xfrm>
            <a:off x="2056210" y="1674019"/>
            <a:ext cx="1193006" cy="1704975"/>
          </a:xfrm>
          <a:prstGeom prst="cube">
            <a:avLst>
              <a:gd name="adj" fmla="val 25301"/>
            </a:avLst>
          </a:prstGeom>
          <a:solidFill>
            <a:srgbClr val="FFFF99"/>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1365" name="Freeform 6">
            <a:extLst>
              <a:ext uri="{FF2B5EF4-FFF2-40B4-BE49-F238E27FC236}">
                <a16:creationId xmlns:a16="http://schemas.microsoft.com/office/drawing/2014/main" id="{E7EF52C5-12F0-5241-B082-58BCDD9B5E09}"/>
              </a:ext>
            </a:extLst>
          </p:cNvPr>
          <p:cNvSpPr>
            <a:spLocks/>
          </p:cNvSpPr>
          <p:nvPr/>
        </p:nvSpPr>
        <p:spPr bwMode="auto">
          <a:xfrm>
            <a:off x="2055019" y="1966913"/>
            <a:ext cx="1190625" cy="273844"/>
          </a:xfrm>
          <a:custGeom>
            <a:avLst/>
            <a:gdLst>
              <a:gd name="T0" fmla="*/ 2147483646 w 1000"/>
              <a:gd name="T1" fmla="*/ 0 h 230"/>
              <a:gd name="T2" fmla="*/ 2147483646 w 1000"/>
              <a:gd name="T3" fmla="*/ 2147483646 h 230"/>
              <a:gd name="T4" fmla="*/ 0 w 1000"/>
              <a:gd name="T5" fmla="*/ 2147483646 h 230"/>
              <a:gd name="T6" fmla="*/ 0 60000 65536"/>
              <a:gd name="T7" fmla="*/ 0 60000 65536"/>
              <a:gd name="T8" fmla="*/ 0 60000 65536"/>
            </a:gdLst>
            <a:ahLst/>
            <a:cxnLst>
              <a:cxn ang="T6">
                <a:pos x="T0" y="T1"/>
              </a:cxn>
              <a:cxn ang="T7">
                <a:pos x="T2" y="T3"/>
              </a:cxn>
              <a:cxn ang="T8">
                <a:pos x="T4" y="T5"/>
              </a:cxn>
            </a:cxnLst>
            <a:rect l="0" t="0" r="r" b="b"/>
            <a:pathLst>
              <a:path w="1000" h="230">
                <a:moveTo>
                  <a:pt x="1000"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6" name="Text Box 7">
            <a:extLst>
              <a:ext uri="{FF2B5EF4-FFF2-40B4-BE49-F238E27FC236}">
                <a16:creationId xmlns:a16="http://schemas.microsoft.com/office/drawing/2014/main" id="{96EFF09D-B892-BB4C-95E6-F14FB9A0FCA5}"/>
              </a:ext>
            </a:extLst>
          </p:cNvPr>
          <p:cNvSpPr txBox="1">
            <a:spLocks noChangeArrowheads="1"/>
          </p:cNvSpPr>
          <p:nvPr/>
        </p:nvSpPr>
        <p:spPr bwMode="auto">
          <a:xfrm>
            <a:off x="2158731" y="1879998"/>
            <a:ext cx="761747" cy="150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网际层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p>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接口层</a:t>
            </a:r>
          </a:p>
        </p:txBody>
      </p:sp>
      <p:sp>
        <p:nvSpPr>
          <p:cNvPr id="271367" name="Freeform 8">
            <a:extLst>
              <a:ext uri="{FF2B5EF4-FFF2-40B4-BE49-F238E27FC236}">
                <a16:creationId xmlns:a16="http://schemas.microsoft.com/office/drawing/2014/main" id="{935725C5-6EB2-A646-A3F6-E9CCF991F381}"/>
              </a:ext>
            </a:extLst>
          </p:cNvPr>
          <p:cNvSpPr>
            <a:spLocks/>
          </p:cNvSpPr>
          <p:nvPr/>
        </p:nvSpPr>
        <p:spPr bwMode="auto">
          <a:xfrm>
            <a:off x="2052638" y="2259806"/>
            <a:ext cx="1193006" cy="290513"/>
          </a:xfrm>
          <a:custGeom>
            <a:avLst/>
            <a:gdLst>
              <a:gd name="T0" fmla="*/ 2147483646 w 1002"/>
              <a:gd name="T1" fmla="*/ 0 h 244"/>
              <a:gd name="T2" fmla="*/ 2147483646 w 1002"/>
              <a:gd name="T3" fmla="*/ 2147483646 h 244"/>
              <a:gd name="T4" fmla="*/ 0 w 1002"/>
              <a:gd name="T5" fmla="*/ 2147483646 h 244"/>
              <a:gd name="T6" fmla="*/ 0 60000 65536"/>
              <a:gd name="T7" fmla="*/ 0 60000 65536"/>
              <a:gd name="T8" fmla="*/ 0 60000 65536"/>
            </a:gdLst>
            <a:ahLst/>
            <a:cxnLst>
              <a:cxn ang="T6">
                <a:pos x="T0" y="T1"/>
              </a:cxn>
              <a:cxn ang="T7">
                <a:pos x="T2" y="T3"/>
              </a:cxn>
              <a:cxn ang="T8">
                <a:pos x="T4" y="T5"/>
              </a:cxn>
            </a:cxnLst>
            <a:rect l="0" t="0" r="r" b="b"/>
            <a:pathLst>
              <a:path w="1002" h="244">
                <a:moveTo>
                  <a:pt x="1002" y="0"/>
                </a:moveTo>
                <a:lnTo>
                  <a:pt x="770" y="240"/>
                </a:lnTo>
                <a:lnTo>
                  <a:pt x="0" y="244"/>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8" name="Freeform 9">
            <a:extLst>
              <a:ext uri="{FF2B5EF4-FFF2-40B4-BE49-F238E27FC236}">
                <a16:creationId xmlns:a16="http://schemas.microsoft.com/office/drawing/2014/main" id="{29743731-D3A8-A346-89A5-E9E58B3C52DC}"/>
              </a:ext>
            </a:extLst>
          </p:cNvPr>
          <p:cNvSpPr>
            <a:spLocks/>
          </p:cNvSpPr>
          <p:nvPr/>
        </p:nvSpPr>
        <p:spPr bwMode="auto">
          <a:xfrm>
            <a:off x="2052638" y="2552701"/>
            <a:ext cx="1193006" cy="307181"/>
          </a:xfrm>
          <a:custGeom>
            <a:avLst/>
            <a:gdLst>
              <a:gd name="T0" fmla="*/ 2147483646 w 1002"/>
              <a:gd name="T1" fmla="*/ 0 h 258"/>
              <a:gd name="T2" fmla="*/ 2147483646 w 1002"/>
              <a:gd name="T3" fmla="*/ 2147483646 h 258"/>
              <a:gd name="T4" fmla="*/ 0 w 1002"/>
              <a:gd name="T5" fmla="*/ 2147483646 h 258"/>
              <a:gd name="T6" fmla="*/ 0 60000 65536"/>
              <a:gd name="T7" fmla="*/ 0 60000 65536"/>
              <a:gd name="T8" fmla="*/ 0 60000 65536"/>
            </a:gdLst>
            <a:ahLst/>
            <a:cxnLst>
              <a:cxn ang="T6">
                <a:pos x="T0" y="T1"/>
              </a:cxn>
              <a:cxn ang="T7">
                <a:pos x="T2" y="T3"/>
              </a:cxn>
              <a:cxn ang="T8">
                <a:pos x="T4" y="T5"/>
              </a:cxn>
            </a:cxnLst>
            <a:rect l="0" t="0" r="r" b="b"/>
            <a:pathLst>
              <a:path w="1002" h="258">
                <a:moveTo>
                  <a:pt x="1002" y="0"/>
                </a:moveTo>
                <a:lnTo>
                  <a:pt x="770" y="254"/>
                </a:lnTo>
                <a:lnTo>
                  <a:pt x="0"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9" name="AutoShape 10">
            <a:extLst>
              <a:ext uri="{FF2B5EF4-FFF2-40B4-BE49-F238E27FC236}">
                <a16:creationId xmlns:a16="http://schemas.microsoft.com/office/drawing/2014/main" id="{32A7521B-32E3-4A4C-B987-AB49180358C0}"/>
              </a:ext>
            </a:extLst>
          </p:cNvPr>
          <p:cNvSpPr>
            <a:spLocks noChangeArrowheads="1"/>
          </p:cNvSpPr>
          <p:nvPr/>
        </p:nvSpPr>
        <p:spPr bwMode="auto">
          <a:xfrm>
            <a:off x="6399610" y="1674019"/>
            <a:ext cx="1193006" cy="1704975"/>
          </a:xfrm>
          <a:prstGeom prst="cube">
            <a:avLst>
              <a:gd name="adj" fmla="val 25301"/>
            </a:avLst>
          </a:prstGeom>
          <a:solidFill>
            <a:srgbClr val="FFFF99"/>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1370" name="Freeform 11">
            <a:extLst>
              <a:ext uri="{FF2B5EF4-FFF2-40B4-BE49-F238E27FC236}">
                <a16:creationId xmlns:a16="http://schemas.microsoft.com/office/drawing/2014/main" id="{26B16A2A-9FBD-EA45-852E-ED365CF4CB04}"/>
              </a:ext>
            </a:extLst>
          </p:cNvPr>
          <p:cNvSpPr>
            <a:spLocks/>
          </p:cNvSpPr>
          <p:nvPr/>
        </p:nvSpPr>
        <p:spPr bwMode="auto">
          <a:xfrm>
            <a:off x="6398419" y="1966913"/>
            <a:ext cx="1197769" cy="273844"/>
          </a:xfrm>
          <a:custGeom>
            <a:avLst/>
            <a:gdLst>
              <a:gd name="T0" fmla="*/ 2147483646 w 1006"/>
              <a:gd name="T1" fmla="*/ 0 h 230"/>
              <a:gd name="T2" fmla="*/ 2147483646 w 1006"/>
              <a:gd name="T3" fmla="*/ 2147483646 h 230"/>
              <a:gd name="T4" fmla="*/ 0 w 1006"/>
              <a:gd name="T5" fmla="*/ 2147483646 h 230"/>
              <a:gd name="T6" fmla="*/ 0 60000 65536"/>
              <a:gd name="T7" fmla="*/ 0 60000 65536"/>
              <a:gd name="T8" fmla="*/ 0 60000 65536"/>
            </a:gdLst>
            <a:ahLst/>
            <a:cxnLst>
              <a:cxn ang="T6">
                <a:pos x="T0" y="T1"/>
              </a:cxn>
              <a:cxn ang="T7">
                <a:pos x="T2" y="T3"/>
              </a:cxn>
              <a:cxn ang="T8">
                <a:pos x="T4" y="T5"/>
              </a:cxn>
            </a:cxnLst>
            <a:rect l="0" t="0" r="r" b="b"/>
            <a:pathLst>
              <a:path w="1006" h="230">
                <a:moveTo>
                  <a:pt x="1006"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1" name="Freeform 12">
            <a:extLst>
              <a:ext uri="{FF2B5EF4-FFF2-40B4-BE49-F238E27FC236}">
                <a16:creationId xmlns:a16="http://schemas.microsoft.com/office/drawing/2014/main" id="{3D8D5380-853A-0F46-B764-99B05E116882}"/>
              </a:ext>
            </a:extLst>
          </p:cNvPr>
          <p:cNvSpPr>
            <a:spLocks/>
          </p:cNvSpPr>
          <p:nvPr/>
        </p:nvSpPr>
        <p:spPr bwMode="auto">
          <a:xfrm>
            <a:off x="6396037" y="2266950"/>
            <a:ext cx="1185863" cy="283369"/>
          </a:xfrm>
          <a:custGeom>
            <a:avLst/>
            <a:gdLst>
              <a:gd name="T0" fmla="*/ 2147483646 w 996"/>
              <a:gd name="T1" fmla="*/ 0 h 238"/>
              <a:gd name="T2" fmla="*/ 2147483646 w 996"/>
              <a:gd name="T3" fmla="*/ 2147483646 h 238"/>
              <a:gd name="T4" fmla="*/ 0 w 996"/>
              <a:gd name="T5" fmla="*/ 2147483646 h 238"/>
              <a:gd name="T6" fmla="*/ 0 60000 65536"/>
              <a:gd name="T7" fmla="*/ 0 60000 65536"/>
              <a:gd name="T8" fmla="*/ 0 60000 65536"/>
            </a:gdLst>
            <a:ahLst/>
            <a:cxnLst>
              <a:cxn ang="T6">
                <a:pos x="T0" y="T1"/>
              </a:cxn>
              <a:cxn ang="T7">
                <a:pos x="T2" y="T3"/>
              </a:cxn>
              <a:cxn ang="T8">
                <a:pos x="T4" y="T5"/>
              </a:cxn>
            </a:cxnLst>
            <a:rect l="0" t="0" r="r" b="b"/>
            <a:pathLst>
              <a:path w="996" h="238">
                <a:moveTo>
                  <a:pt x="996" y="0"/>
                </a:moveTo>
                <a:lnTo>
                  <a:pt x="770" y="234"/>
                </a:lnTo>
                <a:lnTo>
                  <a:pt x="0" y="23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2" name="Freeform 13">
            <a:extLst>
              <a:ext uri="{FF2B5EF4-FFF2-40B4-BE49-F238E27FC236}">
                <a16:creationId xmlns:a16="http://schemas.microsoft.com/office/drawing/2014/main" id="{BD149968-CF37-1043-A600-1C0E834F73B8}"/>
              </a:ext>
            </a:extLst>
          </p:cNvPr>
          <p:cNvSpPr>
            <a:spLocks/>
          </p:cNvSpPr>
          <p:nvPr/>
        </p:nvSpPr>
        <p:spPr bwMode="auto">
          <a:xfrm>
            <a:off x="6396037" y="2566988"/>
            <a:ext cx="1185863" cy="292894"/>
          </a:xfrm>
          <a:custGeom>
            <a:avLst/>
            <a:gdLst>
              <a:gd name="T0" fmla="*/ 2147483646 w 996"/>
              <a:gd name="T1" fmla="*/ 0 h 246"/>
              <a:gd name="T2" fmla="*/ 2147483646 w 996"/>
              <a:gd name="T3" fmla="*/ 2147483646 h 246"/>
              <a:gd name="T4" fmla="*/ 0 w 996"/>
              <a:gd name="T5" fmla="*/ 2147483646 h 246"/>
              <a:gd name="T6" fmla="*/ 0 60000 65536"/>
              <a:gd name="T7" fmla="*/ 0 60000 65536"/>
              <a:gd name="T8" fmla="*/ 0 60000 65536"/>
            </a:gdLst>
            <a:ahLst/>
            <a:cxnLst>
              <a:cxn ang="T6">
                <a:pos x="T0" y="T1"/>
              </a:cxn>
              <a:cxn ang="T7">
                <a:pos x="T2" y="T3"/>
              </a:cxn>
              <a:cxn ang="T8">
                <a:pos x="T4" y="T5"/>
              </a:cxn>
            </a:cxnLst>
            <a:rect l="0" t="0" r="r" b="b"/>
            <a:pathLst>
              <a:path w="996" h="246">
                <a:moveTo>
                  <a:pt x="996" y="0"/>
                </a:moveTo>
                <a:lnTo>
                  <a:pt x="770" y="242"/>
                </a:lnTo>
                <a:lnTo>
                  <a:pt x="0" y="24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3" name="AutoShape 14">
            <a:extLst>
              <a:ext uri="{FF2B5EF4-FFF2-40B4-BE49-F238E27FC236}">
                <a16:creationId xmlns:a16="http://schemas.microsoft.com/office/drawing/2014/main" id="{273F737F-0493-924C-B301-D6F79F224E70}"/>
              </a:ext>
            </a:extLst>
          </p:cNvPr>
          <p:cNvSpPr>
            <a:spLocks noChangeArrowheads="1"/>
          </p:cNvSpPr>
          <p:nvPr/>
        </p:nvSpPr>
        <p:spPr bwMode="auto">
          <a:xfrm>
            <a:off x="4198144" y="2296716"/>
            <a:ext cx="1193006" cy="1085850"/>
          </a:xfrm>
          <a:prstGeom prst="cube">
            <a:avLst>
              <a:gd name="adj" fmla="val 25301"/>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1374" name="Freeform 15">
            <a:extLst>
              <a:ext uri="{FF2B5EF4-FFF2-40B4-BE49-F238E27FC236}">
                <a16:creationId xmlns:a16="http://schemas.microsoft.com/office/drawing/2014/main" id="{C62E0ABD-6894-3D48-8AD9-B0DBDFA6EB82}"/>
              </a:ext>
            </a:extLst>
          </p:cNvPr>
          <p:cNvSpPr>
            <a:spLocks/>
          </p:cNvSpPr>
          <p:nvPr/>
        </p:nvSpPr>
        <p:spPr bwMode="auto">
          <a:xfrm>
            <a:off x="4194572" y="2588419"/>
            <a:ext cx="1194197" cy="275035"/>
          </a:xfrm>
          <a:custGeom>
            <a:avLst/>
            <a:gdLst>
              <a:gd name="T0" fmla="*/ 2147483646 w 1003"/>
              <a:gd name="T1" fmla="*/ 0 h 231"/>
              <a:gd name="T2" fmla="*/ 2147483646 w 1003"/>
              <a:gd name="T3" fmla="*/ 2147483646 h 231"/>
              <a:gd name="T4" fmla="*/ 0 w 1003"/>
              <a:gd name="T5" fmla="*/ 2147483646 h 231"/>
              <a:gd name="T6" fmla="*/ 0 60000 65536"/>
              <a:gd name="T7" fmla="*/ 0 60000 65536"/>
              <a:gd name="T8" fmla="*/ 0 60000 65536"/>
            </a:gdLst>
            <a:ahLst/>
            <a:cxnLst>
              <a:cxn ang="T6">
                <a:pos x="T0" y="T1"/>
              </a:cxn>
              <a:cxn ang="T7">
                <a:pos x="T2" y="T3"/>
              </a:cxn>
              <a:cxn ang="T8">
                <a:pos x="T4" y="T5"/>
              </a:cxn>
            </a:cxnLst>
            <a:rect l="0" t="0" r="r" b="b"/>
            <a:pathLst>
              <a:path w="1003" h="231">
                <a:moveTo>
                  <a:pt x="1003" y="0"/>
                </a:moveTo>
                <a:lnTo>
                  <a:pt x="770" y="227"/>
                </a:lnTo>
                <a:lnTo>
                  <a:pt x="0" y="231"/>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5" name="Text Box 16">
            <a:extLst>
              <a:ext uri="{FF2B5EF4-FFF2-40B4-BE49-F238E27FC236}">
                <a16:creationId xmlns:a16="http://schemas.microsoft.com/office/drawing/2014/main" id="{3387B556-A806-1841-AE11-20E196DDBCF6}"/>
              </a:ext>
            </a:extLst>
          </p:cNvPr>
          <p:cNvSpPr txBox="1">
            <a:spLocks noChangeArrowheads="1"/>
          </p:cNvSpPr>
          <p:nvPr/>
        </p:nvSpPr>
        <p:spPr bwMode="auto">
          <a:xfrm>
            <a:off x="2303860" y="1383507"/>
            <a:ext cx="69762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en-US" altLang="zh-CN" sz="1500">
                <a:latin typeface="Arial" panose="020B0604020202020204" pitchFamily="34" charset="0"/>
                <a:ea typeface="宋体" panose="02010600030101010101" pitchFamily="2" charset="-122"/>
              </a:rPr>
              <a:t>A</a:t>
            </a:r>
          </a:p>
        </p:txBody>
      </p:sp>
      <p:sp>
        <p:nvSpPr>
          <p:cNvPr id="271376" name="Text Box 17">
            <a:extLst>
              <a:ext uri="{FF2B5EF4-FFF2-40B4-BE49-F238E27FC236}">
                <a16:creationId xmlns:a16="http://schemas.microsoft.com/office/drawing/2014/main" id="{968BDACC-A02E-E140-8701-50DA1BE18154}"/>
              </a:ext>
            </a:extLst>
          </p:cNvPr>
          <p:cNvSpPr txBox="1">
            <a:spLocks noChangeArrowheads="1"/>
          </p:cNvSpPr>
          <p:nvPr/>
        </p:nvSpPr>
        <p:spPr bwMode="auto">
          <a:xfrm>
            <a:off x="6681788" y="1383507"/>
            <a:ext cx="69762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en-US" altLang="zh-CN" sz="1500">
                <a:latin typeface="Arial" panose="020B0604020202020204" pitchFamily="34" charset="0"/>
                <a:ea typeface="宋体" panose="02010600030101010101" pitchFamily="2" charset="-122"/>
              </a:rPr>
              <a:t>B</a:t>
            </a:r>
          </a:p>
        </p:txBody>
      </p:sp>
      <p:sp>
        <p:nvSpPr>
          <p:cNvPr id="271377" name="Text Box 18">
            <a:extLst>
              <a:ext uri="{FF2B5EF4-FFF2-40B4-BE49-F238E27FC236}">
                <a16:creationId xmlns:a16="http://schemas.microsoft.com/office/drawing/2014/main" id="{2F3A1E92-C0CB-B542-BB60-88DC0BCDEE84}"/>
              </a:ext>
            </a:extLst>
          </p:cNvPr>
          <p:cNvSpPr txBox="1">
            <a:spLocks noChangeArrowheads="1"/>
          </p:cNvSpPr>
          <p:nvPr/>
        </p:nvSpPr>
        <p:spPr bwMode="auto">
          <a:xfrm>
            <a:off x="4463654" y="1972866"/>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路由器</a:t>
            </a:r>
          </a:p>
        </p:txBody>
      </p:sp>
      <p:sp>
        <p:nvSpPr>
          <p:cNvPr id="271378" name="Text Box 19">
            <a:extLst>
              <a:ext uri="{FF2B5EF4-FFF2-40B4-BE49-F238E27FC236}">
                <a16:creationId xmlns:a16="http://schemas.microsoft.com/office/drawing/2014/main" id="{C6CF453D-014C-F74C-B3B8-243C08155F46}"/>
              </a:ext>
            </a:extLst>
          </p:cNvPr>
          <p:cNvSpPr txBox="1">
            <a:spLocks noChangeArrowheads="1"/>
          </p:cNvSpPr>
          <p:nvPr/>
        </p:nvSpPr>
        <p:spPr bwMode="auto">
          <a:xfrm>
            <a:off x="5476875" y="3677841"/>
            <a:ext cx="69442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r>
              <a:rPr kumimoji="1" lang="zh-CN" altLang="en-US" sz="450">
                <a:latin typeface="黑体" panose="02010609060101010101" pitchFamily="49" charset="-122"/>
                <a:ea typeface="宋体" panose="02010600030101010101" pitchFamily="2" charset="-122"/>
              </a:rPr>
              <a:t> </a:t>
            </a:r>
            <a:r>
              <a:rPr kumimoji="1" lang="en-US" altLang="zh-CN" sz="1500">
                <a:latin typeface="黑体" panose="02010609060101010101" pitchFamily="49" charset="-122"/>
                <a:ea typeface="宋体" panose="02010600030101010101" pitchFamily="2" charset="-122"/>
              </a:rPr>
              <a:t>2</a:t>
            </a:r>
          </a:p>
        </p:txBody>
      </p:sp>
      <p:sp>
        <p:nvSpPr>
          <p:cNvPr id="271379" name="Text Box 20">
            <a:extLst>
              <a:ext uri="{FF2B5EF4-FFF2-40B4-BE49-F238E27FC236}">
                <a16:creationId xmlns:a16="http://schemas.microsoft.com/office/drawing/2014/main" id="{1E0DB39B-2363-434C-9528-083E61F6256F}"/>
              </a:ext>
            </a:extLst>
          </p:cNvPr>
          <p:cNvSpPr txBox="1">
            <a:spLocks noChangeArrowheads="1"/>
          </p:cNvSpPr>
          <p:nvPr/>
        </p:nvSpPr>
        <p:spPr bwMode="auto">
          <a:xfrm>
            <a:off x="3275410" y="3658791"/>
            <a:ext cx="68961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r>
              <a:rPr kumimoji="1" lang="zh-CN" altLang="en-US" sz="375">
                <a:latin typeface="黑体" panose="02010609060101010101" pitchFamily="49" charset="-122"/>
                <a:ea typeface="宋体" panose="02010600030101010101" pitchFamily="2" charset="-122"/>
              </a:rPr>
              <a:t> </a:t>
            </a:r>
            <a:r>
              <a:rPr kumimoji="1" lang="en-US" altLang="zh-CN" sz="1500">
                <a:latin typeface="黑体" panose="02010609060101010101" pitchFamily="49" charset="-122"/>
                <a:ea typeface="宋体" panose="02010600030101010101" pitchFamily="2" charset="-122"/>
              </a:rPr>
              <a:t>1</a:t>
            </a:r>
          </a:p>
        </p:txBody>
      </p:sp>
      <p:sp>
        <p:nvSpPr>
          <p:cNvPr id="271380" name="Line 21">
            <a:extLst>
              <a:ext uri="{FF2B5EF4-FFF2-40B4-BE49-F238E27FC236}">
                <a16:creationId xmlns:a16="http://schemas.microsoft.com/office/drawing/2014/main" id="{9DD920D9-6E98-EA4F-852A-FF4EA516FA32}"/>
              </a:ext>
            </a:extLst>
          </p:cNvPr>
          <p:cNvSpPr>
            <a:spLocks noChangeShapeType="1"/>
          </p:cNvSpPr>
          <p:nvPr/>
        </p:nvSpPr>
        <p:spPr bwMode="auto">
          <a:xfrm>
            <a:off x="2556272" y="3380185"/>
            <a:ext cx="566738" cy="360759"/>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1" name="Line 22">
            <a:extLst>
              <a:ext uri="{FF2B5EF4-FFF2-40B4-BE49-F238E27FC236}">
                <a16:creationId xmlns:a16="http://schemas.microsoft.com/office/drawing/2014/main" id="{08283381-6898-644C-A2BA-C1E8ADA9AB10}"/>
              </a:ext>
            </a:extLst>
          </p:cNvPr>
          <p:cNvSpPr>
            <a:spLocks noChangeShapeType="1"/>
          </p:cNvSpPr>
          <p:nvPr/>
        </p:nvSpPr>
        <p:spPr bwMode="auto">
          <a:xfrm flipH="1">
            <a:off x="4068367" y="3380185"/>
            <a:ext cx="440531" cy="30956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2" name="Line 23">
            <a:extLst>
              <a:ext uri="{FF2B5EF4-FFF2-40B4-BE49-F238E27FC236}">
                <a16:creationId xmlns:a16="http://schemas.microsoft.com/office/drawing/2014/main" id="{A99A2403-B8D7-C643-9D29-BBAB620D7D72}"/>
              </a:ext>
            </a:extLst>
          </p:cNvPr>
          <p:cNvSpPr>
            <a:spLocks noChangeShapeType="1"/>
          </p:cNvSpPr>
          <p:nvPr/>
        </p:nvSpPr>
        <p:spPr bwMode="auto">
          <a:xfrm>
            <a:off x="4761310" y="3380185"/>
            <a:ext cx="566738" cy="360759"/>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3" name="Line 24">
            <a:extLst>
              <a:ext uri="{FF2B5EF4-FFF2-40B4-BE49-F238E27FC236}">
                <a16:creationId xmlns:a16="http://schemas.microsoft.com/office/drawing/2014/main" id="{DAF35C01-D874-C94A-9BA7-F7405E25332A}"/>
              </a:ext>
            </a:extLst>
          </p:cNvPr>
          <p:cNvSpPr>
            <a:spLocks noChangeShapeType="1"/>
          </p:cNvSpPr>
          <p:nvPr/>
        </p:nvSpPr>
        <p:spPr bwMode="auto">
          <a:xfrm flipH="1">
            <a:off x="6301978" y="3380185"/>
            <a:ext cx="538163" cy="360759"/>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4" name="Text Box 25">
            <a:extLst>
              <a:ext uri="{FF2B5EF4-FFF2-40B4-BE49-F238E27FC236}">
                <a16:creationId xmlns:a16="http://schemas.microsoft.com/office/drawing/2014/main" id="{A4C78442-D9EB-FE40-9A00-D8C7E3251CC4}"/>
              </a:ext>
            </a:extLst>
          </p:cNvPr>
          <p:cNvSpPr txBox="1">
            <a:spLocks noChangeArrowheads="1"/>
          </p:cNvSpPr>
          <p:nvPr/>
        </p:nvSpPr>
        <p:spPr bwMode="auto">
          <a:xfrm>
            <a:off x="6481890" y="1879998"/>
            <a:ext cx="761747" cy="150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网际层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p>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接口层</a:t>
            </a:r>
          </a:p>
        </p:txBody>
      </p:sp>
      <p:sp>
        <p:nvSpPr>
          <p:cNvPr id="271385" name="Text Box 26">
            <a:extLst>
              <a:ext uri="{FF2B5EF4-FFF2-40B4-BE49-F238E27FC236}">
                <a16:creationId xmlns:a16="http://schemas.microsoft.com/office/drawing/2014/main" id="{161D6656-3EC6-1A46-B237-921728510E87}"/>
              </a:ext>
            </a:extLst>
          </p:cNvPr>
          <p:cNvSpPr txBox="1">
            <a:spLocks noChangeArrowheads="1"/>
          </p:cNvSpPr>
          <p:nvPr/>
        </p:nvSpPr>
        <p:spPr bwMode="auto">
          <a:xfrm>
            <a:off x="4268518" y="2505075"/>
            <a:ext cx="761747" cy="90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网际层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p>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接口层</a:t>
            </a:r>
          </a:p>
        </p:txBody>
      </p:sp>
      <p:sp>
        <p:nvSpPr>
          <p:cNvPr id="271386" name="Text Box 27">
            <a:extLst>
              <a:ext uri="{FF2B5EF4-FFF2-40B4-BE49-F238E27FC236}">
                <a16:creationId xmlns:a16="http://schemas.microsoft.com/office/drawing/2014/main" id="{5C6BB922-06FE-9843-88A7-2E130C9633C3}"/>
              </a:ext>
            </a:extLst>
          </p:cNvPr>
          <p:cNvSpPr txBox="1">
            <a:spLocks noChangeArrowheads="1"/>
          </p:cNvSpPr>
          <p:nvPr/>
        </p:nvSpPr>
        <p:spPr bwMode="auto">
          <a:xfrm>
            <a:off x="1711937" y="1912144"/>
            <a:ext cx="292068" cy="1304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en-US" altLang="zh-CN" sz="1500">
                <a:latin typeface="Arial" panose="020B0604020202020204" pitchFamily="34" charset="0"/>
                <a:ea typeface="宋体" panose="02010600030101010101" pitchFamily="2" charset="-122"/>
              </a:rPr>
              <a:t>4</a:t>
            </a:r>
          </a:p>
          <a:p>
            <a:pPr algn="ctr" eaLnBrk="1" hangingPunct="1">
              <a:lnSpc>
                <a:spcPct val="130000"/>
              </a:lnSpc>
              <a:spcBef>
                <a:spcPct val="0"/>
              </a:spcBef>
              <a:buClrTx/>
              <a:buSzTx/>
              <a:buFontTx/>
              <a:buNone/>
            </a:pPr>
            <a:r>
              <a:rPr kumimoji="1" lang="en-US" altLang="zh-CN" sz="1500">
                <a:latin typeface="Arial" panose="020B0604020202020204" pitchFamily="34" charset="0"/>
                <a:ea typeface="宋体" panose="02010600030101010101" pitchFamily="2" charset="-122"/>
              </a:rPr>
              <a:t>3</a:t>
            </a:r>
          </a:p>
          <a:p>
            <a:pPr algn="ctr" eaLnBrk="1" hangingPunct="1">
              <a:lnSpc>
                <a:spcPct val="130000"/>
              </a:lnSpc>
              <a:spcBef>
                <a:spcPct val="0"/>
              </a:spcBef>
              <a:buClrTx/>
              <a:buSzTx/>
              <a:buFontTx/>
              <a:buNone/>
            </a:pPr>
            <a:r>
              <a:rPr kumimoji="1" lang="en-US" altLang="zh-CN" sz="1500">
                <a:latin typeface="Arial" panose="020B0604020202020204" pitchFamily="34" charset="0"/>
                <a:ea typeface="宋体" panose="02010600030101010101" pitchFamily="2" charset="-122"/>
              </a:rPr>
              <a:t>2</a:t>
            </a:r>
          </a:p>
          <a:p>
            <a:pPr algn="ctr" eaLnBrk="1" hangingPunct="1">
              <a:lnSpc>
                <a:spcPct val="155000"/>
              </a:lnSpc>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71387" name="Text Box 28">
            <a:extLst>
              <a:ext uri="{FF2B5EF4-FFF2-40B4-BE49-F238E27FC236}">
                <a16:creationId xmlns:a16="http://schemas.microsoft.com/office/drawing/2014/main" id="{6BA50871-B8C1-6C4E-BEE4-1A0BFD18544E}"/>
              </a:ext>
            </a:extLst>
          </p:cNvPr>
          <p:cNvSpPr txBox="1">
            <a:spLocks noChangeArrowheads="1"/>
          </p:cNvSpPr>
          <p:nvPr/>
        </p:nvSpPr>
        <p:spPr bwMode="auto">
          <a:xfrm>
            <a:off x="2719998" y="4245769"/>
            <a:ext cx="410881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solidFill>
                  <a:schemeClr val="folHlink"/>
                </a:solidFill>
                <a:latin typeface="黑体" panose="02010609060101010101" pitchFamily="49" charset="-122"/>
                <a:ea typeface="宋体" panose="02010600030101010101" pitchFamily="2" charset="-122"/>
              </a:rPr>
              <a:t>路由器在转发分组时最高只用到网络层</a:t>
            </a:r>
          </a:p>
          <a:p>
            <a:pPr algn="ctr" eaLnBrk="1" hangingPunct="1">
              <a:spcBef>
                <a:spcPct val="0"/>
              </a:spcBef>
              <a:buClrTx/>
              <a:buSzTx/>
              <a:buFontTx/>
              <a:buNone/>
            </a:pPr>
            <a:r>
              <a:rPr lang="zh-CN" altLang="en-US" sz="1800">
                <a:solidFill>
                  <a:schemeClr val="folHlink"/>
                </a:solidFill>
                <a:latin typeface="黑体" panose="02010609060101010101" pitchFamily="49" charset="-122"/>
                <a:ea typeface="宋体" panose="02010600030101010101" pitchFamily="2" charset="-122"/>
              </a:rPr>
              <a:t>而没有使用运输层和应用层。 </a:t>
            </a:r>
          </a:p>
        </p:txBody>
      </p:sp>
      <p:sp>
        <p:nvSpPr>
          <p:cNvPr id="271388" name="幻灯片编号占位符 1">
            <a:extLst>
              <a:ext uri="{FF2B5EF4-FFF2-40B4-BE49-F238E27FC236}">
                <a16:creationId xmlns:a16="http://schemas.microsoft.com/office/drawing/2014/main" id="{BA4B0E32-F318-5D46-A2B0-4EF35F8BEF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D4E8EAF-41EB-D74D-9C61-07923D4AB9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525058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AutoShape 2">
            <a:extLst>
              <a:ext uri="{FF2B5EF4-FFF2-40B4-BE49-F238E27FC236}">
                <a16:creationId xmlns:a16="http://schemas.microsoft.com/office/drawing/2014/main" id="{95B91076-0565-2A4C-BBD7-4EA3BA199A70}"/>
              </a:ext>
            </a:extLst>
          </p:cNvPr>
          <p:cNvSpPr>
            <a:spLocks noChangeArrowheads="1"/>
          </p:cNvSpPr>
          <p:nvPr/>
        </p:nvSpPr>
        <p:spPr bwMode="auto">
          <a:xfrm>
            <a:off x="2412207" y="2625329"/>
            <a:ext cx="5426869" cy="2106215"/>
          </a:xfrm>
          <a:prstGeom prst="triangle">
            <a:avLst>
              <a:gd name="adj" fmla="val 50000"/>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7219" name="AutoShape 3">
            <a:extLst>
              <a:ext uri="{FF2B5EF4-FFF2-40B4-BE49-F238E27FC236}">
                <a16:creationId xmlns:a16="http://schemas.microsoft.com/office/drawing/2014/main" id="{E74544DA-C803-DF4F-AA59-EC0278842E16}"/>
              </a:ext>
            </a:extLst>
          </p:cNvPr>
          <p:cNvSpPr>
            <a:spLocks noChangeArrowheads="1"/>
          </p:cNvSpPr>
          <p:nvPr/>
        </p:nvSpPr>
        <p:spPr bwMode="auto">
          <a:xfrm flipV="1">
            <a:off x="2412207" y="1491854"/>
            <a:ext cx="5426869" cy="2321719"/>
          </a:xfrm>
          <a:prstGeom prst="triangle">
            <a:avLst>
              <a:gd name="adj" fmla="val 50000"/>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3411" name="Rectangle 4">
            <a:extLst>
              <a:ext uri="{FF2B5EF4-FFF2-40B4-BE49-F238E27FC236}">
                <a16:creationId xmlns:a16="http://schemas.microsoft.com/office/drawing/2014/main" id="{F5F42253-F9C6-2B4C-A07F-F7ADEA5B60F7}"/>
              </a:ext>
            </a:extLst>
          </p:cNvPr>
          <p:cNvSpPr>
            <a:spLocks noGrp="1" noChangeArrowheads="1"/>
          </p:cNvSpPr>
          <p:nvPr>
            <p:ph type="title"/>
          </p:nvPr>
        </p:nvSpPr>
        <p:spPr>
          <a:xfrm>
            <a:off x="2291953" y="160735"/>
            <a:ext cx="5709047" cy="1096565"/>
          </a:xfrm>
        </p:spPr>
        <p:txBody>
          <a:bodyPr/>
          <a:lstStyle/>
          <a:p>
            <a:pPr algn="ctr" eaLnBrk="1" hangingPunct="1"/>
            <a:r>
              <a:rPr lang="zh-CN" altLang="en-US">
                <a:latin typeface="Times New Roman" panose="02020603050405020304" pitchFamily="18" charset="0"/>
                <a:ea typeface="宋体" panose="02010600030101010101" pitchFamily="2" charset="-122"/>
              </a:rPr>
              <a:t>沙漏计时器形状的</a:t>
            </a:r>
            <a:br>
              <a:rPr lang="zh-CN" altLang="en-US">
                <a:latin typeface="Times New Roman" panose="02020603050405020304" pitchFamily="18" charset="0"/>
                <a:ea typeface="宋体" panose="02010600030101010101" pitchFamily="2" charset="-122"/>
              </a:rPr>
            </a:br>
            <a:r>
              <a:rPr lang="en-US" altLang="zh-CN">
                <a:latin typeface="Times New Roman" panose="02020603050405020304" pitchFamily="18" charset="0"/>
                <a:ea typeface="宋体" panose="02010600030101010101" pitchFamily="2" charset="-122"/>
              </a:rPr>
              <a:t>TCP/IP</a:t>
            </a:r>
            <a:r>
              <a:rPr lang="zh-CN" altLang="en-US">
                <a:latin typeface="Times New Roman" panose="02020603050405020304" pitchFamily="18" charset="0"/>
                <a:ea typeface="宋体" panose="02010600030101010101" pitchFamily="2" charset="-122"/>
              </a:rPr>
              <a:t>协议族 </a:t>
            </a:r>
          </a:p>
        </p:txBody>
      </p:sp>
      <p:sp>
        <p:nvSpPr>
          <p:cNvPr id="137221" name="Rectangle 5">
            <a:extLst>
              <a:ext uri="{FF2B5EF4-FFF2-40B4-BE49-F238E27FC236}">
                <a16:creationId xmlns:a16="http://schemas.microsoft.com/office/drawing/2014/main" id="{02621475-866B-6A4C-89D8-53E9BBDE7E38}"/>
              </a:ext>
            </a:extLst>
          </p:cNvPr>
          <p:cNvSpPr>
            <a:spLocks noChangeArrowheads="1"/>
          </p:cNvSpPr>
          <p:nvPr/>
        </p:nvSpPr>
        <p:spPr bwMode="auto">
          <a:xfrm>
            <a:off x="3238500" y="1634729"/>
            <a:ext cx="61079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HTTP</a:t>
            </a:r>
          </a:p>
        </p:txBody>
      </p:sp>
      <p:sp>
        <p:nvSpPr>
          <p:cNvPr id="137222" name="Rectangle 6">
            <a:extLst>
              <a:ext uri="{FF2B5EF4-FFF2-40B4-BE49-F238E27FC236}">
                <a16:creationId xmlns:a16="http://schemas.microsoft.com/office/drawing/2014/main" id="{697DBFC3-F062-EB44-80E7-61E1B3911185}"/>
              </a:ext>
            </a:extLst>
          </p:cNvPr>
          <p:cNvSpPr>
            <a:spLocks noChangeArrowheads="1"/>
          </p:cNvSpPr>
          <p:nvPr/>
        </p:nvSpPr>
        <p:spPr bwMode="auto">
          <a:xfrm>
            <a:off x="4399360" y="1634729"/>
            <a:ext cx="61198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SMTP</a:t>
            </a:r>
          </a:p>
        </p:txBody>
      </p:sp>
      <p:sp>
        <p:nvSpPr>
          <p:cNvPr id="137223" name="Rectangle 7">
            <a:extLst>
              <a:ext uri="{FF2B5EF4-FFF2-40B4-BE49-F238E27FC236}">
                <a16:creationId xmlns:a16="http://schemas.microsoft.com/office/drawing/2014/main" id="{B5D4DD2C-38EA-E74C-9EA0-A2CA52E6D44D}"/>
              </a:ext>
            </a:extLst>
          </p:cNvPr>
          <p:cNvSpPr>
            <a:spLocks noChangeArrowheads="1"/>
          </p:cNvSpPr>
          <p:nvPr/>
        </p:nvSpPr>
        <p:spPr bwMode="auto">
          <a:xfrm>
            <a:off x="5255419" y="1634729"/>
            <a:ext cx="61079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DNS</a:t>
            </a:r>
          </a:p>
        </p:txBody>
      </p:sp>
      <p:sp>
        <p:nvSpPr>
          <p:cNvPr id="137224" name="Rectangle 8">
            <a:extLst>
              <a:ext uri="{FF2B5EF4-FFF2-40B4-BE49-F238E27FC236}">
                <a16:creationId xmlns:a16="http://schemas.microsoft.com/office/drawing/2014/main" id="{1FBA82A9-01A1-9945-ABDD-0D57EC395F2A}"/>
              </a:ext>
            </a:extLst>
          </p:cNvPr>
          <p:cNvSpPr>
            <a:spLocks noChangeArrowheads="1"/>
          </p:cNvSpPr>
          <p:nvPr/>
        </p:nvSpPr>
        <p:spPr bwMode="auto">
          <a:xfrm>
            <a:off x="6416279" y="1634729"/>
            <a:ext cx="61198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RTP</a:t>
            </a:r>
          </a:p>
        </p:txBody>
      </p:sp>
      <p:sp>
        <p:nvSpPr>
          <p:cNvPr id="137225" name="Rectangle 9">
            <a:extLst>
              <a:ext uri="{FF2B5EF4-FFF2-40B4-BE49-F238E27FC236}">
                <a16:creationId xmlns:a16="http://schemas.microsoft.com/office/drawing/2014/main" id="{1EF267D6-9293-C547-B5B5-E618B829602A}"/>
              </a:ext>
            </a:extLst>
          </p:cNvPr>
          <p:cNvSpPr>
            <a:spLocks noChangeArrowheads="1"/>
          </p:cNvSpPr>
          <p:nvPr/>
        </p:nvSpPr>
        <p:spPr bwMode="auto">
          <a:xfrm>
            <a:off x="3788569" y="2343150"/>
            <a:ext cx="610791" cy="2952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TCP</a:t>
            </a:r>
          </a:p>
        </p:txBody>
      </p:sp>
      <p:sp>
        <p:nvSpPr>
          <p:cNvPr id="137226" name="Rectangle 10">
            <a:extLst>
              <a:ext uri="{FF2B5EF4-FFF2-40B4-BE49-F238E27FC236}">
                <a16:creationId xmlns:a16="http://schemas.microsoft.com/office/drawing/2014/main" id="{03BFF41A-C0A0-A144-934F-BBE5751BEAF9}"/>
              </a:ext>
            </a:extLst>
          </p:cNvPr>
          <p:cNvSpPr>
            <a:spLocks noChangeArrowheads="1"/>
          </p:cNvSpPr>
          <p:nvPr/>
        </p:nvSpPr>
        <p:spPr bwMode="auto">
          <a:xfrm>
            <a:off x="5866210" y="2343150"/>
            <a:ext cx="611981" cy="2952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UDP</a:t>
            </a:r>
          </a:p>
        </p:txBody>
      </p:sp>
      <p:sp>
        <p:nvSpPr>
          <p:cNvPr id="137227" name="Rectangle 11">
            <a:extLst>
              <a:ext uri="{FF2B5EF4-FFF2-40B4-BE49-F238E27FC236}">
                <a16:creationId xmlns:a16="http://schemas.microsoft.com/office/drawing/2014/main" id="{D7493AF7-03D4-0640-81FD-A03D3D91801B}"/>
              </a:ext>
            </a:extLst>
          </p:cNvPr>
          <p:cNvSpPr>
            <a:spLocks noChangeArrowheads="1"/>
          </p:cNvSpPr>
          <p:nvPr/>
        </p:nvSpPr>
        <p:spPr bwMode="auto">
          <a:xfrm>
            <a:off x="4826794" y="3171825"/>
            <a:ext cx="611981" cy="295275"/>
          </a:xfrm>
          <a:prstGeom prst="rect">
            <a:avLst/>
          </a:prstGeom>
          <a:solidFill>
            <a:srgbClr val="FF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IP</a:t>
            </a:r>
          </a:p>
        </p:txBody>
      </p:sp>
      <p:sp>
        <p:nvSpPr>
          <p:cNvPr id="137228" name="Rectangle 12">
            <a:extLst>
              <a:ext uri="{FF2B5EF4-FFF2-40B4-BE49-F238E27FC236}">
                <a16:creationId xmlns:a16="http://schemas.microsoft.com/office/drawing/2014/main" id="{B63D65DC-4E2A-D647-9876-8A8FB097971C}"/>
              </a:ext>
            </a:extLst>
          </p:cNvPr>
          <p:cNvSpPr>
            <a:spLocks noChangeArrowheads="1"/>
          </p:cNvSpPr>
          <p:nvPr/>
        </p:nvSpPr>
        <p:spPr bwMode="auto">
          <a:xfrm>
            <a:off x="3238500" y="4131469"/>
            <a:ext cx="978694" cy="411956"/>
          </a:xfrm>
          <a:prstGeom prst="rect">
            <a:avLst/>
          </a:prstGeom>
          <a:solidFill>
            <a:srgbClr val="99FF66"/>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37229" name="Rectangle 13">
            <a:extLst>
              <a:ext uri="{FF2B5EF4-FFF2-40B4-BE49-F238E27FC236}">
                <a16:creationId xmlns:a16="http://schemas.microsoft.com/office/drawing/2014/main" id="{8B3A1EDE-EDF1-8440-A321-9011A236C470}"/>
              </a:ext>
            </a:extLst>
          </p:cNvPr>
          <p:cNvSpPr>
            <a:spLocks noChangeArrowheads="1"/>
          </p:cNvSpPr>
          <p:nvPr/>
        </p:nvSpPr>
        <p:spPr bwMode="auto">
          <a:xfrm>
            <a:off x="4521994" y="4131469"/>
            <a:ext cx="977504" cy="411956"/>
          </a:xfrm>
          <a:prstGeom prst="rect">
            <a:avLst/>
          </a:prstGeom>
          <a:solidFill>
            <a:srgbClr val="99FF66"/>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37230" name="Rectangle 14">
            <a:extLst>
              <a:ext uri="{FF2B5EF4-FFF2-40B4-BE49-F238E27FC236}">
                <a16:creationId xmlns:a16="http://schemas.microsoft.com/office/drawing/2014/main" id="{F6231842-3DA1-B541-9780-C7C9877FF256}"/>
              </a:ext>
            </a:extLst>
          </p:cNvPr>
          <p:cNvSpPr>
            <a:spLocks noChangeArrowheads="1"/>
          </p:cNvSpPr>
          <p:nvPr/>
        </p:nvSpPr>
        <p:spPr bwMode="auto">
          <a:xfrm>
            <a:off x="6050756" y="4131469"/>
            <a:ext cx="977504" cy="411956"/>
          </a:xfrm>
          <a:prstGeom prst="rect">
            <a:avLst/>
          </a:prstGeom>
          <a:solidFill>
            <a:srgbClr val="99FF66"/>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273422" name="Line 15">
            <a:extLst>
              <a:ext uri="{FF2B5EF4-FFF2-40B4-BE49-F238E27FC236}">
                <a16:creationId xmlns:a16="http://schemas.microsoft.com/office/drawing/2014/main" id="{991DA4AA-DA97-F540-B975-A5A74DF922F9}"/>
              </a:ext>
            </a:extLst>
          </p:cNvPr>
          <p:cNvSpPr>
            <a:spLocks noChangeShapeType="1"/>
          </p:cNvSpPr>
          <p:nvPr/>
        </p:nvSpPr>
        <p:spPr bwMode="auto">
          <a:xfrm>
            <a:off x="1771650" y="3704035"/>
            <a:ext cx="5500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23" name="Line 16">
            <a:extLst>
              <a:ext uri="{FF2B5EF4-FFF2-40B4-BE49-F238E27FC236}">
                <a16:creationId xmlns:a16="http://schemas.microsoft.com/office/drawing/2014/main" id="{A2EE3B9C-E559-0345-B45C-3C8802CB65F5}"/>
              </a:ext>
            </a:extLst>
          </p:cNvPr>
          <p:cNvSpPr>
            <a:spLocks noChangeShapeType="1"/>
          </p:cNvSpPr>
          <p:nvPr/>
        </p:nvSpPr>
        <p:spPr bwMode="auto">
          <a:xfrm>
            <a:off x="1771650" y="2936081"/>
            <a:ext cx="5500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24" name="Line 17">
            <a:extLst>
              <a:ext uri="{FF2B5EF4-FFF2-40B4-BE49-F238E27FC236}">
                <a16:creationId xmlns:a16="http://schemas.microsoft.com/office/drawing/2014/main" id="{2FAC1821-5219-5B40-AA90-CE5D5F3610FE}"/>
              </a:ext>
            </a:extLst>
          </p:cNvPr>
          <p:cNvSpPr>
            <a:spLocks noChangeShapeType="1"/>
          </p:cNvSpPr>
          <p:nvPr/>
        </p:nvSpPr>
        <p:spPr bwMode="auto">
          <a:xfrm>
            <a:off x="1771650" y="2165747"/>
            <a:ext cx="5500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25" name="Text Box 18">
            <a:extLst>
              <a:ext uri="{FF2B5EF4-FFF2-40B4-BE49-F238E27FC236}">
                <a16:creationId xmlns:a16="http://schemas.microsoft.com/office/drawing/2014/main" id="{4AD560F2-5C42-F747-AB87-BC0657E2B7E1}"/>
              </a:ext>
            </a:extLst>
          </p:cNvPr>
          <p:cNvSpPr txBox="1">
            <a:spLocks noChangeArrowheads="1"/>
          </p:cNvSpPr>
          <p:nvPr/>
        </p:nvSpPr>
        <p:spPr bwMode="auto">
          <a:xfrm>
            <a:off x="1953817" y="313848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网际层</a:t>
            </a:r>
          </a:p>
        </p:txBody>
      </p:sp>
      <p:sp>
        <p:nvSpPr>
          <p:cNvPr id="273426" name="Text Box 19">
            <a:extLst>
              <a:ext uri="{FF2B5EF4-FFF2-40B4-BE49-F238E27FC236}">
                <a16:creationId xmlns:a16="http://schemas.microsoft.com/office/drawing/2014/main" id="{2821004E-2701-5D42-BDC6-F9890F0676CA}"/>
              </a:ext>
            </a:extLst>
          </p:cNvPr>
          <p:cNvSpPr txBox="1">
            <a:spLocks noChangeArrowheads="1"/>
          </p:cNvSpPr>
          <p:nvPr/>
        </p:nvSpPr>
        <p:spPr bwMode="auto">
          <a:xfrm>
            <a:off x="1763316" y="4083844"/>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网络接口层</a:t>
            </a:r>
          </a:p>
        </p:txBody>
      </p:sp>
      <p:sp>
        <p:nvSpPr>
          <p:cNvPr id="273427" name="Text Box 20">
            <a:extLst>
              <a:ext uri="{FF2B5EF4-FFF2-40B4-BE49-F238E27FC236}">
                <a16:creationId xmlns:a16="http://schemas.microsoft.com/office/drawing/2014/main" id="{83C7AF03-ED41-FE4D-BABE-04283F640EE1}"/>
              </a:ext>
            </a:extLst>
          </p:cNvPr>
          <p:cNvSpPr txBox="1">
            <a:spLocks noChangeArrowheads="1"/>
          </p:cNvSpPr>
          <p:nvPr/>
        </p:nvSpPr>
        <p:spPr bwMode="auto">
          <a:xfrm>
            <a:off x="1955007" y="2382441"/>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运输层</a:t>
            </a:r>
          </a:p>
        </p:txBody>
      </p:sp>
      <p:sp>
        <p:nvSpPr>
          <p:cNvPr id="273428" name="Text Box 21">
            <a:extLst>
              <a:ext uri="{FF2B5EF4-FFF2-40B4-BE49-F238E27FC236}">
                <a16:creationId xmlns:a16="http://schemas.microsoft.com/office/drawing/2014/main" id="{6362C124-B77C-9340-BD84-8388F4AFD24C}"/>
              </a:ext>
            </a:extLst>
          </p:cNvPr>
          <p:cNvSpPr txBox="1">
            <a:spLocks noChangeArrowheads="1"/>
          </p:cNvSpPr>
          <p:nvPr/>
        </p:nvSpPr>
        <p:spPr bwMode="auto">
          <a:xfrm>
            <a:off x="1994298" y="162639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应用层</a:t>
            </a:r>
          </a:p>
        </p:txBody>
      </p:sp>
      <p:sp>
        <p:nvSpPr>
          <p:cNvPr id="273429" name="Text Box 22">
            <a:extLst>
              <a:ext uri="{FF2B5EF4-FFF2-40B4-BE49-F238E27FC236}">
                <a16:creationId xmlns:a16="http://schemas.microsoft.com/office/drawing/2014/main" id="{D3C758A9-3F77-0F43-94A3-9BB2DB45DBF6}"/>
              </a:ext>
            </a:extLst>
          </p:cNvPr>
          <p:cNvSpPr txBox="1">
            <a:spLocks noChangeArrowheads="1"/>
          </p:cNvSpPr>
          <p:nvPr/>
        </p:nvSpPr>
        <p:spPr bwMode="auto">
          <a:xfrm>
            <a:off x="3944541" y="157162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ea typeface="宋体" panose="02010600030101010101" pitchFamily="2" charset="-122"/>
              </a:rPr>
              <a:t>…</a:t>
            </a:r>
          </a:p>
        </p:txBody>
      </p:sp>
      <p:sp>
        <p:nvSpPr>
          <p:cNvPr id="273430" name="Text Box 23">
            <a:extLst>
              <a:ext uri="{FF2B5EF4-FFF2-40B4-BE49-F238E27FC236}">
                <a16:creationId xmlns:a16="http://schemas.microsoft.com/office/drawing/2014/main" id="{C747DB82-FE87-4C45-8237-4D4607F34E5D}"/>
              </a:ext>
            </a:extLst>
          </p:cNvPr>
          <p:cNvSpPr txBox="1">
            <a:spLocks noChangeArrowheads="1"/>
          </p:cNvSpPr>
          <p:nvPr/>
        </p:nvSpPr>
        <p:spPr bwMode="auto">
          <a:xfrm>
            <a:off x="5966222" y="157162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ea typeface="宋体" panose="02010600030101010101" pitchFamily="2" charset="-122"/>
              </a:rPr>
              <a:t>…</a:t>
            </a:r>
          </a:p>
        </p:txBody>
      </p:sp>
      <p:sp>
        <p:nvSpPr>
          <p:cNvPr id="273431" name="Text Box 24">
            <a:extLst>
              <a:ext uri="{FF2B5EF4-FFF2-40B4-BE49-F238E27FC236}">
                <a16:creationId xmlns:a16="http://schemas.microsoft.com/office/drawing/2014/main" id="{A794AC9C-C430-1547-B584-0736D410A9BA}"/>
              </a:ext>
            </a:extLst>
          </p:cNvPr>
          <p:cNvSpPr txBox="1">
            <a:spLocks noChangeArrowheads="1"/>
          </p:cNvSpPr>
          <p:nvPr/>
        </p:nvSpPr>
        <p:spPr bwMode="auto">
          <a:xfrm>
            <a:off x="5625703" y="4119563"/>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b="1">
                <a:solidFill>
                  <a:schemeClr val="tx1"/>
                </a:solidFill>
                <a:ea typeface="宋体" panose="02010600030101010101" pitchFamily="2" charset="-122"/>
              </a:rPr>
              <a:t>…</a:t>
            </a:r>
          </a:p>
        </p:txBody>
      </p:sp>
      <p:sp>
        <p:nvSpPr>
          <p:cNvPr id="273432" name="Line 25">
            <a:extLst>
              <a:ext uri="{FF2B5EF4-FFF2-40B4-BE49-F238E27FC236}">
                <a16:creationId xmlns:a16="http://schemas.microsoft.com/office/drawing/2014/main" id="{7DFB8933-576E-1145-9433-FE77A0A26FDB}"/>
              </a:ext>
            </a:extLst>
          </p:cNvPr>
          <p:cNvSpPr>
            <a:spLocks noChangeShapeType="1"/>
          </p:cNvSpPr>
          <p:nvPr/>
        </p:nvSpPr>
        <p:spPr bwMode="auto">
          <a:xfrm>
            <a:off x="3534967" y="1950244"/>
            <a:ext cx="382190" cy="410766"/>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3" name="Line 26">
            <a:extLst>
              <a:ext uri="{FF2B5EF4-FFF2-40B4-BE49-F238E27FC236}">
                <a16:creationId xmlns:a16="http://schemas.microsoft.com/office/drawing/2014/main" id="{B7AD94AE-DF17-A64D-94BD-2DB6AE1B39DE}"/>
              </a:ext>
            </a:extLst>
          </p:cNvPr>
          <p:cNvSpPr>
            <a:spLocks noChangeShapeType="1"/>
          </p:cNvSpPr>
          <p:nvPr/>
        </p:nvSpPr>
        <p:spPr bwMode="auto">
          <a:xfrm>
            <a:off x="5548313" y="1963341"/>
            <a:ext cx="440531" cy="37147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4" name="Line 27">
            <a:extLst>
              <a:ext uri="{FF2B5EF4-FFF2-40B4-BE49-F238E27FC236}">
                <a16:creationId xmlns:a16="http://schemas.microsoft.com/office/drawing/2014/main" id="{6A3E28A1-B6F0-994A-8454-5B6EF9D4BDD8}"/>
              </a:ext>
            </a:extLst>
          </p:cNvPr>
          <p:cNvSpPr>
            <a:spLocks noChangeShapeType="1"/>
          </p:cNvSpPr>
          <p:nvPr/>
        </p:nvSpPr>
        <p:spPr bwMode="auto">
          <a:xfrm flipH="1">
            <a:off x="4256485" y="1951435"/>
            <a:ext cx="438150" cy="39052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5" name="Line 28">
            <a:extLst>
              <a:ext uri="{FF2B5EF4-FFF2-40B4-BE49-F238E27FC236}">
                <a16:creationId xmlns:a16="http://schemas.microsoft.com/office/drawing/2014/main" id="{B47AA79A-1FC6-9D48-AA42-D7075FB7F122}"/>
              </a:ext>
            </a:extLst>
          </p:cNvPr>
          <p:cNvSpPr>
            <a:spLocks noChangeShapeType="1"/>
          </p:cNvSpPr>
          <p:nvPr/>
        </p:nvSpPr>
        <p:spPr bwMode="auto">
          <a:xfrm flipH="1">
            <a:off x="6292454" y="1951435"/>
            <a:ext cx="429815" cy="395288"/>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6" name="Line 29">
            <a:extLst>
              <a:ext uri="{FF2B5EF4-FFF2-40B4-BE49-F238E27FC236}">
                <a16:creationId xmlns:a16="http://schemas.microsoft.com/office/drawing/2014/main" id="{87BE58A1-4D8E-1445-800E-71420D9C88E2}"/>
              </a:ext>
            </a:extLst>
          </p:cNvPr>
          <p:cNvSpPr>
            <a:spLocks noChangeShapeType="1"/>
          </p:cNvSpPr>
          <p:nvPr/>
        </p:nvSpPr>
        <p:spPr bwMode="auto">
          <a:xfrm>
            <a:off x="4090987" y="2662238"/>
            <a:ext cx="862013" cy="49649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7" name="Line 30">
            <a:extLst>
              <a:ext uri="{FF2B5EF4-FFF2-40B4-BE49-F238E27FC236}">
                <a16:creationId xmlns:a16="http://schemas.microsoft.com/office/drawing/2014/main" id="{ABB697DC-4927-1342-8434-C5714776A28A}"/>
              </a:ext>
            </a:extLst>
          </p:cNvPr>
          <p:cNvSpPr>
            <a:spLocks noChangeShapeType="1"/>
          </p:cNvSpPr>
          <p:nvPr/>
        </p:nvSpPr>
        <p:spPr bwMode="auto">
          <a:xfrm flipH="1">
            <a:off x="5316141" y="2674144"/>
            <a:ext cx="864394" cy="48577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8" name="Line 31">
            <a:extLst>
              <a:ext uri="{FF2B5EF4-FFF2-40B4-BE49-F238E27FC236}">
                <a16:creationId xmlns:a16="http://schemas.microsoft.com/office/drawing/2014/main" id="{962AD716-E14A-0449-923F-771809AF780E}"/>
              </a:ext>
            </a:extLst>
          </p:cNvPr>
          <p:cNvSpPr>
            <a:spLocks noChangeShapeType="1"/>
          </p:cNvSpPr>
          <p:nvPr/>
        </p:nvSpPr>
        <p:spPr bwMode="auto">
          <a:xfrm>
            <a:off x="5349479" y="3507581"/>
            <a:ext cx="1220390" cy="62984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9" name="Line 32">
            <a:extLst>
              <a:ext uri="{FF2B5EF4-FFF2-40B4-BE49-F238E27FC236}">
                <a16:creationId xmlns:a16="http://schemas.microsoft.com/office/drawing/2014/main" id="{B6157D44-1F57-A04A-BCFB-723225776E37}"/>
              </a:ext>
            </a:extLst>
          </p:cNvPr>
          <p:cNvSpPr>
            <a:spLocks noChangeShapeType="1"/>
          </p:cNvSpPr>
          <p:nvPr/>
        </p:nvSpPr>
        <p:spPr bwMode="auto">
          <a:xfrm flipH="1">
            <a:off x="3654029" y="3500438"/>
            <a:ext cx="1234678" cy="63698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40" name="Line 33">
            <a:extLst>
              <a:ext uri="{FF2B5EF4-FFF2-40B4-BE49-F238E27FC236}">
                <a16:creationId xmlns:a16="http://schemas.microsoft.com/office/drawing/2014/main" id="{2B73A90C-C1D3-9942-B75D-0609CD138C5F}"/>
              </a:ext>
            </a:extLst>
          </p:cNvPr>
          <p:cNvSpPr>
            <a:spLocks noChangeShapeType="1"/>
          </p:cNvSpPr>
          <p:nvPr/>
        </p:nvSpPr>
        <p:spPr bwMode="auto">
          <a:xfrm flipH="1">
            <a:off x="4950619" y="3467101"/>
            <a:ext cx="183356" cy="67032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41" name="Text Box 34">
            <a:extLst>
              <a:ext uri="{FF2B5EF4-FFF2-40B4-BE49-F238E27FC236}">
                <a16:creationId xmlns:a16="http://schemas.microsoft.com/office/drawing/2014/main" id="{8DFCCB3D-7B64-1D4B-9BA7-7CA5F9248182}"/>
              </a:ext>
            </a:extLst>
          </p:cNvPr>
          <p:cNvSpPr txBox="1">
            <a:spLocks noChangeArrowheads="1"/>
          </p:cNvSpPr>
          <p:nvPr/>
        </p:nvSpPr>
        <p:spPr bwMode="auto">
          <a:xfrm>
            <a:off x="3203972" y="4204098"/>
            <a:ext cx="10887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73442" name="Text Box 35">
            <a:extLst>
              <a:ext uri="{FF2B5EF4-FFF2-40B4-BE49-F238E27FC236}">
                <a16:creationId xmlns:a16="http://schemas.microsoft.com/office/drawing/2014/main" id="{27BC6F1E-7C8E-2D48-BA6A-A83064D05492}"/>
              </a:ext>
            </a:extLst>
          </p:cNvPr>
          <p:cNvSpPr txBox="1">
            <a:spLocks noChangeArrowheads="1"/>
          </p:cNvSpPr>
          <p:nvPr/>
        </p:nvSpPr>
        <p:spPr bwMode="auto">
          <a:xfrm>
            <a:off x="4492229" y="4180285"/>
            <a:ext cx="10887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73443" name="Text Box 36">
            <a:extLst>
              <a:ext uri="{FF2B5EF4-FFF2-40B4-BE49-F238E27FC236}">
                <a16:creationId xmlns:a16="http://schemas.microsoft.com/office/drawing/2014/main" id="{DC37CE06-909E-6F41-BEC5-2A73235B55E6}"/>
              </a:ext>
            </a:extLst>
          </p:cNvPr>
          <p:cNvSpPr txBox="1">
            <a:spLocks noChangeArrowheads="1"/>
          </p:cNvSpPr>
          <p:nvPr/>
        </p:nvSpPr>
        <p:spPr bwMode="auto">
          <a:xfrm>
            <a:off x="6030516" y="4164807"/>
            <a:ext cx="10887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3</a:t>
            </a:r>
          </a:p>
        </p:txBody>
      </p:sp>
      <p:sp>
        <p:nvSpPr>
          <p:cNvPr id="137253" name="Text Box 37">
            <a:extLst>
              <a:ext uri="{FF2B5EF4-FFF2-40B4-BE49-F238E27FC236}">
                <a16:creationId xmlns:a16="http://schemas.microsoft.com/office/drawing/2014/main" id="{711F1057-8043-784F-9602-64C8EFF41E08}"/>
              </a:ext>
            </a:extLst>
          </p:cNvPr>
          <p:cNvSpPr txBox="1">
            <a:spLocks noChangeArrowheads="1"/>
          </p:cNvSpPr>
          <p:nvPr/>
        </p:nvSpPr>
        <p:spPr bwMode="auto">
          <a:xfrm>
            <a:off x="2210991" y="250032"/>
            <a:ext cx="5387578" cy="93467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Everything over IP </a:t>
            </a:r>
          </a:p>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IP</a:t>
            </a:r>
            <a:r>
              <a:rPr lang="en-US" altLang="zh-CN" sz="1200">
                <a:latin typeface="Arial" panose="020B0604020202020204" pitchFamily="34" charset="0"/>
                <a:ea typeface="宋体" panose="02010600030101010101" pitchFamily="2" charset="-122"/>
              </a:rPr>
              <a:t> </a:t>
            </a:r>
            <a:r>
              <a:rPr lang="zh-CN" altLang="en-US" sz="2400">
                <a:latin typeface="Arial" panose="020B0604020202020204" pitchFamily="34" charset="0"/>
                <a:ea typeface="宋体" panose="02010600030101010101" pitchFamily="2" charset="-122"/>
              </a:rPr>
              <a:t>可为各式各样的应用程序提供服务</a:t>
            </a:r>
          </a:p>
        </p:txBody>
      </p:sp>
      <p:sp>
        <p:nvSpPr>
          <p:cNvPr id="137254" name="Text Box 38">
            <a:extLst>
              <a:ext uri="{FF2B5EF4-FFF2-40B4-BE49-F238E27FC236}">
                <a16:creationId xmlns:a16="http://schemas.microsoft.com/office/drawing/2014/main" id="{95DEE6EA-05C1-BB4D-9DA9-577D10DC912B}"/>
              </a:ext>
            </a:extLst>
          </p:cNvPr>
          <p:cNvSpPr txBox="1">
            <a:spLocks noChangeArrowheads="1"/>
          </p:cNvSpPr>
          <p:nvPr/>
        </p:nvSpPr>
        <p:spPr bwMode="auto">
          <a:xfrm>
            <a:off x="2210991" y="250032"/>
            <a:ext cx="5387578" cy="934679"/>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IP over Everything </a:t>
            </a:r>
          </a:p>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IP</a:t>
            </a:r>
            <a:r>
              <a:rPr lang="en-US" altLang="zh-CN" sz="900">
                <a:latin typeface="Arial" panose="020B0604020202020204" pitchFamily="34" charset="0"/>
                <a:ea typeface="宋体" panose="02010600030101010101" pitchFamily="2" charset="-122"/>
              </a:rPr>
              <a:t> </a:t>
            </a:r>
            <a:r>
              <a:rPr lang="zh-CN" altLang="en-US" sz="2400">
                <a:latin typeface="Arial" panose="020B0604020202020204" pitchFamily="34" charset="0"/>
                <a:ea typeface="宋体" panose="02010600030101010101" pitchFamily="2" charset="-122"/>
              </a:rPr>
              <a:t>可应用到各式各样的网络上</a:t>
            </a:r>
          </a:p>
        </p:txBody>
      </p:sp>
      <p:sp>
        <p:nvSpPr>
          <p:cNvPr id="273446" name="幻灯片编号占位符 1">
            <a:extLst>
              <a:ext uri="{FF2B5EF4-FFF2-40B4-BE49-F238E27FC236}">
                <a16:creationId xmlns:a16="http://schemas.microsoft.com/office/drawing/2014/main" id="{AE581F37-F5D9-DC49-957D-54ECBA6CE81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33B13D6-D0A7-3C49-A4FC-916AE0E40C4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7815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53"/>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7219"/>
                                        </p:tgtEl>
                                        <p:attrNameLst>
                                          <p:attrName>style.visibility</p:attrName>
                                        </p:attrNameLst>
                                      </p:cBhvr>
                                      <p:to>
                                        <p:strVal val="visible"/>
                                      </p:to>
                                    </p:set>
                                  </p:childTnLst>
                                </p:cTn>
                              </p:par>
                            </p:childTnLst>
                          </p:cTn>
                        </p:par>
                        <p:par>
                          <p:cTn id="10" fill="hold" nodeType="afterGroup">
                            <p:stCondLst>
                              <p:cond delay="0"/>
                            </p:stCondLst>
                            <p:childTnLst>
                              <p:par>
                                <p:cTn id="11" presetID="35" presetClass="emph" presetSubtype="0" repeatCount="3000" fill="hold" grpId="0" nodeType="afterEffect">
                                  <p:stCondLst>
                                    <p:cond delay="0"/>
                                  </p:stCondLst>
                                  <p:childTnLst>
                                    <p:anim calcmode="discrete" valueType="str">
                                      <p:cBhvr>
                                        <p:cTn id="12"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7254"/>
                                        </p:tgtEl>
                                        <p:attrNameLst>
                                          <p:attrName>style.visibility</p:attrName>
                                        </p:attrNameLst>
                                      </p:cBhvr>
                                      <p:to>
                                        <p:strVal val="visible"/>
                                      </p:to>
                                    </p:set>
                                  </p:childTnLst>
                                </p:cTn>
                              </p:par>
                            </p:childTnLst>
                          </p:cTn>
                        </p:par>
                        <p:par>
                          <p:cTn id="17" fill="hold" nodeType="afterGroup">
                            <p:stCondLst>
                              <p:cond delay="0"/>
                            </p:stCondLst>
                            <p:childTnLst>
                              <p:par>
                                <p:cTn id="18" presetID="1" presetClass="exit" presetSubtype="0" fill="hold" grpId="1" nodeType="afterEffect">
                                  <p:stCondLst>
                                    <p:cond delay="0"/>
                                  </p:stCondLst>
                                  <p:childTnLst>
                                    <p:set>
                                      <p:cBhvr>
                                        <p:cTn id="19" dur="1" fill="hold">
                                          <p:stCondLst>
                                            <p:cond delay="0"/>
                                          </p:stCondLst>
                                        </p:cTn>
                                        <p:tgtEl>
                                          <p:spTgt spid="137219"/>
                                        </p:tgtEl>
                                        <p:attrNameLst>
                                          <p:attrName>style.visibility</p:attrName>
                                        </p:attrNameLst>
                                      </p:cBhvr>
                                      <p:to>
                                        <p:strVal val="hidden"/>
                                      </p:to>
                                    </p:set>
                                  </p:childTnLst>
                                </p:cTn>
                              </p:par>
                            </p:childTnLst>
                          </p:cTn>
                        </p:par>
                        <p:par>
                          <p:cTn id="20" fill="hold" nodeType="afterGroup">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37218"/>
                                        </p:tgtEl>
                                        <p:attrNameLst>
                                          <p:attrName>style.visibility</p:attrName>
                                        </p:attrNameLst>
                                      </p:cBhvr>
                                      <p:to>
                                        <p:strVal val="visible"/>
                                      </p:to>
                                    </p:set>
                                  </p:childTnLst>
                                </p:cTn>
                              </p:par>
                            </p:childTnLst>
                          </p:cTn>
                        </p:par>
                        <p:par>
                          <p:cTn id="23" fill="hold" nodeType="afterGroup">
                            <p:stCondLst>
                              <p:cond delay="0"/>
                            </p:stCondLst>
                            <p:childTnLst>
                              <p:par>
                                <p:cTn id="24" presetID="35" presetClass="emph" presetSubtype="0" repeatCount="3000" fill="hold" grpId="1" nodeType="afterEffect">
                                  <p:stCondLst>
                                    <p:cond delay="0"/>
                                  </p:stCondLst>
                                  <p:childTnLst>
                                    <p:anim calcmode="discrete" valueType="str">
                                      <p:cBhvr>
                                        <p:cTn id="25"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nimBg="1"/>
      <p:bldP spid="137219" grpId="0" animBg="1"/>
      <p:bldP spid="137219" grpId="1" animBg="1"/>
      <p:bldP spid="137227" grpId="0" animBg="1"/>
      <p:bldP spid="137227" grpId="1" animBg="1"/>
      <p:bldP spid="137253" grpId="0" animBg="1"/>
      <p:bldP spid="137254"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Rectangle 2">
            <a:extLst>
              <a:ext uri="{FF2B5EF4-FFF2-40B4-BE49-F238E27FC236}">
                <a16:creationId xmlns:a16="http://schemas.microsoft.com/office/drawing/2014/main" id="{769C152F-AF45-8349-BA4E-2D1AB4C3929F}"/>
              </a:ext>
            </a:extLst>
          </p:cNvPr>
          <p:cNvSpPr>
            <a:spLocks noGrp="1" noChangeArrowheads="1"/>
          </p:cNvSpPr>
          <p:nvPr>
            <p:ph type="title"/>
          </p:nvPr>
        </p:nvSpPr>
        <p:spPr>
          <a:xfrm>
            <a:off x="151209" y="161928"/>
            <a:ext cx="8954690" cy="790575"/>
          </a:xfrm>
        </p:spPr>
        <p:txBody>
          <a:bodyPr/>
          <a:lstStyle/>
          <a:p>
            <a:pPr eaLnBrk="1" hangingPunct="1"/>
            <a:r>
              <a:rPr lang="zh-CN" altLang="en-US" sz="3000" dirty="0">
                <a:ea typeface="宋体" panose="02010600030101010101" pitchFamily="2" charset="-122"/>
              </a:rPr>
              <a:t>客户进程和服务器进程使用</a:t>
            </a:r>
            <a:r>
              <a:rPr lang="zh-CN" altLang="en-US" sz="1800" dirty="0">
                <a:ea typeface="宋体" panose="02010600030101010101" pitchFamily="2" charset="-122"/>
              </a:rPr>
              <a:t> </a:t>
            </a:r>
            <a:r>
              <a:rPr lang="en-US" altLang="zh-CN" sz="3000" dirty="0">
                <a:ea typeface="宋体" panose="02010600030101010101" pitchFamily="2" charset="-122"/>
              </a:rPr>
              <a:t>TCP/IP</a:t>
            </a:r>
            <a:r>
              <a:rPr lang="en-US" altLang="zh-CN" sz="1800" dirty="0">
                <a:ea typeface="宋体" panose="02010600030101010101" pitchFamily="2" charset="-122"/>
              </a:rPr>
              <a:t> </a:t>
            </a:r>
            <a:r>
              <a:rPr lang="zh-CN" altLang="en-US" sz="3000" dirty="0">
                <a:ea typeface="宋体" panose="02010600030101010101" pitchFamily="2" charset="-122"/>
              </a:rPr>
              <a:t>协议进行通信</a:t>
            </a:r>
          </a:p>
        </p:txBody>
      </p:sp>
      <p:sp>
        <p:nvSpPr>
          <p:cNvPr id="275458" name="Freeform 3">
            <a:extLst>
              <a:ext uri="{FF2B5EF4-FFF2-40B4-BE49-F238E27FC236}">
                <a16:creationId xmlns:a16="http://schemas.microsoft.com/office/drawing/2014/main" id="{B74C98A0-4B3A-1C4A-9EC4-CBD420373D88}"/>
              </a:ext>
            </a:extLst>
          </p:cNvPr>
          <p:cNvSpPr>
            <a:spLocks/>
          </p:cNvSpPr>
          <p:nvPr/>
        </p:nvSpPr>
        <p:spPr bwMode="auto">
          <a:xfrm>
            <a:off x="2620566" y="3625454"/>
            <a:ext cx="3960019" cy="332184"/>
          </a:xfrm>
          <a:custGeom>
            <a:avLst/>
            <a:gdLst>
              <a:gd name="T0" fmla="*/ 0 w 2752"/>
              <a:gd name="T1" fmla="*/ 0 h 240"/>
              <a:gd name="T2" fmla="*/ 0 w 2752"/>
              <a:gd name="T3" fmla="*/ 2147483646 h 240"/>
              <a:gd name="T4" fmla="*/ 2147483646 w 2752"/>
              <a:gd name="T5" fmla="*/ 2147483646 h 240"/>
              <a:gd name="T6" fmla="*/ 2147483646 w 2752"/>
              <a:gd name="T7" fmla="*/ 2147483646 h 240"/>
              <a:gd name="T8" fmla="*/ 2147483646 w 2752"/>
              <a:gd name="T9" fmla="*/ 2147483646 h 240"/>
              <a:gd name="T10" fmla="*/ 2147483646 w 2752"/>
              <a:gd name="T11" fmla="*/ 2147483646 h 240"/>
              <a:gd name="T12" fmla="*/ 2147483646 w 2752"/>
              <a:gd name="T13" fmla="*/ 2147483646 h 240"/>
              <a:gd name="T14" fmla="*/ 2147483646 w 2752"/>
              <a:gd name="T15" fmla="*/ 2147483646 h 240"/>
              <a:gd name="T16" fmla="*/ 2147483646 w 2752"/>
              <a:gd name="T17" fmla="*/ 2147483646 h 240"/>
              <a:gd name="T18" fmla="*/ 2147483646 w 2752"/>
              <a:gd name="T19" fmla="*/ 2147483646 h 240"/>
              <a:gd name="T20" fmla="*/ 2147483646 w 2752"/>
              <a:gd name="T21" fmla="*/ 2147483646 h 240"/>
              <a:gd name="T22" fmla="*/ 2147483646 w 2752"/>
              <a:gd name="T23" fmla="*/ 0 h 2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275459" name="Object 4">
            <a:extLst>
              <a:ext uri="{FF2B5EF4-FFF2-40B4-BE49-F238E27FC236}">
                <a16:creationId xmlns:a16="http://schemas.microsoft.com/office/drawing/2014/main" id="{E6A965E6-A122-5248-B64F-B9FD58900A80}"/>
              </a:ext>
            </a:extLst>
          </p:cNvPr>
          <p:cNvGraphicFramePr>
            <a:graphicFrameLocks noGrp="1" noChangeAspect="1"/>
          </p:cNvGraphicFramePr>
          <p:nvPr>
            <p:ph idx="1"/>
          </p:nvPr>
        </p:nvGraphicFramePr>
        <p:xfrm>
          <a:off x="3861198" y="3512344"/>
          <a:ext cx="1531144" cy="841772"/>
        </p:xfrm>
        <a:graphic>
          <a:graphicData uri="http://schemas.openxmlformats.org/presentationml/2006/ole">
            <mc:AlternateContent xmlns:mc="http://schemas.openxmlformats.org/markup-compatibility/2006">
              <mc:Choice xmlns:v="urn:schemas-microsoft-com:vml" Requires="v">
                <p:oleObj spid="_x0000_s264209" name="VISIO" r:id="rId4" imgW="3378200" imgH="1930400" progId="Visio.Drawing.6">
                  <p:embed/>
                </p:oleObj>
              </mc:Choice>
              <mc:Fallback>
                <p:oleObj name="VISIO" r:id="rId4" imgW="3378200" imgH="1930400" progId="Visio.Drawing.6">
                  <p:embed/>
                  <p:pic>
                    <p:nvPicPr>
                      <p:cNvPr id="275459" name="Object 4">
                        <a:extLst>
                          <a:ext uri="{FF2B5EF4-FFF2-40B4-BE49-F238E27FC236}">
                            <a16:creationId xmlns:a16="http://schemas.microsoft.com/office/drawing/2014/main" id="{E6A965E6-A122-5248-B64F-B9FD58900A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1198" y="3512344"/>
                        <a:ext cx="1531144" cy="841772"/>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8485" name="Rectangle 5">
            <a:extLst>
              <a:ext uri="{FF2B5EF4-FFF2-40B4-BE49-F238E27FC236}">
                <a16:creationId xmlns:a16="http://schemas.microsoft.com/office/drawing/2014/main" id="{257E943F-E189-B545-97EB-C18C821D092A}"/>
              </a:ext>
            </a:extLst>
          </p:cNvPr>
          <p:cNvSpPr>
            <a:spLocks noChangeArrowheads="1"/>
          </p:cNvSpPr>
          <p:nvPr/>
        </p:nvSpPr>
        <p:spPr bwMode="auto">
          <a:xfrm>
            <a:off x="5970985" y="1497807"/>
            <a:ext cx="1173956" cy="2127647"/>
          </a:xfrm>
          <a:prstGeom prst="rect">
            <a:avLst/>
          </a:prstGeom>
          <a:solidFill>
            <a:srgbClr val="FFFFCC"/>
          </a:solidFill>
          <a:ln w="28575">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Arial" charset="0"/>
              <a:ea typeface="宋体" charset="-122"/>
              <a:cs typeface="+mn-cs"/>
            </a:endParaRPr>
          </a:p>
        </p:txBody>
      </p:sp>
      <p:sp>
        <p:nvSpPr>
          <p:cNvPr id="275461" name="Text Box 6">
            <a:extLst>
              <a:ext uri="{FF2B5EF4-FFF2-40B4-BE49-F238E27FC236}">
                <a16:creationId xmlns:a16="http://schemas.microsoft.com/office/drawing/2014/main" id="{1F45AC39-D007-A34F-95C8-EF28E7AF7C67}"/>
              </a:ext>
            </a:extLst>
          </p:cNvPr>
          <p:cNvSpPr txBox="1">
            <a:spLocks noChangeArrowheads="1"/>
          </p:cNvSpPr>
          <p:nvPr/>
        </p:nvSpPr>
        <p:spPr bwMode="auto">
          <a:xfrm>
            <a:off x="6005513" y="2937273"/>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数据链路层</a:t>
            </a:r>
          </a:p>
        </p:txBody>
      </p:sp>
      <p:sp>
        <p:nvSpPr>
          <p:cNvPr id="275462" name="Line 7">
            <a:extLst>
              <a:ext uri="{FF2B5EF4-FFF2-40B4-BE49-F238E27FC236}">
                <a16:creationId xmlns:a16="http://schemas.microsoft.com/office/drawing/2014/main" id="{56970E0B-56EF-1248-879A-79C6111F30F8}"/>
              </a:ext>
            </a:extLst>
          </p:cNvPr>
          <p:cNvSpPr>
            <a:spLocks noChangeShapeType="1"/>
          </p:cNvSpPr>
          <p:nvPr/>
        </p:nvSpPr>
        <p:spPr bwMode="auto">
          <a:xfrm>
            <a:off x="5970985" y="3293269"/>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3" name="Line 8">
            <a:extLst>
              <a:ext uri="{FF2B5EF4-FFF2-40B4-BE49-F238E27FC236}">
                <a16:creationId xmlns:a16="http://schemas.microsoft.com/office/drawing/2014/main" id="{BD81DB7B-B6AB-8A4C-AC75-9DD864065E82}"/>
              </a:ext>
            </a:extLst>
          </p:cNvPr>
          <p:cNvSpPr>
            <a:spLocks noChangeShapeType="1"/>
          </p:cNvSpPr>
          <p:nvPr/>
        </p:nvSpPr>
        <p:spPr bwMode="auto">
          <a:xfrm>
            <a:off x="5970985" y="296108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4" name="Line 9">
            <a:extLst>
              <a:ext uri="{FF2B5EF4-FFF2-40B4-BE49-F238E27FC236}">
                <a16:creationId xmlns:a16="http://schemas.microsoft.com/office/drawing/2014/main" id="{26F8D773-8C27-3C47-99D8-82F70DEC1491}"/>
              </a:ext>
            </a:extLst>
          </p:cNvPr>
          <p:cNvSpPr>
            <a:spLocks noChangeShapeType="1"/>
          </p:cNvSpPr>
          <p:nvPr/>
        </p:nvSpPr>
        <p:spPr bwMode="auto">
          <a:xfrm>
            <a:off x="5970985" y="2628900"/>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5" name="Line 10">
            <a:extLst>
              <a:ext uri="{FF2B5EF4-FFF2-40B4-BE49-F238E27FC236}">
                <a16:creationId xmlns:a16="http://schemas.microsoft.com/office/drawing/2014/main" id="{DE4A77AC-CF96-DF49-B017-AD038C877EE1}"/>
              </a:ext>
            </a:extLst>
          </p:cNvPr>
          <p:cNvSpPr>
            <a:spLocks noChangeShapeType="1"/>
          </p:cNvSpPr>
          <p:nvPr/>
        </p:nvSpPr>
        <p:spPr bwMode="auto">
          <a:xfrm>
            <a:off x="5970985" y="229552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6" name="Text Box 11">
            <a:extLst>
              <a:ext uri="{FF2B5EF4-FFF2-40B4-BE49-F238E27FC236}">
                <a16:creationId xmlns:a16="http://schemas.microsoft.com/office/drawing/2014/main" id="{B86F7B42-69AA-3249-8C08-6C86D5AB5EA0}"/>
              </a:ext>
            </a:extLst>
          </p:cNvPr>
          <p:cNvSpPr txBox="1">
            <a:spLocks noChangeArrowheads="1"/>
          </p:cNvSpPr>
          <p:nvPr/>
        </p:nvSpPr>
        <p:spPr bwMode="auto">
          <a:xfrm>
            <a:off x="6188869" y="326945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物理层</a:t>
            </a:r>
          </a:p>
        </p:txBody>
      </p:sp>
      <p:sp>
        <p:nvSpPr>
          <p:cNvPr id="275467" name="Text Box 12">
            <a:extLst>
              <a:ext uri="{FF2B5EF4-FFF2-40B4-BE49-F238E27FC236}">
                <a16:creationId xmlns:a16="http://schemas.microsoft.com/office/drawing/2014/main" id="{5B95085A-66E7-DC45-8DF3-73AF4BB2D08A}"/>
              </a:ext>
            </a:extLst>
          </p:cNvPr>
          <p:cNvSpPr txBox="1">
            <a:spLocks noChangeArrowheads="1"/>
          </p:cNvSpPr>
          <p:nvPr/>
        </p:nvSpPr>
        <p:spPr bwMode="auto">
          <a:xfrm>
            <a:off x="6188869" y="228361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p:txBody>
      </p:sp>
      <p:sp>
        <p:nvSpPr>
          <p:cNvPr id="275468" name="Text Box 13">
            <a:extLst>
              <a:ext uri="{FF2B5EF4-FFF2-40B4-BE49-F238E27FC236}">
                <a16:creationId xmlns:a16="http://schemas.microsoft.com/office/drawing/2014/main" id="{1A748051-BE70-254F-91FE-153CD91FD0E5}"/>
              </a:ext>
            </a:extLst>
          </p:cNvPr>
          <p:cNvSpPr txBox="1">
            <a:spLocks noChangeArrowheads="1"/>
          </p:cNvSpPr>
          <p:nvPr/>
        </p:nvSpPr>
        <p:spPr bwMode="auto">
          <a:xfrm>
            <a:off x="6188869" y="261580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网络层</a:t>
            </a:r>
          </a:p>
        </p:txBody>
      </p:sp>
      <p:sp>
        <p:nvSpPr>
          <p:cNvPr id="148494" name="Rectangle 14">
            <a:extLst>
              <a:ext uri="{FF2B5EF4-FFF2-40B4-BE49-F238E27FC236}">
                <a16:creationId xmlns:a16="http://schemas.microsoft.com/office/drawing/2014/main" id="{2EB04414-E0A3-214B-97AD-A568396B9E63}"/>
              </a:ext>
            </a:extLst>
          </p:cNvPr>
          <p:cNvSpPr>
            <a:spLocks noChangeArrowheads="1"/>
          </p:cNvSpPr>
          <p:nvPr/>
        </p:nvSpPr>
        <p:spPr bwMode="auto">
          <a:xfrm>
            <a:off x="2033588" y="1497807"/>
            <a:ext cx="1173956" cy="2127647"/>
          </a:xfrm>
          <a:prstGeom prst="rect">
            <a:avLst/>
          </a:prstGeom>
          <a:solidFill>
            <a:srgbClr val="FFFFCC"/>
          </a:solidFill>
          <a:ln w="28575">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Arial" charset="0"/>
              <a:ea typeface="宋体" charset="-122"/>
              <a:cs typeface="+mn-cs"/>
            </a:endParaRPr>
          </a:p>
        </p:txBody>
      </p:sp>
      <p:sp>
        <p:nvSpPr>
          <p:cNvPr id="275470" name="Text Box 15">
            <a:extLst>
              <a:ext uri="{FF2B5EF4-FFF2-40B4-BE49-F238E27FC236}">
                <a16:creationId xmlns:a16="http://schemas.microsoft.com/office/drawing/2014/main" id="{472970D9-77D2-2B46-BBA9-7A8593A4820D}"/>
              </a:ext>
            </a:extLst>
          </p:cNvPr>
          <p:cNvSpPr txBox="1">
            <a:spLocks noChangeArrowheads="1"/>
          </p:cNvSpPr>
          <p:nvPr/>
        </p:nvSpPr>
        <p:spPr bwMode="auto">
          <a:xfrm>
            <a:off x="2068116" y="2937273"/>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数据链路层</a:t>
            </a:r>
          </a:p>
        </p:txBody>
      </p:sp>
      <p:sp>
        <p:nvSpPr>
          <p:cNvPr id="275471" name="Line 16">
            <a:extLst>
              <a:ext uri="{FF2B5EF4-FFF2-40B4-BE49-F238E27FC236}">
                <a16:creationId xmlns:a16="http://schemas.microsoft.com/office/drawing/2014/main" id="{5576C197-33FE-864D-B0F8-472C7C61971D}"/>
              </a:ext>
            </a:extLst>
          </p:cNvPr>
          <p:cNvSpPr>
            <a:spLocks noChangeShapeType="1"/>
          </p:cNvSpPr>
          <p:nvPr/>
        </p:nvSpPr>
        <p:spPr bwMode="auto">
          <a:xfrm>
            <a:off x="2033588" y="3293269"/>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2" name="Line 17">
            <a:extLst>
              <a:ext uri="{FF2B5EF4-FFF2-40B4-BE49-F238E27FC236}">
                <a16:creationId xmlns:a16="http://schemas.microsoft.com/office/drawing/2014/main" id="{BF725254-3295-6A4C-B588-628FDA35D9A0}"/>
              </a:ext>
            </a:extLst>
          </p:cNvPr>
          <p:cNvSpPr>
            <a:spLocks noChangeShapeType="1"/>
          </p:cNvSpPr>
          <p:nvPr/>
        </p:nvSpPr>
        <p:spPr bwMode="auto">
          <a:xfrm>
            <a:off x="2033588" y="296108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3" name="Line 18">
            <a:extLst>
              <a:ext uri="{FF2B5EF4-FFF2-40B4-BE49-F238E27FC236}">
                <a16:creationId xmlns:a16="http://schemas.microsoft.com/office/drawing/2014/main" id="{6D5F22D4-86B2-1D42-B4CA-E8762286D93B}"/>
              </a:ext>
            </a:extLst>
          </p:cNvPr>
          <p:cNvSpPr>
            <a:spLocks noChangeShapeType="1"/>
          </p:cNvSpPr>
          <p:nvPr/>
        </p:nvSpPr>
        <p:spPr bwMode="auto">
          <a:xfrm>
            <a:off x="2033588" y="2628900"/>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4" name="Line 19">
            <a:extLst>
              <a:ext uri="{FF2B5EF4-FFF2-40B4-BE49-F238E27FC236}">
                <a16:creationId xmlns:a16="http://schemas.microsoft.com/office/drawing/2014/main" id="{68306000-B100-FA49-9D76-93C43054F583}"/>
              </a:ext>
            </a:extLst>
          </p:cNvPr>
          <p:cNvSpPr>
            <a:spLocks noChangeShapeType="1"/>
          </p:cNvSpPr>
          <p:nvPr/>
        </p:nvSpPr>
        <p:spPr bwMode="auto">
          <a:xfrm>
            <a:off x="2033588" y="229552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5" name="Text Box 20">
            <a:extLst>
              <a:ext uri="{FF2B5EF4-FFF2-40B4-BE49-F238E27FC236}">
                <a16:creationId xmlns:a16="http://schemas.microsoft.com/office/drawing/2014/main" id="{CB4F1586-3E41-C444-8ECC-8BD60AAC8EB2}"/>
              </a:ext>
            </a:extLst>
          </p:cNvPr>
          <p:cNvSpPr txBox="1">
            <a:spLocks noChangeArrowheads="1"/>
          </p:cNvSpPr>
          <p:nvPr/>
        </p:nvSpPr>
        <p:spPr bwMode="auto">
          <a:xfrm>
            <a:off x="2252663" y="326945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物理层</a:t>
            </a:r>
          </a:p>
        </p:txBody>
      </p:sp>
      <p:sp>
        <p:nvSpPr>
          <p:cNvPr id="275476" name="Text Box 21">
            <a:extLst>
              <a:ext uri="{FF2B5EF4-FFF2-40B4-BE49-F238E27FC236}">
                <a16:creationId xmlns:a16="http://schemas.microsoft.com/office/drawing/2014/main" id="{A0858365-9B40-8F45-944A-2AE27E59CD4D}"/>
              </a:ext>
            </a:extLst>
          </p:cNvPr>
          <p:cNvSpPr txBox="1">
            <a:spLocks noChangeArrowheads="1"/>
          </p:cNvSpPr>
          <p:nvPr/>
        </p:nvSpPr>
        <p:spPr bwMode="auto">
          <a:xfrm>
            <a:off x="2252663" y="228361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p:txBody>
      </p:sp>
      <p:sp>
        <p:nvSpPr>
          <p:cNvPr id="275477" name="Text Box 22">
            <a:extLst>
              <a:ext uri="{FF2B5EF4-FFF2-40B4-BE49-F238E27FC236}">
                <a16:creationId xmlns:a16="http://schemas.microsoft.com/office/drawing/2014/main" id="{AA1909D9-19E8-3D4C-98EC-57FD94CA5B8F}"/>
              </a:ext>
            </a:extLst>
          </p:cNvPr>
          <p:cNvSpPr txBox="1">
            <a:spLocks noChangeArrowheads="1"/>
          </p:cNvSpPr>
          <p:nvPr/>
        </p:nvSpPr>
        <p:spPr bwMode="auto">
          <a:xfrm>
            <a:off x="2252663" y="261580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网络层</a:t>
            </a:r>
          </a:p>
        </p:txBody>
      </p:sp>
      <p:sp>
        <p:nvSpPr>
          <p:cNvPr id="275478" name="Line 23">
            <a:extLst>
              <a:ext uri="{FF2B5EF4-FFF2-40B4-BE49-F238E27FC236}">
                <a16:creationId xmlns:a16="http://schemas.microsoft.com/office/drawing/2014/main" id="{8F902674-0258-0D48-AEBC-186A48FAD030}"/>
              </a:ext>
            </a:extLst>
          </p:cNvPr>
          <p:cNvSpPr>
            <a:spLocks noChangeShapeType="1"/>
          </p:cNvSpPr>
          <p:nvPr/>
        </p:nvSpPr>
        <p:spPr bwMode="auto">
          <a:xfrm>
            <a:off x="2608660" y="2196703"/>
            <a:ext cx="2381" cy="9882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9" name="Line 24">
            <a:extLst>
              <a:ext uri="{FF2B5EF4-FFF2-40B4-BE49-F238E27FC236}">
                <a16:creationId xmlns:a16="http://schemas.microsoft.com/office/drawing/2014/main" id="{BB93274E-C006-B948-A4F3-803D79EF605D}"/>
              </a:ext>
            </a:extLst>
          </p:cNvPr>
          <p:cNvSpPr>
            <a:spLocks noChangeShapeType="1"/>
          </p:cNvSpPr>
          <p:nvPr/>
        </p:nvSpPr>
        <p:spPr bwMode="auto">
          <a:xfrm>
            <a:off x="6579394" y="2196703"/>
            <a:ext cx="1191" cy="9882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505" name="Group 25">
            <a:extLst>
              <a:ext uri="{FF2B5EF4-FFF2-40B4-BE49-F238E27FC236}">
                <a16:creationId xmlns:a16="http://schemas.microsoft.com/office/drawing/2014/main" id="{C59C496F-BDCC-D046-8B87-C0FEF67A4EA2}"/>
              </a:ext>
            </a:extLst>
          </p:cNvPr>
          <p:cNvGrpSpPr>
            <a:grpSpLocks/>
          </p:cNvGrpSpPr>
          <p:nvPr/>
        </p:nvGrpSpPr>
        <p:grpSpPr bwMode="auto">
          <a:xfrm>
            <a:off x="3069431" y="1616869"/>
            <a:ext cx="3014663" cy="360760"/>
            <a:chOff x="1618" y="1358"/>
            <a:chExt cx="2532" cy="303"/>
          </a:xfrm>
        </p:grpSpPr>
        <p:sp>
          <p:nvSpPr>
            <p:cNvPr id="275495" name="Line 26">
              <a:extLst>
                <a:ext uri="{FF2B5EF4-FFF2-40B4-BE49-F238E27FC236}">
                  <a16:creationId xmlns:a16="http://schemas.microsoft.com/office/drawing/2014/main" id="{389252F8-6443-8F4E-824E-C5BF7EE5E0F4}"/>
                </a:ext>
              </a:extLst>
            </p:cNvPr>
            <p:cNvSpPr>
              <a:spLocks noChangeShapeType="1"/>
            </p:cNvSpPr>
            <p:nvPr/>
          </p:nvSpPr>
          <p:spPr bwMode="auto">
            <a:xfrm>
              <a:off x="1618" y="1649"/>
              <a:ext cx="2532" cy="12"/>
            </a:xfrm>
            <a:prstGeom prst="line">
              <a:avLst/>
            </a:prstGeom>
            <a:noFill/>
            <a:ln w="38100">
              <a:solidFill>
                <a:srgbClr val="333399"/>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96" name="Text Box 27">
              <a:extLst>
                <a:ext uri="{FF2B5EF4-FFF2-40B4-BE49-F238E27FC236}">
                  <a16:creationId xmlns:a16="http://schemas.microsoft.com/office/drawing/2014/main" id="{F7C23E3D-4B9A-FF43-A1E7-A18C5AA398B2}"/>
                </a:ext>
              </a:extLst>
            </p:cNvPr>
            <p:cNvSpPr txBox="1">
              <a:spLocks noChangeArrowheads="1"/>
            </p:cNvSpPr>
            <p:nvPr/>
          </p:nvSpPr>
          <p:spPr bwMode="auto">
            <a:xfrm>
              <a:off x="1908" y="1358"/>
              <a:ext cx="197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黑体" panose="02010609060101010101" pitchFamily="49" charset="-122"/>
                  <a:ea typeface="宋体" panose="02010600030101010101" pitchFamily="2" charset="-122"/>
                </a:rPr>
                <a:t>①</a:t>
              </a:r>
              <a:r>
                <a:rPr kumimoji="1" lang="en-US" altLang="zh-CN" sz="750">
                  <a:latin typeface="黑体" panose="02010609060101010101" pitchFamily="49" charset="-122"/>
                  <a:ea typeface="宋体" panose="02010600030101010101" pitchFamily="2" charset="-122"/>
                </a:rPr>
                <a:t> </a:t>
              </a:r>
              <a:r>
                <a:rPr kumimoji="1" lang="zh-CN" altLang="en-US" sz="1500">
                  <a:latin typeface="黑体" panose="02010609060101010101" pitchFamily="49" charset="-122"/>
                  <a:ea typeface="宋体" panose="02010600030101010101" pitchFamily="2" charset="-122"/>
                </a:rPr>
                <a:t>客户发起连接建立请求</a:t>
              </a:r>
            </a:p>
          </p:txBody>
        </p:sp>
      </p:grpSp>
      <p:grpSp>
        <p:nvGrpSpPr>
          <p:cNvPr id="148508" name="Group 28">
            <a:extLst>
              <a:ext uri="{FF2B5EF4-FFF2-40B4-BE49-F238E27FC236}">
                <a16:creationId xmlns:a16="http://schemas.microsoft.com/office/drawing/2014/main" id="{866AFA7E-4E5A-3741-AC6C-E83C09418B7F}"/>
              </a:ext>
            </a:extLst>
          </p:cNvPr>
          <p:cNvGrpSpPr>
            <a:grpSpLocks/>
          </p:cNvGrpSpPr>
          <p:nvPr/>
        </p:nvGrpSpPr>
        <p:grpSpPr bwMode="auto">
          <a:xfrm>
            <a:off x="3059906" y="2085977"/>
            <a:ext cx="2995613" cy="348853"/>
            <a:chOff x="1655" y="1752"/>
            <a:chExt cx="2516" cy="293"/>
          </a:xfrm>
        </p:grpSpPr>
        <p:sp>
          <p:nvSpPr>
            <p:cNvPr id="275493" name="Line 29">
              <a:extLst>
                <a:ext uri="{FF2B5EF4-FFF2-40B4-BE49-F238E27FC236}">
                  <a16:creationId xmlns:a16="http://schemas.microsoft.com/office/drawing/2014/main" id="{FAF212A9-2A10-834C-8DFB-A3253DC22521}"/>
                </a:ext>
              </a:extLst>
            </p:cNvPr>
            <p:cNvSpPr>
              <a:spLocks noChangeShapeType="1"/>
            </p:cNvSpPr>
            <p:nvPr/>
          </p:nvSpPr>
          <p:spPr bwMode="auto">
            <a:xfrm flipH="1" flipV="1">
              <a:off x="1655" y="1752"/>
              <a:ext cx="2516" cy="9"/>
            </a:xfrm>
            <a:prstGeom prst="line">
              <a:avLst/>
            </a:prstGeom>
            <a:noFill/>
            <a:ln w="38100">
              <a:solidFill>
                <a:schemeClr val="hlink"/>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94" name="Text Box 30">
              <a:extLst>
                <a:ext uri="{FF2B5EF4-FFF2-40B4-BE49-F238E27FC236}">
                  <a16:creationId xmlns:a16="http://schemas.microsoft.com/office/drawing/2014/main" id="{FA96F751-59D5-4743-A3EF-7928C41C5E0D}"/>
                </a:ext>
              </a:extLst>
            </p:cNvPr>
            <p:cNvSpPr txBox="1">
              <a:spLocks noChangeArrowheads="1"/>
            </p:cNvSpPr>
            <p:nvPr/>
          </p:nvSpPr>
          <p:spPr bwMode="auto">
            <a:xfrm>
              <a:off x="1973" y="1774"/>
              <a:ext cx="213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黑体" panose="02010609060101010101" pitchFamily="49" charset="-122"/>
                  <a:ea typeface="宋体" panose="02010600030101010101" pitchFamily="2" charset="-122"/>
                </a:rPr>
                <a:t>②</a:t>
              </a:r>
              <a:r>
                <a:rPr kumimoji="1" lang="en-US" altLang="zh-CN" sz="750">
                  <a:latin typeface="黑体" panose="02010609060101010101" pitchFamily="49" charset="-122"/>
                  <a:ea typeface="宋体" panose="02010600030101010101" pitchFamily="2" charset="-122"/>
                </a:rPr>
                <a:t> </a:t>
              </a:r>
              <a:r>
                <a:rPr kumimoji="1" lang="zh-CN" altLang="en-US" sz="1500">
                  <a:latin typeface="黑体" panose="02010609060101010101" pitchFamily="49" charset="-122"/>
                  <a:ea typeface="宋体" panose="02010600030101010101" pitchFamily="2" charset="-122"/>
                </a:rPr>
                <a:t>服务器接受连接建立请求</a:t>
              </a:r>
            </a:p>
          </p:txBody>
        </p:sp>
      </p:grpSp>
      <p:sp>
        <p:nvSpPr>
          <p:cNvPr id="275482" name="Text Box 31">
            <a:extLst>
              <a:ext uri="{FF2B5EF4-FFF2-40B4-BE49-F238E27FC236}">
                <a16:creationId xmlns:a16="http://schemas.microsoft.com/office/drawing/2014/main" id="{E76EBA02-4933-B54A-8B5B-82EAD4ADD664}"/>
              </a:ext>
            </a:extLst>
          </p:cNvPr>
          <p:cNvSpPr txBox="1">
            <a:spLocks noChangeArrowheads="1"/>
          </p:cNvSpPr>
          <p:nvPr/>
        </p:nvSpPr>
        <p:spPr bwMode="auto">
          <a:xfrm>
            <a:off x="2252663" y="15025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p:txBody>
      </p:sp>
      <p:sp>
        <p:nvSpPr>
          <p:cNvPr id="275483" name="Text Box 32">
            <a:extLst>
              <a:ext uri="{FF2B5EF4-FFF2-40B4-BE49-F238E27FC236}">
                <a16:creationId xmlns:a16="http://schemas.microsoft.com/office/drawing/2014/main" id="{210951CA-48CE-344B-9C50-C0CC6F874EC2}"/>
              </a:ext>
            </a:extLst>
          </p:cNvPr>
          <p:cNvSpPr txBox="1">
            <a:spLocks noChangeArrowheads="1"/>
          </p:cNvSpPr>
          <p:nvPr/>
        </p:nvSpPr>
        <p:spPr bwMode="auto">
          <a:xfrm>
            <a:off x="6188869" y="149185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p:txBody>
      </p:sp>
      <p:sp>
        <p:nvSpPr>
          <p:cNvPr id="275484" name="Text Box 33">
            <a:extLst>
              <a:ext uri="{FF2B5EF4-FFF2-40B4-BE49-F238E27FC236}">
                <a16:creationId xmlns:a16="http://schemas.microsoft.com/office/drawing/2014/main" id="{33E03CE4-B167-6340-9FDC-38AEC958B601}"/>
              </a:ext>
            </a:extLst>
          </p:cNvPr>
          <p:cNvSpPr txBox="1">
            <a:spLocks noChangeArrowheads="1"/>
          </p:cNvSpPr>
          <p:nvPr/>
        </p:nvSpPr>
        <p:spPr bwMode="auto">
          <a:xfrm>
            <a:off x="4248151" y="375999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Bookman Old Style" panose="02050604050505020204" pitchFamily="18" charset="0"/>
                <a:ea typeface="宋体" panose="02010600030101010101" pitchFamily="2" charset="-122"/>
              </a:rPr>
              <a:t>因特网</a:t>
            </a:r>
          </a:p>
        </p:txBody>
      </p:sp>
      <p:grpSp>
        <p:nvGrpSpPr>
          <p:cNvPr id="148514" name="Group 34">
            <a:extLst>
              <a:ext uri="{FF2B5EF4-FFF2-40B4-BE49-F238E27FC236}">
                <a16:creationId xmlns:a16="http://schemas.microsoft.com/office/drawing/2014/main" id="{3C8A7676-840D-A44B-9AED-59AC9427577E}"/>
              </a:ext>
            </a:extLst>
          </p:cNvPr>
          <p:cNvGrpSpPr>
            <a:grpSpLocks/>
          </p:cNvGrpSpPr>
          <p:nvPr/>
        </p:nvGrpSpPr>
        <p:grpSpPr bwMode="auto">
          <a:xfrm>
            <a:off x="2137172" y="1808560"/>
            <a:ext cx="966788" cy="398859"/>
            <a:chOff x="835" y="1519"/>
            <a:chExt cx="812" cy="335"/>
          </a:xfrm>
        </p:grpSpPr>
        <p:sp>
          <p:nvSpPr>
            <p:cNvPr id="148515" name="Oval 35">
              <a:extLst>
                <a:ext uri="{FF2B5EF4-FFF2-40B4-BE49-F238E27FC236}">
                  <a16:creationId xmlns:a16="http://schemas.microsoft.com/office/drawing/2014/main" id="{6344F787-A480-2F46-A698-BED48D32ACB2}"/>
                </a:ext>
              </a:extLst>
            </p:cNvPr>
            <p:cNvSpPr>
              <a:spLocks noChangeArrowheads="1"/>
            </p:cNvSpPr>
            <p:nvPr/>
          </p:nvSpPr>
          <p:spPr bwMode="auto">
            <a:xfrm>
              <a:off x="835" y="1519"/>
              <a:ext cx="812" cy="335"/>
            </a:xfrm>
            <a:prstGeom prst="ellipse">
              <a:avLst/>
            </a:prstGeom>
            <a:solidFill>
              <a:srgbClr val="99FFCC"/>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48516" name="Text Box 36">
              <a:extLst>
                <a:ext uri="{FF2B5EF4-FFF2-40B4-BE49-F238E27FC236}">
                  <a16:creationId xmlns:a16="http://schemas.microsoft.com/office/drawing/2014/main" id="{B6E64A1C-F567-C844-8935-61C1FE1543F1}"/>
                </a:ext>
              </a:extLst>
            </p:cNvPr>
            <p:cNvSpPr txBox="1">
              <a:spLocks noChangeArrowheads="1"/>
            </p:cNvSpPr>
            <p:nvPr/>
          </p:nvSpPr>
          <p:spPr bwMode="auto">
            <a:xfrm>
              <a:off x="1020" y="1547"/>
              <a:ext cx="478" cy="271"/>
            </a:xfrm>
            <a:prstGeom prst="rect">
              <a:avLst/>
            </a:prstGeom>
            <a:noFill/>
            <a:ln>
              <a:noFill/>
            </a:ln>
            <a:effectLst>
              <a:outerShdw blurRad="63500" dist="17961" dir="2700000" algn="ctr" rotWithShape="0">
                <a:schemeClr val="accent2">
                  <a:alpha val="74997"/>
                </a:schemeClr>
              </a:outerShdw>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黑体" panose="02010609060101010101" pitchFamily="49" charset="-122"/>
                </a:rPr>
                <a:t>客户</a:t>
              </a:r>
            </a:p>
          </p:txBody>
        </p:sp>
      </p:grpSp>
      <p:grpSp>
        <p:nvGrpSpPr>
          <p:cNvPr id="148517" name="Group 37">
            <a:extLst>
              <a:ext uri="{FF2B5EF4-FFF2-40B4-BE49-F238E27FC236}">
                <a16:creationId xmlns:a16="http://schemas.microsoft.com/office/drawing/2014/main" id="{4DF0F5D2-1DE8-3848-927E-0A08FB8AADBF}"/>
              </a:ext>
            </a:extLst>
          </p:cNvPr>
          <p:cNvGrpSpPr>
            <a:grpSpLocks/>
          </p:cNvGrpSpPr>
          <p:nvPr/>
        </p:nvGrpSpPr>
        <p:grpSpPr bwMode="auto">
          <a:xfrm>
            <a:off x="6074569" y="1808560"/>
            <a:ext cx="966788" cy="398859"/>
            <a:chOff x="4142" y="1519"/>
            <a:chExt cx="812" cy="335"/>
          </a:xfrm>
        </p:grpSpPr>
        <p:sp>
          <p:nvSpPr>
            <p:cNvPr id="148518" name="Oval 38">
              <a:extLst>
                <a:ext uri="{FF2B5EF4-FFF2-40B4-BE49-F238E27FC236}">
                  <a16:creationId xmlns:a16="http://schemas.microsoft.com/office/drawing/2014/main" id="{CAED0A2F-3869-0147-9921-9321F51D6B4F}"/>
                </a:ext>
              </a:extLst>
            </p:cNvPr>
            <p:cNvSpPr>
              <a:spLocks noChangeArrowheads="1"/>
            </p:cNvSpPr>
            <p:nvPr/>
          </p:nvSpPr>
          <p:spPr bwMode="auto">
            <a:xfrm>
              <a:off x="4142" y="1519"/>
              <a:ext cx="812" cy="335"/>
            </a:xfrm>
            <a:prstGeom prst="ellipse">
              <a:avLst/>
            </a:prstGeom>
            <a:solidFill>
              <a:schemeClr val="hlink"/>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48519" name="Text Box 39">
              <a:extLst>
                <a:ext uri="{FF2B5EF4-FFF2-40B4-BE49-F238E27FC236}">
                  <a16:creationId xmlns:a16="http://schemas.microsoft.com/office/drawing/2014/main" id="{E31141E4-5CF4-C440-A787-B31264806F9E}"/>
                </a:ext>
              </a:extLst>
            </p:cNvPr>
            <p:cNvSpPr txBox="1">
              <a:spLocks noChangeArrowheads="1"/>
            </p:cNvSpPr>
            <p:nvPr/>
          </p:nvSpPr>
          <p:spPr bwMode="auto">
            <a:xfrm>
              <a:off x="4256" y="1543"/>
              <a:ext cx="640" cy="271"/>
            </a:xfrm>
            <a:prstGeom prst="rect">
              <a:avLst/>
            </a:prstGeom>
            <a:noFill/>
            <a:ln>
              <a:noFill/>
            </a:ln>
            <a:effectLst>
              <a:outerShdw blurRad="63500" dist="38099" dir="2700000" algn="ctr" rotWithShape="0">
                <a:schemeClr val="bg2">
                  <a:alpha val="74997"/>
                </a:schemeClr>
              </a:outerShdw>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FFFF99"/>
                  </a:solidFill>
                  <a:latin typeface="黑体" panose="02010609060101010101" pitchFamily="49" charset="-122"/>
                </a:rPr>
                <a:t>服务器</a:t>
              </a:r>
            </a:p>
          </p:txBody>
        </p:sp>
      </p:grpSp>
      <p:sp>
        <p:nvSpPr>
          <p:cNvPr id="148520" name="Text Box 40">
            <a:extLst>
              <a:ext uri="{FF2B5EF4-FFF2-40B4-BE49-F238E27FC236}">
                <a16:creationId xmlns:a16="http://schemas.microsoft.com/office/drawing/2014/main" id="{2314AEAE-ECB9-5540-9405-F1991897940E}"/>
              </a:ext>
            </a:extLst>
          </p:cNvPr>
          <p:cNvSpPr txBox="1">
            <a:spLocks noChangeArrowheads="1"/>
          </p:cNvSpPr>
          <p:nvPr/>
        </p:nvSpPr>
        <p:spPr bwMode="auto">
          <a:xfrm>
            <a:off x="3568801" y="2518172"/>
            <a:ext cx="1915910" cy="784830"/>
          </a:xfrm>
          <a:prstGeom prst="rect">
            <a:avLst/>
          </a:prstGeom>
          <a:solidFill>
            <a:srgbClr val="FFFFCC"/>
          </a:solidFill>
          <a:ln w="76200" cmpd="tri">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以后就逐级使用下层</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提供的服务</a:t>
            </a:r>
          </a:p>
          <a:p>
            <a:pPr algn="ctr" eaLnBrk="1" hangingPunct="1">
              <a:spcBef>
                <a:spcPct val="0"/>
              </a:spcBef>
              <a:buClrTx/>
              <a:buSzTx/>
              <a:buFontTx/>
              <a:buNone/>
            </a:pPr>
            <a:r>
              <a:rPr lang="en-US" altLang="zh-CN" sz="1500">
                <a:latin typeface="Tahoma" panose="020B0604030504040204" pitchFamily="34" charset="0"/>
                <a:ea typeface="宋体" panose="02010600030101010101" pitchFamily="2" charset="-122"/>
              </a:rPr>
              <a:t>(</a:t>
            </a:r>
            <a:r>
              <a:rPr lang="zh-CN" altLang="en-US" sz="1500">
                <a:latin typeface="Tahoma" panose="020B0604030504040204" pitchFamily="34" charset="0"/>
                <a:ea typeface="宋体" panose="02010600030101010101" pitchFamily="2" charset="-122"/>
              </a:rPr>
              <a:t>使用 </a:t>
            </a:r>
            <a:r>
              <a:rPr lang="en-US" altLang="zh-CN" sz="1500">
                <a:latin typeface="Tahoma" panose="020B0604030504040204" pitchFamily="34" charset="0"/>
                <a:ea typeface="宋体" panose="02010600030101010101" pitchFamily="2" charset="-122"/>
              </a:rPr>
              <a:t>TCP </a:t>
            </a:r>
            <a:r>
              <a:rPr lang="zh-CN" altLang="en-US" sz="1500">
                <a:latin typeface="Tahoma" panose="020B0604030504040204" pitchFamily="34" charset="0"/>
                <a:ea typeface="宋体" panose="02010600030101010101" pitchFamily="2" charset="-122"/>
              </a:rPr>
              <a:t>和 </a:t>
            </a:r>
            <a:r>
              <a:rPr lang="en-US" altLang="zh-CN" sz="1500">
                <a:latin typeface="Tahoma" panose="020B0604030504040204" pitchFamily="34" charset="0"/>
                <a:ea typeface="宋体" panose="02010600030101010101" pitchFamily="2" charset="-122"/>
              </a:rPr>
              <a:t>IP</a:t>
            </a:r>
            <a:r>
              <a:rPr lang="zh-CN" altLang="en-US" sz="1500">
                <a:latin typeface="Tahoma" panose="020B0604030504040204" pitchFamily="34" charset="0"/>
                <a:ea typeface="宋体" panose="02010600030101010101" pitchFamily="2" charset="-122"/>
              </a:rPr>
              <a:t>）</a:t>
            </a:r>
          </a:p>
        </p:txBody>
      </p:sp>
      <p:sp>
        <p:nvSpPr>
          <p:cNvPr id="275488" name="幻灯片编号占位符 1">
            <a:extLst>
              <a:ext uri="{FF2B5EF4-FFF2-40B4-BE49-F238E27FC236}">
                <a16:creationId xmlns:a16="http://schemas.microsoft.com/office/drawing/2014/main" id="{1370C6ED-BADC-AB4C-9BDA-058E143B58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FBD517D-143F-3E45-8B76-2E88F2B58F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214658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148514"/>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1500"/>
                            </p:stCondLst>
                            <p:childTnLst>
                              <p:par>
                                <p:cTn id="8" presetID="22" presetClass="entr" presetSubtype="8" fill="hold" nodeType="afterEffect">
                                  <p:stCondLst>
                                    <p:cond delay="0"/>
                                  </p:stCondLst>
                                  <p:childTnLst>
                                    <p:set>
                                      <p:cBhvr>
                                        <p:cTn id="9" dur="1" fill="hold">
                                          <p:stCondLst>
                                            <p:cond delay="0"/>
                                          </p:stCondLst>
                                        </p:cTn>
                                        <p:tgtEl>
                                          <p:spTgt spid="148505"/>
                                        </p:tgtEl>
                                        <p:attrNameLst>
                                          <p:attrName>style.visibility</p:attrName>
                                        </p:attrNameLst>
                                      </p:cBhvr>
                                      <p:to>
                                        <p:strVal val="visible"/>
                                      </p:to>
                                    </p:set>
                                    <p:animEffect transition="in" filter="wipe(left)">
                                      <p:cBhvr>
                                        <p:cTn id="10" dur="500"/>
                                        <p:tgtEl>
                                          <p:spTgt spid="14850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148517"/>
                                        </p:tgtEl>
                                        <p:attrNameLst>
                                          <p:attrName>style.visibility</p:attrName>
                                        </p:attrNameLst>
                                      </p:cBhvr>
                                      <p:tavLst>
                                        <p:tav tm="0">
                                          <p:val>
                                            <p:strVal val="hidden"/>
                                          </p:val>
                                        </p:tav>
                                        <p:tav tm="50000">
                                          <p:val>
                                            <p:strVal val="visible"/>
                                          </p:val>
                                        </p:tav>
                                      </p:tavLst>
                                    </p:anim>
                                  </p:childTnLst>
                                </p:cTn>
                              </p:par>
                            </p:childTnLst>
                          </p:cTn>
                        </p:par>
                        <p:par>
                          <p:cTn id="15" fill="hold" nodeType="afterGroup">
                            <p:stCondLst>
                              <p:cond delay="1500"/>
                            </p:stCondLst>
                            <p:childTnLst>
                              <p:par>
                                <p:cTn id="16" presetID="22" presetClass="entr" presetSubtype="2" fill="hold" nodeType="afterEffect">
                                  <p:stCondLst>
                                    <p:cond delay="0"/>
                                  </p:stCondLst>
                                  <p:childTnLst>
                                    <p:set>
                                      <p:cBhvr>
                                        <p:cTn id="17" dur="1" fill="hold">
                                          <p:stCondLst>
                                            <p:cond delay="0"/>
                                          </p:stCondLst>
                                        </p:cTn>
                                        <p:tgtEl>
                                          <p:spTgt spid="148508"/>
                                        </p:tgtEl>
                                        <p:attrNameLst>
                                          <p:attrName>style.visibility</p:attrName>
                                        </p:attrNameLst>
                                      </p:cBhvr>
                                      <p:to>
                                        <p:strVal val="visible"/>
                                      </p:to>
                                    </p:set>
                                    <p:animEffect transition="in" filter="wipe(right)">
                                      <p:cBhvr>
                                        <p:cTn id="18" dur="1000"/>
                                        <p:tgtEl>
                                          <p:spTgt spid="14850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8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20"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3" name="Rectangle 3">
            <a:extLst>
              <a:ext uri="{FF2B5EF4-FFF2-40B4-BE49-F238E27FC236}">
                <a16:creationId xmlns:a16="http://schemas.microsoft.com/office/drawing/2014/main" id="{BB3ADBC3-5F95-0C48-933A-1507CD1C484E}"/>
              </a:ext>
            </a:extLst>
          </p:cNvPr>
          <p:cNvSpPr>
            <a:spLocks noGrp="1" noChangeArrowheads="1"/>
          </p:cNvSpPr>
          <p:nvPr>
            <p:ph idx="1"/>
          </p:nvPr>
        </p:nvSpPr>
        <p:spPr/>
        <p:txBody>
          <a:bodyPr/>
          <a:lstStyle/>
          <a:p>
            <a:pPr eaLnBrk="1" hangingPunct="1">
              <a:spcBef>
                <a:spcPts val="0"/>
              </a:spcBef>
            </a:pPr>
            <a:r>
              <a:rPr lang="zh-CN" altLang="zh-CN" dirty="0">
                <a:latin typeface="微软雅黑" panose="020B0503020204020204" pitchFamily="34" charset="-122"/>
                <a:ea typeface="宋体" panose="02010600030101010101" pitchFamily="2" charset="-122"/>
              </a:rPr>
              <a:t>计算机网络体系结构</a:t>
            </a:r>
          </a:p>
          <a:p>
            <a:pPr lvl="1" eaLnBrk="1" hangingPunct="1">
              <a:spcBef>
                <a:spcPts val="0"/>
              </a:spcBef>
            </a:pPr>
            <a:r>
              <a:rPr lang="zh-CN" altLang="zh-CN" dirty="0">
                <a:latin typeface="微软雅黑" panose="020B0503020204020204" pitchFamily="34" charset="-122"/>
                <a:ea typeface="宋体" panose="02010600030101010101" pitchFamily="2" charset="-122"/>
              </a:rPr>
              <a:t>计算机网络概述</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计算机网络的概念、组成与功能</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计算机网络的分类</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计算机网络与互联网的发展历史</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计算机网络的标准化工作及相关组织</a:t>
            </a:r>
          </a:p>
          <a:p>
            <a:pPr lvl="1" eaLnBrk="1" hangingPunct="1">
              <a:spcBef>
                <a:spcPts val="0"/>
              </a:spcBef>
            </a:pPr>
            <a:r>
              <a:rPr lang="zh-CN" altLang="zh-CN" dirty="0">
                <a:latin typeface="微软雅黑" panose="020B0503020204020204" pitchFamily="34" charset="-122"/>
                <a:ea typeface="宋体" panose="02010600030101010101" pitchFamily="2" charset="-122"/>
              </a:rPr>
              <a:t>计算机网络体系结构与参考模型</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计算机网络分层结构</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计算机网络协议、接口、服务等概念</a:t>
            </a:r>
          </a:p>
          <a:p>
            <a:pPr lvl="2" eaLnBrk="1" hangingPunct="1">
              <a:spcBef>
                <a:spcPts val="0"/>
              </a:spcBef>
            </a:pPr>
            <a:r>
              <a:rPr lang="en-US" altLang="zh-CN" dirty="0">
                <a:latin typeface="微软雅黑" panose="020B0503020204020204" pitchFamily="34" charset="-122"/>
                <a:ea typeface="宋体" panose="02010600030101010101" pitchFamily="2" charset="-122"/>
              </a:rPr>
              <a:t>ISO/OSI</a:t>
            </a:r>
            <a:r>
              <a:rPr lang="zh-CN" altLang="zh-CN" dirty="0">
                <a:latin typeface="微软雅黑" panose="020B0503020204020204" pitchFamily="34" charset="-122"/>
                <a:ea typeface="宋体" panose="02010600030101010101" pitchFamily="2" charset="-122"/>
              </a:rPr>
              <a:t>参考模型和</a:t>
            </a:r>
            <a:r>
              <a:rPr lang="en-US" altLang="zh-CN" dirty="0">
                <a:latin typeface="微软雅黑" panose="020B0503020204020204" pitchFamily="34" charset="-122"/>
                <a:ea typeface="宋体" panose="02010600030101010101" pitchFamily="2" charset="-122"/>
              </a:rPr>
              <a:t>TCP/IP</a:t>
            </a:r>
            <a:r>
              <a:rPr lang="zh-CN" altLang="zh-CN" dirty="0">
                <a:latin typeface="微软雅黑" panose="020B0503020204020204" pitchFamily="34" charset="-122"/>
                <a:ea typeface="宋体" panose="02010600030101010101" pitchFamily="2" charset="-122"/>
              </a:rPr>
              <a:t>模型</a:t>
            </a:r>
          </a:p>
          <a:p>
            <a:pPr eaLnBrk="1" hangingPunct="1">
              <a:spcBef>
                <a:spcPts val="0"/>
              </a:spcBef>
            </a:pPr>
            <a:r>
              <a:rPr lang="zh-CN" altLang="en-US" dirty="0">
                <a:latin typeface="微软雅黑" panose="020B0503020204020204" pitchFamily="34" charset="-122"/>
                <a:ea typeface="宋体" panose="02010600030101010101" pitchFamily="2" charset="-122"/>
              </a:rPr>
              <a:t>网络性能指标</a:t>
            </a:r>
          </a:p>
          <a:p>
            <a:pPr lvl="1" eaLnBrk="1" hangingPunct="1">
              <a:spcBef>
                <a:spcPts val="0"/>
              </a:spcBef>
            </a:pPr>
            <a:r>
              <a:rPr lang="zh-CN" altLang="en-US" dirty="0">
                <a:latin typeface="微软雅黑" panose="020B0503020204020204" pitchFamily="34" charset="-122"/>
                <a:ea typeface="宋体" panose="02010600030101010101" pitchFamily="2" charset="-122"/>
              </a:rPr>
              <a:t>带宽、时延、时延带宽积</a:t>
            </a:r>
            <a:endParaRPr lang="en-US" altLang="zh-CN" dirty="0">
              <a:latin typeface="微软雅黑" panose="020B0503020204020204" pitchFamily="34" charset="-122"/>
              <a:ea typeface="宋体" panose="02010600030101010101" pitchFamily="2" charset="-122"/>
            </a:endParaRPr>
          </a:p>
          <a:p>
            <a:pPr lvl="1" eaLnBrk="1" hangingPunct="1">
              <a:spcBef>
                <a:spcPts val="0"/>
              </a:spcBef>
            </a:pPr>
            <a:r>
              <a:rPr lang="zh-CN" altLang="en-US" dirty="0">
                <a:latin typeface="微软雅黑" panose="020B0503020204020204" pitchFamily="34" charset="-122"/>
                <a:ea typeface="宋体" panose="02010600030101010101" pitchFamily="2" charset="-122"/>
              </a:rPr>
              <a:t>信道利用率、网络利用率</a:t>
            </a:r>
          </a:p>
        </p:txBody>
      </p:sp>
      <p:sp>
        <p:nvSpPr>
          <p:cNvPr id="277505" name="灯片编号占位符 4">
            <a:extLst>
              <a:ext uri="{FF2B5EF4-FFF2-40B4-BE49-F238E27FC236}">
                <a16:creationId xmlns:a16="http://schemas.microsoft.com/office/drawing/2014/main" id="{4FF3EE59-AD01-B542-8577-397E77B0383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A4786E-91F4-5046-B49B-F44CEBBD8FA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77506" name="Rectangle 2">
            <a:extLst>
              <a:ext uri="{FF2B5EF4-FFF2-40B4-BE49-F238E27FC236}">
                <a16:creationId xmlns:a16="http://schemas.microsoft.com/office/drawing/2014/main" id="{A365CFF1-4891-CA4B-9E80-5106897B0922}"/>
              </a:ext>
            </a:extLst>
          </p:cNvPr>
          <p:cNvSpPr>
            <a:spLocks noGrp="1" noChangeArrowheads="1"/>
          </p:cNvSpPr>
          <p:nvPr>
            <p:ph type="title"/>
          </p:nvPr>
        </p:nvSpPr>
        <p:spPr>
          <a:xfrm>
            <a:off x="133562" y="160565"/>
            <a:ext cx="8804953" cy="647700"/>
          </a:xfrm>
        </p:spPr>
        <p:txBody>
          <a:bodyPr/>
          <a:lstStyle/>
          <a:p>
            <a:pPr eaLnBrk="1" hangingPunct="1"/>
            <a:r>
              <a:rPr lang="zh-CN" altLang="en-US" dirty="0">
                <a:latin typeface="微软雅黑" panose="020B0503020204020204" pitchFamily="34" charset="-122"/>
                <a:ea typeface="宋体" panose="02010600030101010101" pitchFamily="2" charset="-122"/>
              </a:rPr>
              <a:t>本章小结</a:t>
            </a:r>
          </a:p>
        </p:txBody>
      </p:sp>
    </p:spTree>
    <p:extLst>
      <p:ext uri="{BB962C8B-B14F-4D97-AF65-F5344CB8AC3E}">
        <p14:creationId xmlns:p14="http://schemas.microsoft.com/office/powerpoint/2010/main" val="15394008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8563">
                                            <p:txEl>
                                              <p:pRg st="0" end="0"/>
                                            </p:txEl>
                                          </p:spTgt>
                                        </p:tgtEl>
                                        <p:attrNameLst>
                                          <p:attrName>style.visibility</p:attrName>
                                        </p:attrNameLst>
                                      </p:cBhvr>
                                      <p:to>
                                        <p:strVal val="visible"/>
                                      </p:to>
                                    </p:set>
                                    <p:anim calcmode="lin" valueType="num">
                                      <p:cBhvr additive="base">
                                        <p:cTn id="7" dur="500" fill="hold"/>
                                        <p:tgtEl>
                                          <p:spTgt spid="578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85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78563">
                                            <p:txEl>
                                              <p:pRg st="1" end="1"/>
                                            </p:txEl>
                                          </p:spTgt>
                                        </p:tgtEl>
                                        <p:attrNameLst>
                                          <p:attrName>style.visibility</p:attrName>
                                        </p:attrNameLst>
                                      </p:cBhvr>
                                      <p:to>
                                        <p:strVal val="visible"/>
                                      </p:to>
                                    </p:set>
                                    <p:anim calcmode="lin" valueType="num">
                                      <p:cBhvr additive="base">
                                        <p:cTn id="11" dur="500" fill="hold"/>
                                        <p:tgtEl>
                                          <p:spTgt spid="5785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7856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78563">
                                            <p:txEl>
                                              <p:pRg st="2" end="2"/>
                                            </p:txEl>
                                          </p:spTgt>
                                        </p:tgtEl>
                                        <p:attrNameLst>
                                          <p:attrName>style.visibility</p:attrName>
                                        </p:attrNameLst>
                                      </p:cBhvr>
                                      <p:to>
                                        <p:strVal val="visible"/>
                                      </p:to>
                                    </p:set>
                                    <p:anim calcmode="lin" valueType="num">
                                      <p:cBhvr additive="base">
                                        <p:cTn id="15" dur="500" fill="hold"/>
                                        <p:tgtEl>
                                          <p:spTgt spid="57856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7856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78563">
                                            <p:txEl>
                                              <p:pRg st="3" end="3"/>
                                            </p:txEl>
                                          </p:spTgt>
                                        </p:tgtEl>
                                        <p:attrNameLst>
                                          <p:attrName>style.visibility</p:attrName>
                                        </p:attrNameLst>
                                      </p:cBhvr>
                                      <p:to>
                                        <p:strVal val="visible"/>
                                      </p:to>
                                    </p:set>
                                    <p:anim calcmode="lin" valueType="num">
                                      <p:cBhvr additive="base">
                                        <p:cTn id="19" dur="500" fill="hold"/>
                                        <p:tgtEl>
                                          <p:spTgt spid="5785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856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78563">
                                            <p:txEl>
                                              <p:pRg st="4" end="4"/>
                                            </p:txEl>
                                          </p:spTgt>
                                        </p:tgtEl>
                                        <p:attrNameLst>
                                          <p:attrName>style.visibility</p:attrName>
                                        </p:attrNameLst>
                                      </p:cBhvr>
                                      <p:to>
                                        <p:strVal val="visible"/>
                                      </p:to>
                                    </p:set>
                                    <p:anim calcmode="lin" valueType="num">
                                      <p:cBhvr additive="base">
                                        <p:cTn id="23" dur="500" fill="hold"/>
                                        <p:tgtEl>
                                          <p:spTgt spid="57856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7856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78563">
                                            <p:txEl>
                                              <p:pRg st="5" end="5"/>
                                            </p:txEl>
                                          </p:spTgt>
                                        </p:tgtEl>
                                        <p:attrNameLst>
                                          <p:attrName>style.visibility</p:attrName>
                                        </p:attrNameLst>
                                      </p:cBhvr>
                                      <p:to>
                                        <p:strVal val="visible"/>
                                      </p:to>
                                    </p:set>
                                    <p:anim calcmode="lin" valueType="num">
                                      <p:cBhvr additive="base">
                                        <p:cTn id="27" dur="500" fill="hold"/>
                                        <p:tgtEl>
                                          <p:spTgt spid="57856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7856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78563">
                                            <p:txEl>
                                              <p:pRg st="6" end="6"/>
                                            </p:txEl>
                                          </p:spTgt>
                                        </p:tgtEl>
                                        <p:attrNameLst>
                                          <p:attrName>style.visibility</p:attrName>
                                        </p:attrNameLst>
                                      </p:cBhvr>
                                      <p:to>
                                        <p:strVal val="visible"/>
                                      </p:to>
                                    </p:set>
                                    <p:anim calcmode="lin" valueType="num">
                                      <p:cBhvr additive="base">
                                        <p:cTn id="31" dur="500" fill="hold"/>
                                        <p:tgtEl>
                                          <p:spTgt spid="57856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7856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78563">
                                            <p:txEl>
                                              <p:pRg st="7" end="7"/>
                                            </p:txEl>
                                          </p:spTgt>
                                        </p:tgtEl>
                                        <p:attrNameLst>
                                          <p:attrName>style.visibility</p:attrName>
                                        </p:attrNameLst>
                                      </p:cBhvr>
                                      <p:to>
                                        <p:strVal val="visible"/>
                                      </p:to>
                                    </p:set>
                                    <p:anim calcmode="lin" valueType="num">
                                      <p:cBhvr additive="base">
                                        <p:cTn id="35" dur="500" fill="hold"/>
                                        <p:tgtEl>
                                          <p:spTgt spid="57856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7856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78563">
                                            <p:txEl>
                                              <p:pRg st="8" end="8"/>
                                            </p:txEl>
                                          </p:spTgt>
                                        </p:tgtEl>
                                        <p:attrNameLst>
                                          <p:attrName>style.visibility</p:attrName>
                                        </p:attrNameLst>
                                      </p:cBhvr>
                                      <p:to>
                                        <p:strVal val="visible"/>
                                      </p:to>
                                    </p:set>
                                    <p:anim calcmode="lin" valueType="num">
                                      <p:cBhvr additive="base">
                                        <p:cTn id="39" dur="500" fill="hold"/>
                                        <p:tgtEl>
                                          <p:spTgt spid="57856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7856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78563">
                                            <p:txEl>
                                              <p:pRg st="9" end="9"/>
                                            </p:txEl>
                                          </p:spTgt>
                                        </p:tgtEl>
                                        <p:attrNameLst>
                                          <p:attrName>style.visibility</p:attrName>
                                        </p:attrNameLst>
                                      </p:cBhvr>
                                      <p:to>
                                        <p:strVal val="visible"/>
                                      </p:to>
                                    </p:set>
                                    <p:anim calcmode="lin" valueType="num">
                                      <p:cBhvr additive="base">
                                        <p:cTn id="43" dur="500" fill="hold"/>
                                        <p:tgtEl>
                                          <p:spTgt spid="57856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7856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78563">
                                            <p:txEl>
                                              <p:pRg st="10" end="10"/>
                                            </p:txEl>
                                          </p:spTgt>
                                        </p:tgtEl>
                                        <p:attrNameLst>
                                          <p:attrName>style.visibility</p:attrName>
                                        </p:attrNameLst>
                                      </p:cBhvr>
                                      <p:to>
                                        <p:strVal val="visible"/>
                                      </p:to>
                                    </p:set>
                                    <p:anim calcmode="lin" valueType="num">
                                      <p:cBhvr additive="base">
                                        <p:cTn id="49" dur="500" fill="hold"/>
                                        <p:tgtEl>
                                          <p:spTgt spid="57856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78563">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78563">
                                            <p:txEl>
                                              <p:pRg st="11" end="11"/>
                                            </p:txEl>
                                          </p:spTgt>
                                        </p:tgtEl>
                                        <p:attrNameLst>
                                          <p:attrName>style.visibility</p:attrName>
                                        </p:attrNameLst>
                                      </p:cBhvr>
                                      <p:to>
                                        <p:strVal val="visible"/>
                                      </p:to>
                                    </p:set>
                                    <p:anim calcmode="lin" valueType="num">
                                      <p:cBhvr additive="base">
                                        <p:cTn id="53" dur="500" fill="hold"/>
                                        <p:tgtEl>
                                          <p:spTgt spid="578563">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78563">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78563">
                                            <p:txEl>
                                              <p:pRg st="12" end="12"/>
                                            </p:txEl>
                                          </p:spTgt>
                                        </p:tgtEl>
                                        <p:attrNameLst>
                                          <p:attrName>style.visibility</p:attrName>
                                        </p:attrNameLst>
                                      </p:cBhvr>
                                      <p:to>
                                        <p:strVal val="visible"/>
                                      </p:to>
                                    </p:set>
                                    <p:anim calcmode="lin" valueType="num">
                                      <p:cBhvr additive="base">
                                        <p:cTn id="57" dur="500" fill="hold"/>
                                        <p:tgtEl>
                                          <p:spTgt spid="578563">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7856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3" grpId="0" build="p"/>
    </p:bld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9553" name="标题 1">
            <a:extLst>
              <a:ext uri="{FF2B5EF4-FFF2-40B4-BE49-F238E27FC236}">
                <a16:creationId xmlns:a16="http://schemas.microsoft.com/office/drawing/2014/main" id="{FC1174FB-262D-0348-822A-F4B2B88562CF}"/>
              </a:ext>
            </a:extLst>
          </p:cNvPr>
          <p:cNvSpPr>
            <a:spLocks noGrp="1" noChangeArrowheads="1"/>
          </p:cNvSpPr>
          <p:nvPr>
            <p:ph type="ctrTitle"/>
          </p:nvPr>
        </p:nvSpPr>
        <p:spPr>
          <a:xfrm>
            <a:off x="1871663" y="1869281"/>
            <a:ext cx="5829300" cy="1096566"/>
          </a:xfrm>
        </p:spPr>
        <p:txBody>
          <a:bodyPr/>
          <a:lstStyle/>
          <a:p>
            <a:pPr algn="ctr"/>
            <a:r>
              <a:rPr kumimoji="1" lang="en-US" altLang="zh-CN" sz="4500">
                <a:ea typeface="宋体" panose="02010600030101010101" pitchFamily="2" charset="-122"/>
              </a:rPr>
              <a:t>END</a:t>
            </a:r>
            <a:r>
              <a:rPr kumimoji="1" lang="zh-CN" altLang="en-US" sz="4500">
                <a:ea typeface="宋体" panose="02010600030101010101" pitchFamily="2" charset="-122"/>
              </a:rPr>
              <a:t>！</a:t>
            </a:r>
          </a:p>
        </p:txBody>
      </p:sp>
    </p:spTree>
    <p:extLst>
      <p:ext uri="{BB962C8B-B14F-4D97-AF65-F5344CB8AC3E}">
        <p14:creationId xmlns:p14="http://schemas.microsoft.com/office/powerpoint/2010/main" val="84441767"/>
      </p:ext>
    </p:extLst>
  </p:cSld>
  <p:clrMapOvr>
    <a:masterClrMapping/>
  </p:clrMapOvr>
  <p:transition spd="slow"/>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43791</TotalTime>
  <Pages>0</Pages>
  <Words>7496</Words>
  <Characters>0</Characters>
  <Application>Microsoft Macintosh PowerPoint</Application>
  <DocSecurity>0</DocSecurity>
  <PresentationFormat>全屏显示(16:9)</PresentationFormat>
  <Lines>0</Lines>
  <Paragraphs>1496</Paragraphs>
  <Slides>128</Slides>
  <Notes>127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128</vt:i4>
      </vt:variant>
    </vt:vector>
  </HeadingPairs>
  <TitlesOfParts>
    <vt:vector size="144" baseType="lpstr">
      <vt:lpstr>Bookman Old Style</vt:lpstr>
      <vt:lpstr>Calibri Light</vt:lpstr>
      <vt:lpstr>黑体</vt:lpstr>
      <vt:lpstr>Times New Roman</vt:lpstr>
      <vt:lpstr>Arial Rounded MT Bold</vt:lpstr>
      <vt:lpstr>Calibri</vt:lpstr>
      <vt:lpstr>Wingdings</vt:lpstr>
      <vt:lpstr>微软雅黑</vt:lpstr>
      <vt:lpstr>Arial</vt:lpstr>
      <vt:lpstr>Tahoma</vt:lpstr>
      <vt:lpstr>黑体</vt:lpstr>
      <vt:lpstr>自定义设计方案</vt:lpstr>
      <vt:lpstr>VISIO</vt:lpstr>
      <vt:lpstr>演示文稿</vt:lpstr>
      <vt:lpstr>Microsoft ClipArt Gallery</vt:lpstr>
      <vt:lpstr>公式</vt:lpstr>
      <vt:lpstr>计算机网络（第 6/7/8 版）</vt:lpstr>
      <vt:lpstr>第 1 章   概述</vt:lpstr>
      <vt:lpstr>第 1 章   概述（续）</vt:lpstr>
      <vt:lpstr>1.1  计算机网络在信息时代的作用</vt:lpstr>
      <vt:lpstr>因特网(Internet)的发展</vt:lpstr>
      <vt:lpstr>因特网的意义</vt:lpstr>
      <vt:lpstr>计算机网络向用户提供的最重要的功能 </vt:lpstr>
      <vt:lpstr>1.2  因特网概述</vt:lpstr>
      <vt:lpstr>网络与因特网</vt:lpstr>
      <vt:lpstr>PowerPoint 演示文稿</vt:lpstr>
      <vt:lpstr>PowerPoint 演示文稿</vt:lpstr>
      <vt:lpstr>1.2.2  因特网发展的三个阶段</vt:lpstr>
      <vt:lpstr>internet 和 Internet 的区别</vt:lpstr>
      <vt:lpstr>三级结构的因特网 </vt:lpstr>
      <vt:lpstr>多层次 ISP 结构的因特网 </vt:lpstr>
      <vt:lpstr>用户通过 ISP 上网</vt:lpstr>
      <vt:lpstr>PowerPoint 演示文稿</vt:lpstr>
      <vt:lpstr>PowerPoint 演示文稿</vt:lpstr>
      <vt:lpstr>万维网 WWW 的问世</vt:lpstr>
      <vt:lpstr>因特网的发展情况概况（统计到 2005 年）</vt:lpstr>
      <vt:lpstr>1.3  因特网的组成 </vt:lpstr>
      <vt:lpstr>PowerPoint 演示文稿</vt:lpstr>
      <vt:lpstr>1.3.1  因特网的边缘部分</vt:lpstr>
      <vt:lpstr>两种通信方式</vt:lpstr>
      <vt:lpstr>1.  客户服务器方式</vt:lpstr>
      <vt:lpstr>PowerPoint 演示文稿</vt:lpstr>
      <vt:lpstr>客户软件的特点 </vt:lpstr>
      <vt:lpstr>服务器软件的特点 </vt:lpstr>
      <vt:lpstr>2. 对等连接方式 </vt:lpstr>
      <vt:lpstr>对等连接方式的特点</vt:lpstr>
      <vt:lpstr>PowerPoint 演示文稿</vt:lpstr>
      <vt:lpstr>1.3.2  因特网的核心部分</vt:lpstr>
      <vt:lpstr>1. 电路交换的主要特点</vt:lpstr>
      <vt:lpstr>更多的电话机互相连通</vt:lpstr>
      <vt:lpstr>使用交换机</vt:lpstr>
      <vt:lpstr>“交换”的含义</vt:lpstr>
      <vt:lpstr>电路交换的特点</vt:lpstr>
      <vt:lpstr>电路交换举例</vt:lpstr>
      <vt:lpstr>电路交换传送计算机数据效率低</vt:lpstr>
      <vt:lpstr>2. 分组交换的主要特点 </vt:lpstr>
      <vt:lpstr>添加首部构成分组</vt:lpstr>
      <vt:lpstr>分组交换的传输单元</vt:lpstr>
      <vt:lpstr>分组首部的重要性</vt:lpstr>
      <vt:lpstr>收到分组后剥去首部</vt:lpstr>
      <vt:lpstr>最后还原成原来的报文</vt:lpstr>
      <vt:lpstr>因特网的核心部分</vt:lpstr>
      <vt:lpstr>PowerPoint 演示文稿</vt:lpstr>
      <vt:lpstr>PowerPoint 演示文稿</vt:lpstr>
      <vt:lpstr>分组交换网的示意图</vt:lpstr>
      <vt:lpstr>注意分组的存储转发过程</vt:lpstr>
      <vt:lpstr>路由器</vt:lpstr>
      <vt:lpstr>主机和路由器的作用不同</vt:lpstr>
      <vt:lpstr>分组交换的优点</vt:lpstr>
      <vt:lpstr>分组交换带来的问题</vt:lpstr>
      <vt:lpstr>存储转发原理并非完全新的概念 </vt:lpstr>
      <vt:lpstr>三种交换的比较 </vt:lpstr>
      <vt:lpstr>计算机网络的产生背景</vt:lpstr>
      <vt:lpstr>新型网络的基本特点</vt:lpstr>
      <vt:lpstr>ARPANET的成功使计算机网络的概念发生根本变化 </vt:lpstr>
      <vt:lpstr>从主机为中心到以网络为中心</vt:lpstr>
      <vt:lpstr>1. 4  计算机网络在我国的发展</vt:lpstr>
      <vt:lpstr>1.5  计算机网络的分类</vt:lpstr>
      <vt:lpstr>1.5.2  几种不同类别的网络</vt:lpstr>
      <vt:lpstr>2.  不同使用者的网络</vt:lpstr>
      <vt:lpstr>用来把用户接入到因特网的网络</vt:lpstr>
      <vt:lpstr>1.6  计算机网络的性能</vt:lpstr>
      <vt:lpstr>2.  带宽 </vt:lpstr>
      <vt:lpstr>常用的带宽单位</vt:lpstr>
      <vt:lpstr>数字信号流随时间的变化</vt:lpstr>
      <vt:lpstr>3. 吞吐量</vt:lpstr>
      <vt:lpstr>4.  时延(delay 或 latency)</vt:lpstr>
      <vt:lpstr>时延(delay 或 latency)</vt:lpstr>
      <vt:lpstr>时延(delay 或 latency)</vt:lpstr>
      <vt:lpstr>时延(delay 或 latency)</vt:lpstr>
      <vt:lpstr>四种时延所产生的地方 </vt:lpstr>
      <vt:lpstr>容易产生的错误概念 </vt:lpstr>
      <vt:lpstr>5.  时延带宽积</vt:lpstr>
      <vt:lpstr>6. 利用率</vt:lpstr>
      <vt:lpstr>时延与网络利用率的关系</vt:lpstr>
      <vt:lpstr>PowerPoint 演示文稿</vt:lpstr>
      <vt:lpstr>1.6.2  计算机网络的非性能特征 </vt:lpstr>
      <vt:lpstr>1.7  计算机网络的体系结构</vt:lpstr>
      <vt:lpstr>关于开放系统互连参考模型OSI/RM</vt:lpstr>
      <vt:lpstr>两种国际标准</vt:lpstr>
      <vt:lpstr>1.7.2  协议与划分层次</vt:lpstr>
      <vt:lpstr>网络协议的组成要素 </vt:lpstr>
      <vt:lpstr>划分层次的概念举例 </vt:lpstr>
      <vt:lpstr>两个主机交换文件 </vt:lpstr>
      <vt:lpstr>再设计一个通信服务模块 </vt:lpstr>
      <vt:lpstr>再设计一个网络接入模块 </vt:lpstr>
      <vt:lpstr>分层的好处 </vt:lpstr>
      <vt:lpstr>层数多少要适当 </vt:lpstr>
      <vt:lpstr>计算机网络的体系结构 </vt:lpstr>
      <vt:lpstr>OSI 与 TCP/IP体系结构的比较 </vt:lpstr>
      <vt:lpstr>1.7.3  具有五层协议的体系结构 </vt:lpstr>
      <vt:lpstr>五层协议的体系结构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1.7.4  实体、协议、服务和服务访问点 </vt:lpstr>
      <vt:lpstr>实体、协议、服务和服务访问点(续) </vt:lpstr>
      <vt:lpstr>PowerPoint 演示文稿</vt:lpstr>
      <vt:lpstr>什么是协议?</vt:lpstr>
      <vt:lpstr>协议很复杂 </vt:lpstr>
      <vt:lpstr>著名的协议举例</vt:lpstr>
      <vt:lpstr>PowerPoint 演示文稿</vt:lpstr>
      <vt:lpstr>结论</vt:lpstr>
      <vt:lpstr>1.7.5  TCP/IP的体系结构</vt:lpstr>
      <vt:lpstr>沙漏计时器形状的 TCP/IP协议族 </vt:lpstr>
      <vt:lpstr>客户进程和服务器进程使用 TCP/IP 协议进行通信</vt:lpstr>
      <vt:lpstr>本章小结</vt:lpstr>
      <vt:lpstr>END！</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920</cp:revision>
  <cp:lastPrinted>2015-10-13T11:51:46Z</cp:lastPrinted>
  <dcterms:created xsi:type="dcterms:W3CDTF">2014-11-23T16:31:00Z</dcterms:created>
  <dcterms:modified xsi:type="dcterms:W3CDTF">2025-09-19T10:39:41Z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