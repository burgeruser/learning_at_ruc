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105"/>
  </p:notesMasterIdLst>
  <p:handoutMasterIdLst>
    <p:handoutMasterId r:id="rId106"/>
  </p:handoutMasterIdLst>
  <p:sldIdLst>
    <p:sldId id="267" r:id="rId2"/>
    <p:sldId id="281" r:id="rId3"/>
    <p:sldId id="282" r:id="rId4"/>
    <p:sldId id="257" r:id="rId5"/>
    <p:sldId id="258" r:id="rId6"/>
    <p:sldId id="259" r:id="rId7"/>
    <p:sldId id="261" r:id="rId8"/>
    <p:sldId id="283" r:id="rId9"/>
    <p:sldId id="387" r:id="rId10"/>
    <p:sldId id="329" r:id="rId11"/>
    <p:sldId id="330" r:id="rId12"/>
    <p:sldId id="410" r:id="rId13"/>
    <p:sldId id="411" r:id="rId14"/>
    <p:sldId id="412" r:id="rId15"/>
    <p:sldId id="413" r:id="rId16"/>
    <p:sldId id="414" r:id="rId17"/>
    <p:sldId id="415" r:id="rId18"/>
    <p:sldId id="416" r:id="rId19"/>
    <p:sldId id="419" r:id="rId20"/>
    <p:sldId id="420" r:id="rId21"/>
    <p:sldId id="421" r:id="rId22"/>
    <p:sldId id="422" r:id="rId23"/>
    <p:sldId id="423" r:id="rId24"/>
    <p:sldId id="424" r:id="rId25"/>
    <p:sldId id="425" r:id="rId26"/>
    <p:sldId id="426" r:id="rId27"/>
    <p:sldId id="262" r:id="rId28"/>
    <p:sldId id="263" r:id="rId29"/>
    <p:sldId id="264" r:id="rId30"/>
    <p:sldId id="390" r:id="rId31"/>
    <p:sldId id="391" r:id="rId32"/>
    <p:sldId id="392" r:id="rId33"/>
    <p:sldId id="393" r:id="rId34"/>
    <p:sldId id="276" r:id="rId35"/>
    <p:sldId id="394" r:id="rId36"/>
    <p:sldId id="277" r:id="rId37"/>
    <p:sldId id="275" r:id="rId38"/>
    <p:sldId id="395" r:id="rId39"/>
    <p:sldId id="396" r:id="rId40"/>
    <p:sldId id="268" r:id="rId41"/>
    <p:sldId id="284" r:id="rId42"/>
    <p:sldId id="397" r:id="rId43"/>
    <p:sldId id="280" r:id="rId44"/>
    <p:sldId id="398" r:id="rId45"/>
    <p:sldId id="399" r:id="rId46"/>
    <p:sldId id="400" r:id="rId47"/>
    <p:sldId id="401" r:id="rId48"/>
    <p:sldId id="402" r:id="rId49"/>
    <p:sldId id="403" r:id="rId50"/>
    <p:sldId id="404" r:id="rId51"/>
    <p:sldId id="405" r:id="rId52"/>
    <p:sldId id="406" r:id="rId53"/>
    <p:sldId id="407" r:id="rId54"/>
    <p:sldId id="408" r:id="rId55"/>
    <p:sldId id="269" r:id="rId56"/>
    <p:sldId id="285" r:id="rId57"/>
    <p:sldId id="279" r:id="rId58"/>
    <p:sldId id="271" r:id="rId59"/>
    <p:sldId id="362" r:id="rId60"/>
    <p:sldId id="286" r:id="rId61"/>
    <p:sldId id="333" r:id="rId62"/>
    <p:sldId id="334" r:id="rId63"/>
    <p:sldId id="335" r:id="rId64"/>
    <p:sldId id="339" r:id="rId65"/>
    <p:sldId id="309" r:id="rId66"/>
    <p:sldId id="310" r:id="rId67"/>
    <p:sldId id="302" r:id="rId68"/>
    <p:sldId id="365" r:id="rId69"/>
    <p:sldId id="367" r:id="rId70"/>
    <p:sldId id="311" r:id="rId71"/>
    <p:sldId id="369" r:id="rId72"/>
    <p:sldId id="370" r:id="rId73"/>
    <p:sldId id="371" r:id="rId74"/>
    <p:sldId id="372" r:id="rId75"/>
    <p:sldId id="373" r:id="rId76"/>
    <p:sldId id="374" r:id="rId77"/>
    <p:sldId id="375" r:id="rId78"/>
    <p:sldId id="376" r:id="rId79"/>
    <p:sldId id="314" r:id="rId80"/>
    <p:sldId id="378" r:id="rId81"/>
    <p:sldId id="379" r:id="rId82"/>
    <p:sldId id="380" r:id="rId83"/>
    <p:sldId id="381" r:id="rId84"/>
    <p:sldId id="382" r:id="rId85"/>
    <p:sldId id="383" r:id="rId86"/>
    <p:sldId id="384" r:id="rId87"/>
    <p:sldId id="385" r:id="rId88"/>
    <p:sldId id="386" r:id="rId89"/>
    <p:sldId id="340" r:id="rId90"/>
    <p:sldId id="318" r:id="rId91"/>
    <p:sldId id="317" r:id="rId92"/>
    <p:sldId id="319" r:id="rId93"/>
    <p:sldId id="320" r:id="rId94"/>
    <p:sldId id="341" r:id="rId95"/>
    <p:sldId id="344" r:id="rId96"/>
    <p:sldId id="357" r:id="rId97"/>
    <p:sldId id="349" r:id="rId98"/>
    <p:sldId id="350" r:id="rId99"/>
    <p:sldId id="356" r:id="rId100"/>
    <p:sldId id="428" r:id="rId101"/>
    <p:sldId id="429" r:id="rId102"/>
    <p:sldId id="364" r:id="rId103"/>
    <p:sldId id="430" r:id="rId104"/>
  </p:sldIdLst>
  <p:sldSz cx="9144000" cy="5143500" type="screen16x9"/>
  <p:notesSz cx="6797675" cy="9928225"/>
  <p:embeddedFontLst>
    <p:embeddedFont>
      <p:font typeface="黑体" panose="02010609060101010101" pitchFamily="49" charset="-122"/>
      <p:regular r:id="rId107"/>
    </p:embeddedFont>
    <p:embeddedFont>
      <p:font typeface="黑体" panose="02010609060101010101" pitchFamily="49" charset="-122"/>
      <p:regular r:id="rId107"/>
    </p:embeddedFont>
    <p:embeddedFont>
      <p:font typeface="微软雅黑" panose="020B0503020204020204" pitchFamily="34" charset="-122"/>
      <p:regular r:id="rId108"/>
      <p:bold r:id="rId109"/>
    </p:embeddedFont>
    <p:embeddedFont>
      <p:font typeface="Calibri" panose="020F0502020204030204" pitchFamily="34" charset="0"/>
      <p:regular r:id="rId110"/>
      <p:bold r:id="rId111"/>
      <p:italic r:id="rId112"/>
      <p:boldItalic r:id="rId113"/>
    </p:embeddedFont>
    <p:embeddedFont>
      <p:font typeface="Calibri Light" panose="020F0302020204030204" pitchFamily="34" charset="0"/>
      <p:regular r:id="rId114"/>
      <p:italic r:id="rId115"/>
    </p:embeddedFont>
    <p:embeddedFont>
      <p:font typeface="Cambria Math" panose="02040503050406030204" pitchFamily="18" charset="0"/>
      <p:regular r:id="rId116"/>
    </p:embeddedFont>
    <p:embeddedFont>
      <p:font typeface="Comic Sans MS" panose="030F0902030302020204" pitchFamily="66" charset="0"/>
      <p:regular r:id="rId117"/>
    </p:embeddedFont>
    <p:embeddedFont>
      <p:font typeface="Tahoma" panose="020B0604030504040204" pitchFamily="34" charset="0"/>
      <p:regular r:id="rId118"/>
      <p:bold r:id="rId119"/>
    </p:embeddedFont>
  </p:embeddedFont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342900" indent="1143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685800" indent="228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028700" indent="3429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371600" indent="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60">
          <p15:clr>
            <a:srgbClr val="A4A3A4"/>
          </p15:clr>
        </p15:guide>
        <p15:guide id="2" orient="horz" pos="2964">
          <p15:clr>
            <a:srgbClr val="A4A3A4"/>
          </p15:clr>
        </p15:guide>
        <p15:guide id="3" orient="horz" pos="1620">
          <p15:clr>
            <a:srgbClr val="A4A3A4"/>
          </p15:clr>
        </p15:guide>
        <p15:guide id="4" orient="horz" pos="1875">
          <p15:clr>
            <a:srgbClr val="A4A3A4"/>
          </p15:clr>
        </p15:guide>
        <p15:guide id="5" orient="horz" pos="599">
          <p15:clr>
            <a:srgbClr val="A4A3A4"/>
          </p15:clr>
        </p15:guide>
        <p15:guide id="6" pos="2863">
          <p15:clr>
            <a:srgbClr val="A4A3A4"/>
          </p15:clr>
        </p15:guide>
        <p15:guide id="7" pos="5261">
          <p15:clr>
            <a:srgbClr val="A4A3A4"/>
          </p15:clr>
        </p15:guide>
        <p15:guide id="8" pos="482">
          <p15:clr>
            <a:srgbClr val="A4A3A4"/>
          </p15:clr>
        </p15:guide>
        <p15:guide id="9" pos="2046">
          <p15:clr>
            <a:srgbClr val="A4A3A4"/>
          </p15:clr>
        </p15:guide>
        <p15:guide id="10" pos="366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9966FF"/>
    <a:srgbClr val="FFCCFF"/>
    <a:srgbClr val="003366"/>
    <a:srgbClr val="3ABADA"/>
    <a:srgbClr val="6600CC"/>
    <a:srgbClr val="6600FF"/>
    <a:srgbClr val="E7F2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71" autoAdjust="0"/>
    <p:restoredTop sz="82962" autoAdjust="0"/>
  </p:normalViewPr>
  <p:slideViewPr>
    <p:cSldViewPr snapToGrid="0">
      <p:cViewPr varScale="1">
        <p:scale>
          <a:sx n="112" d="100"/>
          <a:sy n="112" d="100"/>
        </p:scale>
        <p:origin x="872" y="184"/>
      </p:cViewPr>
      <p:guideLst>
        <p:guide orient="horz" pos="260"/>
        <p:guide orient="horz" pos="2964"/>
        <p:guide orient="horz" pos="1620"/>
        <p:guide orient="horz" pos="1875"/>
        <p:guide orient="horz" pos="599"/>
        <p:guide pos="2863"/>
        <p:guide pos="5261"/>
        <p:guide pos="482"/>
        <p:guide pos="2046"/>
        <p:guide pos="3662"/>
      </p:guideLst>
    </p:cSldViewPr>
  </p:slideViewPr>
  <p:outlineViewPr>
    <p:cViewPr>
      <p:scale>
        <a:sx n="33" d="100"/>
        <a:sy n="33" d="100"/>
      </p:scale>
      <p:origin x="0" y="-12870"/>
    </p:cViewPr>
    <p:sldLst>
      <p:sld r:id="rId1" collapse="1"/>
    </p:sldLst>
  </p:outlineViewPr>
  <p:notesTextViewPr>
    <p:cViewPr>
      <p:scale>
        <a:sx n="1" d="1"/>
        <a:sy n="1" d="1"/>
      </p:scale>
      <p:origin x="0" y="0"/>
    </p:cViewPr>
  </p:notesTextViewPr>
  <p:sorterViewPr>
    <p:cViewPr>
      <p:scale>
        <a:sx n="200" d="100"/>
        <a:sy n="200" d="100"/>
      </p:scale>
      <p:origin x="0" y="0"/>
    </p:cViewPr>
  </p:sorterViewPr>
  <p:gridSpacing cx="72006" cy="72006"/>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font" Target="fonts/font11.fntdata"/><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font" Target="fonts/font6.fntdata"/><Relationship Id="rId16" Type="http://schemas.openxmlformats.org/officeDocument/2006/relationships/slide" Target="slides/slide15.xml"/><Relationship Id="rId107" Type="http://schemas.openxmlformats.org/officeDocument/2006/relationships/font" Target="fonts/font1.fntdata"/><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font" Target="fonts/font7.fntdata"/><Relationship Id="rId118" Type="http://schemas.openxmlformats.org/officeDocument/2006/relationships/font" Target="fonts/font12.fntdata"/><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font" Target="fonts/font2.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font" Target="fonts/font8.fntdata"/><Relationship Id="rId119" Type="http://schemas.openxmlformats.org/officeDocument/2006/relationships/font" Target="fonts/font13.fntdata"/><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font" Target="fonts/font3.fnt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font" Target="fonts/font4.fntdata"/><Relationship Id="rId115" Type="http://schemas.openxmlformats.org/officeDocument/2006/relationships/font" Target="fonts/font9.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font" Target="fonts/font5.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heme" Target="theme/theme1.xml"/></Relationships>
</file>

<file path=ppt/_rels/viewProps.xml.rels><?xml version="1.0" encoding="UTF-8" standalone="yes"?>
<Relationships xmlns="http://schemas.openxmlformats.org/package/2006/relationships"><Relationship Id="rId1" Type="http://schemas.openxmlformats.org/officeDocument/2006/relationships/slide" Target="slides/slide69.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image" Target="../media/image2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pPr>
              <a:defRPr/>
            </a:pPr>
            <a:endParaRPr lang="zh-CN" altLang="en-US" dirty="0">
              <a:ea typeface="SimHei" panose="02010609060101010101" pitchFamily="49" charset="-122"/>
            </a:endParaRPr>
          </a:p>
        </p:txBody>
      </p:sp>
      <p:sp>
        <p:nvSpPr>
          <p:cNvPr id="3" name="日期占位符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pPr>
              <a:defRPr/>
            </a:pPr>
            <a:fld id="{A46C050B-EDE1-4E64-BFC8-BB6C51180921}" type="datetimeFigureOut">
              <a:rPr lang="zh-CN" altLang="en-US">
                <a:ea typeface="SimHei" panose="02010609060101010101" pitchFamily="49" charset="-122"/>
              </a:rPr>
              <a:pPr>
                <a:defRPr/>
              </a:pPr>
              <a:t>2025/9/19</a:t>
            </a:fld>
            <a:endParaRPr lang="zh-CN" altLang="en-US" dirty="0">
              <a:ea typeface="SimHei" panose="02010609060101010101" pitchFamily="49" charset="-122"/>
            </a:endParaRPr>
          </a:p>
        </p:txBody>
      </p:sp>
      <p:sp>
        <p:nvSpPr>
          <p:cNvPr id="4" name="页脚占位符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pPr>
              <a:defRPr/>
            </a:pPr>
            <a:endParaRPr lang="zh-CN" altLang="en-US" dirty="0">
              <a:ea typeface="SimHei" panose="02010609060101010101" pitchFamily="49" charset="-122"/>
            </a:endParaRPr>
          </a:p>
        </p:txBody>
      </p:sp>
      <p:sp>
        <p:nvSpPr>
          <p:cNvPr id="5" name="灯片编号占位符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pPr>
              <a:defRPr/>
            </a:pPr>
            <a:fld id="{A7BD07B2-4669-4520-A96E-E20D5AA829F3}" type="slidenum">
              <a:rPr lang="zh-CN" altLang="en-US">
                <a:ea typeface="SimHei" panose="02010609060101010101" pitchFamily="49" charset="-122"/>
              </a:rPr>
              <a:pPr>
                <a:defRPr/>
              </a:pPr>
              <a:t>‹#›</a:t>
            </a:fld>
            <a:endParaRPr lang="zh-CN" altLang="en-US" dirty="0">
              <a:ea typeface="SimHei" panose="02010609060101010101" pitchFamily="49" charset="-122"/>
            </a:endParaRPr>
          </a:p>
        </p:txBody>
      </p:sp>
    </p:spTree>
    <p:extLst>
      <p:ext uri="{BB962C8B-B14F-4D97-AF65-F5344CB8AC3E}">
        <p14:creationId xmlns:p14="http://schemas.microsoft.com/office/powerpoint/2010/main" val="22330889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b="0" i="0">
                <a:ea typeface="SimHei" panose="02010609060101010101" pitchFamily="49" charset="-122"/>
              </a:defRPr>
            </a:lvl1pPr>
          </a:lstStyle>
          <a:p>
            <a:pPr>
              <a:defRPr/>
            </a:pPr>
            <a:endParaRPr lang="zh-CN" altLang="en-US" dirty="0"/>
          </a:p>
        </p:txBody>
      </p:sp>
      <p:sp>
        <p:nvSpPr>
          <p:cNvPr id="3" name="日期占位符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b="0" i="0">
                <a:ea typeface="SimHei" panose="02010609060101010101" pitchFamily="49" charset="-122"/>
              </a:defRPr>
            </a:lvl1pPr>
          </a:lstStyle>
          <a:p>
            <a:pPr>
              <a:defRPr/>
            </a:pPr>
            <a:fld id="{C5E0B26B-5408-4645-A28B-9030BE5E4237}" type="datetimeFigureOut">
              <a:rPr lang="zh-CN" altLang="en-US" smtClean="0"/>
              <a:pPr>
                <a:defRPr/>
              </a:pPr>
              <a:t>2025/9/19</a:t>
            </a:fld>
            <a:endParaRPr lang="zh-CN" altLang="en-US" dirty="0"/>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pPr lvl="0"/>
            <a:endParaRPr lang="zh-CN" altLang="en-US" noProof="0" dirty="0"/>
          </a:p>
        </p:txBody>
      </p:sp>
      <p:sp>
        <p:nvSpPr>
          <p:cNvPr id="5" name="备注占位符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zh-CN" altLang="en-US" noProof="0" dirty="0"/>
              <a:t>单击此处编辑母版文本样式</a:t>
            </a:r>
          </a:p>
          <a:p>
            <a:pPr lvl="1"/>
            <a:r>
              <a:rPr lang="zh-CN" altLang="en-US" noProof="0" dirty="0"/>
              <a:t>第二级</a:t>
            </a:r>
          </a:p>
          <a:p>
            <a:pPr lvl="2"/>
            <a:r>
              <a:rPr lang="zh-CN" altLang="en-US" noProof="0" dirty="0"/>
              <a:t>第三级</a:t>
            </a:r>
          </a:p>
          <a:p>
            <a:pPr lvl="3"/>
            <a:r>
              <a:rPr lang="zh-CN" altLang="en-US" noProof="0" dirty="0"/>
              <a:t>第四级</a:t>
            </a:r>
          </a:p>
          <a:p>
            <a:pPr lvl="4"/>
            <a:r>
              <a:rPr lang="zh-CN" altLang="en-US" noProof="0" dirty="0"/>
              <a:t>第五级</a:t>
            </a:r>
          </a:p>
        </p:txBody>
      </p:sp>
      <p:sp>
        <p:nvSpPr>
          <p:cNvPr id="6" name="页脚占位符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b="0" i="0">
                <a:ea typeface="SimHei" panose="02010609060101010101" pitchFamily="49" charset="-122"/>
              </a:defRPr>
            </a:lvl1pPr>
          </a:lstStyle>
          <a:p>
            <a:pPr>
              <a:defRPr/>
            </a:pPr>
            <a:endParaRPr lang="zh-CN" altLang="en-US" dirty="0"/>
          </a:p>
        </p:txBody>
      </p:sp>
      <p:sp>
        <p:nvSpPr>
          <p:cNvPr id="7" name="灯片编号占位符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b="0" i="0">
                <a:ea typeface="SimHei" panose="02010609060101010101" pitchFamily="49" charset="-122"/>
              </a:defRPr>
            </a:lvl1pPr>
          </a:lstStyle>
          <a:p>
            <a:pPr>
              <a:defRPr/>
            </a:pPr>
            <a:fld id="{4ACC0ED1-A15A-4A3F-8477-BD4711CED9F9}" type="slidenum">
              <a:rPr lang="zh-CN" altLang="en-US" smtClean="0"/>
              <a:pPr>
                <a:defRPr/>
              </a:pPr>
              <a:t>‹#›</a:t>
            </a:fld>
            <a:endParaRPr lang="zh-CN" altLang="en-US" dirty="0"/>
          </a:p>
        </p:txBody>
      </p:sp>
    </p:spTree>
    <p:extLst>
      <p:ext uri="{BB962C8B-B14F-4D97-AF65-F5344CB8AC3E}">
        <p14:creationId xmlns:p14="http://schemas.microsoft.com/office/powerpoint/2010/main" val="400712388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b="0" i="0" kern="1200">
        <a:solidFill>
          <a:schemeClr val="tx1"/>
        </a:solidFill>
        <a:latin typeface="+mn-lt"/>
        <a:ea typeface="SimHei" panose="02010609060101010101" pitchFamily="49" charset="-122"/>
        <a:cs typeface="+mn-cs"/>
      </a:defRPr>
    </a:lvl1pPr>
    <a:lvl2pPr marL="457200" algn="l" rtl="0" eaLnBrk="0" fontAlgn="base" hangingPunct="0">
      <a:spcBef>
        <a:spcPct val="30000"/>
      </a:spcBef>
      <a:spcAft>
        <a:spcPct val="0"/>
      </a:spcAft>
      <a:defRPr sz="1200" b="0" i="0" kern="1200">
        <a:solidFill>
          <a:schemeClr val="tx1"/>
        </a:solidFill>
        <a:latin typeface="+mn-lt"/>
        <a:ea typeface="SimHei" panose="02010609060101010101" pitchFamily="49" charset="-122"/>
        <a:cs typeface="+mn-cs"/>
      </a:defRPr>
    </a:lvl2pPr>
    <a:lvl3pPr marL="914400" algn="l" rtl="0" eaLnBrk="0" fontAlgn="base" hangingPunct="0">
      <a:spcBef>
        <a:spcPct val="30000"/>
      </a:spcBef>
      <a:spcAft>
        <a:spcPct val="0"/>
      </a:spcAft>
      <a:defRPr sz="1200" b="0" i="0" kern="1200">
        <a:solidFill>
          <a:schemeClr val="tx1"/>
        </a:solidFill>
        <a:latin typeface="+mn-lt"/>
        <a:ea typeface="SimHei" panose="02010609060101010101" pitchFamily="49" charset="-122"/>
        <a:cs typeface="+mn-cs"/>
      </a:defRPr>
    </a:lvl3pPr>
    <a:lvl4pPr marL="1371600" algn="l" rtl="0" eaLnBrk="0" fontAlgn="base" hangingPunct="0">
      <a:spcBef>
        <a:spcPct val="30000"/>
      </a:spcBef>
      <a:spcAft>
        <a:spcPct val="0"/>
      </a:spcAft>
      <a:defRPr sz="1200" b="0" i="0" kern="1200">
        <a:solidFill>
          <a:schemeClr val="tx1"/>
        </a:solidFill>
        <a:latin typeface="+mn-lt"/>
        <a:ea typeface="SimHei" panose="02010609060101010101" pitchFamily="49" charset="-122"/>
        <a:cs typeface="+mn-cs"/>
      </a:defRPr>
    </a:lvl4pPr>
    <a:lvl5pPr marL="1828800" algn="l" rtl="0" eaLnBrk="0" fontAlgn="base" hangingPunct="0">
      <a:spcBef>
        <a:spcPct val="30000"/>
      </a:spcBef>
      <a:spcAft>
        <a:spcPct val="0"/>
      </a:spcAft>
      <a:defRPr sz="1200" b="0" i="0" kern="1200">
        <a:solidFill>
          <a:schemeClr val="tx1"/>
        </a:solidFill>
        <a:latin typeface="+mn-lt"/>
        <a:ea typeface="SimHei" panose="02010609060101010101" pitchFamily="49"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a:extLst>
              <a:ext uri="{FF2B5EF4-FFF2-40B4-BE49-F238E27FC236}">
                <a16:creationId xmlns:a16="http://schemas.microsoft.com/office/drawing/2014/main" id="{988BC9B6-0D79-9F41-AE08-41FFBA1B45F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31456DE-D429-F348-BCDF-D8F9DE9A54D6}" type="slidenum">
              <a:rPr lang="en-US" altLang="zh-CN" sz="1200">
                <a:latin typeface="Arial" panose="020B0604020202020204" pitchFamily="34" charset="0"/>
              </a:rPr>
              <a:pPr/>
              <a:t>1</a:t>
            </a:fld>
            <a:endParaRPr lang="en-US" altLang="zh-CN" sz="1200">
              <a:latin typeface="Arial" panose="020B0604020202020204" pitchFamily="34" charset="0"/>
            </a:endParaRPr>
          </a:p>
        </p:txBody>
      </p:sp>
      <p:sp>
        <p:nvSpPr>
          <p:cNvPr id="19458" name="Rectangle 2">
            <a:extLst>
              <a:ext uri="{FF2B5EF4-FFF2-40B4-BE49-F238E27FC236}">
                <a16:creationId xmlns:a16="http://schemas.microsoft.com/office/drawing/2014/main" id="{F1BBCBDD-4FFF-4E48-B70D-A6542DE865AE}"/>
              </a:ext>
            </a:extLst>
          </p:cNvPr>
          <p:cNvSpPr>
            <a:spLocks noGrp="1" noRot="1" noChangeAspect="1" noChangeArrowheads="1" noTextEdit="1"/>
          </p:cNvSpPr>
          <p:nvPr>
            <p:ph type="sldImg"/>
          </p:nvPr>
        </p:nvSpPr>
        <p:spPr>
          <a:ln/>
        </p:spPr>
      </p:sp>
      <p:sp>
        <p:nvSpPr>
          <p:cNvPr id="19459" name="Rectangle 3">
            <a:extLst>
              <a:ext uri="{FF2B5EF4-FFF2-40B4-BE49-F238E27FC236}">
                <a16:creationId xmlns:a16="http://schemas.microsoft.com/office/drawing/2014/main" id="{14F28119-B617-934D-B164-7BDAB247CC9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876443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a:extLst>
              <a:ext uri="{FF2B5EF4-FFF2-40B4-BE49-F238E27FC236}">
                <a16:creationId xmlns:a16="http://schemas.microsoft.com/office/drawing/2014/main" id="{F4CB1F92-E989-EA40-9DCC-AA51F8371A5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19DCF25-0C15-1843-AF92-656BEAD79930}" type="slidenum">
              <a:rPr lang="en-US" altLang="zh-CN" sz="1200">
                <a:latin typeface="Arial" panose="020B0604020202020204" pitchFamily="34" charset="0"/>
              </a:rPr>
              <a:pPr/>
              <a:t>2</a:t>
            </a:fld>
            <a:endParaRPr lang="en-US" altLang="zh-CN" sz="1200">
              <a:latin typeface="Arial" panose="020B0604020202020204" pitchFamily="34" charset="0"/>
            </a:endParaRPr>
          </a:p>
        </p:txBody>
      </p:sp>
      <p:sp>
        <p:nvSpPr>
          <p:cNvPr id="21506" name="Rectangle 2">
            <a:extLst>
              <a:ext uri="{FF2B5EF4-FFF2-40B4-BE49-F238E27FC236}">
                <a16:creationId xmlns:a16="http://schemas.microsoft.com/office/drawing/2014/main" id="{E3BA7CDD-9EA3-0B47-A679-092F21CC5A79}"/>
              </a:ext>
            </a:extLst>
          </p:cNvPr>
          <p:cNvSpPr>
            <a:spLocks noGrp="1" noRot="1" noChangeAspect="1" noChangeArrowheads="1" noTextEdit="1"/>
          </p:cNvSpPr>
          <p:nvPr>
            <p:ph type="sldImg"/>
          </p:nvPr>
        </p:nvSpPr>
        <p:spPr>
          <a:ln/>
        </p:spPr>
      </p:sp>
      <p:sp>
        <p:nvSpPr>
          <p:cNvPr id="21507" name="Rectangle 3">
            <a:extLst>
              <a:ext uri="{FF2B5EF4-FFF2-40B4-BE49-F238E27FC236}">
                <a16:creationId xmlns:a16="http://schemas.microsoft.com/office/drawing/2014/main" id="{AAB0A9DF-26B5-BF46-99B5-C39DA29D9DF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2661208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a:extLst>
              <a:ext uri="{FF2B5EF4-FFF2-40B4-BE49-F238E27FC236}">
                <a16:creationId xmlns:a16="http://schemas.microsoft.com/office/drawing/2014/main" id="{73407A7C-C575-854C-9730-949D9368C80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1BDC8DE-FB33-EE42-BFC8-12FCB80A07DD}" type="slidenum">
              <a:rPr lang="en-US" altLang="zh-CN" sz="1200">
                <a:latin typeface="Arial" panose="020B0604020202020204" pitchFamily="34" charset="0"/>
              </a:rPr>
              <a:pPr/>
              <a:t>3</a:t>
            </a:fld>
            <a:endParaRPr lang="en-US" altLang="zh-CN" sz="1200">
              <a:latin typeface="Arial" panose="020B0604020202020204" pitchFamily="34" charset="0"/>
            </a:endParaRPr>
          </a:p>
        </p:txBody>
      </p:sp>
      <p:sp>
        <p:nvSpPr>
          <p:cNvPr id="23554" name="Rectangle 2">
            <a:extLst>
              <a:ext uri="{FF2B5EF4-FFF2-40B4-BE49-F238E27FC236}">
                <a16:creationId xmlns:a16="http://schemas.microsoft.com/office/drawing/2014/main" id="{8667B208-B445-DA46-B4DE-855F3C8C6A76}"/>
              </a:ext>
            </a:extLst>
          </p:cNvPr>
          <p:cNvSpPr>
            <a:spLocks noGrp="1" noRot="1" noChangeAspect="1" noChangeArrowheads="1" noTextEdit="1"/>
          </p:cNvSpPr>
          <p:nvPr>
            <p:ph type="sldImg"/>
          </p:nvPr>
        </p:nvSpPr>
        <p:spPr>
          <a:ln/>
        </p:spPr>
      </p:sp>
      <p:sp>
        <p:nvSpPr>
          <p:cNvPr id="23555" name="Rectangle 3">
            <a:extLst>
              <a:ext uri="{FF2B5EF4-FFF2-40B4-BE49-F238E27FC236}">
                <a16:creationId xmlns:a16="http://schemas.microsoft.com/office/drawing/2014/main" id="{93677C69-5AC8-FA40-AED3-B338A15F2C6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884149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a:extLst>
              <a:ext uri="{FF2B5EF4-FFF2-40B4-BE49-F238E27FC236}">
                <a16:creationId xmlns:a16="http://schemas.microsoft.com/office/drawing/2014/main" id="{6370618A-F466-114E-B250-E83760DB0C5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67B2999-2E5F-DE46-92AC-F5ECC40256EC}" type="slidenum">
              <a:rPr lang="en-US" altLang="zh-CN" sz="1200">
                <a:latin typeface="Arial" panose="020B0604020202020204" pitchFamily="34" charset="0"/>
              </a:rPr>
              <a:pPr/>
              <a:t>4</a:t>
            </a:fld>
            <a:endParaRPr lang="en-US" altLang="zh-CN" sz="1200">
              <a:latin typeface="Arial" panose="020B0604020202020204" pitchFamily="34" charset="0"/>
            </a:endParaRPr>
          </a:p>
        </p:txBody>
      </p:sp>
      <p:sp>
        <p:nvSpPr>
          <p:cNvPr id="25602" name="Rectangle 2">
            <a:extLst>
              <a:ext uri="{FF2B5EF4-FFF2-40B4-BE49-F238E27FC236}">
                <a16:creationId xmlns:a16="http://schemas.microsoft.com/office/drawing/2014/main" id="{3B0A0614-3A86-8F43-892A-936B3B890AFC}"/>
              </a:ext>
            </a:extLst>
          </p:cNvPr>
          <p:cNvSpPr>
            <a:spLocks noGrp="1" noRot="1" noChangeAspect="1" noChangeArrowheads="1" noTextEdit="1"/>
          </p:cNvSpPr>
          <p:nvPr>
            <p:ph type="sldImg"/>
          </p:nvPr>
        </p:nvSpPr>
        <p:spPr>
          <a:ln/>
        </p:spPr>
      </p:sp>
      <p:sp>
        <p:nvSpPr>
          <p:cNvPr id="25603" name="Rectangle 3">
            <a:extLst>
              <a:ext uri="{FF2B5EF4-FFF2-40B4-BE49-F238E27FC236}">
                <a16:creationId xmlns:a16="http://schemas.microsoft.com/office/drawing/2014/main" id="{63B13AC3-95EE-884C-8646-B0F8E4DF815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7019228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a:extLst>
              <a:ext uri="{FF2B5EF4-FFF2-40B4-BE49-F238E27FC236}">
                <a16:creationId xmlns:a16="http://schemas.microsoft.com/office/drawing/2014/main" id="{2ABE9074-5EC9-6449-B412-FEC827D7DA4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3CC0673-0B55-2848-A46F-58F6646C7227}" type="slidenum">
              <a:rPr lang="en-US" altLang="zh-CN" sz="1200">
                <a:latin typeface="Arial" panose="020B0604020202020204" pitchFamily="34" charset="0"/>
              </a:rPr>
              <a:pPr/>
              <a:t>5</a:t>
            </a:fld>
            <a:endParaRPr lang="en-US" altLang="zh-CN" sz="1200">
              <a:latin typeface="Arial" panose="020B0604020202020204" pitchFamily="34" charset="0"/>
            </a:endParaRPr>
          </a:p>
        </p:txBody>
      </p:sp>
      <p:sp>
        <p:nvSpPr>
          <p:cNvPr id="27650" name="Rectangle 2">
            <a:extLst>
              <a:ext uri="{FF2B5EF4-FFF2-40B4-BE49-F238E27FC236}">
                <a16:creationId xmlns:a16="http://schemas.microsoft.com/office/drawing/2014/main" id="{722820A9-9EA3-3640-A0AD-192535431352}"/>
              </a:ext>
            </a:extLst>
          </p:cNvPr>
          <p:cNvSpPr>
            <a:spLocks noGrp="1" noRot="1" noChangeAspect="1" noChangeArrowheads="1" noTextEdit="1"/>
          </p:cNvSpPr>
          <p:nvPr>
            <p:ph type="sldImg"/>
          </p:nvPr>
        </p:nvSpPr>
        <p:spPr>
          <a:ln/>
        </p:spPr>
      </p:sp>
      <p:sp>
        <p:nvSpPr>
          <p:cNvPr id="27651" name="Rectangle 3">
            <a:extLst>
              <a:ext uri="{FF2B5EF4-FFF2-40B4-BE49-F238E27FC236}">
                <a16:creationId xmlns:a16="http://schemas.microsoft.com/office/drawing/2014/main" id="{3E532A2E-D142-0A44-BD93-7DA2DB98888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794766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a:extLst>
              <a:ext uri="{FF2B5EF4-FFF2-40B4-BE49-F238E27FC236}">
                <a16:creationId xmlns:a16="http://schemas.microsoft.com/office/drawing/2014/main" id="{0A17DDD6-2869-064B-8AA9-2732E1EDFB5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93A99C7-B8BC-C745-B778-24CAADEB4FA4}" type="slidenum">
              <a:rPr lang="en-US" altLang="zh-CN" sz="1200">
                <a:latin typeface="Arial" panose="020B0604020202020204" pitchFamily="34" charset="0"/>
              </a:rPr>
              <a:pPr/>
              <a:t>6</a:t>
            </a:fld>
            <a:endParaRPr lang="en-US" altLang="zh-CN" sz="1200">
              <a:latin typeface="Arial" panose="020B0604020202020204" pitchFamily="34" charset="0"/>
            </a:endParaRPr>
          </a:p>
        </p:txBody>
      </p:sp>
      <p:sp>
        <p:nvSpPr>
          <p:cNvPr id="29698" name="Rectangle 2">
            <a:extLst>
              <a:ext uri="{FF2B5EF4-FFF2-40B4-BE49-F238E27FC236}">
                <a16:creationId xmlns:a16="http://schemas.microsoft.com/office/drawing/2014/main" id="{891299D2-F629-8D4A-8D2C-D3B13F7F64B4}"/>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D33DEF48-7C51-7A4C-ACEC-21321ED6F10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1188660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a:extLst>
              <a:ext uri="{FF2B5EF4-FFF2-40B4-BE49-F238E27FC236}">
                <a16:creationId xmlns:a16="http://schemas.microsoft.com/office/drawing/2014/main" id="{CB05E866-CCFB-6245-B3CC-2EA96CA82B3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D0B425B-0FEC-4343-9F60-B8C0A79582CB}" type="slidenum">
              <a:rPr lang="en-US" altLang="zh-CN" sz="1200">
                <a:latin typeface="Arial" panose="020B0604020202020204" pitchFamily="34" charset="0"/>
              </a:rPr>
              <a:pPr/>
              <a:t>7</a:t>
            </a:fld>
            <a:endParaRPr lang="en-US" altLang="zh-CN" sz="1200">
              <a:latin typeface="Arial" panose="020B0604020202020204" pitchFamily="34" charset="0"/>
            </a:endParaRPr>
          </a:p>
        </p:txBody>
      </p:sp>
      <p:sp>
        <p:nvSpPr>
          <p:cNvPr id="31746" name="Rectangle 2">
            <a:extLst>
              <a:ext uri="{FF2B5EF4-FFF2-40B4-BE49-F238E27FC236}">
                <a16:creationId xmlns:a16="http://schemas.microsoft.com/office/drawing/2014/main" id="{898A03E0-E1D3-F94D-AE58-9F019B5AEF0B}"/>
              </a:ext>
            </a:extLst>
          </p:cNvPr>
          <p:cNvSpPr>
            <a:spLocks noGrp="1" noRot="1" noChangeAspect="1" noChangeArrowheads="1" noTextEdit="1"/>
          </p:cNvSpPr>
          <p:nvPr>
            <p:ph type="sldImg"/>
          </p:nvPr>
        </p:nvSpPr>
        <p:spPr>
          <a:ln/>
        </p:spPr>
      </p:sp>
      <p:sp>
        <p:nvSpPr>
          <p:cNvPr id="31747" name="Rectangle 3">
            <a:extLst>
              <a:ext uri="{FF2B5EF4-FFF2-40B4-BE49-F238E27FC236}">
                <a16:creationId xmlns:a16="http://schemas.microsoft.com/office/drawing/2014/main" id="{33BF59B6-641F-8747-89D2-89A15847E42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6716415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a:extLst>
              <a:ext uri="{FF2B5EF4-FFF2-40B4-BE49-F238E27FC236}">
                <a16:creationId xmlns:a16="http://schemas.microsoft.com/office/drawing/2014/main" id="{9968AA62-B5D3-224D-927E-1D14D82A7A9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DD8A5FE-F8D5-5740-A125-69C1071D8192}" type="slidenum">
              <a:rPr lang="en-US" altLang="zh-CN" sz="1200">
                <a:latin typeface="Arial" panose="020B0604020202020204" pitchFamily="34" charset="0"/>
              </a:rPr>
              <a:pPr/>
              <a:t>8</a:t>
            </a:fld>
            <a:endParaRPr lang="en-US" altLang="zh-CN" sz="1200">
              <a:latin typeface="Arial" panose="020B0604020202020204" pitchFamily="34" charset="0"/>
            </a:endParaRPr>
          </a:p>
        </p:txBody>
      </p:sp>
      <p:sp>
        <p:nvSpPr>
          <p:cNvPr id="33794" name="Rectangle 2">
            <a:extLst>
              <a:ext uri="{FF2B5EF4-FFF2-40B4-BE49-F238E27FC236}">
                <a16:creationId xmlns:a16="http://schemas.microsoft.com/office/drawing/2014/main" id="{52B91E82-A40B-C24D-BD8C-9261EE5458A6}"/>
              </a:ext>
            </a:extLst>
          </p:cNvPr>
          <p:cNvSpPr>
            <a:spLocks noGrp="1" noRot="1" noChangeAspect="1" noChangeArrowheads="1" noTextEdit="1"/>
          </p:cNvSpPr>
          <p:nvPr>
            <p:ph type="sldImg"/>
          </p:nvPr>
        </p:nvSpPr>
        <p:spPr>
          <a:ln/>
        </p:spPr>
      </p:sp>
      <p:sp>
        <p:nvSpPr>
          <p:cNvPr id="33795" name="Rectangle 3">
            <a:extLst>
              <a:ext uri="{FF2B5EF4-FFF2-40B4-BE49-F238E27FC236}">
                <a16:creationId xmlns:a16="http://schemas.microsoft.com/office/drawing/2014/main" id="{924DC1F8-C779-804D-A078-12006FBEC04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099630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a:extLst>
              <a:ext uri="{FF2B5EF4-FFF2-40B4-BE49-F238E27FC236}">
                <a16:creationId xmlns:a16="http://schemas.microsoft.com/office/drawing/2014/main" id="{905724AE-7354-CD46-8AB4-3D6F75DD47A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9E31FB6-DC44-4842-BDDE-633B6566ACD5}" type="slidenum">
              <a:rPr lang="en-US" altLang="zh-CN" sz="1200">
                <a:latin typeface="Arial" panose="020B0604020202020204" pitchFamily="34" charset="0"/>
              </a:rPr>
              <a:pPr/>
              <a:t>9</a:t>
            </a:fld>
            <a:endParaRPr lang="en-US" altLang="zh-CN" sz="1200">
              <a:latin typeface="Arial" panose="020B0604020202020204" pitchFamily="34" charset="0"/>
            </a:endParaRPr>
          </a:p>
        </p:txBody>
      </p:sp>
      <p:sp>
        <p:nvSpPr>
          <p:cNvPr id="35842" name="Rectangle 2">
            <a:extLst>
              <a:ext uri="{FF2B5EF4-FFF2-40B4-BE49-F238E27FC236}">
                <a16:creationId xmlns:a16="http://schemas.microsoft.com/office/drawing/2014/main" id="{BEC7D6EF-280E-8C41-B5DD-9405A4207E0D}"/>
              </a:ext>
            </a:extLst>
          </p:cNvPr>
          <p:cNvSpPr>
            <a:spLocks noGrp="1" noRot="1" noChangeAspect="1" noChangeArrowheads="1" noTextEdit="1"/>
          </p:cNvSpPr>
          <p:nvPr>
            <p:ph type="sldImg"/>
          </p:nvPr>
        </p:nvSpPr>
        <p:spPr>
          <a:xfrm>
            <a:off x="139700" y="768350"/>
            <a:ext cx="6819900" cy="3836988"/>
          </a:xfrm>
          <a:ln/>
        </p:spPr>
      </p:sp>
      <p:sp>
        <p:nvSpPr>
          <p:cNvPr id="68611" name="Rectangle 3">
            <a:extLst>
              <a:ext uri="{FF2B5EF4-FFF2-40B4-BE49-F238E27FC236}">
                <a16:creationId xmlns:a16="http://schemas.microsoft.com/office/drawing/2014/main" id="{46BFDCFA-98E2-6D4C-81FF-B8BCBE695AFD}"/>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39522948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a:extLst>
              <a:ext uri="{FF2B5EF4-FFF2-40B4-BE49-F238E27FC236}">
                <a16:creationId xmlns:a16="http://schemas.microsoft.com/office/drawing/2014/main" id="{A461C2E8-2593-8A42-A477-FBD98449EC7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DF82476-6D04-E142-B1FA-2C8D6A8A5E8C}" type="slidenum">
              <a:rPr lang="en-US" altLang="zh-CN" sz="1200">
                <a:latin typeface="Arial" panose="020B0604020202020204" pitchFamily="34" charset="0"/>
              </a:rPr>
              <a:pPr/>
              <a:t>10</a:t>
            </a:fld>
            <a:endParaRPr lang="en-US" altLang="zh-CN" sz="1200">
              <a:latin typeface="Arial" panose="020B0604020202020204" pitchFamily="34" charset="0"/>
            </a:endParaRPr>
          </a:p>
        </p:txBody>
      </p:sp>
      <p:sp>
        <p:nvSpPr>
          <p:cNvPr id="37890" name="Rectangle 2">
            <a:extLst>
              <a:ext uri="{FF2B5EF4-FFF2-40B4-BE49-F238E27FC236}">
                <a16:creationId xmlns:a16="http://schemas.microsoft.com/office/drawing/2014/main" id="{854FC94F-0E28-6A45-B1C5-76A3B349D597}"/>
              </a:ext>
            </a:extLst>
          </p:cNvPr>
          <p:cNvSpPr>
            <a:spLocks noGrp="1" noRot="1" noChangeAspect="1" noChangeArrowheads="1" noTextEdit="1"/>
          </p:cNvSpPr>
          <p:nvPr>
            <p:ph type="sldImg"/>
          </p:nvPr>
        </p:nvSpPr>
        <p:spPr>
          <a:ln/>
        </p:spPr>
      </p:sp>
      <p:sp>
        <p:nvSpPr>
          <p:cNvPr id="37891" name="Rectangle 3">
            <a:extLst>
              <a:ext uri="{FF2B5EF4-FFF2-40B4-BE49-F238E27FC236}">
                <a16:creationId xmlns:a16="http://schemas.microsoft.com/office/drawing/2014/main" id="{6EBDD86D-9131-E642-935E-5B598B3A7BB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058142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a:extLst>
              <a:ext uri="{FF2B5EF4-FFF2-40B4-BE49-F238E27FC236}">
                <a16:creationId xmlns:a16="http://schemas.microsoft.com/office/drawing/2014/main" id="{20A031BA-9A19-E547-823F-DC2A07DC483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1C91227-75DD-D344-B950-00AFC95552EC}" type="slidenum">
              <a:rPr lang="en-US" altLang="zh-CN" sz="1200">
                <a:latin typeface="Arial" panose="020B0604020202020204" pitchFamily="34" charset="0"/>
              </a:rPr>
              <a:pPr/>
              <a:t>11</a:t>
            </a:fld>
            <a:endParaRPr lang="en-US" altLang="zh-CN" sz="1200">
              <a:latin typeface="Arial" panose="020B0604020202020204" pitchFamily="34" charset="0"/>
            </a:endParaRPr>
          </a:p>
        </p:txBody>
      </p:sp>
      <p:sp>
        <p:nvSpPr>
          <p:cNvPr id="39938" name="Rectangle 2">
            <a:extLst>
              <a:ext uri="{FF2B5EF4-FFF2-40B4-BE49-F238E27FC236}">
                <a16:creationId xmlns:a16="http://schemas.microsoft.com/office/drawing/2014/main" id="{DF9258C8-54B7-F148-BD46-2B58A29C1A24}"/>
              </a:ext>
            </a:extLst>
          </p:cNvPr>
          <p:cNvSpPr>
            <a:spLocks noGrp="1" noRot="1" noChangeAspect="1" noChangeArrowheads="1" noTextEdit="1"/>
          </p:cNvSpPr>
          <p:nvPr>
            <p:ph type="sldImg"/>
          </p:nvPr>
        </p:nvSpPr>
        <p:spPr>
          <a:ln/>
        </p:spPr>
      </p:sp>
      <p:sp>
        <p:nvSpPr>
          <p:cNvPr id="39939" name="Rectangle 3">
            <a:extLst>
              <a:ext uri="{FF2B5EF4-FFF2-40B4-BE49-F238E27FC236}">
                <a16:creationId xmlns:a16="http://schemas.microsoft.com/office/drawing/2014/main" id="{AF042E27-DF6B-7447-A762-1AC55F11DEC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242767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a:extLst>
              <a:ext uri="{FF2B5EF4-FFF2-40B4-BE49-F238E27FC236}">
                <a16:creationId xmlns:a16="http://schemas.microsoft.com/office/drawing/2014/main" id="{6A0A9212-083A-4741-80F9-BD7B07F0D58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94B3123-A9C3-9346-A552-13BD9FC942D6}" type="slidenum">
              <a:rPr lang="en-US" altLang="zh-CN" sz="1200">
                <a:latin typeface="Arial" panose="020B0604020202020204" pitchFamily="34" charset="0"/>
              </a:rPr>
              <a:pPr/>
              <a:t>12</a:t>
            </a:fld>
            <a:endParaRPr lang="en-US" altLang="zh-CN" sz="1200">
              <a:latin typeface="Arial" panose="020B0604020202020204" pitchFamily="34" charset="0"/>
            </a:endParaRPr>
          </a:p>
        </p:txBody>
      </p:sp>
      <p:sp>
        <p:nvSpPr>
          <p:cNvPr id="41986" name="Rectangle 2">
            <a:extLst>
              <a:ext uri="{FF2B5EF4-FFF2-40B4-BE49-F238E27FC236}">
                <a16:creationId xmlns:a16="http://schemas.microsoft.com/office/drawing/2014/main" id="{1DC482E5-4153-AC4E-A43E-0E8E5F38314B}"/>
              </a:ext>
            </a:extLst>
          </p:cNvPr>
          <p:cNvSpPr>
            <a:spLocks noGrp="1" noRot="1" noChangeAspect="1" noChangeArrowheads="1" noTextEdit="1"/>
          </p:cNvSpPr>
          <p:nvPr>
            <p:ph type="sldImg"/>
          </p:nvPr>
        </p:nvSpPr>
        <p:spPr>
          <a:xfrm>
            <a:off x="139700" y="768350"/>
            <a:ext cx="6819900" cy="3836988"/>
          </a:xfrm>
          <a:ln/>
        </p:spPr>
      </p:sp>
      <p:sp>
        <p:nvSpPr>
          <p:cNvPr id="199683" name="Rectangle 3">
            <a:extLst>
              <a:ext uri="{FF2B5EF4-FFF2-40B4-BE49-F238E27FC236}">
                <a16:creationId xmlns:a16="http://schemas.microsoft.com/office/drawing/2014/main" id="{7BAC3B8F-BC1A-CA46-8E29-3AFEA54B5B4D}"/>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35931515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a:extLst>
              <a:ext uri="{FF2B5EF4-FFF2-40B4-BE49-F238E27FC236}">
                <a16:creationId xmlns:a16="http://schemas.microsoft.com/office/drawing/2014/main" id="{9BF061C4-8E0A-F143-BBAB-84AC90A8E9B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35479E8-9ED9-8942-A03D-F94302B7DFFE}" type="slidenum">
              <a:rPr lang="en-US" altLang="zh-CN" sz="1200">
                <a:latin typeface="Arial" panose="020B0604020202020204" pitchFamily="34" charset="0"/>
              </a:rPr>
              <a:pPr/>
              <a:t>13</a:t>
            </a:fld>
            <a:endParaRPr lang="en-US" altLang="zh-CN" sz="1200">
              <a:latin typeface="Arial" panose="020B0604020202020204" pitchFamily="34" charset="0"/>
            </a:endParaRPr>
          </a:p>
        </p:txBody>
      </p:sp>
      <p:sp>
        <p:nvSpPr>
          <p:cNvPr id="44034" name="Rectangle 2">
            <a:extLst>
              <a:ext uri="{FF2B5EF4-FFF2-40B4-BE49-F238E27FC236}">
                <a16:creationId xmlns:a16="http://schemas.microsoft.com/office/drawing/2014/main" id="{2A62A5AB-CDF1-9946-B12B-6CDF0706F4AF}"/>
              </a:ext>
            </a:extLst>
          </p:cNvPr>
          <p:cNvSpPr>
            <a:spLocks noGrp="1" noRot="1" noChangeAspect="1" noChangeArrowheads="1" noTextEdit="1"/>
          </p:cNvSpPr>
          <p:nvPr>
            <p:ph type="sldImg"/>
          </p:nvPr>
        </p:nvSpPr>
        <p:spPr>
          <a:xfrm>
            <a:off x="139700" y="768350"/>
            <a:ext cx="6819900" cy="3836988"/>
          </a:xfrm>
          <a:ln/>
        </p:spPr>
      </p:sp>
      <p:sp>
        <p:nvSpPr>
          <p:cNvPr id="201731" name="Rectangle 3">
            <a:extLst>
              <a:ext uri="{FF2B5EF4-FFF2-40B4-BE49-F238E27FC236}">
                <a16:creationId xmlns:a16="http://schemas.microsoft.com/office/drawing/2014/main" id="{BE1AAC5B-307D-964A-9A1D-205F7FC8FA74}"/>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25718584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a:extLst>
              <a:ext uri="{FF2B5EF4-FFF2-40B4-BE49-F238E27FC236}">
                <a16:creationId xmlns:a16="http://schemas.microsoft.com/office/drawing/2014/main" id="{ACE3F4E2-072B-7849-965E-04AF835ADE8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6F9773E-7401-AA4A-88C4-DBF295FE5599}" type="slidenum">
              <a:rPr lang="en-US" altLang="zh-CN" sz="1200">
                <a:latin typeface="Arial" panose="020B0604020202020204" pitchFamily="34" charset="0"/>
              </a:rPr>
              <a:pPr/>
              <a:t>14</a:t>
            </a:fld>
            <a:endParaRPr lang="en-US" altLang="zh-CN" sz="1200">
              <a:latin typeface="Arial" panose="020B0604020202020204" pitchFamily="34" charset="0"/>
            </a:endParaRPr>
          </a:p>
        </p:txBody>
      </p:sp>
      <p:sp>
        <p:nvSpPr>
          <p:cNvPr id="46082" name="Rectangle 2">
            <a:extLst>
              <a:ext uri="{FF2B5EF4-FFF2-40B4-BE49-F238E27FC236}">
                <a16:creationId xmlns:a16="http://schemas.microsoft.com/office/drawing/2014/main" id="{7D955114-3B92-F349-B0CA-3C2BD5A9971A}"/>
              </a:ext>
            </a:extLst>
          </p:cNvPr>
          <p:cNvSpPr>
            <a:spLocks noGrp="1" noRot="1" noChangeAspect="1" noChangeArrowheads="1" noTextEdit="1"/>
          </p:cNvSpPr>
          <p:nvPr>
            <p:ph type="sldImg"/>
          </p:nvPr>
        </p:nvSpPr>
        <p:spPr>
          <a:xfrm>
            <a:off x="139700" y="768350"/>
            <a:ext cx="6819900" cy="3836988"/>
          </a:xfrm>
          <a:ln/>
        </p:spPr>
      </p:sp>
      <p:sp>
        <p:nvSpPr>
          <p:cNvPr id="203779" name="Rectangle 3">
            <a:extLst>
              <a:ext uri="{FF2B5EF4-FFF2-40B4-BE49-F238E27FC236}">
                <a16:creationId xmlns:a16="http://schemas.microsoft.com/office/drawing/2014/main" id="{1C65BBC3-6D38-2941-9926-9008EA3E0D68}"/>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7758753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5645EE4A-F091-A248-AD42-2CD8F420DEC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F80B2BC-9848-744D-B033-8A3AA3BB7AF5}" type="slidenum">
              <a:rPr lang="en-US" altLang="zh-CN" sz="1200">
                <a:latin typeface="Arial" panose="020B0604020202020204" pitchFamily="34" charset="0"/>
              </a:rPr>
              <a:pPr/>
              <a:t>16</a:t>
            </a:fld>
            <a:endParaRPr lang="en-US" altLang="zh-CN" sz="1200">
              <a:latin typeface="Arial" panose="020B0604020202020204" pitchFamily="34" charset="0"/>
            </a:endParaRPr>
          </a:p>
        </p:txBody>
      </p:sp>
      <p:sp>
        <p:nvSpPr>
          <p:cNvPr id="49154" name="Rectangle 2">
            <a:extLst>
              <a:ext uri="{FF2B5EF4-FFF2-40B4-BE49-F238E27FC236}">
                <a16:creationId xmlns:a16="http://schemas.microsoft.com/office/drawing/2014/main" id="{9BFC6664-1383-B44D-9775-1E27E4635844}"/>
              </a:ext>
            </a:extLst>
          </p:cNvPr>
          <p:cNvSpPr>
            <a:spLocks noGrp="1" noRot="1" noChangeAspect="1" noChangeArrowheads="1" noTextEdit="1"/>
          </p:cNvSpPr>
          <p:nvPr>
            <p:ph type="sldImg"/>
          </p:nvPr>
        </p:nvSpPr>
        <p:spPr>
          <a:xfrm>
            <a:off x="139700" y="768350"/>
            <a:ext cx="6819900" cy="3836988"/>
          </a:xfrm>
          <a:ln/>
        </p:spPr>
      </p:sp>
      <p:sp>
        <p:nvSpPr>
          <p:cNvPr id="206851" name="Rectangle 3">
            <a:extLst>
              <a:ext uri="{FF2B5EF4-FFF2-40B4-BE49-F238E27FC236}">
                <a16:creationId xmlns:a16="http://schemas.microsoft.com/office/drawing/2014/main" id="{24D48842-158B-C042-B590-5CDC1171AF68}"/>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25477665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82B68054-CBD2-9042-B9BD-60118988A68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68E6C50-F0FD-C747-8625-B107DA6A15C6}" type="slidenum">
              <a:rPr lang="en-US" altLang="zh-CN" sz="1200">
                <a:latin typeface="Arial" panose="020B0604020202020204" pitchFamily="34" charset="0"/>
              </a:rPr>
              <a:pPr/>
              <a:t>18</a:t>
            </a:fld>
            <a:endParaRPr lang="en-US" altLang="zh-CN" sz="1200">
              <a:latin typeface="Arial" panose="020B0604020202020204" pitchFamily="34" charset="0"/>
            </a:endParaRPr>
          </a:p>
        </p:txBody>
      </p:sp>
      <p:sp>
        <p:nvSpPr>
          <p:cNvPr id="52226" name="Rectangle 2">
            <a:extLst>
              <a:ext uri="{FF2B5EF4-FFF2-40B4-BE49-F238E27FC236}">
                <a16:creationId xmlns:a16="http://schemas.microsoft.com/office/drawing/2014/main" id="{8E2A47AB-7DB5-5F4D-8901-2C0C8B9A128E}"/>
              </a:ext>
            </a:extLst>
          </p:cNvPr>
          <p:cNvSpPr>
            <a:spLocks noGrp="1" noRot="1" noChangeAspect="1" noChangeArrowheads="1" noTextEdit="1"/>
          </p:cNvSpPr>
          <p:nvPr>
            <p:ph type="sldImg"/>
          </p:nvPr>
        </p:nvSpPr>
        <p:spPr>
          <a:xfrm>
            <a:off x="139700" y="768350"/>
            <a:ext cx="6819900" cy="3836988"/>
          </a:xfrm>
          <a:ln/>
        </p:spPr>
      </p:sp>
      <p:sp>
        <p:nvSpPr>
          <p:cNvPr id="209923" name="Rectangle 3">
            <a:extLst>
              <a:ext uri="{FF2B5EF4-FFF2-40B4-BE49-F238E27FC236}">
                <a16:creationId xmlns:a16="http://schemas.microsoft.com/office/drawing/2014/main" id="{9455280E-2850-FE49-8EB3-1DDD5BEF55D1}"/>
              </a:ext>
            </a:extLst>
          </p:cNvPr>
          <p:cNvSpPr>
            <a:spLocks noGrp="1" noChangeArrowheads="1"/>
          </p:cNvSpPr>
          <p:nvPr>
            <p:ph type="body" idx="1"/>
          </p:nvPr>
        </p:nvSpPr>
        <p:spPr>
          <a:ln/>
        </p:spPr>
        <p:txBody>
          <a:bodyPr/>
          <a:lstStyle/>
          <a:p>
            <a:pPr eaLnBrk="1" hangingPunct="1">
              <a:defRPr/>
            </a:pPr>
            <a:r>
              <a:rPr lang="zh-CN" altLang="en-US">
                <a:latin typeface="Arial" panose="020B0604020202020204" pitchFamily="34" charset="0"/>
                <a:ea typeface="宋体" panose="02010600030101010101" pitchFamily="2" charset="-122"/>
                <a:cs typeface="+mn-cs"/>
              </a:rPr>
              <a:t>所谓量化就是把采集到的数值送到量化器（</a:t>
            </a:r>
            <a:r>
              <a:rPr lang="en-US" altLang="zh-CN">
                <a:latin typeface="Arial" panose="020B0604020202020204" pitchFamily="34" charset="0"/>
                <a:ea typeface="宋体" panose="02010600030101010101" pitchFamily="2" charset="-122"/>
                <a:cs typeface="+mn-cs"/>
              </a:rPr>
              <a:t>A/D</a:t>
            </a:r>
            <a:r>
              <a:rPr lang="zh-CN" altLang="en-US">
                <a:latin typeface="Arial" panose="020B0604020202020204" pitchFamily="34" charset="0"/>
                <a:ea typeface="宋体" panose="02010600030101010101" pitchFamily="2" charset="-122"/>
                <a:cs typeface="+mn-cs"/>
              </a:rPr>
              <a:t>转换器）编码成数字，每个数字代表一次采样所获得的声音信号的瞬间值。量化时，把整个幅度划分为几个量化级（量化数据位数），把落入同一级的样本值归为一类，并给定一个量化值。量化级数越多，量化误差就越小，声音质量就越好。 目前常用量化数据位来表示量化级，例如数据位为</a:t>
            </a:r>
            <a:r>
              <a:rPr lang="en-US" altLang="zh-CN">
                <a:latin typeface="Arial" panose="020B0604020202020204" pitchFamily="34" charset="0"/>
                <a:ea typeface="宋体" panose="02010600030101010101" pitchFamily="2" charset="-122"/>
                <a:cs typeface="+mn-cs"/>
              </a:rPr>
              <a:t>8</a:t>
            </a:r>
            <a:r>
              <a:rPr lang="zh-CN" altLang="en-US">
                <a:latin typeface="Arial" panose="020B0604020202020204" pitchFamily="34" charset="0"/>
                <a:ea typeface="宋体" panose="02010600030101010101" pitchFamily="2" charset="-122"/>
                <a:cs typeface="+mn-cs"/>
              </a:rPr>
              <a:t>位，则表示</a:t>
            </a:r>
            <a:r>
              <a:rPr lang="en-US" altLang="zh-CN">
                <a:latin typeface="Arial" panose="020B0604020202020204" pitchFamily="34" charset="0"/>
                <a:ea typeface="宋体" panose="02010600030101010101" pitchFamily="2" charset="-122"/>
                <a:cs typeface="+mn-cs"/>
              </a:rPr>
              <a:t>2^8</a:t>
            </a:r>
            <a:r>
              <a:rPr lang="zh-CN" altLang="en-US">
                <a:latin typeface="Arial" panose="020B0604020202020204" pitchFamily="34" charset="0"/>
                <a:ea typeface="宋体" panose="02010600030101010101" pitchFamily="2" charset="-122"/>
                <a:cs typeface="+mn-cs"/>
              </a:rPr>
              <a:t>个量化级，最高量化级有</a:t>
            </a:r>
            <a:r>
              <a:rPr lang="en-US" altLang="zh-CN">
                <a:latin typeface="Arial" panose="020B0604020202020204" pitchFamily="34" charset="0"/>
                <a:ea typeface="宋体" panose="02010600030101010101" pitchFamily="2" charset="-122"/>
                <a:cs typeface="+mn-cs"/>
              </a:rPr>
              <a:t>2^16</a:t>
            </a:r>
            <a:r>
              <a:rPr lang="zh-CN" altLang="en-US">
                <a:latin typeface="Arial" panose="020B0604020202020204" pitchFamily="34" charset="0"/>
                <a:ea typeface="宋体" panose="02010600030101010101" pitchFamily="2" charset="-122"/>
                <a:cs typeface="+mn-cs"/>
              </a:rPr>
              <a:t>个（</a:t>
            </a:r>
            <a:r>
              <a:rPr lang="en-US" altLang="zh-CN">
                <a:latin typeface="Arial" panose="020B0604020202020204" pitchFamily="34" charset="0"/>
                <a:ea typeface="宋体" panose="02010600030101010101" pitchFamily="2" charset="-122"/>
                <a:cs typeface="+mn-cs"/>
              </a:rPr>
              <a:t>=65536</a:t>
            </a:r>
            <a:r>
              <a:rPr lang="zh-CN" altLang="en-US">
                <a:latin typeface="Arial" panose="020B0604020202020204" pitchFamily="34" charset="0"/>
                <a:ea typeface="宋体" panose="02010600030101010101" pitchFamily="2" charset="-122"/>
                <a:cs typeface="+mn-cs"/>
              </a:rPr>
              <a:t>个）等级。量化过程存在量化误差，反映到接收端，这种误差作为噪声再生，称为量化噪声。增加量化位数能够把噪声降低到无法察觉的程度，但随着信号幅度的降低，量化噪声与信号之间的相关性变得更加明显。 </a:t>
            </a:r>
            <a:endParaRPr lang="zh-CN" altLang="zh-CN">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9766844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BB946842-383F-BD4C-8F3F-679EF4817D5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300C850-25B1-B942-841B-04C9C6E5B268}" type="slidenum">
              <a:rPr lang="en-US" altLang="zh-CN" sz="1200">
                <a:latin typeface="Arial" panose="020B0604020202020204" pitchFamily="34" charset="0"/>
              </a:rPr>
              <a:pPr/>
              <a:t>19</a:t>
            </a:fld>
            <a:endParaRPr lang="en-US" altLang="zh-CN" sz="1200">
              <a:latin typeface="Arial" panose="020B0604020202020204" pitchFamily="34" charset="0"/>
            </a:endParaRPr>
          </a:p>
        </p:txBody>
      </p:sp>
      <p:sp>
        <p:nvSpPr>
          <p:cNvPr id="54274" name="Rectangle 2">
            <a:extLst>
              <a:ext uri="{FF2B5EF4-FFF2-40B4-BE49-F238E27FC236}">
                <a16:creationId xmlns:a16="http://schemas.microsoft.com/office/drawing/2014/main" id="{2F05DC44-D5D1-334C-9197-1678490A17AE}"/>
              </a:ext>
            </a:extLst>
          </p:cNvPr>
          <p:cNvSpPr>
            <a:spLocks noGrp="1" noRot="1" noChangeAspect="1" noChangeArrowheads="1" noTextEdit="1"/>
          </p:cNvSpPr>
          <p:nvPr>
            <p:ph type="sldImg"/>
          </p:nvPr>
        </p:nvSpPr>
        <p:spPr>
          <a:xfrm>
            <a:off x="139700" y="768350"/>
            <a:ext cx="6819900" cy="3836988"/>
          </a:xfrm>
          <a:ln/>
        </p:spPr>
      </p:sp>
      <p:sp>
        <p:nvSpPr>
          <p:cNvPr id="216067" name="Rectangle 3">
            <a:extLst>
              <a:ext uri="{FF2B5EF4-FFF2-40B4-BE49-F238E27FC236}">
                <a16:creationId xmlns:a16="http://schemas.microsoft.com/office/drawing/2014/main" id="{8A8E47D5-2D7E-124E-A27D-46AD37910BD1}"/>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30555244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a:extLst>
              <a:ext uri="{FF2B5EF4-FFF2-40B4-BE49-F238E27FC236}">
                <a16:creationId xmlns:a16="http://schemas.microsoft.com/office/drawing/2014/main" id="{ECD689D4-C3D6-CF45-B036-556913BC95C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403C878-D862-E84C-A4CE-197938AF8748}" type="slidenum">
              <a:rPr lang="en-US" altLang="zh-CN" sz="1200">
                <a:latin typeface="Arial" panose="020B0604020202020204" pitchFamily="34" charset="0"/>
              </a:rPr>
              <a:pPr/>
              <a:t>20</a:t>
            </a:fld>
            <a:endParaRPr lang="en-US" altLang="zh-CN" sz="1200">
              <a:latin typeface="Arial" panose="020B0604020202020204" pitchFamily="34" charset="0"/>
            </a:endParaRPr>
          </a:p>
        </p:txBody>
      </p:sp>
      <p:sp>
        <p:nvSpPr>
          <p:cNvPr id="56322" name="Rectangle 2">
            <a:extLst>
              <a:ext uri="{FF2B5EF4-FFF2-40B4-BE49-F238E27FC236}">
                <a16:creationId xmlns:a16="http://schemas.microsoft.com/office/drawing/2014/main" id="{488E7D30-67E5-C84D-94C4-53252EA497A9}"/>
              </a:ext>
            </a:extLst>
          </p:cNvPr>
          <p:cNvSpPr>
            <a:spLocks noGrp="1" noRot="1" noChangeAspect="1" noChangeArrowheads="1" noTextEdit="1"/>
          </p:cNvSpPr>
          <p:nvPr>
            <p:ph type="sldImg"/>
          </p:nvPr>
        </p:nvSpPr>
        <p:spPr>
          <a:xfrm>
            <a:off x="139700" y="768350"/>
            <a:ext cx="6819900" cy="3836988"/>
          </a:xfrm>
          <a:ln/>
        </p:spPr>
      </p:sp>
      <p:sp>
        <p:nvSpPr>
          <p:cNvPr id="218115" name="Rectangle 3">
            <a:extLst>
              <a:ext uri="{FF2B5EF4-FFF2-40B4-BE49-F238E27FC236}">
                <a16:creationId xmlns:a16="http://schemas.microsoft.com/office/drawing/2014/main" id="{A8D4808B-545E-BE45-9339-073A33BE951A}"/>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29338019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E1EC430C-4B52-8646-B963-655C1BE9456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BC5BB54-7110-A14D-AF6F-998965F8007F}" type="slidenum">
              <a:rPr lang="en-US" altLang="zh-CN" sz="1200">
                <a:latin typeface="Arial" panose="020B0604020202020204" pitchFamily="34" charset="0"/>
              </a:rPr>
              <a:pPr/>
              <a:t>21</a:t>
            </a:fld>
            <a:endParaRPr lang="en-US" altLang="zh-CN" sz="1200">
              <a:latin typeface="Arial" panose="020B0604020202020204" pitchFamily="34" charset="0"/>
            </a:endParaRPr>
          </a:p>
        </p:txBody>
      </p:sp>
      <p:sp>
        <p:nvSpPr>
          <p:cNvPr id="58370" name="Rectangle 2">
            <a:extLst>
              <a:ext uri="{FF2B5EF4-FFF2-40B4-BE49-F238E27FC236}">
                <a16:creationId xmlns:a16="http://schemas.microsoft.com/office/drawing/2014/main" id="{BB106CE7-CD44-8F48-8B3D-4A0EAEB66498}"/>
              </a:ext>
            </a:extLst>
          </p:cNvPr>
          <p:cNvSpPr>
            <a:spLocks noGrp="1" noRot="1" noChangeAspect="1" noChangeArrowheads="1" noTextEdit="1"/>
          </p:cNvSpPr>
          <p:nvPr>
            <p:ph type="sldImg"/>
          </p:nvPr>
        </p:nvSpPr>
        <p:spPr>
          <a:xfrm>
            <a:off x="139700" y="768350"/>
            <a:ext cx="6819900" cy="3836988"/>
          </a:xfrm>
          <a:ln/>
        </p:spPr>
      </p:sp>
      <p:sp>
        <p:nvSpPr>
          <p:cNvPr id="220163" name="Rectangle 3">
            <a:extLst>
              <a:ext uri="{FF2B5EF4-FFF2-40B4-BE49-F238E27FC236}">
                <a16:creationId xmlns:a16="http://schemas.microsoft.com/office/drawing/2014/main" id="{0B0EB033-0CF7-0943-86A4-D5A36BF50DCC}"/>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4683588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AE2CF0BB-0368-3641-81E1-0CE0903BA3D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5E8337C-7D08-AF43-A6B9-2C62FAFC424E}" type="slidenum">
              <a:rPr lang="en-US" altLang="zh-CN" sz="1200">
                <a:latin typeface="Arial" panose="020B0604020202020204" pitchFamily="34" charset="0"/>
              </a:rPr>
              <a:pPr/>
              <a:t>22</a:t>
            </a:fld>
            <a:endParaRPr lang="en-US" altLang="zh-CN" sz="1200">
              <a:latin typeface="Arial" panose="020B0604020202020204" pitchFamily="34" charset="0"/>
            </a:endParaRPr>
          </a:p>
        </p:txBody>
      </p:sp>
      <p:sp>
        <p:nvSpPr>
          <p:cNvPr id="60418" name="Rectangle 2">
            <a:extLst>
              <a:ext uri="{FF2B5EF4-FFF2-40B4-BE49-F238E27FC236}">
                <a16:creationId xmlns:a16="http://schemas.microsoft.com/office/drawing/2014/main" id="{AD683B5F-FBDE-6B42-8388-88310311E4E4}"/>
              </a:ext>
            </a:extLst>
          </p:cNvPr>
          <p:cNvSpPr>
            <a:spLocks noGrp="1" noRot="1" noChangeAspect="1" noChangeArrowheads="1" noTextEdit="1"/>
          </p:cNvSpPr>
          <p:nvPr>
            <p:ph type="sldImg"/>
          </p:nvPr>
        </p:nvSpPr>
        <p:spPr>
          <a:xfrm>
            <a:off x="139700" y="768350"/>
            <a:ext cx="6819900" cy="3836988"/>
          </a:xfrm>
          <a:ln/>
        </p:spPr>
      </p:sp>
      <p:sp>
        <p:nvSpPr>
          <p:cNvPr id="222211" name="Rectangle 3">
            <a:extLst>
              <a:ext uri="{FF2B5EF4-FFF2-40B4-BE49-F238E27FC236}">
                <a16:creationId xmlns:a16="http://schemas.microsoft.com/office/drawing/2014/main" id="{034DDACD-2C5A-AE4B-863D-A162DBD00F72}"/>
              </a:ext>
            </a:extLst>
          </p:cNvPr>
          <p:cNvSpPr>
            <a:spLocks noGrp="1" noChangeArrowheads="1"/>
          </p:cNvSpPr>
          <p:nvPr>
            <p:ph type="body" idx="1"/>
          </p:nvPr>
        </p:nvSpPr>
        <p:spPr>
          <a:ln/>
        </p:spPr>
        <p:txBody>
          <a:bodyPr/>
          <a:lstStyle/>
          <a:p>
            <a:pPr eaLnBrk="1" hangingPunct="1">
              <a:defRPr/>
            </a:pPr>
            <a:endParaRPr lang="zh-CN" altLang="en-US" dirty="0">
              <a:cs typeface="+mn-cs"/>
            </a:endParaRPr>
          </a:p>
        </p:txBody>
      </p:sp>
    </p:spTree>
    <p:extLst>
      <p:ext uri="{BB962C8B-B14F-4D97-AF65-F5344CB8AC3E}">
        <p14:creationId xmlns:p14="http://schemas.microsoft.com/office/powerpoint/2010/main" val="9022987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a:extLst>
              <a:ext uri="{FF2B5EF4-FFF2-40B4-BE49-F238E27FC236}">
                <a16:creationId xmlns:a16="http://schemas.microsoft.com/office/drawing/2014/main" id="{E8450768-1D0A-A044-BBDF-A69617D5480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1CCD9E8-04BE-7742-B500-79E87A6665A2}" type="slidenum">
              <a:rPr lang="en-US" altLang="zh-CN" sz="1200">
                <a:latin typeface="Arial" panose="020B0604020202020204" pitchFamily="34" charset="0"/>
              </a:rPr>
              <a:pPr/>
              <a:t>23</a:t>
            </a:fld>
            <a:endParaRPr lang="en-US" altLang="zh-CN" sz="1200">
              <a:latin typeface="Arial" panose="020B0604020202020204" pitchFamily="34" charset="0"/>
            </a:endParaRPr>
          </a:p>
        </p:txBody>
      </p:sp>
      <p:sp>
        <p:nvSpPr>
          <p:cNvPr id="62466" name="Rectangle 2">
            <a:extLst>
              <a:ext uri="{FF2B5EF4-FFF2-40B4-BE49-F238E27FC236}">
                <a16:creationId xmlns:a16="http://schemas.microsoft.com/office/drawing/2014/main" id="{EF1C249C-E300-B947-A129-9E8AF92076D8}"/>
              </a:ext>
            </a:extLst>
          </p:cNvPr>
          <p:cNvSpPr>
            <a:spLocks noGrp="1" noRot="1" noChangeAspect="1" noChangeArrowheads="1" noTextEdit="1"/>
          </p:cNvSpPr>
          <p:nvPr>
            <p:ph type="sldImg"/>
          </p:nvPr>
        </p:nvSpPr>
        <p:spPr>
          <a:xfrm>
            <a:off x="139700" y="768350"/>
            <a:ext cx="6819900" cy="3836988"/>
          </a:xfrm>
          <a:ln/>
        </p:spPr>
      </p:sp>
      <p:sp>
        <p:nvSpPr>
          <p:cNvPr id="224259" name="Rectangle 3">
            <a:extLst>
              <a:ext uri="{FF2B5EF4-FFF2-40B4-BE49-F238E27FC236}">
                <a16:creationId xmlns:a16="http://schemas.microsoft.com/office/drawing/2014/main" id="{B55276EC-D0F3-1A4E-B781-105CC780AC0E}"/>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4858870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a:extLst>
              <a:ext uri="{FF2B5EF4-FFF2-40B4-BE49-F238E27FC236}">
                <a16:creationId xmlns:a16="http://schemas.microsoft.com/office/drawing/2014/main" id="{5C4A54AF-25E2-B144-87B1-8E26AC2087F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593BBDB-7BE3-B34F-9035-E9115B8FECAD}" type="slidenum">
              <a:rPr lang="en-US" altLang="zh-CN" sz="1200">
                <a:latin typeface="Arial" panose="020B0604020202020204" pitchFamily="34" charset="0"/>
              </a:rPr>
              <a:pPr/>
              <a:t>24</a:t>
            </a:fld>
            <a:endParaRPr lang="en-US" altLang="zh-CN" sz="1200">
              <a:latin typeface="Arial" panose="020B0604020202020204" pitchFamily="34" charset="0"/>
            </a:endParaRPr>
          </a:p>
        </p:txBody>
      </p:sp>
      <p:sp>
        <p:nvSpPr>
          <p:cNvPr id="64514" name="Rectangle 2">
            <a:extLst>
              <a:ext uri="{FF2B5EF4-FFF2-40B4-BE49-F238E27FC236}">
                <a16:creationId xmlns:a16="http://schemas.microsoft.com/office/drawing/2014/main" id="{766A0CB4-75F8-354A-AD01-FD2681804CA0}"/>
              </a:ext>
            </a:extLst>
          </p:cNvPr>
          <p:cNvSpPr>
            <a:spLocks noGrp="1" noRot="1" noChangeAspect="1" noChangeArrowheads="1" noTextEdit="1"/>
          </p:cNvSpPr>
          <p:nvPr>
            <p:ph type="sldImg"/>
          </p:nvPr>
        </p:nvSpPr>
        <p:spPr>
          <a:xfrm>
            <a:off x="139700" y="768350"/>
            <a:ext cx="6819900" cy="3836988"/>
          </a:xfrm>
          <a:ln/>
        </p:spPr>
      </p:sp>
      <p:sp>
        <p:nvSpPr>
          <p:cNvPr id="226307" name="Rectangle 3">
            <a:extLst>
              <a:ext uri="{FF2B5EF4-FFF2-40B4-BE49-F238E27FC236}">
                <a16:creationId xmlns:a16="http://schemas.microsoft.com/office/drawing/2014/main" id="{61201D91-13C2-2D42-B9CF-F96A7937ECD7}"/>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2800161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a:extLst>
              <a:ext uri="{FF2B5EF4-FFF2-40B4-BE49-F238E27FC236}">
                <a16:creationId xmlns:a16="http://schemas.microsoft.com/office/drawing/2014/main" id="{BF6E8854-3025-1844-9DFF-6C44B01AAEC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8C27EBB-2AE8-4747-B257-E515B223AAFC}" type="slidenum">
              <a:rPr lang="en-US" altLang="zh-CN" sz="1200">
                <a:latin typeface="Arial" panose="020B0604020202020204" pitchFamily="34" charset="0"/>
              </a:rPr>
              <a:pPr/>
              <a:t>25</a:t>
            </a:fld>
            <a:endParaRPr lang="en-US" altLang="zh-CN" sz="1200">
              <a:latin typeface="Arial" panose="020B0604020202020204" pitchFamily="34" charset="0"/>
            </a:endParaRPr>
          </a:p>
        </p:txBody>
      </p:sp>
      <p:sp>
        <p:nvSpPr>
          <p:cNvPr id="66562" name="Rectangle 2">
            <a:extLst>
              <a:ext uri="{FF2B5EF4-FFF2-40B4-BE49-F238E27FC236}">
                <a16:creationId xmlns:a16="http://schemas.microsoft.com/office/drawing/2014/main" id="{43883592-4596-FD48-83EC-5EA7E4E5B553}"/>
              </a:ext>
            </a:extLst>
          </p:cNvPr>
          <p:cNvSpPr>
            <a:spLocks noGrp="1" noRot="1" noChangeAspect="1" noChangeArrowheads="1" noTextEdit="1"/>
          </p:cNvSpPr>
          <p:nvPr>
            <p:ph type="sldImg"/>
          </p:nvPr>
        </p:nvSpPr>
        <p:spPr>
          <a:xfrm>
            <a:off x="139700" y="768350"/>
            <a:ext cx="6819900" cy="3836988"/>
          </a:xfrm>
          <a:ln/>
        </p:spPr>
      </p:sp>
      <p:sp>
        <p:nvSpPr>
          <p:cNvPr id="228355" name="Rectangle 3">
            <a:extLst>
              <a:ext uri="{FF2B5EF4-FFF2-40B4-BE49-F238E27FC236}">
                <a16:creationId xmlns:a16="http://schemas.microsoft.com/office/drawing/2014/main" id="{C391E7D6-761C-A444-84BD-C020BCF53B84}"/>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3665460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a:extLst>
              <a:ext uri="{FF2B5EF4-FFF2-40B4-BE49-F238E27FC236}">
                <a16:creationId xmlns:a16="http://schemas.microsoft.com/office/drawing/2014/main" id="{BF1E1859-C3D4-CF43-996D-8E0CBB34630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D5774D5-2509-EE49-8A15-ACD2DD8CFCEC}" type="slidenum">
              <a:rPr lang="en-US" altLang="zh-CN" sz="1200">
                <a:latin typeface="Arial" panose="020B0604020202020204" pitchFamily="34" charset="0"/>
              </a:rPr>
              <a:pPr/>
              <a:t>26</a:t>
            </a:fld>
            <a:endParaRPr lang="en-US" altLang="zh-CN" sz="1200">
              <a:latin typeface="Arial" panose="020B0604020202020204" pitchFamily="34" charset="0"/>
            </a:endParaRPr>
          </a:p>
        </p:txBody>
      </p:sp>
      <p:sp>
        <p:nvSpPr>
          <p:cNvPr id="68610" name="Rectangle 2">
            <a:extLst>
              <a:ext uri="{FF2B5EF4-FFF2-40B4-BE49-F238E27FC236}">
                <a16:creationId xmlns:a16="http://schemas.microsoft.com/office/drawing/2014/main" id="{DE347AF1-5179-AD42-B1B0-0357FC74C781}"/>
              </a:ext>
            </a:extLst>
          </p:cNvPr>
          <p:cNvSpPr>
            <a:spLocks noGrp="1" noRot="1" noChangeAspect="1" noChangeArrowheads="1" noTextEdit="1"/>
          </p:cNvSpPr>
          <p:nvPr>
            <p:ph type="sldImg"/>
          </p:nvPr>
        </p:nvSpPr>
        <p:spPr>
          <a:xfrm>
            <a:off x="139700" y="768350"/>
            <a:ext cx="6819900" cy="3836988"/>
          </a:xfrm>
          <a:ln/>
        </p:spPr>
      </p:sp>
      <p:sp>
        <p:nvSpPr>
          <p:cNvPr id="230403" name="Rectangle 3">
            <a:extLst>
              <a:ext uri="{FF2B5EF4-FFF2-40B4-BE49-F238E27FC236}">
                <a16:creationId xmlns:a16="http://schemas.microsoft.com/office/drawing/2014/main" id="{3C674772-0371-6248-9191-08B483A6743D}"/>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22292076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2914870D-3D7A-2343-91D3-FC668DCDCA5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377E81F-FEA8-AF4F-8A32-2AB9048E12EB}" type="slidenum">
              <a:rPr lang="en-US" altLang="zh-CN" sz="1200">
                <a:latin typeface="Arial" panose="020B0604020202020204" pitchFamily="34" charset="0"/>
              </a:rPr>
              <a:pPr/>
              <a:t>27</a:t>
            </a:fld>
            <a:endParaRPr lang="en-US" altLang="zh-CN" sz="1200">
              <a:latin typeface="Arial" panose="020B0604020202020204" pitchFamily="34" charset="0"/>
            </a:endParaRPr>
          </a:p>
        </p:txBody>
      </p:sp>
      <p:sp>
        <p:nvSpPr>
          <p:cNvPr id="70658" name="Rectangle 2">
            <a:extLst>
              <a:ext uri="{FF2B5EF4-FFF2-40B4-BE49-F238E27FC236}">
                <a16:creationId xmlns:a16="http://schemas.microsoft.com/office/drawing/2014/main" id="{73F1EAB3-9CD1-324A-9DFF-B443823A1C9B}"/>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7E2D1233-6A2D-2F4E-997F-7379D8926F8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964788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a:extLst>
              <a:ext uri="{FF2B5EF4-FFF2-40B4-BE49-F238E27FC236}">
                <a16:creationId xmlns:a16="http://schemas.microsoft.com/office/drawing/2014/main" id="{BD3B8AB1-8B9D-6F41-912B-873F2A2227A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E7E3F59-D7A3-1C48-ABB4-BBF5AEE3AF35}" type="slidenum">
              <a:rPr lang="en-US" altLang="zh-CN" sz="1200">
                <a:latin typeface="Arial" panose="020B0604020202020204" pitchFamily="34" charset="0"/>
              </a:rPr>
              <a:pPr/>
              <a:t>28</a:t>
            </a:fld>
            <a:endParaRPr lang="en-US" altLang="zh-CN" sz="1200">
              <a:latin typeface="Arial" panose="020B0604020202020204" pitchFamily="34" charset="0"/>
            </a:endParaRPr>
          </a:p>
        </p:txBody>
      </p:sp>
      <p:sp>
        <p:nvSpPr>
          <p:cNvPr id="72706" name="Rectangle 2">
            <a:extLst>
              <a:ext uri="{FF2B5EF4-FFF2-40B4-BE49-F238E27FC236}">
                <a16:creationId xmlns:a16="http://schemas.microsoft.com/office/drawing/2014/main" id="{1CFE2E65-609C-0247-9F3D-E0FE4562A579}"/>
              </a:ext>
            </a:extLst>
          </p:cNvPr>
          <p:cNvSpPr>
            <a:spLocks noGrp="1" noRot="1" noChangeAspect="1" noChangeArrowheads="1" noTextEdit="1"/>
          </p:cNvSpPr>
          <p:nvPr>
            <p:ph type="sldImg"/>
          </p:nvPr>
        </p:nvSpPr>
        <p:spPr>
          <a:ln/>
        </p:spPr>
      </p:sp>
      <p:sp>
        <p:nvSpPr>
          <p:cNvPr id="72707" name="Rectangle 3">
            <a:extLst>
              <a:ext uri="{FF2B5EF4-FFF2-40B4-BE49-F238E27FC236}">
                <a16:creationId xmlns:a16="http://schemas.microsoft.com/office/drawing/2014/main" id="{2B7CE58F-F5A0-C249-A56E-35655F37953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532678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a:extLst>
              <a:ext uri="{FF2B5EF4-FFF2-40B4-BE49-F238E27FC236}">
                <a16:creationId xmlns:a16="http://schemas.microsoft.com/office/drawing/2014/main" id="{C469FF21-9C8D-1D48-9547-40A33A38634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99FAFEA-8A7C-7F47-9327-B26CD51ABF66}" type="slidenum">
              <a:rPr lang="en-US" altLang="zh-CN" sz="1200">
                <a:latin typeface="Arial" panose="020B0604020202020204" pitchFamily="34" charset="0"/>
              </a:rPr>
              <a:pPr/>
              <a:t>29</a:t>
            </a:fld>
            <a:endParaRPr lang="en-US" altLang="zh-CN" sz="1200">
              <a:latin typeface="Arial" panose="020B0604020202020204" pitchFamily="34" charset="0"/>
            </a:endParaRPr>
          </a:p>
        </p:txBody>
      </p:sp>
      <p:sp>
        <p:nvSpPr>
          <p:cNvPr id="74754" name="Rectangle 2">
            <a:extLst>
              <a:ext uri="{FF2B5EF4-FFF2-40B4-BE49-F238E27FC236}">
                <a16:creationId xmlns:a16="http://schemas.microsoft.com/office/drawing/2014/main" id="{34779FBF-719E-DE4C-8BB3-4E4C80058074}"/>
              </a:ext>
            </a:extLst>
          </p:cNvPr>
          <p:cNvSpPr>
            <a:spLocks noGrp="1" noRot="1" noChangeAspect="1" noChangeArrowheads="1" noTextEdit="1"/>
          </p:cNvSpPr>
          <p:nvPr>
            <p:ph type="sldImg"/>
          </p:nvPr>
        </p:nvSpPr>
        <p:spPr>
          <a:ln/>
        </p:spPr>
      </p:sp>
      <p:sp>
        <p:nvSpPr>
          <p:cNvPr id="74755" name="Rectangle 3">
            <a:extLst>
              <a:ext uri="{FF2B5EF4-FFF2-40B4-BE49-F238E27FC236}">
                <a16:creationId xmlns:a16="http://schemas.microsoft.com/office/drawing/2014/main" id="{98F1CAEC-5D2B-174B-9D52-99D0E5FF9A3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925991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7">
            <a:extLst>
              <a:ext uri="{FF2B5EF4-FFF2-40B4-BE49-F238E27FC236}">
                <a16:creationId xmlns:a16="http://schemas.microsoft.com/office/drawing/2014/main" id="{1DD7537D-BA1B-4B44-B667-355B6A977E4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397217F-1851-F045-AD8F-6A4144F97484}" type="slidenum">
              <a:rPr lang="en-US" altLang="zh-CN" sz="1200">
                <a:latin typeface="Arial" panose="020B0604020202020204" pitchFamily="34" charset="0"/>
              </a:rPr>
              <a:pPr/>
              <a:t>30</a:t>
            </a:fld>
            <a:endParaRPr lang="en-US" altLang="zh-CN" sz="1200">
              <a:latin typeface="Arial" panose="020B0604020202020204" pitchFamily="34" charset="0"/>
            </a:endParaRPr>
          </a:p>
        </p:txBody>
      </p:sp>
      <p:sp>
        <p:nvSpPr>
          <p:cNvPr id="76802" name="Rectangle 2">
            <a:extLst>
              <a:ext uri="{FF2B5EF4-FFF2-40B4-BE49-F238E27FC236}">
                <a16:creationId xmlns:a16="http://schemas.microsoft.com/office/drawing/2014/main" id="{8281EFEC-7FC4-F148-B2E3-3417B599ED63}"/>
              </a:ext>
            </a:extLst>
          </p:cNvPr>
          <p:cNvSpPr>
            <a:spLocks noGrp="1" noRot="1" noChangeAspect="1" noChangeArrowheads="1" noTextEdit="1"/>
          </p:cNvSpPr>
          <p:nvPr>
            <p:ph type="sldImg"/>
          </p:nvPr>
        </p:nvSpPr>
        <p:spPr>
          <a:xfrm>
            <a:off x="139700" y="768350"/>
            <a:ext cx="6819900" cy="3836988"/>
          </a:xfrm>
          <a:ln/>
        </p:spPr>
      </p:sp>
      <p:sp>
        <p:nvSpPr>
          <p:cNvPr id="74755" name="Rectangle 3">
            <a:extLst>
              <a:ext uri="{FF2B5EF4-FFF2-40B4-BE49-F238E27FC236}">
                <a16:creationId xmlns:a16="http://schemas.microsoft.com/office/drawing/2014/main" id="{BC9A9DEC-4F45-F84E-B3E0-B80B8BB3549D}"/>
              </a:ext>
            </a:extLst>
          </p:cNvPr>
          <p:cNvSpPr>
            <a:spLocks noGrp="1" noChangeArrowheads="1"/>
          </p:cNvSpPr>
          <p:nvPr>
            <p:ph type="body" idx="1"/>
          </p:nvPr>
        </p:nvSpPr>
        <p:spPr>
          <a:ln/>
        </p:spPr>
        <p:txBody>
          <a:bodyPr/>
          <a:lstStyle/>
          <a:p>
            <a:pPr eaLnBrk="1" hangingPunct="1">
              <a:defRPr/>
            </a:pPr>
            <a:r>
              <a:rPr lang="en-US" altLang="zh-CN">
                <a:cs typeface="+mn-cs"/>
              </a:rPr>
              <a:t>“</a:t>
            </a:r>
            <a:r>
              <a:rPr lang="zh-CN" altLang="en-US">
                <a:cs typeface="+mn-cs"/>
              </a:rPr>
              <a:t>理想低通信道”就是信号的所有低频分量，只要其频率不超过某个上限值，都能够不失真地通过此信道，而频率超过该上限值的所有高频分量都不能通过该信道。</a:t>
            </a:r>
          </a:p>
          <a:p>
            <a:pPr eaLnBrk="1" hangingPunct="1">
              <a:defRPr/>
            </a:pPr>
            <a:r>
              <a:rPr lang="zh-CN" altLang="en-US">
                <a:cs typeface="+mn-cs"/>
              </a:rPr>
              <a:t>“理想带通信道”就是频率在频带下限频率</a:t>
            </a:r>
            <a:r>
              <a:rPr lang="en-US" altLang="zh-CN">
                <a:cs typeface="+mn-cs"/>
              </a:rPr>
              <a:t>f1</a:t>
            </a:r>
            <a:r>
              <a:rPr lang="zh-CN" altLang="en-US">
                <a:cs typeface="+mn-cs"/>
              </a:rPr>
              <a:t>到频带上限频率</a:t>
            </a:r>
            <a:r>
              <a:rPr lang="en-US" altLang="zh-CN">
                <a:cs typeface="+mn-cs"/>
              </a:rPr>
              <a:t>f2</a:t>
            </a:r>
            <a:r>
              <a:rPr lang="zh-CN" altLang="en-US">
                <a:cs typeface="+mn-cs"/>
              </a:rPr>
              <a:t>之间的频率分量能够不失真地通过此信道，而低于</a:t>
            </a:r>
            <a:r>
              <a:rPr lang="en-US" altLang="zh-CN">
                <a:cs typeface="+mn-cs"/>
              </a:rPr>
              <a:t>f1</a:t>
            </a:r>
            <a:r>
              <a:rPr lang="zh-CN" altLang="en-US">
                <a:cs typeface="+mn-cs"/>
              </a:rPr>
              <a:t>和高于</a:t>
            </a:r>
            <a:r>
              <a:rPr lang="en-US" altLang="zh-CN">
                <a:cs typeface="+mn-cs"/>
              </a:rPr>
              <a:t>f2</a:t>
            </a:r>
            <a:r>
              <a:rPr lang="zh-CN" altLang="en-US">
                <a:cs typeface="+mn-cs"/>
              </a:rPr>
              <a:t>的所有频率分量都不能通过该信道。</a:t>
            </a:r>
          </a:p>
        </p:txBody>
      </p:sp>
    </p:spTree>
    <p:extLst>
      <p:ext uri="{BB962C8B-B14F-4D97-AF65-F5344CB8AC3E}">
        <p14:creationId xmlns:p14="http://schemas.microsoft.com/office/powerpoint/2010/main" val="7635513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7">
            <a:extLst>
              <a:ext uri="{FF2B5EF4-FFF2-40B4-BE49-F238E27FC236}">
                <a16:creationId xmlns:a16="http://schemas.microsoft.com/office/drawing/2014/main" id="{7CCB39DE-EBCC-FD4E-8CF1-EE08D0ED216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42F85A8-3D73-7944-90DF-362AF6BA8AAB}" type="slidenum">
              <a:rPr lang="en-US" altLang="zh-CN" sz="1200">
                <a:latin typeface="Arial" panose="020B0604020202020204" pitchFamily="34" charset="0"/>
              </a:rPr>
              <a:pPr/>
              <a:t>31</a:t>
            </a:fld>
            <a:endParaRPr lang="en-US" altLang="zh-CN" sz="1200">
              <a:latin typeface="Arial" panose="020B0604020202020204" pitchFamily="34" charset="0"/>
            </a:endParaRPr>
          </a:p>
        </p:txBody>
      </p:sp>
      <p:sp>
        <p:nvSpPr>
          <p:cNvPr id="78850" name="Rectangle 2">
            <a:extLst>
              <a:ext uri="{FF2B5EF4-FFF2-40B4-BE49-F238E27FC236}">
                <a16:creationId xmlns:a16="http://schemas.microsoft.com/office/drawing/2014/main" id="{0C968C5D-6A46-294D-BADE-3154036E0750}"/>
              </a:ext>
            </a:extLst>
          </p:cNvPr>
          <p:cNvSpPr>
            <a:spLocks noGrp="1" noRot="1" noChangeAspect="1" noChangeArrowheads="1" noTextEdit="1"/>
          </p:cNvSpPr>
          <p:nvPr>
            <p:ph type="sldImg"/>
          </p:nvPr>
        </p:nvSpPr>
        <p:spPr>
          <a:xfrm>
            <a:off x="139700" y="768350"/>
            <a:ext cx="6819900" cy="3836988"/>
          </a:xfrm>
          <a:ln/>
        </p:spPr>
      </p:sp>
      <p:sp>
        <p:nvSpPr>
          <p:cNvPr id="76803" name="Rectangle 3">
            <a:extLst>
              <a:ext uri="{FF2B5EF4-FFF2-40B4-BE49-F238E27FC236}">
                <a16:creationId xmlns:a16="http://schemas.microsoft.com/office/drawing/2014/main" id="{482D4C37-3701-0049-BB44-AD1F5FA70BEE}"/>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7222123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7">
            <a:extLst>
              <a:ext uri="{FF2B5EF4-FFF2-40B4-BE49-F238E27FC236}">
                <a16:creationId xmlns:a16="http://schemas.microsoft.com/office/drawing/2014/main" id="{B526EDBB-4CC4-924B-A3E8-2D0041C9BAC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92C93C9-5FC0-CD45-9323-72276DE4CA7A}" type="slidenum">
              <a:rPr lang="en-US" altLang="zh-CN" sz="1200">
                <a:latin typeface="Arial" panose="020B0604020202020204" pitchFamily="34" charset="0"/>
              </a:rPr>
              <a:pPr/>
              <a:t>32</a:t>
            </a:fld>
            <a:endParaRPr lang="en-US" altLang="zh-CN" sz="1200">
              <a:latin typeface="Arial" panose="020B0604020202020204" pitchFamily="34" charset="0"/>
            </a:endParaRPr>
          </a:p>
        </p:txBody>
      </p:sp>
      <p:sp>
        <p:nvSpPr>
          <p:cNvPr id="80898" name="Rectangle 2">
            <a:extLst>
              <a:ext uri="{FF2B5EF4-FFF2-40B4-BE49-F238E27FC236}">
                <a16:creationId xmlns:a16="http://schemas.microsoft.com/office/drawing/2014/main" id="{0EBB9422-2154-CE41-80DA-10788D72C914}"/>
              </a:ext>
            </a:extLst>
          </p:cNvPr>
          <p:cNvSpPr>
            <a:spLocks noGrp="1" noRot="1" noChangeAspect="1" noChangeArrowheads="1" noTextEdit="1"/>
          </p:cNvSpPr>
          <p:nvPr>
            <p:ph type="sldImg"/>
          </p:nvPr>
        </p:nvSpPr>
        <p:spPr>
          <a:xfrm>
            <a:off x="139700" y="768350"/>
            <a:ext cx="6819900" cy="3836988"/>
          </a:xfrm>
          <a:ln/>
        </p:spPr>
      </p:sp>
      <p:sp>
        <p:nvSpPr>
          <p:cNvPr id="78851" name="Rectangle 3">
            <a:extLst>
              <a:ext uri="{FF2B5EF4-FFF2-40B4-BE49-F238E27FC236}">
                <a16:creationId xmlns:a16="http://schemas.microsoft.com/office/drawing/2014/main" id="{2D57F94F-E864-8A46-B98C-DA7EE262EEDA}"/>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6150532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a:extLst>
              <a:ext uri="{FF2B5EF4-FFF2-40B4-BE49-F238E27FC236}">
                <a16:creationId xmlns:a16="http://schemas.microsoft.com/office/drawing/2014/main" id="{A85B471C-CDF5-4A4B-A3D4-33E7FD2C9DA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5A36644-9633-FE41-AF4E-4E57225E3412}" type="slidenum">
              <a:rPr lang="en-US" altLang="zh-CN" sz="1200">
                <a:latin typeface="Arial" panose="020B0604020202020204" pitchFamily="34" charset="0"/>
              </a:rPr>
              <a:pPr/>
              <a:t>33</a:t>
            </a:fld>
            <a:endParaRPr lang="en-US" altLang="zh-CN" sz="1200">
              <a:latin typeface="Arial" panose="020B0604020202020204" pitchFamily="34" charset="0"/>
            </a:endParaRPr>
          </a:p>
        </p:txBody>
      </p:sp>
      <p:sp>
        <p:nvSpPr>
          <p:cNvPr id="82946" name="Rectangle 2">
            <a:extLst>
              <a:ext uri="{FF2B5EF4-FFF2-40B4-BE49-F238E27FC236}">
                <a16:creationId xmlns:a16="http://schemas.microsoft.com/office/drawing/2014/main" id="{4F7D2536-98DE-DB45-B4D3-A5EC3B046D3A}"/>
              </a:ext>
            </a:extLst>
          </p:cNvPr>
          <p:cNvSpPr>
            <a:spLocks noGrp="1" noRot="1" noChangeAspect="1" noChangeArrowheads="1" noTextEdit="1"/>
          </p:cNvSpPr>
          <p:nvPr>
            <p:ph type="sldImg"/>
          </p:nvPr>
        </p:nvSpPr>
        <p:spPr>
          <a:xfrm>
            <a:off x="139700" y="768350"/>
            <a:ext cx="6819900" cy="3836988"/>
          </a:xfrm>
          <a:ln/>
        </p:spPr>
      </p:sp>
      <p:sp>
        <p:nvSpPr>
          <p:cNvPr id="80899" name="Rectangle 3">
            <a:extLst>
              <a:ext uri="{FF2B5EF4-FFF2-40B4-BE49-F238E27FC236}">
                <a16:creationId xmlns:a16="http://schemas.microsoft.com/office/drawing/2014/main" id="{CF5FC5F3-C494-424B-B84F-D0CB4D60FB63}"/>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084481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7">
            <a:extLst>
              <a:ext uri="{FF2B5EF4-FFF2-40B4-BE49-F238E27FC236}">
                <a16:creationId xmlns:a16="http://schemas.microsoft.com/office/drawing/2014/main" id="{5F02412A-9B5A-2B4F-B4D4-68BE34B7A1E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88DDB93-99D1-4048-AF70-20DDFB9D9146}" type="slidenum">
              <a:rPr lang="en-US" altLang="zh-CN" sz="1200">
                <a:latin typeface="Arial" panose="020B0604020202020204" pitchFamily="34" charset="0"/>
              </a:rPr>
              <a:pPr/>
              <a:t>34</a:t>
            </a:fld>
            <a:endParaRPr lang="en-US" altLang="zh-CN" sz="1200">
              <a:latin typeface="Arial" panose="020B0604020202020204" pitchFamily="34" charset="0"/>
            </a:endParaRPr>
          </a:p>
        </p:txBody>
      </p:sp>
      <p:sp>
        <p:nvSpPr>
          <p:cNvPr id="84994" name="Rectangle 2">
            <a:extLst>
              <a:ext uri="{FF2B5EF4-FFF2-40B4-BE49-F238E27FC236}">
                <a16:creationId xmlns:a16="http://schemas.microsoft.com/office/drawing/2014/main" id="{68C1146F-8C2A-0D43-9C93-B42BC5130F8B}"/>
              </a:ext>
            </a:extLst>
          </p:cNvPr>
          <p:cNvSpPr>
            <a:spLocks noGrp="1" noRot="1" noChangeAspect="1" noChangeArrowheads="1" noTextEdit="1"/>
          </p:cNvSpPr>
          <p:nvPr>
            <p:ph type="sldImg"/>
          </p:nvPr>
        </p:nvSpPr>
        <p:spPr>
          <a:ln/>
        </p:spPr>
      </p:sp>
      <p:sp>
        <p:nvSpPr>
          <p:cNvPr id="84995" name="Rectangle 3">
            <a:extLst>
              <a:ext uri="{FF2B5EF4-FFF2-40B4-BE49-F238E27FC236}">
                <a16:creationId xmlns:a16="http://schemas.microsoft.com/office/drawing/2014/main" id="{D387C07E-77E0-AE47-8006-1DFD3C472F9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7212891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7">
            <a:extLst>
              <a:ext uri="{FF2B5EF4-FFF2-40B4-BE49-F238E27FC236}">
                <a16:creationId xmlns:a16="http://schemas.microsoft.com/office/drawing/2014/main" id="{B8FCBAF0-9924-074E-AC49-6409FC7CEDA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EB0E55A-EF0C-3340-97AC-4339DA015FDA}" type="slidenum">
              <a:rPr lang="en-US" altLang="zh-CN" sz="1200">
                <a:latin typeface="Arial" panose="020B0604020202020204" pitchFamily="34" charset="0"/>
              </a:rPr>
              <a:pPr/>
              <a:t>35</a:t>
            </a:fld>
            <a:endParaRPr lang="en-US" altLang="zh-CN" sz="1200">
              <a:latin typeface="Arial" panose="020B0604020202020204" pitchFamily="34" charset="0"/>
            </a:endParaRPr>
          </a:p>
        </p:txBody>
      </p:sp>
      <p:sp>
        <p:nvSpPr>
          <p:cNvPr id="87042" name="Rectangle 2">
            <a:extLst>
              <a:ext uri="{FF2B5EF4-FFF2-40B4-BE49-F238E27FC236}">
                <a16:creationId xmlns:a16="http://schemas.microsoft.com/office/drawing/2014/main" id="{C2793E56-0F10-2247-BA66-17C48B8A5D7C}"/>
              </a:ext>
            </a:extLst>
          </p:cNvPr>
          <p:cNvSpPr>
            <a:spLocks noGrp="1" noRot="1" noChangeAspect="1" noChangeArrowheads="1" noTextEdit="1"/>
          </p:cNvSpPr>
          <p:nvPr>
            <p:ph type="sldImg"/>
          </p:nvPr>
        </p:nvSpPr>
        <p:spPr>
          <a:xfrm>
            <a:off x="139700" y="768350"/>
            <a:ext cx="6819900" cy="3836988"/>
          </a:xfrm>
          <a:ln/>
        </p:spPr>
      </p:sp>
      <p:sp>
        <p:nvSpPr>
          <p:cNvPr id="84995" name="Rectangle 3">
            <a:extLst>
              <a:ext uri="{FF2B5EF4-FFF2-40B4-BE49-F238E27FC236}">
                <a16:creationId xmlns:a16="http://schemas.microsoft.com/office/drawing/2014/main" id="{784C8CB1-3A24-014B-B1EE-7AAA466C00C0}"/>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26398632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7">
            <a:extLst>
              <a:ext uri="{FF2B5EF4-FFF2-40B4-BE49-F238E27FC236}">
                <a16:creationId xmlns:a16="http://schemas.microsoft.com/office/drawing/2014/main" id="{1407D640-09A1-4A4C-947D-F28E30C80D3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B490042-7A10-7241-85A9-195EE4FFC12A}" type="slidenum">
              <a:rPr lang="en-US" altLang="zh-CN" sz="1200">
                <a:latin typeface="Arial" panose="020B0604020202020204" pitchFamily="34" charset="0"/>
              </a:rPr>
              <a:pPr/>
              <a:t>36</a:t>
            </a:fld>
            <a:endParaRPr lang="en-US" altLang="zh-CN" sz="1200">
              <a:latin typeface="Arial" panose="020B0604020202020204" pitchFamily="34" charset="0"/>
            </a:endParaRPr>
          </a:p>
        </p:txBody>
      </p:sp>
      <p:sp>
        <p:nvSpPr>
          <p:cNvPr id="89090" name="Rectangle 2">
            <a:extLst>
              <a:ext uri="{FF2B5EF4-FFF2-40B4-BE49-F238E27FC236}">
                <a16:creationId xmlns:a16="http://schemas.microsoft.com/office/drawing/2014/main" id="{172A61C2-194E-3B4C-9B13-93A3181E1390}"/>
              </a:ext>
            </a:extLst>
          </p:cNvPr>
          <p:cNvSpPr>
            <a:spLocks noGrp="1" noRot="1" noChangeAspect="1" noChangeArrowheads="1" noTextEdit="1"/>
          </p:cNvSpPr>
          <p:nvPr>
            <p:ph type="sldImg"/>
          </p:nvPr>
        </p:nvSpPr>
        <p:spPr>
          <a:ln/>
        </p:spPr>
      </p:sp>
      <p:sp>
        <p:nvSpPr>
          <p:cNvPr id="89091" name="Rectangle 3">
            <a:extLst>
              <a:ext uri="{FF2B5EF4-FFF2-40B4-BE49-F238E27FC236}">
                <a16:creationId xmlns:a16="http://schemas.microsoft.com/office/drawing/2014/main" id="{627A1789-FF50-854D-836B-4FFE5169DE2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65579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7">
            <a:extLst>
              <a:ext uri="{FF2B5EF4-FFF2-40B4-BE49-F238E27FC236}">
                <a16:creationId xmlns:a16="http://schemas.microsoft.com/office/drawing/2014/main" id="{0A26EBA2-B345-1343-B89D-4E76363964B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22699A1-A68E-2944-98E1-4900F3AA8871}" type="slidenum">
              <a:rPr lang="en-US" altLang="zh-CN" sz="1200">
                <a:latin typeface="Arial" panose="020B0604020202020204" pitchFamily="34" charset="0"/>
              </a:rPr>
              <a:pPr/>
              <a:t>37</a:t>
            </a:fld>
            <a:endParaRPr lang="en-US" altLang="zh-CN" sz="1200">
              <a:latin typeface="Arial" panose="020B0604020202020204" pitchFamily="34" charset="0"/>
            </a:endParaRPr>
          </a:p>
        </p:txBody>
      </p:sp>
      <p:sp>
        <p:nvSpPr>
          <p:cNvPr id="91138" name="Rectangle 2">
            <a:extLst>
              <a:ext uri="{FF2B5EF4-FFF2-40B4-BE49-F238E27FC236}">
                <a16:creationId xmlns:a16="http://schemas.microsoft.com/office/drawing/2014/main" id="{A0B8A80B-E2CB-8843-AC99-D3D75A0DD54E}"/>
              </a:ext>
            </a:extLst>
          </p:cNvPr>
          <p:cNvSpPr>
            <a:spLocks noGrp="1" noRot="1" noChangeAspect="1" noChangeArrowheads="1" noTextEdit="1"/>
          </p:cNvSpPr>
          <p:nvPr>
            <p:ph type="sldImg"/>
          </p:nvPr>
        </p:nvSpPr>
        <p:spPr>
          <a:ln/>
        </p:spPr>
      </p:sp>
      <p:sp>
        <p:nvSpPr>
          <p:cNvPr id="91139" name="Rectangle 3">
            <a:extLst>
              <a:ext uri="{FF2B5EF4-FFF2-40B4-BE49-F238E27FC236}">
                <a16:creationId xmlns:a16="http://schemas.microsoft.com/office/drawing/2014/main" id="{A1361AEA-5E74-E84B-9422-8D41B5B9431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496508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7">
            <a:extLst>
              <a:ext uri="{FF2B5EF4-FFF2-40B4-BE49-F238E27FC236}">
                <a16:creationId xmlns:a16="http://schemas.microsoft.com/office/drawing/2014/main" id="{FBA42993-D66B-AD4C-B2DA-4E6087DCB03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B1C52F5-E81B-C34C-8948-18825627D45A}" type="slidenum">
              <a:rPr lang="en-US" altLang="zh-CN" sz="1200">
                <a:latin typeface="Arial" panose="020B0604020202020204" pitchFamily="34" charset="0"/>
              </a:rPr>
              <a:pPr/>
              <a:t>38</a:t>
            </a:fld>
            <a:endParaRPr lang="en-US" altLang="zh-CN" sz="1200">
              <a:latin typeface="Arial" panose="020B0604020202020204" pitchFamily="34" charset="0"/>
            </a:endParaRPr>
          </a:p>
        </p:txBody>
      </p:sp>
      <p:sp>
        <p:nvSpPr>
          <p:cNvPr id="93186" name="Rectangle 2">
            <a:extLst>
              <a:ext uri="{FF2B5EF4-FFF2-40B4-BE49-F238E27FC236}">
                <a16:creationId xmlns:a16="http://schemas.microsoft.com/office/drawing/2014/main" id="{EB54A8B2-5831-8945-8FA3-120F18E19BF6}"/>
              </a:ext>
            </a:extLst>
          </p:cNvPr>
          <p:cNvSpPr>
            <a:spLocks noGrp="1" noRot="1" noChangeAspect="1" noChangeArrowheads="1" noTextEdit="1"/>
          </p:cNvSpPr>
          <p:nvPr>
            <p:ph type="sldImg"/>
          </p:nvPr>
        </p:nvSpPr>
        <p:spPr>
          <a:xfrm>
            <a:off x="139700" y="768350"/>
            <a:ext cx="6819900" cy="3836988"/>
          </a:xfrm>
          <a:ln/>
        </p:spPr>
      </p:sp>
      <p:sp>
        <p:nvSpPr>
          <p:cNvPr id="99331" name="Rectangle 3">
            <a:extLst>
              <a:ext uri="{FF2B5EF4-FFF2-40B4-BE49-F238E27FC236}">
                <a16:creationId xmlns:a16="http://schemas.microsoft.com/office/drawing/2014/main" id="{DD1C39F0-4D6F-7B4B-B460-82039496C5DF}"/>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44221078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a:extLst>
              <a:ext uri="{FF2B5EF4-FFF2-40B4-BE49-F238E27FC236}">
                <a16:creationId xmlns:a16="http://schemas.microsoft.com/office/drawing/2014/main" id="{CC393BAF-236A-134A-AA7A-E9F7D9C7A3F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5C5F1F3-2892-1C44-A3FC-1CEDFEB1BC59}" type="slidenum">
              <a:rPr lang="en-US" altLang="zh-CN" sz="1200">
                <a:latin typeface="Arial" panose="020B0604020202020204" pitchFamily="34" charset="0"/>
              </a:rPr>
              <a:pPr/>
              <a:t>39</a:t>
            </a:fld>
            <a:endParaRPr lang="en-US" altLang="zh-CN" sz="1200">
              <a:latin typeface="Arial" panose="020B0604020202020204" pitchFamily="34" charset="0"/>
            </a:endParaRPr>
          </a:p>
        </p:txBody>
      </p:sp>
      <p:sp>
        <p:nvSpPr>
          <p:cNvPr id="95234" name="Rectangle 2">
            <a:extLst>
              <a:ext uri="{FF2B5EF4-FFF2-40B4-BE49-F238E27FC236}">
                <a16:creationId xmlns:a16="http://schemas.microsoft.com/office/drawing/2014/main" id="{76AE32E0-6CF5-4B42-8128-A7DB0CA09F3F}"/>
              </a:ext>
            </a:extLst>
          </p:cNvPr>
          <p:cNvSpPr>
            <a:spLocks noGrp="1" noRot="1" noChangeAspect="1" noChangeArrowheads="1" noTextEdit="1"/>
          </p:cNvSpPr>
          <p:nvPr>
            <p:ph type="sldImg"/>
          </p:nvPr>
        </p:nvSpPr>
        <p:spPr>
          <a:xfrm>
            <a:off x="139700" y="768350"/>
            <a:ext cx="6819900" cy="3836988"/>
          </a:xfrm>
          <a:ln/>
        </p:spPr>
      </p:sp>
      <p:sp>
        <p:nvSpPr>
          <p:cNvPr id="101379" name="Rectangle 3">
            <a:extLst>
              <a:ext uri="{FF2B5EF4-FFF2-40B4-BE49-F238E27FC236}">
                <a16:creationId xmlns:a16="http://schemas.microsoft.com/office/drawing/2014/main" id="{3D3E62EE-E2B1-B94F-A5BD-7E063310C31E}"/>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4872849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7">
            <a:extLst>
              <a:ext uri="{FF2B5EF4-FFF2-40B4-BE49-F238E27FC236}">
                <a16:creationId xmlns:a16="http://schemas.microsoft.com/office/drawing/2014/main" id="{528FFFA4-A318-A247-BA03-6EE0926AF7B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2037F97-0661-BD43-B785-9CF23C48D900}" type="slidenum">
              <a:rPr lang="en-US" altLang="zh-CN" sz="1200">
                <a:latin typeface="Arial" panose="020B0604020202020204" pitchFamily="34" charset="0"/>
              </a:rPr>
              <a:pPr/>
              <a:t>40</a:t>
            </a:fld>
            <a:endParaRPr lang="en-US" altLang="zh-CN" sz="1200">
              <a:latin typeface="Arial" panose="020B0604020202020204" pitchFamily="34" charset="0"/>
            </a:endParaRPr>
          </a:p>
        </p:txBody>
      </p:sp>
      <p:sp>
        <p:nvSpPr>
          <p:cNvPr id="97282" name="Rectangle 2">
            <a:extLst>
              <a:ext uri="{FF2B5EF4-FFF2-40B4-BE49-F238E27FC236}">
                <a16:creationId xmlns:a16="http://schemas.microsoft.com/office/drawing/2014/main" id="{9CA92881-5C02-7E4E-9333-0F624E9C4D86}"/>
              </a:ext>
            </a:extLst>
          </p:cNvPr>
          <p:cNvSpPr>
            <a:spLocks noGrp="1" noRot="1" noChangeAspect="1" noChangeArrowheads="1" noTextEdit="1"/>
          </p:cNvSpPr>
          <p:nvPr>
            <p:ph type="sldImg"/>
          </p:nvPr>
        </p:nvSpPr>
        <p:spPr>
          <a:ln/>
        </p:spPr>
      </p:sp>
      <p:sp>
        <p:nvSpPr>
          <p:cNvPr id="97283" name="Rectangle 3">
            <a:extLst>
              <a:ext uri="{FF2B5EF4-FFF2-40B4-BE49-F238E27FC236}">
                <a16:creationId xmlns:a16="http://schemas.microsoft.com/office/drawing/2014/main" id="{731FE897-3989-7B43-9C57-243EC41843D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1619240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7">
            <a:extLst>
              <a:ext uri="{FF2B5EF4-FFF2-40B4-BE49-F238E27FC236}">
                <a16:creationId xmlns:a16="http://schemas.microsoft.com/office/drawing/2014/main" id="{78A8AEF2-0F87-3545-BC90-E649F2EBF7B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EAB588F-5C03-D044-8AB8-508954E83734}" type="slidenum">
              <a:rPr lang="en-US" altLang="zh-CN" sz="1200">
                <a:latin typeface="Arial" panose="020B0604020202020204" pitchFamily="34" charset="0"/>
              </a:rPr>
              <a:pPr/>
              <a:t>41</a:t>
            </a:fld>
            <a:endParaRPr lang="en-US" altLang="zh-CN" sz="1200">
              <a:latin typeface="Arial" panose="020B0604020202020204" pitchFamily="34" charset="0"/>
            </a:endParaRPr>
          </a:p>
        </p:txBody>
      </p:sp>
      <p:sp>
        <p:nvSpPr>
          <p:cNvPr id="99330" name="Rectangle 2">
            <a:extLst>
              <a:ext uri="{FF2B5EF4-FFF2-40B4-BE49-F238E27FC236}">
                <a16:creationId xmlns:a16="http://schemas.microsoft.com/office/drawing/2014/main" id="{DF3731B4-35EB-2341-B41C-B8A135758A90}"/>
              </a:ext>
            </a:extLst>
          </p:cNvPr>
          <p:cNvSpPr>
            <a:spLocks noGrp="1" noRot="1" noChangeAspect="1" noChangeArrowheads="1" noTextEdit="1"/>
          </p:cNvSpPr>
          <p:nvPr>
            <p:ph type="sldImg"/>
          </p:nvPr>
        </p:nvSpPr>
        <p:spPr>
          <a:ln/>
        </p:spPr>
      </p:sp>
      <p:sp>
        <p:nvSpPr>
          <p:cNvPr id="99331" name="Rectangle 3">
            <a:extLst>
              <a:ext uri="{FF2B5EF4-FFF2-40B4-BE49-F238E27FC236}">
                <a16:creationId xmlns:a16="http://schemas.microsoft.com/office/drawing/2014/main" id="{1017ED9D-EE45-3B4D-9F03-C9D76E31217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9976763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7">
            <a:extLst>
              <a:ext uri="{FF2B5EF4-FFF2-40B4-BE49-F238E27FC236}">
                <a16:creationId xmlns:a16="http://schemas.microsoft.com/office/drawing/2014/main" id="{4097E3F2-D31F-6F48-9B78-481B911E5C2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991567B-72A3-F24A-A99E-21E94156E061}" type="slidenum">
              <a:rPr lang="en-US" altLang="zh-CN" sz="1200">
                <a:latin typeface="Arial" panose="020B0604020202020204" pitchFamily="34" charset="0"/>
              </a:rPr>
              <a:pPr/>
              <a:t>42</a:t>
            </a:fld>
            <a:endParaRPr lang="en-US" altLang="zh-CN" sz="1200">
              <a:latin typeface="Arial" panose="020B0604020202020204" pitchFamily="34" charset="0"/>
            </a:endParaRPr>
          </a:p>
        </p:txBody>
      </p:sp>
      <p:sp>
        <p:nvSpPr>
          <p:cNvPr id="101378" name="Rectangle 2">
            <a:extLst>
              <a:ext uri="{FF2B5EF4-FFF2-40B4-BE49-F238E27FC236}">
                <a16:creationId xmlns:a16="http://schemas.microsoft.com/office/drawing/2014/main" id="{EAC43BA0-C7DE-C846-A453-2665A8776740}"/>
              </a:ext>
            </a:extLst>
          </p:cNvPr>
          <p:cNvSpPr>
            <a:spLocks noGrp="1" noRot="1" noChangeAspect="1" noChangeArrowheads="1" noTextEdit="1"/>
          </p:cNvSpPr>
          <p:nvPr>
            <p:ph type="sldImg"/>
          </p:nvPr>
        </p:nvSpPr>
        <p:spPr>
          <a:xfrm>
            <a:off x="139700" y="768350"/>
            <a:ext cx="6819900" cy="3836988"/>
          </a:xfrm>
          <a:ln/>
        </p:spPr>
      </p:sp>
      <p:sp>
        <p:nvSpPr>
          <p:cNvPr id="109571" name="Rectangle 3">
            <a:extLst>
              <a:ext uri="{FF2B5EF4-FFF2-40B4-BE49-F238E27FC236}">
                <a16:creationId xmlns:a16="http://schemas.microsoft.com/office/drawing/2014/main" id="{FEE7C213-A3AA-B94C-B271-AEA3802B9510}"/>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79904098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7">
            <a:extLst>
              <a:ext uri="{FF2B5EF4-FFF2-40B4-BE49-F238E27FC236}">
                <a16:creationId xmlns:a16="http://schemas.microsoft.com/office/drawing/2014/main" id="{6F9EB261-3754-0742-82D1-EE333AD4E15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DC04087-DB33-0B48-ADBF-D59EA0096503}" type="slidenum">
              <a:rPr lang="en-US" altLang="zh-CN" sz="1200">
                <a:latin typeface="Arial" panose="020B0604020202020204" pitchFamily="34" charset="0"/>
              </a:rPr>
              <a:pPr/>
              <a:t>43</a:t>
            </a:fld>
            <a:endParaRPr lang="en-US" altLang="zh-CN" sz="1200">
              <a:latin typeface="Arial" panose="020B0604020202020204" pitchFamily="34" charset="0"/>
            </a:endParaRPr>
          </a:p>
        </p:txBody>
      </p:sp>
      <p:sp>
        <p:nvSpPr>
          <p:cNvPr id="103426" name="Rectangle 2">
            <a:extLst>
              <a:ext uri="{FF2B5EF4-FFF2-40B4-BE49-F238E27FC236}">
                <a16:creationId xmlns:a16="http://schemas.microsoft.com/office/drawing/2014/main" id="{CB45EBBD-EBCF-2B4D-B90A-C81D648E0B61}"/>
              </a:ext>
            </a:extLst>
          </p:cNvPr>
          <p:cNvSpPr>
            <a:spLocks noGrp="1" noRot="1" noChangeAspect="1" noChangeArrowheads="1" noTextEdit="1"/>
          </p:cNvSpPr>
          <p:nvPr>
            <p:ph type="sldImg"/>
          </p:nvPr>
        </p:nvSpPr>
        <p:spPr>
          <a:ln/>
        </p:spPr>
      </p:sp>
      <p:sp>
        <p:nvSpPr>
          <p:cNvPr id="103427" name="Rectangle 3">
            <a:extLst>
              <a:ext uri="{FF2B5EF4-FFF2-40B4-BE49-F238E27FC236}">
                <a16:creationId xmlns:a16="http://schemas.microsoft.com/office/drawing/2014/main" id="{86D2889C-C713-0845-B59C-D68F7BA0C7F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5519200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7">
            <a:extLst>
              <a:ext uri="{FF2B5EF4-FFF2-40B4-BE49-F238E27FC236}">
                <a16:creationId xmlns:a16="http://schemas.microsoft.com/office/drawing/2014/main" id="{6E65396B-39D8-C14B-9EE6-D7FC7AA1BAF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444E8F0-DA94-D242-8DDB-A7391321FAD0}" type="slidenum">
              <a:rPr lang="en-US" altLang="zh-CN" sz="1200">
                <a:latin typeface="Arial" panose="020B0604020202020204" pitchFamily="34" charset="0"/>
              </a:rPr>
              <a:pPr/>
              <a:t>44</a:t>
            </a:fld>
            <a:endParaRPr lang="en-US" altLang="zh-CN" sz="1200">
              <a:latin typeface="Arial" panose="020B0604020202020204" pitchFamily="34" charset="0"/>
            </a:endParaRPr>
          </a:p>
        </p:txBody>
      </p:sp>
      <p:sp>
        <p:nvSpPr>
          <p:cNvPr id="105474" name="Rectangle 2">
            <a:extLst>
              <a:ext uri="{FF2B5EF4-FFF2-40B4-BE49-F238E27FC236}">
                <a16:creationId xmlns:a16="http://schemas.microsoft.com/office/drawing/2014/main" id="{D5898F95-409D-BC49-AFD7-8610BF753C9A}"/>
              </a:ext>
            </a:extLst>
          </p:cNvPr>
          <p:cNvSpPr>
            <a:spLocks noGrp="1" noRot="1" noChangeAspect="1" noChangeArrowheads="1" noTextEdit="1"/>
          </p:cNvSpPr>
          <p:nvPr>
            <p:ph type="sldImg"/>
          </p:nvPr>
        </p:nvSpPr>
        <p:spPr>
          <a:xfrm>
            <a:off x="139700" y="768350"/>
            <a:ext cx="6819900" cy="3836988"/>
          </a:xfrm>
          <a:ln/>
        </p:spPr>
      </p:sp>
      <p:sp>
        <p:nvSpPr>
          <p:cNvPr id="111619" name="Rectangle 3">
            <a:extLst>
              <a:ext uri="{FF2B5EF4-FFF2-40B4-BE49-F238E27FC236}">
                <a16:creationId xmlns:a16="http://schemas.microsoft.com/office/drawing/2014/main" id="{9F512AA8-9786-D542-8241-34ADA01A4E04}"/>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45310169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7">
            <a:extLst>
              <a:ext uri="{FF2B5EF4-FFF2-40B4-BE49-F238E27FC236}">
                <a16:creationId xmlns:a16="http://schemas.microsoft.com/office/drawing/2014/main" id="{AF5034D9-4199-5F49-A053-4F8D97BB073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60EAD8C-3117-3A46-925F-E51F79070EB3}" type="slidenum">
              <a:rPr lang="en-US" altLang="zh-CN" sz="1200">
                <a:latin typeface="Arial" panose="020B0604020202020204" pitchFamily="34" charset="0"/>
              </a:rPr>
              <a:pPr/>
              <a:t>45</a:t>
            </a:fld>
            <a:endParaRPr lang="en-US" altLang="zh-CN" sz="1200">
              <a:latin typeface="Arial" panose="020B0604020202020204" pitchFamily="34" charset="0"/>
            </a:endParaRPr>
          </a:p>
        </p:txBody>
      </p:sp>
      <p:sp>
        <p:nvSpPr>
          <p:cNvPr id="107522" name="Rectangle 2">
            <a:extLst>
              <a:ext uri="{FF2B5EF4-FFF2-40B4-BE49-F238E27FC236}">
                <a16:creationId xmlns:a16="http://schemas.microsoft.com/office/drawing/2014/main" id="{4246DA0C-8027-154C-828F-668545304C1C}"/>
              </a:ext>
            </a:extLst>
          </p:cNvPr>
          <p:cNvSpPr>
            <a:spLocks noGrp="1" noRot="1" noChangeAspect="1" noChangeArrowheads="1" noTextEdit="1"/>
          </p:cNvSpPr>
          <p:nvPr>
            <p:ph type="sldImg"/>
          </p:nvPr>
        </p:nvSpPr>
        <p:spPr>
          <a:xfrm>
            <a:off x="139700" y="768350"/>
            <a:ext cx="6819900" cy="3836988"/>
          </a:xfrm>
          <a:ln/>
        </p:spPr>
      </p:sp>
      <p:sp>
        <p:nvSpPr>
          <p:cNvPr id="113667" name="Rectangle 3">
            <a:extLst>
              <a:ext uri="{FF2B5EF4-FFF2-40B4-BE49-F238E27FC236}">
                <a16:creationId xmlns:a16="http://schemas.microsoft.com/office/drawing/2014/main" id="{873890EB-B483-4441-AE30-FA792A78880B}"/>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83085254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7">
            <a:extLst>
              <a:ext uri="{FF2B5EF4-FFF2-40B4-BE49-F238E27FC236}">
                <a16:creationId xmlns:a16="http://schemas.microsoft.com/office/drawing/2014/main" id="{306019AA-739A-AB4C-8EA5-D6BBB13C252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C6EA6FA-084A-B54D-A479-28FD5C975420}" type="slidenum">
              <a:rPr lang="en-US" altLang="zh-CN" sz="1200">
                <a:latin typeface="Arial" panose="020B0604020202020204" pitchFamily="34" charset="0"/>
              </a:rPr>
              <a:pPr/>
              <a:t>46</a:t>
            </a:fld>
            <a:endParaRPr lang="en-US" altLang="zh-CN" sz="1200">
              <a:latin typeface="Arial" panose="020B0604020202020204" pitchFamily="34" charset="0"/>
            </a:endParaRPr>
          </a:p>
        </p:txBody>
      </p:sp>
      <p:sp>
        <p:nvSpPr>
          <p:cNvPr id="109570" name="Rectangle 2">
            <a:extLst>
              <a:ext uri="{FF2B5EF4-FFF2-40B4-BE49-F238E27FC236}">
                <a16:creationId xmlns:a16="http://schemas.microsoft.com/office/drawing/2014/main" id="{15B0ACE5-EAE3-BB44-9C58-533079BF0C26}"/>
              </a:ext>
            </a:extLst>
          </p:cNvPr>
          <p:cNvSpPr>
            <a:spLocks noGrp="1" noRot="1" noChangeAspect="1" noChangeArrowheads="1" noTextEdit="1"/>
          </p:cNvSpPr>
          <p:nvPr>
            <p:ph type="sldImg"/>
          </p:nvPr>
        </p:nvSpPr>
        <p:spPr>
          <a:xfrm>
            <a:off x="139700" y="768350"/>
            <a:ext cx="6819900" cy="3836988"/>
          </a:xfrm>
          <a:ln/>
        </p:spPr>
      </p:sp>
      <p:sp>
        <p:nvSpPr>
          <p:cNvPr id="115715" name="Rectangle 3">
            <a:extLst>
              <a:ext uri="{FF2B5EF4-FFF2-40B4-BE49-F238E27FC236}">
                <a16:creationId xmlns:a16="http://schemas.microsoft.com/office/drawing/2014/main" id="{B1641B69-D28B-834E-9799-0F253386D3DC}"/>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86923894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7">
            <a:extLst>
              <a:ext uri="{FF2B5EF4-FFF2-40B4-BE49-F238E27FC236}">
                <a16:creationId xmlns:a16="http://schemas.microsoft.com/office/drawing/2014/main" id="{CF0B0FCA-C78B-D340-8D43-3513BB4EEBE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98E0E70-C1A2-6C42-BBAD-C6562F87716F}" type="slidenum">
              <a:rPr lang="en-US" altLang="zh-CN" sz="1200">
                <a:latin typeface="Arial" panose="020B0604020202020204" pitchFamily="34" charset="0"/>
              </a:rPr>
              <a:pPr/>
              <a:t>47</a:t>
            </a:fld>
            <a:endParaRPr lang="en-US" altLang="zh-CN" sz="1200">
              <a:latin typeface="Arial" panose="020B0604020202020204" pitchFamily="34" charset="0"/>
            </a:endParaRPr>
          </a:p>
        </p:txBody>
      </p:sp>
      <p:sp>
        <p:nvSpPr>
          <p:cNvPr id="111618" name="Rectangle 2">
            <a:extLst>
              <a:ext uri="{FF2B5EF4-FFF2-40B4-BE49-F238E27FC236}">
                <a16:creationId xmlns:a16="http://schemas.microsoft.com/office/drawing/2014/main" id="{78095882-7222-6049-B65B-AD711E4A58AD}"/>
              </a:ext>
            </a:extLst>
          </p:cNvPr>
          <p:cNvSpPr>
            <a:spLocks noGrp="1" noRot="1" noChangeAspect="1" noChangeArrowheads="1" noTextEdit="1"/>
          </p:cNvSpPr>
          <p:nvPr>
            <p:ph type="sldImg"/>
          </p:nvPr>
        </p:nvSpPr>
        <p:spPr>
          <a:xfrm>
            <a:off x="139700" y="768350"/>
            <a:ext cx="6819900" cy="3836988"/>
          </a:xfrm>
          <a:ln/>
        </p:spPr>
      </p:sp>
      <p:sp>
        <p:nvSpPr>
          <p:cNvPr id="132099" name="Rectangle 3">
            <a:extLst>
              <a:ext uri="{FF2B5EF4-FFF2-40B4-BE49-F238E27FC236}">
                <a16:creationId xmlns:a16="http://schemas.microsoft.com/office/drawing/2014/main" id="{4A9A8B84-5F65-3D45-9011-5C25561FC730}"/>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15560493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7">
            <a:extLst>
              <a:ext uri="{FF2B5EF4-FFF2-40B4-BE49-F238E27FC236}">
                <a16:creationId xmlns:a16="http://schemas.microsoft.com/office/drawing/2014/main" id="{37C07AA8-BF5A-484C-BE69-8BA89D74177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5AEBB4C-5C4E-D043-8205-873C29EFC3BA}" type="slidenum">
              <a:rPr lang="en-US" altLang="zh-CN" sz="1200">
                <a:latin typeface="Arial" panose="020B0604020202020204" pitchFamily="34" charset="0"/>
              </a:rPr>
              <a:pPr/>
              <a:t>48</a:t>
            </a:fld>
            <a:endParaRPr lang="en-US" altLang="zh-CN" sz="1200">
              <a:latin typeface="Arial" panose="020B0604020202020204" pitchFamily="34" charset="0"/>
            </a:endParaRPr>
          </a:p>
        </p:txBody>
      </p:sp>
      <p:sp>
        <p:nvSpPr>
          <p:cNvPr id="113666" name="Rectangle 2">
            <a:extLst>
              <a:ext uri="{FF2B5EF4-FFF2-40B4-BE49-F238E27FC236}">
                <a16:creationId xmlns:a16="http://schemas.microsoft.com/office/drawing/2014/main" id="{29C01B3C-358A-AE4F-9DBA-DA792ADC6D92}"/>
              </a:ext>
            </a:extLst>
          </p:cNvPr>
          <p:cNvSpPr>
            <a:spLocks noGrp="1" noRot="1" noChangeAspect="1" noChangeArrowheads="1" noTextEdit="1"/>
          </p:cNvSpPr>
          <p:nvPr>
            <p:ph type="sldImg"/>
          </p:nvPr>
        </p:nvSpPr>
        <p:spPr>
          <a:xfrm>
            <a:off x="139700" y="768350"/>
            <a:ext cx="6819900" cy="3836988"/>
          </a:xfrm>
          <a:ln/>
        </p:spPr>
      </p:sp>
      <p:sp>
        <p:nvSpPr>
          <p:cNvPr id="134147" name="Rectangle 3">
            <a:extLst>
              <a:ext uri="{FF2B5EF4-FFF2-40B4-BE49-F238E27FC236}">
                <a16:creationId xmlns:a16="http://schemas.microsoft.com/office/drawing/2014/main" id="{B32A166F-F8A7-C24E-8F95-BE71F595FC16}"/>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75751166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7">
            <a:extLst>
              <a:ext uri="{FF2B5EF4-FFF2-40B4-BE49-F238E27FC236}">
                <a16:creationId xmlns:a16="http://schemas.microsoft.com/office/drawing/2014/main" id="{30977424-6E65-3D4F-BE8F-40DEEDEA796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136B51B-8036-9A47-BD72-2CDDB30ACD07}" type="slidenum">
              <a:rPr lang="en-US" altLang="zh-CN" sz="1200">
                <a:latin typeface="Arial" panose="020B0604020202020204" pitchFamily="34" charset="0"/>
              </a:rPr>
              <a:pPr/>
              <a:t>49</a:t>
            </a:fld>
            <a:endParaRPr lang="en-US" altLang="zh-CN" sz="1200">
              <a:latin typeface="Arial" panose="020B0604020202020204" pitchFamily="34" charset="0"/>
            </a:endParaRPr>
          </a:p>
        </p:txBody>
      </p:sp>
      <p:sp>
        <p:nvSpPr>
          <p:cNvPr id="115714" name="Rectangle 2">
            <a:extLst>
              <a:ext uri="{FF2B5EF4-FFF2-40B4-BE49-F238E27FC236}">
                <a16:creationId xmlns:a16="http://schemas.microsoft.com/office/drawing/2014/main" id="{70161B03-E238-914E-A18D-AF0AFC65D826}"/>
              </a:ext>
            </a:extLst>
          </p:cNvPr>
          <p:cNvSpPr>
            <a:spLocks noGrp="1" noRot="1" noChangeAspect="1" noChangeArrowheads="1" noTextEdit="1"/>
          </p:cNvSpPr>
          <p:nvPr>
            <p:ph type="sldImg"/>
          </p:nvPr>
        </p:nvSpPr>
        <p:spPr>
          <a:xfrm>
            <a:off x="139700" y="768350"/>
            <a:ext cx="6819900" cy="3836988"/>
          </a:xfrm>
          <a:ln/>
        </p:spPr>
      </p:sp>
      <p:sp>
        <p:nvSpPr>
          <p:cNvPr id="136195" name="Rectangle 3">
            <a:extLst>
              <a:ext uri="{FF2B5EF4-FFF2-40B4-BE49-F238E27FC236}">
                <a16:creationId xmlns:a16="http://schemas.microsoft.com/office/drawing/2014/main" id="{5FF1DAAD-E97A-F849-AF19-4389EE5AC1BF}"/>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201875202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7">
            <a:extLst>
              <a:ext uri="{FF2B5EF4-FFF2-40B4-BE49-F238E27FC236}">
                <a16:creationId xmlns:a16="http://schemas.microsoft.com/office/drawing/2014/main" id="{45998EA1-3328-9645-9226-842019A3B8B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A56B765-B8FC-7345-A763-EC2B56BDA784}" type="slidenum">
              <a:rPr lang="en-US" altLang="zh-CN" sz="1200">
                <a:latin typeface="Arial" panose="020B0604020202020204" pitchFamily="34" charset="0"/>
              </a:rPr>
              <a:pPr/>
              <a:t>50</a:t>
            </a:fld>
            <a:endParaRPr lang="en-US" altLang="zh-CN" sz="1200">
              <a:latin typeface="Arial" panose="020B0604020202020204" pitchFamily="34" charset="0"/>
            </a:endParaRPr>
          </a:p>
        </p:txBody>
      </p:sp>
      <p:sp>
        <p:nvSpPr>
          <p:cNvPr id="117762" name="Rectangle 2">
            <a:extLst>
              <a:ext uri="{FF2B5EF4-FFF2-40B4-BE49-F238E27FC236}">
                <a16:creationId xmlns:a16="http://schemas.microsoft.com/office/drawing/2014/main" id="{40274DA9-21F5-7148-B072-8850456592EA}"/>
              </a:ext>
            </a:extLst>
          </p:cNvPr>
          <p:cNvSpPr>
            <a:spLocks noGrp="1" noRot="1" noChangeAspect="1" noChangeArrowheads="1" noTextEdit="1"/>
          </p:cNvSpPr>
          <p:nvPr>
            <p:ph type="sldImg"/>
          </p:nvPr>
        </p:nvSpPr>
        <p:spPr>
          <a:xfrm>
            <a:off x="139700" y="768350"/>
            <a:ext cx="6819900" cy="3836988"/>
          </a:xfrm>
          <a:ln/>
        </p:spPr>
      </p:sp>
      <p:sp>
        <p:nvSpPr>
          <p:cNvPr id="138243" name="Rectangle 3">
            <a:extLst>
              <a:ext uri="{FF2B5EF4-FFF2-40B4-BE49-F238E27FC236}">
                <a16:creationId xmlns:a16="http://schemas.microsoft.com/office/drawing/2014/main" id="{981BC990-9F24-5E48-A65C-22E713EEEC0D}"/>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68478258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7">
            <a:extLst>
              <a:ext uri="{FF2B5EF4-FFF2-40B4-BE49-F238E27FC236}">
                <a16:creationId xmlns:a16="http://schemas.microsoft.com/office/drawing/2014/main" id="{9BEB632A-8ADC-C841-8778-9E0C60B9CCE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1E14FE9-5F7C-674E-9C2C-44ECFC45BB3A}" type="slidenum">
              <a:rPr lang="en-US" altLang="zh-CN" sz="1200">
                <a:latin typeface="Arial" panose="020B0604020202020204" pitchFamily="34" charset="0"/>
              </a:rPr>
              <a:pPr/>
              <a:t>51</a:t>
            </a:fld>
            <a:endParaRPr lang="en-US" altLang="zh-CN" sz="1200">
              <a:latin typeface="Arial" panose="020B0604020202020204" pitchFamily="34" charset="0"/>
            </a:endParaRPr>
          </a:p>
        </p:txBody>
      </p:sp>
      <p:sp>
        <p:nvSpPr>
          <p:cNvPr id="119810" name="Rectangle 2">
            <a:extLst>
              <a:ext uri="{FF2B5EF4-FFF2-40B4-BE49-F238E27FC236}">
                <a16:creationId xmlns:a16="http://schemas.microsoft.com/office/drawing/2014/main" id="{E5F6ADB7-9D67-9F44-ADE0-D3EDBBB142A4}"/>
              </a:ext>
            </a:extLst>
          </p:cNvPr>
          <p:cNvSpPr>
            <a:spLocks noGrp="1" noRot="1" noChangeAspect="1" noChangeArrowheads="1" noTextEdit="1"/>
          </p:cNvSpPr>
          <p:nvPr>
            <p:ph type="sldImg"/>
          </p:nvPr>
        </p:nvSpPr>
        <p:spPr>
          <a:xfrm>
            <a:off x="139700" y="768350"/>
            <a:ext cx="6819900" cy="3836988"/>
          </a:xfrm>
          <a:ln/>
        </p:spPr>
      </p:sp>
      <p:sp>
        <p:nvSpPr>
          <p:cNvPr id="140291" name="Rectangle 3">
            <a:extLst>
              <a:ext uri="{FF2B5EF4-FFF2-40B4-BE49-F238E27FC236}">
                <a16:creationId xmlns:a16="http://schemas.microsoft.com/office/drawing/2014/main" id="{BAA570DC-3764-4341-9807-2740CB0D263C}"/>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5128248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7">
            <a:extLst>
              <a:ext uri="{FF2B5EF4-FFF2-40B4-BE49-F238E27FC236}">
                <a16:creationId xmlns:a16="http://schemas.microsoft.com/office/drawing/2014/main" id="{7809404E-790D-0549-A18A-64D35DFE1E0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B8D11FB-6278-0B4E-ADB4-01553096AA43}" type="slidenum">
              <a:rPr lang="en-US" altLang="zh-CN" sz="1200">
                <a:latin typeface="Arial" panose="020B0604020202020204" pitchFamily="34" charset="0"/>
              </a:rPr>
              <a:pPr/>
              <a:t>52</a:t>
            </a:fld>
            <a:endParaRPr lang="en-US" altLang="zh-CN" sz="1200">
              <a:latin typeface="Arial" panose="020B0604020202020204" pitchFamily="34" charset="0"/>
            </a:endParaRPr>
          </a:p>
        </p:txBody>
      </p:sp>
      <p:sp>
        <p:nvSpPr>
          <p:cNvPr id="121858" name="Rectangle 2">
            <a:extLst>
              <a:ext uri="{FF2B5EF4-FFF2-40B4-BE49-F238E27FC236}">
                <a16:creationId xmlns:a16="http://schemas.microsoft.com/office/drawing/2014/main" id="{516E74C0-600A-CF47-8D36-8E8FDE8E544F}"/>
              </a:ext>
            </a:extLst>
          </p:cNvPr>
          <p:cNvSpPr>
            <a:spLocks noGrp="1" noRot="1" noChangeAspect="1" noChangeArrowheads="1" noTextEdit="1"/>
          </p:cNvSpPr>
          <p:nvPr>
            <p:ph type="sldImg"/>
          </p:nvPr>
        </p:nvSpPr>
        <p:spPr>
          <a:xfrm>
            <a:off x="139700" y="768350"/>
            <a:ext cx="6819900" cy="3836988"/>
          </a:xfrm>
          <a:ln/>
        </p:spPr>
      </p:sp>
      <p:sp>
        <p:nvSpPr>
          <p:cNvPr id="142339" name="Rectangle 3">
            <a:extLst>
              <a:ext uri="{FF2B5EF4-FFF2-40B4-BE49-F238E27FC236}">
                <a16:creationId xmlns:a16="http://schemas.microsoft.com/office/drawing/2014/main" id="{C7C9E65B-822C-5845-88B6-50A3B77F4D85}"/>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276372047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7">
            <a:extLst>
              <a:ext uri="{FF2B5EF4-FFF2-40B4-BE49-F238E27FC236}">
                <a16:creationId xmlns:a16="http://schemas.microsoft.com/office/drawing/2014/main" id="{9266C108-3117-224A-8BEB-CF9D353318A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FF53467-9488-4B46-B9C3-5DADD73CF7E6}" type="slidenum">
              <a:rPr lang="en-US" altLang="zh-CN" sz="1200">
                <a:latin typeface="Arial" panose="020B0604020202020204" pitchFamily="34" charset="0"/>
              </a:rPr>
              <a:pPr/>
              <a:t>53</a:t>
            </a:fld>
            <a:endParaRPr lang="en-US" altLang="zh-CN" sz="1200">
              <a:latin typeface="Arial" panose="020B0604020202020204" pitchFamily="34" charset="0"/>
            </a:endParaRPr>
          </a:p>
        </p:txBody>
      </p:sp>
      <p:sp>
        <p:nvSpPr>
          <p:cNvPr id="123906" name="Rectangle 2">
            <a:extLst>
              <a:ext uri="{FF2B5EF4-FFF2-40B4-BE49-F238E27FC236}">
                <a16:creationId xmlns:a16="http://schemas.microsoft.com/office/drawing/2014/main" id="{500D6FBB-C4DA-B14D-9A83-702338D84744}"/>
              </a:ext>
            </a:extLst>
          </p:cNvPr>
          <p:cNvSpPr>
            <a:spLocks noGrp="1" noRot="1" noChangeAspect="1" noChangeArrowheads="1" noTextEdit="1"/>
          </p:cNvSpPr>
          <p:nvPr>
            <p:ph type="sldImg"/>
          </p:nvPr>
        </p:nvSpPr>
        <p:spPr>
          <a:xfrm>
            <a:off x="139700" y="768350"/>
            <a:ext cx="6819900" cy="3836988"/>
          </a:xfrm>
          <a:ln/>
        </p:spPr>
      </p:sp>
      <p:sp>
        <p:nvSpPr>
          <p:cNvPr id="144387" name="Rectangle 3">
            <a:extLst>
              <a:ext uri="{FF2B5EF4-FFF2-40B4-BE49-F238E27FC236}">
                <a16:creationId xmlns:a16="http://schemas.microsoft.com/office/drawing/2014/main" id="{F5D25316-1C1C-704E-8FB3-E0B77A6B3919}"/>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369391798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7">
            <a:extLst>
              <a:ext uri="{FF2B5EF4-FFF2-40B4-BE49-F238E27FC236}">
                <a16:creationId xmlns:a16="http://schemas.microsoft.com/office/drawing/2014/main" id="{64CB10EA-C16B-4B4D-B159-BF4C6E9D0B3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6DA6CA6-E3ED-5C47-852A-4C61F4B5159B}" type="slidenum">
              <a:rPr lang="en-US" altLang="zh-CN" sz="1200">
                <a:latin typeface="Arial" panose="020B0604020202020204" pitchFamily="34" charset="0"/>
              </a:rPr>
              <a:pPr/>
              <a:t>54</a:t>
            </a:fld>
            <a:endParaRPr lang="en-US" altLang="zh-CN" sz="1200">
              <a:latin typeface="Arial" panose="020B0604020202020204" pitchFamily="34" charset="0"/>
            </a:endParaRPr>
          </a:p>
        </p:txBody>
      </p:sp>
      <p:sp>
        <p:nvSpPr>
          <p:cNvPr id="125954" name="Rectangle 2">
            <a:extLst>
              <a:ext uri="{FF2B5EF4-FFF2-40B4-BE49-F238E27FC236}">
                <a16:creationId xmlns:a16="http://schemas.microsoft.com/office/drawing/2014/main" id="{7DCF1C64-1331-C144-A584-25BFCDA0684E}"/>
              </a:ext>
            </a:extLst>
          </p:cNvPr>
          <p:cNvSpPr>
            <a:spLocks noGrp="1" noRot="1" noChangeAspect="1" noChangeArrowheads="1" noTextEdit="1"/>
          </p:cNvSpPr>
          <p:nvPr>
            <p:ph type="sldImg"/>
          </p:nvPr>
        </p:nvSpPr>
        <p:spPr>
          <a:xfrm>
            <a:off x="139700" y="768350"/>
            <a:ext cx="6819900" cy="3836988"/>
          </a:xfrm>
          <a:ln/>
        </p:spPr>
      </p:sp>
      <p:sp>
        <p:nvSpPr>
          <p:cNvPr id="146435" name="Rectangle 3">
            <a:extLst>
              <a:ext uri="{FF2B5EF4-FFF2-40B4-BE49-F238E27FC236}">
                <a16:creationId xmlns:a16="http://schemas.microsoft.com/office/drawing/2014/main" id="{EF373CF5-ADE0-B343-9024-7C2C69A8F982}"/>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50487832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7">
            <a:extLst>
              <a:ext uri="{FF2B5EF4-FFF2-40B4-BE49-F238E27FC236}">
                <a16:creationId xmlns:a16="http://schemas.microsoft.com/office/drawing/2014/main" id="{09202736-08FB-3D40-B1C8-D2C17F55F51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4D08DADF-899F-0746-B53F-B0E67345BB3D}" type="slidenum">
              <a:rPr lang="en-US" altLang="zh-CN" sz="1200">
                <a:latin typeface="Arial" panose="020B0604020202020204" pitchFamily="34" charset="0"/>
              </a:rPr>
              <a:pPr/>
              <a:t>55</a:t>
            </a:fld>
            <a:endParaRPr lang="en-US" altLang="zh-CN" sz="1200">
              <a:latin typeface="Arial" panose="020B0604020202020204" pitchFamily="34" charset="0"/>
            </a:endParaRPr>
          </a:p>
        </p:txBody>
      </p:sp>
      <p:sp>
        <p:nvSpPr>
          <p:cNvPr id="128002" name="Rectangle 2">
            <a:extLst>
              <a:ext uri="{FF2B5EF4-FFF2-40B4-BE49-F238E27FC236}">
                <a16:creationId xmlns:a16="http://schemas.microsoft.com/office/drawing/2014/main" id="{BA2EA603-0A33-F640-B2B7-5166F9475BA8}"/>
              </a:ext>
            </a:extLst>
          </p:cNvPr>
          <p:cNvSpPr>
            <a:spLocks noGrp="1" noRot="1" noChangeAspect="1" noChangeArrowheads="1" noTextEdit="1"/>
          </p:cNvSpPr>
          <p:nvPr>
            <p:ph type="sldImg"/>
          </p:nvPr>
        </p:nvSpPr>
        <p:spPr>
          <a:ln/>
        </p:spPr>
      </p:sp>
      <p:sp>
        <p:nvSpPr>
          <p:cNvPr id="128003" name="Rectangle 3">
            <a:extLst>
              <a:ext uri="{FF2B5EF4-FFF2-40B4-BE49-F238E27FC236}">
                <a16:creationId xmlns:a16="http://schemas.microsoft.com/office/drawing/2014/main" id="{6AE6FCBF-220E-9443-A1CE-F41ADEF5D36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66792602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7">
            <a:extLst>
              <a:ext uri="{FF2B5EF4-FFF2-40B4-BE49-F238E27FC236}">
                <a16:creationId xmlns:a16="http://schemas.microsoft.com/office/drawing/2014/main" id="{352E7DD2-B3A7-0248-B85E-C1F0798A5D2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50C5CE01-D561-FF4B-AF25-EF99EDDFCC74}" type="slidenum">
              <a:rPr lang="en-US" altLang="zh-CN" sz="1200">
                <a:latin typeface="Arial" panose="020B0604020202020204" pitchFamily="34" charset="0"/>
              </a:rPr>
              <a:pPr/>
              <a:t>56</a:t>
            </a:fld>
            <a:endParaRPr lang="en-US" altLang="zh-CN" sz="1200">
              <a:latin typeface="Arial" panose="020B0604020202020204" pitchFamily="34" charset="0"/>
            </a:endParaRPr>
          </a:p>
        </p:txBody>
      </p:sp>
      <p:sp>
        <p:nvSpPr>
          <p:cNvPr id="130050" name="Rectangle 2">
            <a:extLst>
              <a:ext uri="{FF2B5EF4-FFF2-40B4-BE49-F238E27FC236}">
                <a16:creationId xmlns:a16="http://schemas.microsoft.com/office/drawing/2014/main" id="{E6302242-8E68-0D4A-8E94-58F2B3396F84}"/>
              </a:ext>
            </a:extLst>
          </p:cNvPr>
          <p:cNvSpPr>
            <a:spLocks noGrp="1" noRot="1" noChangeAspect="1" noChangeArrowheads="1" noTextEdit="1"/>
          </p:cNvSpPr>
          <p:nvPr>
            <p:ph type="sldImg"/>
          </p:nvPr>
        </p:nvSpPr>
        <p:spPr>
          <a:ln/>
        </p:spPr>
      </p:sp>
      <p:sp>
        <p:nvSpPr>
          <p:cNvPr id="130051" name="Rectangle 3">
            <a:extLst>
              <a:ext uri="{FF2B5EF4-FFF2-40B4-BE49-F238E27FC236}">
                <a16:creationId xmlns:a16="http://schemas.microsoft.com/office/drawing/2014/main" id="{7A0E054F-BD0F-6542-91F9-42FA8643551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033016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7">
            <a:extLst>
              <a:ext uri="{FF2B5EF4-FFF2-40B4-BE49-F238E27FC236}">
                <a16:creationId xmlns:a16="http://schemas.microsoft.com/office/drawing/2014/main" id="{1FC7CF62-44C9-9445-98F4-3B8E5DD46A7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0BDDAF9-7BA9-9141-83EF-288B0024E5DF}" type="slidenum">
              <a:rPr lang="en-US" altLang="zh-CN" sz="1200">
                <a:latin typeface="Arial" panose="020B0604020202020204" pitchFamily="34" charset="0"/>
              </a:rPr>
              <a:pPr/>
              <a:t>57</a:t>
            </a:fld>
            <a:endParaRPr lang="en-US" altLang="zh-CN" sz="1200">
              <a:latin typeface="Arial" panose="020B0604020202020204" pitchFamily="34" charset="0"/>
            </a:endParaRPr>
          </a:p>
        </p:txBody>
      </p:sp>
      <p:sp>
        <p:nvSpPr>
          <p:cNvPr id="132098" name="Rectangle 2">
            <a:extLst>
              <a:ext uri="{FF2B5EF4-FFF2-40B4-BE49-F238E27FC236}">
                <a16:creationId xmlns:a16="http://schemas.microsoft.com/office/drawing/2014/main" id="{301FB404-B884-A84F-992B-32B66DBA5689}"/>
              </a:ext>
            </a:extLst>
          </p:cNvPr>
          <p:cNvSpPr>
            <a:spLocks noGrp="1" noRot="1" noChangeAspect="1" noChangeArrowheads="1" noTextEdit="1"/>
          </p:cNvSpPr>
          <p:nvPr>
            <p:ph type="sldImg"/>
          </p:nvPr>
        </p:nvSpPr>
        <p:spPr>
          <a:ln/>
        </p:spPr>
      </p:sp>
      <p:sp>
        <p:nvSpPr>
          <p:cNvPr id="132099" name="Rectangle 3">
            <a:extLst>
              <a:ext uri="{FF2B5EF4-FFF2-40B4-BE49-F238E27FC236}">
                <a16:creationId xmlns:a16="http://schemas.microsoft.com/office/drawing/2014/main" id="{0E911997-E88A-AF4D-BAB3-E4C05693FC6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7409945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7">
            <a:extLst>
              <a:ext uri="{FF2B5EF4-FFF2-40B4-BE49-F238E27FC236}">
                <a16:creationId xmlns:a16="http://schemas.microsoft.com/office/drawing/2014/main" id="{B5E60D8C-79F1-E940-A82F-0073F9B0123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EB3EC79-3E12-094F-922F-B77684FCBAF8}" type="slidenum">
              <a:rPr lang="en-US" altLang="zh-CN" sz="1200">
                <a:latin typeface="Arial" panose="020B0604020202020204" pitchFamily="34" charset="0"/>
              </a:rPr>
              <a:pPr/>
              <a:t>58</a:t>
            </a:fld>
            <a:endParaRPr lang="en-US" altLang="zh-CN" sz="1200">
              <a:latin typeface="Arial" panose="020B0604020202020204" pitchFamily="34" charset="0"/>
            </a:endParaRPr>
          </a:p>
        </p:txBody>
      </p:sp>
      <p:sp>
        <p:nvSpPr>
          <p:cNvPr id="134146" name="Rectangle 2">
            <a:extLst>
              <a:ext uri="{FF2B5EF4-FFF2-40B4-BE49-F238E27FC236}">
                <a16:creationId xmlns:a16="http://schemas.microsoft.com/office/drawing/2014/main" id="{8766083A-2DBE-A24A-929E-F766F6D40964}"/>
              </a:ext>
            </a:extLst>
          </p:cNvPr>
          <p:cNvSpPr>
            <a:spLocks noGrp="1" noRot="1" noChangeAspect="1" noChangeArrowheads="1" noTextEdit="1"/>
          </p:cNvSpPr>
          <p:nvPr>
            <p:ph type="sldImg"/>
          </p:nvPr>
        </p:nvSpPr>
        <p:spPr>
          <a:ln/>
        </p:spPr>
      </p:sp>
      <p:sp>
        <p:nvSpPr>
          <p:cNvPr id="134147" name="Rectangle 3">
            <a:extLst>
              <a:ext uri="{FF2B5EF4-FFF2-40B4-BE49-F238E27FC236}">
                <a16:creationId xmlns:a16="http://schemas.microsoft.com/office/drawing/2014/main" id="{4664C272-4B76-A543-B405-86668FCECD8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0248722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7">
            <a:extLst>
              <a:ext uri="{FF2B5EF4-FFF2-40B4-BE49-F238E27FC236}">
                <a16:creationId xmlns:a16="http://schemas.microsoft.com/office/drawing/2014/main" id="{0BCD12F6-1934-BD42-9D23-CF4C8283EEA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FCDA3FC-A92B-784C-83DD-E721CCC78F2F}" type="slidenum">
              <a:rPr lang="en-US" altLang="zh-CN" sz="1200">
                <a:latin typeface="Arial" panose="020B0604020202020204" pitchFamily="34" charset="0"/>
              </a:rPr>
              <a:pPr/>
              <a:t>60</a:t>
            </a:fld>
            <a:endParaRPr lang="en-US" altLang="zh-CN" sz="1200">
              <a:latin typeface="Arial" panose="020B0604020202020204" pitchFamily="34" charset="0"/>
            </a:endParaRPr>
          </a:p>
        </p:txBody>
      </p:sp>
      <p:sp>
        <p:nvSpPr>
          <p:cNvPr id="137218" name="Rectangle 2">
            <a:extLst>
              <a:ext uri="{FF2B5EF4-FFF2-40B4-BE49-F238E27FC236}">
                <a16:creationId xmlns:a16="http://schemas.microsoft.com/office/drawing/2014/main" id="{BE400F05-E2B9-F946-934E-5D78EDC72FE2}"/>
              </a:ext>
            </a:extLst>
          </p:cNvPr>
          <p:cNvSpPr>
            <a:spLocks noGrp="1" noRot="1" noChangeAspect="1" noChangeArrowheads="1" noTextEdit="1"/>
          </p:cNvSpPr>
          <p:nvPr>
            <p:ph type="sldImg"/>
          </p:nvPr>
        </p:nvSpPr>
        <p:spPr>
          <a:ln/>
        </p:spPr>
      </p:sp>
      <p:sp>
        <p:nvSpPr>
          <p:cNvPr id="137219" name="Rectangle 3">
            <a:extLst>
              <a:ext uri="{FF2B5EF4-FFF2-40B4-BE49-F238E27FC236}">
                <a16:creationId xmlns:a16="http://schemas.microsoft.com/office/drawing/2014/main" id="{6B827E2C-3A88-F449-A2F4-20F24602153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3116158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7">
            <a:extLst>
              <a:ext uri="{FF2B5EF4-FFF2-40B4-BE49-F238E27FC236}">
                <a16:creationId xmlns:a16="http://schemas.microsoft.com/office/drawing/2014/main" id="{87A0CF3F-6B71-414C-899A-DB7FDEA70BC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F2641AB-5170-B049-9A44-D651D446677F}" type="slidenum">
              <a:rPr lang="en-US" altLang="zh-CN" sz="1200">
                <a:latin typeface="Arial" panose="020B0604020202020204" pitchFamily="34" charset="0"/>
              </a:rPr>
              <a:pPr/>
              <a:t>61</a:t>
            </a:fld>
            <a:endParaRPr lang="en-US" altLang="zh-CN" sz="1200">
              <a:latin typeface="Arial" panose="020B0604020202020204" pitchFamily="34" charset="0"/>
            </a:endParaRPr>
          </a:p>
        </p:txBody>
      </p:sp>
      <p:sp>
        <p:nvSpPr>
          <p:cNvPr id="139266" name="Rectangle 2">
            <a:extLst>
              <a:ext uri="{FF2B5EF4-FFF2-40B4-BE49-F238E27FC236}">
                <a16:creationId xmlns:a16="http://schemas.microsoft.com/office/drawing/2014/main" id="{746A0F0F-5E53-0F4D-A0FB-855CAB0F90FA}"/>
              </a:ext>
            </a:extLst>
          </p:cNvPr>
          <p:cNvSpPr>
            <a:spLocks noGrp="1" noRot="1" noChangeAspect="1" noChangeArrowheads="1" noTextEdit="1"/>
          </p:cNvSpPr>
          <p:nvPr>
            <p:ph type="sldImg"/>
          </p:nvPr>
        </p:nvSpPr>
        <p:spPr>
          <a:ln/>
        </p:spPr>
      </p:sp>
      <p:sp>
        <p:nvSpPr>
          <p:cNvPr id="139267" name="Rectangle 3">
            <a:extLst>
              <a:ext uri="{FF2B5EF4-FFF2-40B4-BE49-F238E27FC236}">
                <a16:creationId xmlns:a16="http://schemas.microsoft.com/office/drawing/2014/main" id="{7822C5B8-2FB7-3F48-BDF4-BB5D9861F91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7767163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7">
            <a:extLst>
              <a:ext uri="{FF2B5EF4-FFF2-40B4-BE49-F238E27FC236}">
                <a16:creationId xmlns:a16="http://schemas.microsoft.com/office/drawing/2014/main" id="{58AB096F-4C84-0A4B-AA9B-88E36FFE7B4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88C3A2A-8F8F-7A47-9C87-876264DDFA1A}" type="slidenum">
              <a:rPr lang="en-US" altLang="zh-CN" sz="1200">
                <a:latin typeface="Arial" panose="020B0604020202020204" pitchFamily="34" charset="0"/>
              </a:rPr>
              <a:pPr/>
              <a:t>62</a:t>
            </a:fld>
            <a:endParaRPr lang="en-US" altLang="zh-CN" sz="1200">
              <a:latin typeface="Arial" panose="020B0604020202020204" pitchFamily="34" charset="0"/>
            </a:endParaRPr>
          </a:p>
        </p:txBody>
      </p:sp>
      <p:sp>
        <p:nvSpPr>
          <p:cNvPr id="141314" name="Rectangle 2">
            <a:extLst>
              <a:ext uri="{FF2B5EF4-FFF2-40B4-BE49-F238E27FC236}">
                <a16:creationId xmlns:a16="http://schemas.microsoft.com/office/drawing/2014/main" id="{91CB5393-99BC-BD49-8396-A30AD3518822}"/>
              </a:ext>
            </a:extLst>
          </p:cNvPr>
          <p:cNvSpPr>
            <a:spLocks noGrp="1" noRot="1" noChangeAspect="1" noChangeArrowheads="1" noTextEdit="1"/>
          </p:cNvSpPr>
          <p:nvPr>
            <p:ph type="sldImg"/>
          </p:nvPr>
        </p:nvSpPr>
        <p:spPr>
          <a:ln/>
        </p:spPr>
      </p:sp>
      <p:sp>
        <p:nvSpPr>
          <p:cNvPr id="141315" name="Rectangle 3">
            <a:extLst>
              <a:ext uri="{FF2B5EF4-FFF2-40B4-BE49-F238E27FC236}">
                <a16:creationId xmlns:a16="http://schemas.microsoft.com/office/drawing/2014/main" id="{45C4454E-E470-4648-AD9D-11B2E18673F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26485535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Rectangle 7">
            <a:extLst>
              <a:ext uri="{FF2B5EF4-FFF2-40B4-BE49-F238E27FC236}">
                <a16:creationId xmlns:a16="http://schemas.microsoft.com/office/drawing/2014/main" id="{54EA6702-7423-A34B-A932-9D019BB20C2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545CE85B-5DF5-894F-A306-1F55746AA3DA}" type="slidenum">
              <a:rPr lang="en-US" altLang="zh-CN" sz="1200">
                <a:latin typeface="Arial" panose="020B0604020202020204" pitchFamily="34" charset="0"/>
              </a:rPr>
              <a:pPr/>
              <a:t>63</a:t>
            </a:fld>
            <a:endParaRPr lang="en-US" altLang="zh-CN" sz="1200">
              <a:latin typeface="Arial" panose="020B0604020202020204" pitchFamily="34" charset="0"/>
            </a:endParaRPr>
          </a:p>
        </p:txBody>
      </p:sp>
      <p:sp>
        <p:nvSpPr>
          <p:cNvPr id="143362" name="Rectangle 2">
            <a:extLst>
              <a:ext uri="{FF2B5EF4-FFF2-40B4-BE49-F238E27FC236}">
                <a16:creationId xmlns:a16="http://schemas.microsoft.com/office/drawing/2014/main" id="{1FBA6F63-EC6D-D642-BA52-5DEF6779BE0B}"/>
              </a:ext>
            </a:extLst>
          </p:cNvPr>
          <p:cNvSpPr>
            <a:spLocks noGrp="1" noRot="1" noChangeAspect="1" noChangeArrowheads="1" noTextEdit="1"/>
          </p:cNvSpPr>
          <p:nvPr>
            <p:ph type="sldImg"/>
          </p:nvPr>
        </p:nvSpPr>
        <p:spPr>
          <a:ln/>
        </p:spPr>
      </p:sp>
      <p:sp>
        <p:nvSpPr>
          <p:cNvPr id="143363" name="Rectangle 3">
            <a:extLst>
              <a:ext uri="{FF2B5EF4-FFF2-40B4-BE49-F238E27FC236}">
                <a16:creationId xmlns:a16="http://schemas.microsoft.com/office/drawing/2014/main" id="{18D65E2D-F8C9-B84F-935B-E0C62F341DD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0379040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7">
            <a:extLst>
              <a:ext uri="{FF2B5EF4-FFF2-40B4-BE49-F238E27FC236}">
                <a16:creationId xmlns:a16="http://schemas.microsoft.com/office/drawing/2014/main" id="{0B8A5AD9-CBE2-6E45-B031-CD03C171E95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B6EDD95-7A45-7140-A9E1-C733AAC25132}" type="slidenum">
              <a:rPr lang="en-US" altLang="zh-CN" sz="1200">
                <a:latin typeface="Arial" panose="020B0604020202020204" pitchFamily="34" charset="0"/>
              </a:rPr>
              <a:pPr/>
              <a:t>64</a:t>
            </a:fld>
            <a:endParaRPr lang="en-US" altLang="zh-CN" sz="1200">
              <a:latin typeface="Arial" panose="020B0604020202020204" pitchFamily="34" charset="0"/>
            </a:endParaRPr>
          </a:p>
        </p:txBody>
      </p:sp>
      <p:sp>
        <p:nvSpPr>
          <p:cNvPr id="145410" name="Rectangle 2">
            <a:extLst>
              <a:ext uri="{FF2B5EF4-FFF2-40B4-BE49-F238E27FC236}">
                <a16:creationId xmlns:a16="http://schemas.microsoft.com/office/drawing/2014/main" id="{B55FCD75-3654-7A4B-855C-7C2974B13831}"/>
              </a:ext>
            </a:extLst>
          </p:cNvPr>
          <p:cNvSpPr>
            <a:spLocks noGrp="1" noRot="1" noChangeAspect="1" noChangeArrowheads="1" noTextEdit="1"/>
          </p:cNvSpPr>
          <p:nvPr>
            <p:ph type="sldImg"/>
          </p:nvPr>
        </p:nvSpPr>
        <p:spPr>
          <a:ln/>
        </p:spPr>
      </p:sp>
      <p:sp>
        <p:nvSpPr>
          <p:cNvPr id="145411" name="Rectangle 3">
            <a:extLst>
              <a:ext uri="{FF2B5EF4-FFF2-40B4-BE49-F238E27FC236}">
                <a16:creationId xmlns:a16="http://schemas.microsoft.com/office/drawing/2014/main" id="{4358E5A6-C430-5947-A355-17B1F587A14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6800484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7">
            <a:extLst>
              <a:ext uri="{FF2B5EF4-FFF2-40B4-BE49-F238E27FC236}">
                <a16:creationId xmlns:a16="http://schemas.microsoft.com/office/drawing/2014/main" id="{7D5C2177-289D-9C41-AC77-2820F08501F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92E9A3F-1CC8-9F4D-95B9-E724EBB3C0B5}" type="slidenum">
              <a:rPr lang="en-US" altLang="zh-CN" sz="1200">
                <a:latin typeface="Arial" panose="020B0604020202020204" pitchFamily="34" charset="0"/>
              </a:rPr>
              <a:pPr/>
              <a:t>65</a:t>
            </a:fld>
            <a:endParaRPr lang="en-US" altLang="zh-CN" sz="1200">
              <a:latin typeface="Arial" panose="020B0604020202020204" pitchFamily="34" charset="0"/>
            </a:endParaRPr>
          </a:p>
        </p:txBody>
      </p:sp>
      <p:sp>
        <p:nvSpPr>
          <p:cNvPr id="147458" name="Rectangle 2">
            <a:extLst>
              <a:ext uri="{FF2B5EF4-FFF2-40B4-BE49-F238E27FC236}">
                <a16:creationId xmlns:a16="http://schemas.microsoft.com/office/drawing/2014/main" id="{F4C5C2D6-8405-E744-B808-B9F7B77D3305}"/>
              </a:ext>
            </a:extLst>
          </p:cNvPr>
          <p:cNvSpPr>
            <a:spLocks noGrp="1" noRot="1" noChangeAspect="1" noChangeArrowheads="1" noTextEdit="1"/>
          </p:cNvSpPr>
          <p:nvPr>
            <p:ph type="sldImg"/>
          </p:nvPr>
        </p:nvSpPr>
        <p:spPr>
          <a:ln/>
        </p:spPr>
      </p:sp>
      <p:sp>
        <p:nvSpPr>
          <p:cNvPr id="147459" name="Rectangle 3">
            <a:extLst>
              <a:ext uri="{FF2B5EF4-FFF2-40B4-BE49-F238E27FC236}">
                <a16:creationId xmlns:a16="http://schemas.microsoft.com/office/drawing/2014/main" id="{6FB8C039-1A6E-5C41-8D6A-1023A7180D0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9435457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Rectangle 7">
            <a:extLst>
              <a:ext uri="{FF2B5EF4-FFF2-40B4-BE49-F238E27FC236}">
                <a16:creationId xmlns:a16="http://schemas.microsoft.com/office/drawing/2014/main" id="{70CF4A54-556A-1C4A-8E1A-B91C852F426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009ECF1-FF48-DC46-82CD-8FCC1EC65493}" type="slidenum">
              <a:rPr lang="en-US" altLang="zh-CN" sz="1200">
                <a:latin typeface="Arial" panose="020B0604020202020204" pitchFamily="34" charset="0"/>
              </a:rPr>
              <a:pPr/>
              <a:t>66</a:t>
            </a:fld>
            <a:endParaRPr lang="en-US" altLang="zh-CN" sz="1200">
              <a:latin typeface="Arial" panose="020B0604020202020204" pitchFamily="34" charset="0"/>
            </a:endParaRPr>
          </a:p>
        </p:txBody>
      </p:sp>
      <p:sp>
        <p:nvSpPr>
          <p:cNvPr id="149506" name="Rectangle 2">
            <a:extLst>
              <a:ext uri="{FF2B5EF4-FFF2-40B4-BE49-F238E27FC236}">
                <a16:creationId xmlns:a16="http://schemas.microsoft.com/office/drawing/2014/main" id="{4131BA96-DAC9-7443-A301-A3B79427758A}"/>
              </a:ext>
            </a:extLst>
          </p:cNvPr>
          <p:cNvSpPr>
            <a:spLocks noGrp="1" noRot="1" noChangeAspect="1" noChangeArrowheads="1" noTextEdit="1"/>
          </p:cNvSpPr>
          <p:nvPr>
            <p:ph type="sldImg"/>
          </p:nvPr>
        </p:nvSpPr>
        <p:spPr>
          <a:ln/>
        </p:spPr>
      </p:sp>
      <p:sp>
        <p:nvSpPr>
          <p:cNvPr id="149507" name="Rectangle 3">
            <a:extLst>
              <a:ext uri="{FF2B5EF4-FFF2-40B4-BE49-F238E27FC236}">
                <a16:creationId xmlns:a16="http://schemas.microsoft.com/office/drawing/2014/main" id="{4C6160A2-9EE4-DC4F-ACF5-8F1CD5D4422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9518952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Rectangle 7">
            <a:extLst>
              <a:ext uri="{FF2B5EF4-FFF2-40B4-BE49-F238E27FC236}">
                <a16:creationId xmlns:a16="http://schemas.microsoft.com/office/drawing/2014/main" id="{2DDFE339-0D3E-F74E-A255-824F2A34607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6AA06E11-3B8E-FB42-8400-00E089473DE6}" type="slidenum">
              <a:rPr lang="en-US" altLang="zh-CN" sz="1200">
                <a:latin typeface="Arial" panose="020B0604020202020204" pitchFamily="34" charset="0"/>
              </a:rPr>
              <a:pPr/>
              <a:t>67</a:t>
            </a:fld>
            <a:endParaRPr lang="en-US" altLang="zh-CN" sz="1200">
              <a:latin typeface="Arial" panose="020B0604020202020204" pitchFamily="34" charset="0"/>
            </a:endParaRPr>
          </a:p>
        </p:txBody>
      </p:sp>
      <p:sp>
        <p:nvSpPr>
          <p:cNvPr id="151554" name="Rectangle 2">
            <a:extLst>
              <a:ext uri="{FF2B5EF4-FFF2-40B4-BE49-F238E27FC236}">
                <a16:creationId xmlns:a16="http://schemas.microsoft.com/office/drawing/2014/main" id="{9CB7EB06-4B50-464C-9AC6-92E86C59825D}"/>
              </a:ext>
            </a:extLst>
          </p:cNvPr>
          <p:cNvSpPr>
            <a:spLocks noGrp="1" noRot="1" noChangeAspect="1" noChangeArrowheads="1" noTextEdit="1"/>
          </p:cNvSpPr>
          <p:nvPr>
            <p:ph type="sldImg"/>
          </p:nvPr>
        </p:nvSpPr>
        <p:spPr>
          <a:ln/>
        </p:spPr>
      </p:sp>
      <p:sp>
        <p:nvSpPr>
          <p:cNvPr id="151555" name="Rectangle 3">
            <a:extLst>
              <a:ext uri="{FF2B5EF4-FFF2-40B4-BE49-F238E27FC236}">
                <a16:creationId xmlns:a16="http://schemas.microsoft.com/office/drawing/2014/main" id="{67D4AAB3-B206-7749-B5BC-65EEA0CBA1D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0267189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Rectangle 7">
            <a:extLst>
              <a:ext uri="{FF2B5EF4-FFF2-40B4-BE49-F238E27FC236}">
                <a16:creationId xmlns:a16="http://schemas.microsoft.com/office/drawing/2014/main" id="{8C7F1B93-03B7-7443-B09B-3B9B7897DF9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1AE4892-CBD5-5B42-95DF-93335248019D}" type="slidenum">
              <a:rPr lang="en-US" altLang="zh-CN" sz="1200">
                <a:latin typeface="Arial" panose="020B0604020202020204" pitchFamily="34" charset="0"/>
              </a:rPr>
              <a:pPr/>
              <a:t>68</a:t>
            </a:fld>
            <a:endParaRPr lang="en-US" altLang="zh-CN" sz="1200">
              <a:latin typeface="Arial" panose="020B0604020202020204" pitchFamily="34" charset="0"/>
            </a:endParaRPr>
          </a:p>
        </p:txBody>
      </p:sp>
      <p:sp>
        <p:nvSpPr>
          <p:cNvPr id="153602" name="Rectangle 2">
            <a:extLst>
              <a:ext uri="{FF2B5EF4-FFF2-40B4-BE49-F238E27FC236}">
                <a16:creationId xmlns:a16="http://schemas.microsoft.com/office/drawing/2014/main" id="{AC480729-546D-8840-A6D2-3921BCA962A4}"/>
              </a:ext>
            </a:extLst>
          </p:cNvPr>
          <p:cNvSpPr>
            <a:spLocks noGrp="1" noRot="1" noChangeAspect="1" noChangeArrowheads="1" noTextEdit="1"/>
          </p:cNvSpPr>
          <p:nvPr>
            <p:ph type="sldImg"/>
          </p:nvPr>
        </p:nvSpPr>
        <p:spPr>
          <a:xfrm>
            <a:off x="139700" y="768350"/>
            <a:ext cx="6819900" cy="3836988"/>
          </a:xfrm>
          <a:ln/>
        </p:spPr>
      </p:sp>
      <p:sp>
        <p:nvSpPr>
          <p:cNvPr id="263171" name="Rectangle 3">
            <a:extLst>
              <a:ext uri="{FF2B5EF4-FFF2-40B4-BE49-F238E27FC236}">
                <a16:creationId xmlns:a16="http://schemas.microsoft.com/office/drawing/2014/main" id="{F2E5DD66-3D08-7447-8EA1-CFE9F55F6FF1}"/>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334026872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Rectangle 7">
            <a:extLst>
              <a:ext uri="{FF2B5EF4-FFF2-40B4-BE49-F238E27FC236}">
                <a16:creationId xmlns:a16="http://schemas.microsoft.com/office/drawing/2014/main" id="{CD50DBFC-60BE-DD48-93F6-69C2D9D6C94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358FA94A-3624-7341-B6F4-3E98DD3E2BE2}" type="slidenum">
              <a:rPr lang="en-US" altLang="zh-CN" sz="1200">
                <a:latin typeface="Arial" panose="020B0604020202020204" pitchFamily="34" charset="0"/>
              </a:rPr>
              <a:pPr/>
              <a:t>69</a:t>
            </a:fld>
            <a:endParaRPr lang="en-US" altLang="zh-CN" sz="1200">
              <a:latin typeface="Arial" panose="020B0604020202020204" pitchFamily="34" charset="0"/>
            </a:endParaRPr>
          </a:p>
        </p:txBody>
      </p:sp>
      <p:sp>
        <p:nvSpPr>
          <p:cNvPr id="157698" name="Rectangle 2">
            <a:extLst>
              <a:ext uri="{FF2B5EF4-FFF2-40B4-BE49-F238E27FC236}">
                <a16:creationId xmlns:a16="http://schemas.microsoft.com/office/drawing/2014/main" id="{7F2B23FB-5B7A-7A42-8A99-EC932DF61C3E}"/>
              </a:ext>
            </a:extLst>
          </p:cNvPr>
          <p:cNvSpPr>
            <a:spLocks noGrp="1" noRot="1" noChangeAspect="1" noChangeArrowheads="1" noTextEdit="1"/>
          </p:cNvSpPr>
          <p:nvPr>
            <p:ph type="sldImg"/>
          </p:nvPr>
        </p:nvSpPr>
        <p:spPr>
          <a:xfrm>
            <a:off x="139700" y="768350"/>
            <a:ext cx="6819900" cy="3836988"/>
          </a:xfrm>
          <a:ln/>
        </p:spPr>
      </p:sp>
      <p:sp>
        <p:nvSpPr>
          <p:cNvPr id="267267" name="Rectangle 3">
            <a:extLst>
              <a:ext uri="{FF2B5EF4-FFF2-40B4-BE49-F238E27FC236}">
                <a16:creationId xmlns:a16="http://schemas.microsoft.com/office/drawing/2014/main" id="{46F2C131-13C6-1948-BDFE-294C1038C33E}"/>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51984420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Rectangle 7">
            <a:extLst>
              <a:ext uri="{FF2B5EF4-FFF2-40B4-BE49-F238E27FC236}">
                <a16:creationId xmlns:a16="http://schemas.microsoft.com/office/drawing/2014/main" id="{3930073E-2726-9149-BA23-8E663D29E10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285A064-0077-024F-A12A-459251A714B3}" type="slidenum">
              <a:rPr lang="en-US" altLang="zh-CN" sz="1200">
                <a:latin typeface="Arial" panose="020B0604020202020204" pitchFamily="34" charset="0"/>
              </a:rPr>
              <a:pPr/>
              <a:t>70</a:t>
            </a:fld>
            <a:endParaRPr lang="en-US" altLang="zh-CN" sz="1200">
              <a:latin typeface="Arial" panose="020B0604020202020204" pitchFamily="34" charset="0"/>
            </a:endParaRPr>
          </a:p>
        </p:txBody>
      </p:sp>
      <p:sp>
        <p:nvSpPr>
          <p:cNvPr id="161794" name="Rectangle 2">
            <a:extLst>
              <a:ext uri="{FF2B5EF4-FFF2-40B4-BE49-F238E27FC236}">
                <a16:creationId xmlns:a16="http://schemas.microsoft.com/office/drawing/2014/main" id="{53B253A5-AA80-EB48-8414-DF8834579699}"/>
              </a:ext>
            </a:extLst>
          </p:cNvPr>
          <p:cNvSpPr>
            <a:spLocks noGrp="1" noRot="1" noChangeAspect="1" noChangeArrowheads="1" noTextEdit="1"/>
          </p:cNvSpPr>
          <p:nvPr>
            <p:ph type="sldImg"/>
          </p:nvPr>
        </p:nvSpPr>
        <p:spPr>
          <a:ln/>
        </p:spPr>
      </p:sp>
      <p:sp>
        <p:nvSpPr>
          <p:cNvPr id="161795" name="Rectangle 3">
            <a:extLst>
              <a:ext uri="{FF2B5EF4-FFF2-40B4-BE49-F238E27FC236}">
                <a16:creationId xmlns:a16="http://schemas.microsoft.com/office/drawing/2014/main" id="{03E53BA9-B849-D944-AB4B-7A805B3C80A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21247389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Rectangle 7">
            <a:extLst>
              <a:ext uri="{FF2B5EF4-FFF2-40B4-BE49-F238E27FC236}">
                <a16:creationId xmlns:a16="http://schemas.microsoft.com/office/drawing/2014/main" id="{1D97100F-90CB-3A40-959F-7375BA1F575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793ADF7-800F-8E4B-813E-432157A398C3}" type="slidenum">
              <a:rPr lang="en-US" altLang="zh-CN" sz="1200">
                <a:latin typeface="Arial" panose="020B0604020202020204" pitchFamily="34" charset="0"/>
              </a:rPr>
              <a:pPr/>
              <a:t>71</a:t>
            </a:fld>
            <a:endParaRPr lang="en-US" altLang="zh-CN" sz="1200">
              <a:latin typeface="Arial" panose="020B0604020202020204" pitchFamily="34" charset="0"/>
            </a:endParaRPr>
          </a:p>
        </p:txBody>
      </p:sp>
      <p:sp>
        <p:nvSpPr>
          <p:cNvPr id="163842" name="Rectangle 2">
            <a:extLst>
              <a:ext uri="{FF2B5EF4-FFF2-40B4-BE49-F238E27FC236}">
                <a16:creationId xmlns:a16="http://schemas.microsoft.com/office/drawing/2014/main" id="{68F8AF4A-69BD-904B-A387-A75CD2050CEB}"/>
              </a:ext>
            </a:extLst>
          </p:cNvPr>
          <p:cNvSpPr>
            <a:spLocks noGrp="1" noRot="1" noChangeAspect="1" noChangeArrowheads="1" noTextEdit="1"/>
          </p:cNvSpPr>
          <p:nvPr>
            <p:ph type="sldImg"/>
          </p:nvPr>
        </p:nvSpPr>
        <p:spPr>
          <a:xfrm>
            <a:off x="139700" y="768350"/>
            <a:ext cx="6819900" cy="3836988"/>
          </a:xfrm>
          <a:ln/>
        </p:spPr>
      </p:sp>
      <p:sp>
        <p:nvSpPr>
          <p:cNvPr id="271363" name="Rectangle 3">
            <a:extLst>
              <a:ext uri="{FF2B5EF4-FFF2-40B4-BE49-F238E27FC236}">
                <a16:creationId xmlns:a16="http://schemas.microsoft.com/office/drawing/2014/main" id="{AAB4CD33-8224-C54E-BA37-C0D479C12934}"/>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356242655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Rectangle 7">
            <a:extLst>
              <a:ext uri="{FF2B5EF4-FFF2-40B4-BE49-F238E27FC236}">
                <a16:creationId xmlns:a16="http://schemas.microsoft.com/office/drawing/2014/main" id="{771C9D3F-302B-1D48-ADD1-D01793DD94C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D6F5ACFD-DC64-FF4F-97DC-E5649886DBCC}" type="slidenum">
              <a:rPr lang="en-US" altLang="zh-CN" sz="1200">
                <a:latin typeface="Arial" panose="020B0604020202020204" pitchFamily="34" charset="0"/>
              </a:rPr>
              <a:pPr/>
              <a:t>72</a:t>
            </a:fld>
            <a:endParaRPr lang="en-US" altLang="zh-CN" sz="1200">
              <a:latin typeface="Arial" panose="020B0604020202020204" pitchFamily="34" charset="0"/>
            </a:endParaRPr>
          </a:p>
        </p:txBody>
      </p:sp>
      <p:sp>
        <p:nvSpPr>
          <p:cNvPr id="165890" name="Rectangle 2">
            <a:extLst>
              <a:ext uri="{FF2B5EF4-FFF2-40B4-BE49-F238E27FC236}">
                <a16:creationId xmlns:a16="http://schemas.microsoft.com/office/drawing/2014/main" id="{13CCBF04-2B9F-0545-9901-F766039E4273}"/>
              </a:ext>
            </a:extLst>
          </p:cNvPr>
          <p:cNvSpPr>
            <a:spLocks noGrp="1" noRot="1" noChangeAspect="1" noChangeArrowheads="1" noTextEdit="1"/>
          </p:cNvSpPr>
          <p:nvPr>
            <p:ph type="sldImg"/>
          </p:nvPr>
        </p:nvSpPr>
        <p:spPr>
          <a:xfrm>
            <a:off x="139700" y="768350"/>
            <a:ext cx="6819900" cy="3836988"/>
          </a:xfrm>
          <a:ln/>
        </p:spPr>
      </p:sp>
      <p:sp>
        <p:nvSpPr>
          <p:cNvPr id="273411" name="Rectangle 3">
            <a:extLst>
              <a:ext uri="{FF2B5EF4-FFF2-40B4-BE49-F238E27FC236}">
                <a16:creationId xmlns:a16="http://schemas.microsoft.com/office/drawing/2014/main" id="{504DB86C-A746-D741-9774-D475594816DF}"/>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294786074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Rectangle 7">
            <a:extLst>
              <a:ext uri="{FF2B5EF4-FFF2-40B4-BE49-F238E27FC236}">
                <a16:creationId xmlns:a16="http://schemas.microsoft.com/office/drawing/2014/main" id="{11803C3D-FD4A-B14A-BEDE-F686C3C540B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397CB52-BFF9-E74D-B423-20F088CC2972}" type="slidenum">
              <a:rPr lang="en-US" altLang="zh-CN" sz="1200">
                <a:latin typeface="Arial" panose="020B0604020202020204" pitchFamily="34" charset="0"/>
              </a:rPr>
              <a:pPr/>
              <a:t>73</a:t>
            </a:fld>
            <a:endParaRPr lang="en-US" altLang="zh-CN" sz="1200">
              <a:latin typeface="Arial" panose="020B0604020202020204" pitchFamily="34" charset="0"/>
            </a:endParaRPr>
          </a:p>
        </p:txBody>
      </p:sp>
      <p:sp>
        <p:nvSpPr>
          <p:cNvPr id="167938" name="Rectangle 2">
            <a:extLst>
              <a:ext uri="{FF2B5EF4-FFF2-40B4-BE49-F238E27FC236}">
                <a16:creationId xmlns:a16="http://schemas.microsoft.com/office/drawing/2014/main" id="{77A087FC-745B-784A-8E9B-DADB040E387D}"/>
              </a:ext>
            </a:extLst>
          </p:cNvPr>
          <p:cNvSpPr>
            <a:spLocks noGrp="1" noRot="1" noChangeAspect="1" noChangeArrowheads="1" noTextEdit="1"/>
          </p:cNvSpPr>
          <p:nvPr>
            <p:ph type="sldImg"/>
          </p:nvPr>
        </p:nvSpPr>
        <p:spPr>
          <a:xfrm>
            <a:off x="139700" y="768350"/>
            <a:ext cx="6819900" cy="3836988"/>
          </a:xfrm>
          <a:ln/>
        </p:spPr>
      </p:sp>
      <p:sp>
        <p:nvSpPr>
          <p:cNvPr id="275459" name="Rectangle 3">
            <a:extLst>
              <a:ext uri="{FF2B5EF4-FFF2-40B4-BE49-F238E27FC236}">
                <a16:creationId xmlns:a16="http://schemas.microsoft.com/office/drawing/2014/main" id="{C11942C9-BC8D-974E-B1EA-C9884DBBE20A}"/>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321185491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Rectangle 7">
            <a:extLst>
              <a:ext uri="{FF2B5EF4-FFF2-40B4-BE49-F238E27FC236}">
                <a16:creationId xmlns:a16="http://schemas.microsoft.com/office/drawing/2014/main" id="{77AC3142-2BB3-6044-A77F-489909BF4C4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7607521-0981-C446-9606-A77474489C81}" type="slidenum">
              <a:rPr lang="en-US" altLang="zh-CN" sz="1200">
                <a:latin typeface="Arial" panose="020B0604020202020204" pitchFamily="34" charset="0"/>
              </a:rPr>
              <a:pPr/>
              <a:t>74</a:t>
            </a:fld>
            <a:endParaRPr lang="en-US" altLang="zh-CN" sz="1200">
              <a:latin typeface="Arial" panose="020B0604020202020204" pitchFamily="34" charset="0"/>
            </a:endParaRPr>
          </a:p>
        </p:txBody>
      </p:sp>
      <p:sp>
        <p:nvSpPr>
          <p:cNvPr id="169986" name="Rectangle 2">
            <a:extLst>
              <a:ext uri="{FF2B5EF4-FFF2-40B4-BE49-F238E27FC236}">
                <a16:creationId xmlns:a16="http://schemas.microsoft.com/office/drawing/2014/main" id="{D298D415-C99C-1B43-947E-5A5AD444066E}"/>
              </a:ext>
            </a:extLst>
          </p:cNvPr>
          <p:cNvSpPr>
            <a:spLocks noGrp="1" noRot="1" noChangeAspect="1" noChangeArrowheads="1" noTextEdit="1"/>
          </p:cNvSpPr>
          <p:nvPr>
            <p:ph type="sldImg"/>
          </p:nvPr>
        </p:nvSpPr>
        <p:spPr>
          <a:xfrm>
            <a:off x="139700" y="768350"/>
            <a:ext cx="6819900" cy="3836988"/>
          </a:xfrm>
          <a:ln/>
        </p:spPr>
      </p:sp>
      <p:sp>
        <p:nvSpPr>
          <p:cNvPr id="277507" name="Rectangle 3">
            <a:extLst>
              <a:ext uri="{FF2B5EF4-FFF2-40B4-BE49-F238E27FC236}">
                <a16:creationId xmlns:a16="http://schemas.microsoft.com/office/drawing/2014/main" id="{F38100A1-3E53-EC40-9543-6F259C95C074}"/>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420261614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Rectangle 7">
            <a:extLst>
              <a:ext uri="{FF2B5EF4-FFF2-40B4-BE49-F238E27FC236}">
                <a16:creationId xmlns:a16="http://schemas.microsoft.com/office/drawing/2014/main" id="{1BA3DDCA-0346-4840-A942-86F786CC2BC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0584D74-973F-F341-B3E8-69F62AC77693}" type="slidenum">
              <a:rPr lang="en-US" altLang="zh-CN" sz="1200">
                <a:latin typeface="Arial" panose="020B0604020202020204" pitchFamily="34" charset="0"/>
              </a:rPr>
              <a:pPr/>
              <a:t>75</a:t>
            </a:fld>
            <a:endParaRPr lang="en-US" altLang="zh-CN" sz="1200">
              <a:latin typeface="Arial" panose="020B0604020202020204" pitchFamily="34" charset="0"/>
            </a:endParaRPr>
          </a:p>
        </p:txBody>
      </p:sp>
      <p:sp>
        <p:nvSpPr>
          <p:cNvPr id="172034" name="Rectangle 2">
            <a:extLst>
              <a:ext uri="{FF2B5EF4-FFF2-40B4-BE49-F238E27FC236}">
                <a16:creationId xmlns:a16="http://schemas.microsoft.com/office/drawing/2014/main" id="{36078937-6B51-2543-AF93-FD2B63A0F39E}"/>
              </a:ext>
            </a:extLst>
          </p:cNvPr>
          <p:cNvSpPr>
            <a:spLocks noGrp="1" noRot="1" noChangeAspect="1" noChangeArrowheads="1" noTextEdit="1"/>
          </p:cNvSpPr>
          <p:nvPr>
            <p:ph type="sldImg"/>
          </p:nvPr>
        </p:nvSpPr>
        <p:spPr>
          <a:xfrm>
            <a:off x="139700" y="768350"/>
            <a:ext cx="6819900" cy="3836988"/>
          </a:xfrm>
          <a:ln/>
        </p:spPr>
      </p:sp>
      <p:sp>
        <p:nvSpPr>
          <p:cNvPr id="279555" name="Rectangle 3">
            <a:extLst>
              <a:ext uri="{FF2B5EF4-FFF2-40B4-BE49-F238E27FC236}">
                <a16:creationId xmlns:a16="http://schemas.microsoft.com/office/drawing/2014/main" id="{13FF3A45-ACD9-D047-A583-79CC0BC65CCE}"/>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51853560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Rectangle 7">
            <a:extLst>
              <a:ext uri="{FF2B5EF4-FFF2-40B4-BE49-F238E27FC236}">
                <a16:creationId xmlns:a16="http://schemas.microsoft.com/office/drawing/2014/main" id="{B4A7FDDE-335E-1E4C-9FFF-FA1B867608F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3AA6C65-F60E-C94B-B71E-1A8CB93956AB}" type="slidenum">
              <a:rPr lang="en-US" altLang="zh-CN" sz="1200">
                <a:latin typeface="Arial" panose="020B0604020202020204" pitchFamily="34" charset="0"/>
              </a:rPr>
              <a:pPr/>
              <a:t>76</a:t>
            </a:fld>
            <a:endParaRPr lang="en-US" altLang="zh-CN" sz="1200">
              <a:latin typeface="Arial" panose="020B0604020202020204" pitchFamily="34" charset="0"/>
            </a:endParaRPr>
          </a:p>
        </p:txBody>
      </p:sp>
      <p:sp>
        <p:nvSpPr>
          <p:cNvPr id="174082" name="Rectangle 2">
            <a:extLst>
              <a:ext uri="{FF2B5EF4-FFF2-40B4-BE49-F238E27FC236}">
                <a16:creationId xmlns:a16="http://schemas.microsoft.com/office/drawing/2014/main" id="{3DC30343-0B06-9A4C-B8C8-12B57631D227}"/>
              </a:ext>
            </a:extLst>
          </p:cNvPr>
          <p:cNvSpPr>
            <a:spLocks noGrp="1" noRot="1" noChangeAspect="1" noChangeArrowheads="1" noTextEdit="1"/>
          </p:cNvSpPr>
          <p:nvPr>
            <p:ph type="sldImg"/>
          </p:nvPr>
        </p:nvSpPr>
        <p:spPr>
          <a:xfrm>
            <a:off x="992188" y="768350"/>
            <a:ext cx="5114925" cy="3836988"/>
          </a:xfrm>
          <a:ln/>
        </p:spPr>
      </p:sp>
      <p:sp>
        <p:nvSpPr>
          <p:cNvPr id="281603" name="Rectangle 3">
            <a:extLst>
              <a:ext uri="{FF2B5EF4-FFF2-40B4-BE49-F238E27FC236}">
                <a16:creationId xmlns:a16="http://schemas.microsoft.com/office/drawing/2014/main" id="{E94B34C4-3AF0-1B49-A98C-8B8D2496CA44}"/>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53492537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Rectangle 7">
            <a:extLst>
              <a:ext uri="{FF2B5EF4-FFF2-40B4-BE49-F238E27FC236}">
                <a16:creationId xmlns:a16="http://schemas.microsoft.com/office/drawing/2014/main" id="{ABACCCE3-B6A9-CF49-A8D7-AE43FBD26FA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30DDAFF-C3B0-C349-8100-327388203666}" type="slidenum">
              <a:rPr lang="en-US" altLang="zh-CN" sz="1200">
                <a:latin typeface="Arial" panose="020B0604020202020204" pitchFamily="34" charset="0"/>
              </a:rPr>
              <a:pPr/>
              <a:t>77</a:t>
            </a:fld>
            <a:endParaRPr lang="en-US" altLang="zh-CN" sz="1200">
              <a:latin typeface="Arial" panose="020B0604020202020204" pitchFamily="34" charset="0"/>
            </a:endParaRPr>
          </a:p>
        </p:txBody>
      </p:sp>
      <p:sp>
        <p:nvSpPr>
          <p:cNvPr id="176130" name="Rectangle 2">
            <a:extLst>
              <a:ext uri="{FF2B5EF4-FFF2-40B4-BE49-F238E27FC236}">
                <a16:creationId xmlns:a16="http://schemas.microsoft.com/office/drawing/2014/main" id="{E28DF9BA-8316-2149-9F2B-AFBCC70E1D0D}"/>
              </a:ext>
            </a:extLst>
          </p:cNvPr>
          <p:cNvSpPr>
            <a:spLocks noGrp="1" noRot="1" noChangeAspect="1" noChangeArrowheads="1" noTextEdit="1"/>
          </p:cNvSpPr>
          <p:nvPr>
            <p:ph type="sldImg"/>
          </p:nvPr>
        </p:nvSpPr>
        <p:spPr>
          <a:xfrm>
            <a:off x="139700" y="768350"/>
            <a:ext cx="6819900" cy="3836988"/>
          </a:xfrm>
          <a:ln/>
        </p:spPr>
      </p:sp>
      <p:sp>
        <p:nvSpPr>
          <p:cNvPr id="283651" name="Rectangle 3">
            <a:extLst>
              <a:ext uri="{FF2B5EF4-FFF2-40B4-BE49-F238E27FC236}">
                <a16:creationId xmlns:a16="http://schemas.microsoft.com/office/drawing/2014/main" id="{13BA9759-D09B-F347-94A2-F58E11E6B17E}"/>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45316841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Rectangle 7">
            <a:extLst>
              <a:ext uri="{FF2B5EF4-FFF2-40B4-BE49-F238E27FC236}">
                <a16:creationId xmlns:a16="http://schemas.microsoft.com/office/drawing/2014/main" id="{50A1572D-797C-F34E-97B6-4FA3215E8AB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5A35F79-B7FA-434E-84EA-D637832E2E41}" type="slidenum">
              <a:rPr lang="en-US" altLang="zh-CN" sz="1200">
                <a:latin typeface="Arial" panose="020B0604020202020204" pitchFamily="34" charset="0"/>
              </a:rPr>
              <a:pPr/>
              <a:t>78</a:t>
            </a:fld>
            <a:endParaRPr lang="en-US" altLang="zh-CN" sz="1200">
              <a:latin typeface="Arial" panose="020B0604020202020204" pitchFamily="34" charset="0"/>
            </a:endParaRPr>
          </a:p>
        </p:txBody>
      </p:sp>
      <p:sp>
        <p:nvSpPr>
          <p:cNvPr id="178178" name="Rectangle 2">
            <a:extLst>
              <a:ext uri="{FF2B5EF4-FFF2-40B4-BE49-F238E27FC236}">
                <a16:creationId xmlns:a16="http://schemas.microsoft.com/office/drawing/2014/main" id="{035D387F-7A51-A04F-9BE7-49A5EF86C3E6}"/>
              </a:ext>
            </a:extLst>
          </p:cNvPr>
          <p:cNvSpPr>
            <a:spLocks noGrp="1" noRot="1" noChangeAspect="1" noChangeArrowheads="1" noTextEdit="1"/>
          </p:cNvSpPr>
          <p:nvPr>
            <p:ph type="sldImg"/>
          </p:nvPr>
        </p:nvSpPr>
        <p:spPr>
          <a:xfrm>
            <a:off x="992188" y="768350"/>
            <a:ext cx="5114925" cy="3836988"/>
          </a:xfrm>
          <a:ln/>
        </p:spPr>
      </p:sp>
      <p:sp>
        <p:nvSpPr>
          <p:cNvPr id="285699" name="Rectangle 3">
            <a:extLst>
              <a:ext uri="{FF2B5EF4-FFF2-40B4-BE49-F238E27FC236}">
                <a16:creationId xmlns:a16="http://schemas.microsoft.com/office/drawing/2014/main" id="{7FBE0337-B0E4-B04C-B931-699D3DE9A1F5}"/>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21087737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3" name="Rectangle 7">
            <a:extLst>
              <a:ext uri="{FF2B5EF4-FFF2-40B4-BE49-F238E27FC236}">
                <a16:creationId xmlns:a16="http://schemas.microsoft.com/office/drawing/2014/main" id="{ACF6C314-219E-C34F-B61E-0957F63B57E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654B675-9604-874C-A49C-2314308B1984}" type="slidenum">
              <a:rPr lang="en-US" altLang="zh-CN" sz="1200">
                <a:latin typeface="Arial" panose="020B0604020202020204" pitchFamily="34" charset="0"/>
              </a:rPr>
              <a:pPr/>
              <a:t>79</a:t>
            </a:fld>
            <a:endParaRPr lang="en-US" altLang="zh-CN" sz="1200">
              <a:latin typeface="Arial" panose="020B0604020202020204" pitchFamily="34" charset="0"/>
            </a:endParaRPr>
          </a:p>
        </p:txBody>
      </p:sp>
      <p:sp>
        <p:nvSpPr>
          <p:cNvPr id="182274" name="Rectangle 2">
            <a:extLst>
              <a:ext uri="{FF2B5EF4-FFF2-40B4-BE49-F238E27FC236}">
                <a16:creationId xmlns:a16="http://schemas.microsoft.com/office/drawing/2014/main" id="{BF5BD429-87C8-5D48-A4FA-C93FABF3ADA2}"/>
              </a:ext>
            </a:extLst>
          </p:cNvPr>
          <p:cNvSpPr>
            <a:spLocks noGrp="1" noRot="1" noChangeAspect="1" noChangeArrowheads="1" noTextEdit="1"/>
          </p:cNvSpPr>
          <p:nvPr>
            <p:ph type="sldImg"/>
          </p:nvPr>
        </p:nvSpPr>
        <p:spPr>
          <a:ln/>
        </p:spPr>
      </p:sp>
      <p:sp>
        <p:nvSpPr>
          <p:cNvPr id="182275" name="Rectangle 3">
            <a:extLst>
              <a:ext uri="{FF2B5EF4-FFF2-40B4-BE49-F238E27FC236}">
                <a16:creationId xmlns:a16="http://schemas.microsoft.com/office/drawing/2014/main" id="{DCF5AEFB-6991-D548-AAFF-6F375C9B670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14205466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Rectangle 7">
            <a:extLst>
              <a:ext uri="{FF2B5EF4-FFF2-40B4-BE49-F238E27FC236}">
                <a16:creationId xmlns:a16="http://schemas.microsoft.com/office/drawing/2014/main" id="{099EF1D5-48CC-BB43-A259-FA9AD2712C0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03144C4-D525-8548-97A6-3BB02BBD8114}" type="slidenum">
              <a:rPr lang="en-US" altLang="zh-CN" sz="1200">
                <a:latin typeface="Arial" panose="020B0604020202020204" pitchFamily="34" charset="0"/>
              </a:rPr>
              <a:pPr/>
              <a:t>80</a:t>
            </a:fld>
            <a:endParaRPr lang="en-US" altLang="zh-CN" sz="1200">
              <a:latin typeface="Arial" panose="020B0604020202020204" pitchFamily="34" charset="0"/>
            </a:endParaRPr>
          </a:p>
        </p:txBody>
      </p:sp>
      <p:sp>
        <p:nvSpPr>
          <p:cNvPr id="184322" name="Rectangle 2">
            <a:extLst>
              <a:ext uri="{FF2B5EF4-FFF2-40B4-BE49-F238E27FC236}">
                <a16:creationId xmlns:a16="http://schemas.microsoft.com/office/drawing/2014/main" id="{07DEBB26-0794-B047-81E7-699597E96E97}"/>
              </a:ext>
            </a:extLst>
          </p:cNvPr>
          <p:cNvSpPr>
            <a:spLocks noGrp="1" noRot="1" noChangeAspect="1" noChangeArrowheads="1" noTextEdit="1"/>
          </p:cNvSpPr>
          <p:nvPr>
            <p:ph type="sldImg"/>
          </p:nvPr>
        </p:nvSpPr>
        <p:spPr>
          <a:xfrm>
            <a:off x="139700" y="768350"/>
            <a:ext cx="6819900" cy="3836988"/>
          </a:xfrm>
          <a:ln/>
        </p:spPr>
      </p:sp>
      <p:sp>
        <p:nvSpPr>
          <p:cNvPr id="289795" name="Rectangle 3">
            <a:extLst>
              <a:ext uri="{FF2B5EF4-FFF2-40B4-BE49-F238E27FC236}">
                <a16:creationId xmlns:a16="http://schemas.microsoft.com/office/drawing/2014/main" id="{C653EC1E-95BB-144F-A81C-15FB77A1EABB}"/>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368540907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Rectangle 7">
            <a:extLst>
              <a:ext uri="{FF2B5EF4-FFF2-40B4-BE49-F238E27FC236}">
                <a16:creationId xmlns:a16="http://schemas.microsoft.com/office/drawing/2014/main" id="{FF0BE312-5935-5B40-B1C3-498CD76C83B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D5A5FD0-E284-774B-82F7-E1326430D04A}" type="slidenum">
              <a:rPr lang="en-US" altLang="zh-CN" sz="1200">
                <a:latin typeface="Arial" panose="020B0604020202020204" pitchFamily="34" charset="0"/>
              </a:rPr>
              <a:pPr/>
              <a:t>81</a:t>
            </a:fld>
            <a:endParaRPr lang="en-US" altLang="zh-CN" sz="1200">
              <a:latin typeface="Arial" panose="020B0604020202020204" pitchFamily="34" charset="0"/>
            </a:endParaRPr>
          </a:p>
        </p:txBody>
      </p:sp>
      <p:sp>
        <p:nvSpPr>
          <p:cNvPr id="186370" name="Rectangle 2">
            <a:extLst>
              <a:ext uri="{FF2B5EF4-FFF2-40B4-BE49-F238E27FC236}">
                <a16:creationId xmlns:a16="http://schemas.microsoft.com/office/drawing/2014/main" id="{E68245FE-8B65-4149-BDAD-57F3AEDEB817}"/>
              </a:ext>
            </a:extLst>
          </p:cNvPr>
          <p:cNvSpPr>
            <a:spLocks noGrp="1" noRot="1" noChangeAspect="1" noChangeArrowheads="1" noTextEdit="1"/>
          </p:cNvSpPr>
          <p:nvPr>
            <p:ph type="sldImg"/>
          </p:nvPr>
        </p:nvSpPr>
        <p:spPr>
          <a:xfrm>
            <a:off x="139700" y="768350"/>
            <a:ext cx="6819900" cy="3836988"/>
          </a:xfrm>
          <a:ln/>
        </p:spPr>
      </p:sp>
      <p:sp>
        <p:nvSpPr>
          <p:cNvPr id="291843" name="Rectangle 3">
            <a:extLst>
              <a:ext uri="{FF2B5EF4-FFF2-40B4-BE49-F238E27FC236}">
                <a16:creationId xmlns:a16="http://schemas.microsoft.com/office/drawing/2014/main" id="{4731935A-9F19-6D4A-9106-CA835B5A126B}"/>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70216254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Rectangle 7">
            <a:extLst>
              <a:ext uri="{FF2B5EF4-FFF2-40B4-BE49-F238E27FC236}">
                <a16:creationId xmlns:a16="http://schemas.microsoft.com/office/drawing/2014/main" id="{6364E029-8401-9B41-BCD8-F3D260A7BA3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81B1C874-BC18-CA4C-AD01-CEB44C94BAC9}" type="slidenum">
              <a:rPr lang="en-US" altLang="zh-CN" sz="1200">
                <a:latin typeface="Arial" panose="020B0604020202020204" pitchFamily="34" charset="0"/>
              </a:rPr>
              <a:pPr/>
              <a:t>82</a:t>
            </a:fld>
            <a:endParaRPr lang="en-US" altLang="zh-CN" sz="1200">
              <a:latin typeface="Arial" panose="020B0604020202020204" pitchFamily="34" charset="0"/>
            </a:endParaRPr>
          </a:p>
        </p:txBody>
      </p:sp>
      <p:sp>
        <p:nvSpPr>
          <p:cNvPr id="188418" name="Rectangle 2">
            <a:extLst>
              <a:ext uri="{FF2B5EF4-FFF2-40B4-BE49-F238E27FC236}">
                <a16:creationId xmlns:a16="http://schemas.microsoft.com/office/drawing/2014/main" id="{13D16143-F539-974B-94BE-1898CBB2CA38}"/>
              </a:ext>
            </a:extLst>
          </p:cNvPr>
          <p:cNvSpPr>
            <a:spLocks noGrp="1" noRot="1" noChangeAspect="1" noChangeArrowheads="1" noTextEdit="1"/>
          </p:cNvSpPr>
          <p:nvPr>
            <p:ph type="sldImg"/>
          </p:nvPr>
        </p:nvSpPr>
        <p:spPr>
          <a:xfrm>
            <a:off x="139700" y="768350"/>
            <a:ext cx="6819900" cy="3836988"/>
          </a:xfrm>
          <a:ln/>
        </p:spPr>
      </p:sp>
      <p:sp>
        <p:nvSpPr>
          <p:cNvPr id="293891" name="Rectangle 3">
            <a:extLst>
              <a:ext uri="{FF2B5EF4-FFF2-40B4-BE49-F238E27FC236}">
                <a16:creationId xmlns:a16="http://schemas.microsoft.com/office/drawing/2014/main" id="{3B1F5E9E-593F-EF41-B56D-6FC4FC24F663}"/>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71393068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5" name="Rectangle 7">
            <a:extLst>
              <a:ext uri="{FF2B5EF4-FFF2-40B4-BE49-F238E27FC236}">
                <a16:creationId xmlns:a16="http://schemas.microsoft.com/office/drawing/2014/main" id="{971B5EEF-67B4-2A46-B130-7DD63AD1C23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2C21AB2-AD24-E745-9A93-19E6365FB0D6}" type="slidenum">
              <a:rPr lang="en-US" altLang="zh-CN" sz="1200">
                <a:latin typeface="Arial" panose="020B0604020202020204" pitchFamily="34" charset="0"/>
              </a:rPr>
              <a:pPr/>
              <a:t>83</a:t>
            </a:fld>
            <a:endParaRPr lang="en-US" altLang="zh-CN" sz="1200">
              <a:latin typeface="Arial" panose="020B0604020202020204" pitchFamily="34" charset="0"/>
            </a:endParaRPr>
          </a:p>
        </p:txBody>
      </p:sp>
      <p:sp>
        <p:nvSpPr>
          <p:cNvPr id="190466" name="Rectangle 2">
            <a:extLst>
              <a:ext uri="{FF2B5EF4-FFF2-40B4-BE49-F238E27FC236}">
                <a16:creationId xmlns:a16="http://schemas.microsoft.com/office/drawing/2014/main" id="{C34660F4-B7E5-A044-A220-DDC11CB03E9C}"/>
              </a:ext>
            </a:extLst>
          </p:cNvPr>
          <p:cNvSpPr>
            <a:spLocks noGrp="1" noRot="1" noChangeAspect="1" noChangeArrowheads="1" noTextEdit="1"/>
          </p:cNvSpPr>
          <p:nvPr>
            <p:ph type="sldImg"/>
          </p:nvPr>
        </p:nvSpPr>
        <p:spPr>
          <a:xfrm>
            <a:off x="139700" y="768350"/>
            <a:ext cx="6819900" cy="3836988"/>
          </a:xfrm>
          <a:ln/>
        </p:spPr>
      </p:sp>
      <p:sp>
        <p:nvSpPr>
          <p:cNvPr id="295939" name="Rectangle 3">
            <a:extLst>
              <a:ext uri="{FF2B5EF4-FFF2-40B4-BE49-F238E27FC236}">
                <a16:creationId xmlns:a16="http://schemas.microsoft.com/office/drawing/2014/main" id="{18EF704E-33C7-AE43-B340-EE95241795A4}"/>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76461951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3" name="Rectangle 7">
            <a:extLst>
              <a:ext uri="{FF2B5EF4-FFF2-40B4-BE49-F238E27FC236}">
                <a16:creationId xmlns:a16="http://schemas.microsoft.com/office/drawing/2014/main" id="{3ACBC868-53ED-7544-8848-CB3DC984F4F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560877F-E562-FA46-8EA2-DA01A8CFC2C9}" type="slidenum">
              <a:rPr lang="en-US" altLang="zh-CN" sz="1200">
                <a:latin typeface="Arial" panose="020B0604020202020204" pitchFamily="34" charset="0"/>
              </a:rPr>
              <a:pPr/>
              <a:t>84</a:t>
            </a:fld>
            <a:endParaRPr lang="en-US" altLang="zh-CN" sz="1200">
              <a:latin typeface="Arial" panose="020B0604020202020204" pitchFamily="34" charset="0"/>
            </a:endParaRPr>
          </a:p>
        </p:txBody>
      </p:sp>
      <p:sp>
        <p:nvSpPr>
          <p:cNvPr id="192514" name="Rectangle 2">
            <a:extLst>
              <a:ext uri="{FF2B5EF4-FFF2-40B4-BE49-F238E27FC236}">
                <a16:creationId xmlns:a16="http://schemas.microsoft.com/office/drawing/2014/main" id="{9C11D7C1-483B-ED4F-9CD3-21BB13E3442E}"/>
              </a:ext>
            </a:extLst>
          </p:cNvPr>
          <p:cNvSpPr>
            <a:spLocks noGrp="1" noRot="1" noChangeAspect="1" noChangeArrowheads="1" noTextEdit="1"/>
          </p:cNvSpPr>
          <p:nvPr>
            <p:ph type="sldImg"/>
          </p:nvPr>
        </p:nvSpPr>
        <p:spPr>
          <a:xfrm>
            <a:off x="139700" y="768350"/>
            <a:ext cx="6819900" cy="3836988"/>
          </a:xfrm>
          <a:ln/>
        </p:spPr>
      </p:sp>
      <p:sp>
        <p:nvSpPr>
          <p:cNvPr id="297987" name="Rectangle 3">
            <a:extLst>
              <a:ext uri="{FF2B5EF4-FFF2-40B4-BE49-F238E27FC236}">
                <a16:creationId xmlns:a16="http://schemas.microsoft.com/office/drawing/2014/main" id="{9BF442EE-1C4A-4B4D-BE56-73C6771C3095}"/>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75536755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Rectangle 7">
            <a:extLst>
              <a:ext uri="{FF2B5EF4-FFF2-40B4-BE49-F238E27FC236}">
                <a16:creationId xmlns:a16="http://schemas.microsoft.com/office/drawing/2014/main" id="{1888B010-E47E-B241-BEC8-96E58C94787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E8FF2E46-3D9D-FC4B-995E-118F1784B3D0}" type="slidenum">
              <a:rPr lang="en-US" altLang="zh-CN" sz="1200">
                <a:latin typeface="Arial" panose="020B0604020202020204" pitchFamily="34" charset="0"/>
              </a:rPr>
              <a:pPr/>
              <a:t>85</a:t>
            </a:fld>
            <a:endParaRPr lang="en-US" altLang="zh-CN" sz="1200">
              <a:latin typeface="Arial" panose="020B0604020202020204" pitchFamily="34" charset="0"/>
            </a:endParaRPr>
          </a:p>
        </p:txBody>
      </p:sp>
      <p:sp>
        <p:nvSpPr>
          <p:cNvPr id="194562" name="Rectangle 2">
            <a:extLst>
              <a:ext uri="{FF2B5EF4-FFF2-40B4-BE49-F238E27FC236}">
                <a16:creationId xmlns:a16="http://schemas.microsoft.com/office/drawing/2014/main" id="{5FA69862-54E4-2541-9E13-C61469831F1C}"/>
              </a:ext>
            </a:extLst>
          </p:cNvPr>
          <p:cNvSpPr>
            <a:spLocks noGrp="1" noRot="1" noChangeAspect="1" noChangeArrowheads="1" noTextEdit="1"/>
          </p:cNvSpPr>
          <p:nvPr>
            <p:ph type="sldImg"/>
          </p:nvPr>
        </p:nvSpPr>
        <p:spPr>
          <a:xfrm>
            <a:off x="139700" y="768350"/>
            <a:ext cx="6819900" cy="3836988"/>
          </a:xfrm>
          <a:ln/>
        </p:spPr>
      </p:sp>
      <p:sp>
        <p:nvSpPr>
          <p:cNvPr id="300035" name="Rectangle 3">
            <a:extLst>
              <a:ext uri="{FF2B5EF4-FFF2-40B4-BE49-F238E27FC236}">
                <a16:creationId xmlns:a16="http://schemas.microsoft.com/office/drawing/2014/main" id="{B46CD7E3-A313-DA45-8D5E-25A5C7EA2FA1}"/>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88458310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09" name="Rectangle 7">
            <a:extLst>
              <a:ext uri="{FF2B5EF4-FFF2-40B4-BE49-F238E27FC236}">
                <a16:creationId xmlns:a16="http://schemas.microsoft.com/office/drawing/2014/main" id="{038050AB-4353-AC4D-84F8-C196B117905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75ADFC0-9596-1341-8E80-210F98E80297}" type="slidenum">
              <a:rPr lang="en-US" altLang="zh-CN" sz="1200">
                <a:latin typeface="Arial" panose="020B0604020202020204" pitchFamily="34" charset="0"/>
              </a:rPr>
              <a:pPr/>
              <a:t>86</a:t>
            </a:fld>
            <a:endParaRPr lang="en-US" altLang="zh-CN" sz="1200">
              <a:latin typeface="Arial" panose="020B0604020202020204" pitchFamily="34" charset="0"/>
            </a:endParaRPr>
          </a:p>
        </p:txBody>
      </p:sp>
      <p:sp>
        <p:nvSpPr>
          <p:cNvPr id="196610" name="Rectangle 2">
            <a:extLst>
              <a:ext uri="{FF2B5EF4-FFF2-40B4-BE49-F238E27FC236}">
                <a16:creationId xmlns:a16="http://schemas.microsoft.com/office/drawing/2014/main" id="{7CC0FCEF-A607-FC41-BE1C-A713A8172C3E}"/>
              </a:ext>
            </a:extLst>
          </p:cNvPr>
          <p:cNvSpPr>
            <a:spLocks noGrp="1" noRot="1" noChangeAspect="1" noChangeArrowheads="1" noTextEdit="1"/>
          </p:cNvSpPr>
          <p:nvPr>
            <p:ph type="sldImg"/>
          </p:nvPr>
        </p:nvSpPr>
        <p:spPr>
          <a:xfrm>
            <a:off x="139700" y="768350"/>
            <a:ext cx="6819900" cy="3836988"/>
          </a:xfrm>
          <a:ln/>
        </p:spPr>
      </p:sp>
      <p:sp>
        <p:nvSpPr>
          <p:cNvPr id="302083" name="Rectangle 3">
            <a:extLst>
              <a:ext uri="{FF2B5EF4-FFF2-40B4-BE49-F238E27FC236}">
                <a16:creationId xmlns:a16="http://schemas.microsoft.com/office/drawing/2014/main" id="{748ECE93-57E0-2643-A6FD-956A4F79C0C7}"/>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305382072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7" name="Rectangle 7">
            <a:extLst>
              <a:ext uri="{FF2B5EF4-FFF2-40B4-BE49-F238E27FC236}">
                <a16:creationId xmlns:a16="http://schemas.microsoft.com/office/drawing/2014/main" id="{E2DE04D8-97F3-7341-A535-8CAB8061B55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79A3762-4DF6-654C-8EBB-C13305334FB0}" type="slidenum">
              <a:rPr lang="en-US" altLang="zh-CN" sz="1200">
                <a:latin typeface="Arial" panose="020B0604020202020204" pitchFamily="34" charset="0"/>
              </a:rPr>
              <a:pPr/>
              <a:t>87</a:t>
            </a:fld>
            <a:endParaRPr lang="en-US" altLang="zh-CN" sz="1200">
              <a:latin typeface="Arial" panose="020B0604020202020204" pitchFamily="34" charset="0"/>
            </a:endParaRPr>
          </a:p>
        </p:txBody>
      </p:sp>
      <p:sp>
        <p:nvSpPr>
          <p:cNvPr id="198658" name="Rectangle 2">
            <a:extLst>
              <a:ext uri="{FF2B5EF4-FFF2-40B4-BE49-F238E27FC236}">
                <a16:creationId xmlns:a16="http://schemas.microsoft.com/office/drawing/2014/main" id="{16D7C41D-19E7-BC46-92DE-DB84478AA8C3}"/>
              </a:ext>
            </a:extLst>
          </p:cNvPr>
          <p:cNvSpPr>
            <a:spLocks noGrp="1" noRot="1" noChangeAspect="1" noChangeArrowheads="1" noTextEdit="1"/>
          </p:cNvSpPr>
          <p:nvPr>
            <p:ph type="sldImg"/>
          </p:nvPr>
        </p:nvSpPr>
        <p:spPr>
          <a:xfrm>
            <a:off x="139700" y="768350"/>
            <a:ext cx="6819900" cy="3836988"/>
          </a:xfrm>
          <a:ln/>
        </p:spPr>
      </p:sp>
      <p:sp>
        <p:nvSpPr>
          <p:cNvPr id="304131" name="Rectangle 3">
            <a:extLst>
              <a:ext uri="{FF2B5EF4-FFF2-40B4-BE49-F238E27FC236}">
                <a16:creationId xmlns:a16="http://schemas.microsoft.com/office/drawing/2014/main" id="{A4ADA32E-B376-9449-A8DE-536169E0821D}"/>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207097041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5" name="Rectangle 7">
            <a:extLst>
              <a:ext uri="{FF2B5EF4-FFF2-40B4-BE49-F238E27FC236}">
                <a16:creationId xmlns:a16="http://schemas.microsoft.com/office/drawing/2014/main" id="{6166DCE3-6790-2F4C-B2C0-E2FF66A32EC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990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F533C667-BCFF-5B4B-A222-43B2FF5C75A2}" type="slidenum">
              <a:rPr lang="en-US" altLang="zh-CN" sz="1200">
                <a:latin typeface="Arial" panose="020B0604020202020204" pitchFamily="34" charset="0"/>
              </a:rPr>
              <a:pPr/>
              <a:t>88</a:t>
            </a:fld>
            <a:endParaRPr lang="en-US" altLang="zh-CN" sz="1200">
              <a:latin typeface="Arial" panose="020B0604020202020204" pitchFamily="34" charset="0"/>
            </a:endParaRPr>
          </a:p>
        </p:txBody>
      </p:sp>
      <p:sp>
        <p:nvSpPr>
          <p:cNvPr id="200706" name="Rectangle 2">
            <a:extLst>
              <a:ext uri="{FF2B5EF4-FFF2-40B4-BE49-F238E27FC236}">
                <a16:creationId xmlns:a16="http://schemas.microsoft.com/office/drawing/2014/main" id="{4F35AE4C-4EE2-AA48-8419-6A8C1D27E9DD}"/>
              </a:ext>
            </a:extLst>
          </p:cNvPr>
          <p:cNvSpPr>
            <a:spLocks noGrp="1" noRot="1" noChangeAspect="1" noChangeArrowheads="1" noTextEdit="1"/>
          </p:cNvSpPr>
          <p:nvPr>
            <p:ph type="sldImg"/>
          </p:nvPr>
        </p:nvSpPr>
        <p:spPr>
          <a:xfrm>
            <a:off x="139700" y="768350"/>
            <a:ext cx="6819900" cy="3836988"/>
          </a:xfrm>
          <a:ln/>
        </p:spPr>
      </p:sp>
      <p:sp>
        <p:nvSpPr>
          <p:cNvPr id="306179" name="Rectangle 3">
            <a:extLst>
              <a:ext uri="{FF2B5EF4-FFF2-40B4-BE49-F238E27FC236}">
                <a16:creationId xmlns:a16="http://schemas.microsoft.com/office/drawing/2014/main" id="{745B2A5A-C141-D947-8008-B84661AF6A18}"/>
              </a:ext>
            </a:extLst>
          </p:cNvPr>
          <p:cNvSpPr>
            <a:spLocks noGrp="1" noChangeArrowheads="1"/>
          </p:cNvSpPr>
          <p:nvPr>
            <p:ph type="body" idx="1"/>
          </p:nvPr>
        </p:nvSpPr>
        <p:spPr>
          <a:ln/>
        </p:spPr>
        <p:txBody>
          <a:bodyPr/>
          <a:lstStyle/>
          <a:p>
            <a:pPr eaLnBrk="1" hangingPunct="1">
              <a:defRPr/>
            </a:pPr>
            <a:endParaRPr lang="zh-CN" altLang="en-US">
              <a:cs typeface="+mn-cs"/>
            </a:endParaRPr>
          </a:p>
        </p:txBody>
      </p:sp>
    </p:spTree>
    <p:extLst>
      <p:ext uri="{BB962C8B-B14F-4D97-AF65-F5344CB8AC3E}">
        <p14:creationId xmlns:p14="http://schemas.microsoft.com/office/powerpoint/2010/main" val="198131936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3" name="Rectangle 7">
            <a:extLst>
              <a:ext uri="{FF2B5EF4-FFF2-40B4-BE49-F238E27FC236}">
                <a16:creationId xmlns:a16="http://schemas.microsoft.com/office/drawing/2014/main" id="{0B39EA81-B2D1-7245-8718-2E8A9F288B8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A7D24AA-876C-004F-968F-6C9F09230322}" type="slidenum">
              <a:rPr lang="en-US" altLang="zh-CN" sz="1200">
                <a:latin typeface="Arial" panose="020B0604020202020204" pitchFamily="34" charset="0"/>
              </a:rPr>
              <a:pPr/>
              <a:t>89</a:t>
            </a:fld>
            <a:endParaRPr lang="en-US" altLang="zh-CN" sz="1200">
              <a:latin typeface="Arial" panose="020B0604020202020204" pitchFamily="34" charset="0"/>
            </a:endParaRPr>
          </a:p>
        </p:txBody>
      </p:sp>
      <p:sp>
        <p:nvSpPr>
          <p:cNvPr id="202754" name="Rectangle 2">
            <a:extLst>
              <a:ext uri="{FF2B5EF4-FFF2-40B4-BE49-F238E27FC236}">
                <a16:creationId xmlns:a16="http://schemas.microsoft.com/office/drawing/2014/main" id="{9B9E516B-DB94-9943-9C58-3A3DF57A8A98}"/>
              </a:ext>
            </a:extLst>
          </p:cNvPr>
          <p:cNvSpPr>
            <a:spLocks noGrp="1" noRot="1" noChangeAspect="1" noChangeArrowheads="1" noTextEdit="1"/>
          </p:cNvSpPr>
          <p:nvPr>
            <p:ph type="sldImg"/>
          </p:nvPr>
        </p:nvSpPr>
        <p:spPr>
          <a:ln/>
        </p:spPr>
      </p:sp>
      <p:sp>
        <p:nvSpPr>
          <p:cNvPr id="202755" name="Rectangle 3">
            <a:extLst>
              <a:ext uri="{FF2B5EF4-FFF2-40B4-BE49-F238E27FC236}">
                <a16:creationId xmlns:a16="http://schemas.microsoft.com/office/drawing/2014/main" id="{A67AF5F7-A397-BE47-AB81-0D1CEE7140F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423256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1" name="Rectangle 7">
            <a:extLst>
              <a:ext uri="{FF2B5EF4-FFF2-40B4-BE49-F238E27FC236}">
                <a16:creationId xmlns:a16="http://schemas.microsoft.com/office/drawing/2014/main" id="{37015A3D-D405-0D4E-AE2E-8F6B3E2A7BB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01C6E6A0-98D4-0046-8F5C-DF8AD7194D83}" type="slidenum">
              <a:rPr lang="en-US" altLang="zh-CN" sz="1200">
                <a:latin typeface="Arial" panose="020B0604020202020204" pitchFamily="34" charset="0"/>
              </a:rPr>
              <a:pPr/>
              <a:t>90</a:t>
            </a:fld>
            <a:endParaRPr lang="en-US" altLang="zh-CN" sz="1200">
              <a:latin typeface="Arial" panose="020B0604020202020204" pitchFamily="34" charset="0"/>
            </a:endParaRPr>
          </a:p>
        </p:txBody>
      </p:sp>
      <p:sp>
        <p:nvSpPr>
          <p:cNvPr id="204802" name="Rectangle 2">
            <a:extLst>
              <a:ext uri="{FF2B5EF4-FFF2-40B4-BE49-F238E27FC236}">
                <a16:creationId xmlns:a16="http://schemas.microsoft.com/office/drawing/2014/main" id="{597B9437-D6CC-C647-B338-05CE49B50AF0}"/>
              </a:ext>
            </a:extLst>
          </p:cNvPr>
          <p:cNvSpPr>
            <a:spLocks noGrp="1" noRot="1" noChangeAspect="1" noChangeArrowheads="1" noTextEdit="1"/>
          </p:cNvSpPr>
          <p:nvPr>
            <p:ph type="sldImg"/>
          </p:nvPr>
        </p:nvSpPr>
        <p:spPr>
          <a:ln/>
        </p:spPr>
      </p:sp>
      <p:sp>
        <p:nvSpPr>
          <p:cNvPr id="204803" name="Rectangle 3">
            <a:extLst>
              <a:ext uri="{FF2B5EF4-FFF2-40B4-BE49-F238E27FC236}">
                <a16:creationId xmlns:a16="http://schemas.microsoft.com/office/drawing/2014/main" id="{037EA9B7-19D1-4E42-80D8-93C7A44BB57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7958950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49" name="Rectangle 7">
            <a:extLst>
              <a:ext uri="{FF2B5EF4-FFF2-40B4-BE49-F238E27FC236}">
                <a16:creationId xmlns:a16="http://schemas.microsoft.com/office/drawing/2014/main" id="{47A96A74-44DC-9549-B13E-F7A32B6910B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AA3556EF-0E98-5F44-87E9-12A0472F373F}" type="slidenum">
              <a:rPr lang="en-US" altLang="zh-CN" sz="1200">
                <a:latin typeface="Arial" panose="020B0604020202020204" pitchFamily="34" charset="0"/>
              </a:rPr>
              <a:pPr/>
              <a:t>91</a:t>
            </a:fld>
            <a:endParaRPr lang="en-US" altLang="zh-CN" sz="1200">
              <a:latin typeface="Arial" panose="020B0604020202020204" pitchFamily="34" charset="0"/>
            </a:endParaRPr>
          </a:p>
        </p:txBody>
      </p:sp>
      <p:sp>
        <p:nvSpPr>
          <p:cNvPr id="206850" name="Rectangle 2">
            <a:extLst>
              <a:ext uri="{FF2B5EF4-FFF2-40B4-BE49-F238E27FC236}">
                <a16:creationId xmlns:a16="http://schemas.microsoft.com/office/drawing/2014/main" id="{2A1C3931-4E05-3842-A421-0E71F1C528CF}"/>
              </a:ext>
            </a:extLst>
          </p:cNvPr>
          <p:cNvSpPr>
            <a:spLocks noGrp="1" noRot="1" noChangeAspect="1" noChangeArrowheads="1" noTextEdit="1"/>
          </p:cNvSpPr>
          <p:nvPr>
            <p:ph type="sldImg"/>
          </p:nvPr>
        </p:nvSpPr>
        <p:spPr>
          <a:ln/>
        </p:spPr>
      </p:sp>
      <p:sp>
        <p:nvSpPr>
          <p:cNvPr id="206851" name="Rectangle 3">
            <a:extLst>
              <a:ext uri="{FF2B5EF4-FFF2-40B4-BE49-F238E27FC236}">
                <a16:creationId xmlns:a16="http://schemas.microsoft.com/office/drawing/2014/main" id="{F5EDD619-9931-254E-A6D0-56326C08C20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7121934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7" name="Rectangle 7">
            <a:extLst>
              <a:ext uri="{FF2B5EF4-FFF2-40B4-BE49-F238E27FC236}">
                <a16:creationId xmlns:a16="http://schemas.microsoft.com/office/drawing/2014/main" id="{AB4E1647-C90D-E64B-A1C4-D4A1854C440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1ED44737-D909-9945-82C4-E0A784F9A895}" type="slidenum">
              <a:rPr lang="en-US" altLang="zh-CN" sz="1200">
                <a:latin typeface="Arial" panose="020B0604020202020204" pitchFamily="34" charset="0"/>
              </a:rPr>
              <a:pPr/>
              <a:t>92</a:t>
            </a:fld>
            <a:endParaRPr lang="en-US" altLang="zh-CN" sz="1200">
              <a:latin typeface="Arial" panose="020B0604020202020204" pitchFamily="34" charset="0"/>
            </a:endParaRPr>
          </a:p>
        </p:txBody>
      </p:sp>
      <p:sp>
        <p:nvSpPr>
          <p:cNvPr id="208898" name="Rectangle 2">
            <a:extLst>
              <a:ext uri="{FF2B5EF4-FFF2-40B4-BE49-F238E27FC236}">
                <a16:creationId xmlns:a16="http://schemas.microsoft.com/office/drawing/2014/main" id="{696B25E7-8A36-FD4C-A1B7-67573FAE25C9}"/>
              </a:ext>
            </a:extLst>
          </p:cNvPr>
          <p:cNvSpPr>
            <a:spLocks noGrp="1" noRot="1" noChangeAspect="1" noChangeArrowheads="1" noTextEdit="1"/>
          </p:cNvSpPr>
          <p:nvPr>
            <p:ph type="sldImg"/>
          </p:nvPr>
        </p:nvSpPr>
        <p:spPr>
          <a:ln/>
        </p:spPr>
      </p:sp>
      <p:sp>
        <p:nvSpPr>
          <p:cNvPr id="208899" name="Rectangle 3">
            <a:extLst>
              <a:ext uri="{FF2B5EF4-FFF2-40B4-BE49-F238E27FC236}">
                <a16:creationId xmlns:a16="http://schemas.microsoft.com/office/drawing/2014/main" id="{C1408BAF-02F7-C342-9AD1-FD306FD32C0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1181470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5" name="Rectangle 7">
            <a:extLst>
              <a:ext uri="{FF2B5EF4-FFF2-40B4-BE49-F238E27FC236}">
                <a16:creationId xmlns:a16="http://schemas.microsoft.com/office/drawing/2014/main" id="{8BCAD843-6315-844B-8DE7-254F2D17704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862E94D-E2E9-A342-9216-F0B54B5A14E0}" type="slidenum">
              <a:rPr lang="en-US" altLang="zh-CN" sz="1200">
                <a:latin typeface="Arial" panose="020B0604020202020204" pitchFamily="34" charset="0"/>
              </a:rPr>
              <a:pPr/>
              <a:t>93</a:t>
            </a:fld>
            <a:endParaRPr lang="en-US" altLang="zh-CN" sz="1200">
              <a:latin typeface="Arial" panose="020B0604020202020204" pitchFamily="34" charset="0"/>
            </a:endParaRPr>
          </a:p>
        </p:txBody>
      </p:sp>
      <p:sp>
        <p:nvSpPr>
          <p:cNvPr id="210946" name="Rectangle 2">
            <a:extLst>
              <a:ext uri="{FF2B5EF4-FFF2-40B4-BE49-F238E27FC236}">
                <a16:creationId xmlns:a16="http://schemas.microsoft.com/office/drawing/2014/main" id="{872EA7EA-8C6D-3140-9F42-4CD167D2168B}"/>
              </a:ext>
            </a:extLst>
          </p:cNvPr>
          <p:cNvSpPr>
            <a:spLocks noGrp="1" noRot="1" noChangeAspect="1" noChangeArrowheads="1" noTextEdit="1"/>
          </p:cNvSpPr>
          <p:nvPr>
            <p:ph type="sldImg"/>
          </p:nvPr>
        </p:nvSpPr>
        <p:spPr>
          <a:ln/>
        </p:spPr>
      </p:sp>
      <p:sp>
        <p:nvSpPr>
          <p:cNvPr id="210947" name="Rectangle 3">
            <a:extLst>
              <a:ext uri="{FF2B5EF4-FFF2-40B4-BE49-F238E27FC236}">
                <a16:creationId xmlns:a16="http://schemas.microsoft.com/office/drawing/2014/main" id="{79B375AB-7B1B-0B4C-9686-4620B2B59DD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4799588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3" name="Rectangle 7">
            <a:extLst>
              <a:ext uri="{FF2B5EF4-FFF2-40B4-BE49-F238E27FC236}">
                <a16:creationId xmlns:a16="http://schemas.microsoft.com/office/drawing/2014/main" id="{DBAECE7A-374A-D34D-9367-0F3CC5CA3B7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28722794-59C9-E141-9A33-80523F8F2347}" type="slidenum">
              <a:rPr lang="en-US" altLang="zh-CN" sz="1200">
                <a:latin typeface="Arial" panose="020B0604020202020204" pitchFamily="34" charset="0"/>
              </a:rPr>
              <a:pPr/>
              <a:t>94</a:t>
            </a:fld>
            <a:endParaRPr lang="en-US" altLang="zh-CN" sz="1200">
              <a:latin typeface="Arial" panose="020B0604020202020204" pitchFamily="34" charset="0"/>
            </a:endParaRPr>
          </a:p>
        </p:txBody>
      </p:sp>
      <p:sp>
        <p:nvSpPr>
          <p:cNvPr id="212994" name="Rectangle 2">
            <a:extLst>
              <a:ext uri="{FF2B5EF4-FFF2-40B4-BE49-F238E27FC236}">
                <a16:creationId xmlns:a16="http://schemas.microsoft.com/office/drawing/2014/main" id="{9CA90F16-6EA8-4F42-9C45-EE68F8BA81B1}"/>
              </a:ext>
            </a:extLst>
          </p:cNvPr>
          <p:cNvSpPr>
            <a:spLocks noGrp="1" noRot="1" noChangeAspect="1" noChangeArrowheads="1" noTextEdit="1"/>
          </p:cNvSpPr>
          <p:nvPr>
            <p:ph type="sldImg"/>
          </p:nvPr>
        </p:nvSpPr>
        <p:spPr>
          <a:ln/>
        </p:spPr>
      </p:sp>
      <p:sp>
        <p:nvSpPr>
          <p:cNvPr id="212995" name="Rectangle 3">
            <a:extLst>
              <a:ext uri="{FF2B5EF4-FFF2-40B4-BE49-F238E27FC236}">
                <a16:creationId xmlns:a16="http://schemas.microsoft.com/office/drawing/2014/main" id="{13B027EE-7C0E-2648-A165-07A38186758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5499093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1" name="Rectangle 7">
            <a:extLst>
              <a:ext uri="{FF2B5EF4-FFF2-40B4-BE49-F238E27FC236}">
                <a16:creationId xmlns:a16="http://schemas.microsoft.com/office/drawing/2014/main" id="{4692C27E-EAF2-6A4F-BCB8-45D31A6E245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D2CCC6F-5E5A-CD48-B5A8-0A7DA6D89054}" type="slidenum">
              <a:rPr lang="en-US" altLang="zh-CN" sz="1200">
                <a:latin typeface="Arial" panose="020B0604020202020204" pitchFamily="34" charset="0"/>
              </a:rPr>
              <a:pPr/>
              <a:t>95</a:t>
            </a:fld>
            <a:endParaRPr lang="en-US" altLang="zh-CN" sz="1200">
              <a:latin typeface="Arial" panose="020B0604020202020204" pitchFamily="34" charset="0"/>
            </a:endParaRPr>
          </a:p>
        </p:txBody>
      </p:sp>
      <p:sp>
        <p:nvSpPr>
          <p:cNvPr id="215042" name="Rectangle 2">
            <a:extLst>
              <a:ext uri="{FF2B5EF4-FFF2-40B4-BE49-F238E27FC236}">
                <a16:creationId xmlns:a16="http://schemas.microsoft.com/office/drawing/2014/main" id="{9B7276DD-6F38-1241-8D8A-4A1013865A5B}"/>
              </a:ext>
            </a:extLst>
          </p:cNvPr>
          <p:cNvSpPr>
            <a:spLocks noGrp="1" noRot="1" noChangeAspect="1" noChangeArrowheads="1" noTextEdit="1"/>
          </p:cNvSpPr>
          <p:nvPr>
            <p:ph type="sldImg"/>
          </p:nvPr>
        </p:nvSpPr>
        <p:spPr>
          <a:ln/>
        </p:spPr>
      </p:sp>
      <p:sp>
        <p:nvSpPr>
          <p:cNvPr id="215043" name="Rectangle 3">
            <a:extLst>
              <a:ext uri="{FF2B5EF4-FFF2-40B4-BE49-F238E27FC236}">
                <a16:creationId xmlns:a16="http://schemas.microsoft.com/office/drawing/2014/main" id="{EAC1D162-5FE7-8740-ACAF-BEF0B8D3BC4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7704121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89" name="Rectangle 7">
            <a:extLst>
              <a:ext uri="{FF2B5EF4-FFF2-40B4-BE49-F238E27FC236}">
                <a16:creationId xmlns:a16="http://schemas.microsoft.com/office/drawing/2014/main" id="{7417F0CB-5CBA-1942-92A5-384BCB4D2CA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CCA9E901-1762-F847-85BA-D6DD0F0736D6}" type="slidenum">
              <a:rPr lang="en-US" altLang="zh-CN" sz="1200">
                <a:latin typeface="Arial" panose="020B0604020202020204" pitchFamily="34" charset="0"/>
              </a:rPr>
              <a:pPr/>
              <a:t>96</a:t>
            </a:fld>
            <a:endParaRPr lang="en-US" altLang="zh-CN" sz="1200">
              <a:latin typeface="Arial" panose="020B0604020202020204" pitchFamily="34" charset="0"/>
            </a:endParaRPr>
          </a:p>
        </p:txBody>
      </p:sp>
      <p:sp>
        <p:nvSpPr>
          <p:cNvPr id="217090" name="Rectangle 2">
            <a:extLst>
              <a:ext uri="{FF2B5EF4-FFF2-40B4-BE49-F238E27FC236}">
                <a16:creationId xmlns:a16="http://schemas.microsoft.com/office/drawing/2014/main" id="{F062D824-2B1D-7342-B163-5B41DBA059EB}"/>
              </a:ext>
            </a:extLst>
          </p:cNvPr>
          <p:cNvSpPr>
            <a:spLocks noGrp="1" noRot="1" noChangeAspect="1" noChangeArrowheads="1" noTextEdit="1"/>
          </p:cNvSpPr>
          <p:nvPr>
            <p:ph type="sldImg"/>
          </p:nvPr>
        </p:nvSpPr>
        <p:spPr>
          <a:ln/>
        </p:spPr>
      </p:sp>
      <p:sp>
        <p:nvSpPr>
          <p:cNvPr id="217091" name="Rectangle 3">
            <a:extLst>
              <a:ext uri="{FF2B5EF4-FFF2-40B4-BE49-F238E27FC236}">
                <a16:creationId xmlns:a16="http://schemas.microsoft.com/office/drawing/2014/main" id="{2216B60D-634F-1942-86BB-951D7813378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5882029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29" name="Rectangle 7">
            <a:extLst>
              <a:ext uri="{FF2B5EF4-FFF2-40B4-BE49-F238E27FC236}">
                <a16:creationId xmlns:a16="http://schemas.microsoft.com/office/drawing/2014/main" id="{23272389-3E1A-404B-A463-EE25A5DC5B2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974A6CAA-C6C5-0E4C-91B5-E0B9F64F4F89}" type="slidenum">
              <a:rPr lang="en-US" altLang="zh-CN" sz="1200">
                <a:latin typeface="Arial" panose="020B0604020202020204" pitchFamily="34" charset="0"/>
              </a:rPr>
              <a:pPr/>
              <a:t>97</a:t>
            </a:fld>
            <a:endParaRPr lang="en-US" altLang="zh-CN" sz="1200">
              <a:latin typeface="Arial" panose="020B0604020202020204" pitchFamily="34" charset="0"/>
            </a:endParaRPr>
          </a:p>
        </p:txBody>
      </p:sp>
      <p:sp>
        <p:nvSpPr>
          <p:cNvPr id="227330" name="Rectangle 2">
            <a:extLst>
              <a:ext uri="{FF2B5EF4-FFF2-40B4-BE49-F238E27FC236}">
                <a16:creationId xmlns:a16="http://schemas.microsoft.com/office/drawing/2014/main" id="{798FF095-2115-5D4A-ABB0-6784147AD8B7}"/>
              </a:ext>
            </a:extLst>
          </p:cNvPr>
          <p:cNvSpPr>
            <a:spLocks noGrp="1" noRot="1" noChangeAspect="1" noChangeArrowheads="1" noTextEdit="1"/>
          </p:cNvSpPr>
          <p:nvPr>
            <p:ph type="sldImg"/>
          </p:nvPr>
        </p:nvSpPr>
        <p:spPr>
          <a:ln/>
        </p:spPr>
      </p:sp>
      <p:sp>
        <p:nvSpPr>
          <p:cNvPr id="227331" name="Rectangle 3">
            <a:extLst>
              <a:ext uri="{FF2B5EF4-FFF2-40B4-BE49-F238E27FC236}">
                <a16:creationId xmlns:a16="http://schemas.microsoft.com/office/drawing/2014/main" id="{75F4B235-7C57-5A4F-9858-E7BD78A6525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9418797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7" name="Rectangle 7">
            <a:extLst>
              <a:ext uri="{FF2B5EF4-FFF2-40B4-BE49-F238E27FC236}">
                <a16:creationId xmlns:a16="http://schemas.microsoft.com/office/drawing/2014/main" id="{4B53565D-8BC7-D94B-B384-082BD7E8F3E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B0B0FDDE-086A-184C-B298-8CD8835E5D98}" type="slidenum">
              <a:rPr lang="en-US" altLang="zh-CN" sz="1200">
                <a:latin typeface="Arial" panose="020B0604020202020204" pitchFamily="34" charset="0"/>
              </a:rPr>
              <a:pPr/>
              <a:t>98</a:t>
            </a:fld>
            <a:endParaRPr lang="en-US" altLang="zh-CN" sz="1200">
              <a:latin typeface="Arial" panose="020B0604020202020204" pitchFamily="34" charset="0"/>
            </a:endParaRPr>
          </a:p>
        </p:txBody>
      </p:sp>
      <p:sp>
        <p:nvSpPr>
          <p:cNvPr id="229378" name="Rectangle 2">
            <a:extLst>
              <a:ext uri="{FF2B5EF4-FFF2-40B4-BE49-F238E27FC236}">
                <a16:creationId xmlns:a16="http://schemas.microsoft.com/office/drawing/2014/main" id="{7D432696-8012-7148-AF6D-C6A9FD76288B}"/>
              </a:ext>
            </a:extLst>
          </p:cNvPr>
          <p:cNvSpPr>
            <a:spLocks noGrp="1" noRot="1" noChangeAspect="1" noChangeArrowheads="1" noTextEdit="1"/>
          </p:cNvSpPr>
          <p:nvPr>
            <p:ph type="sldImg"/>
          </p:nvPr>
        </p:nvSpPr>
        <p:spPr>
          <a:ln/>
        </p:spPr>
      </p:sp>
      <p:sp>
        <p:nvSpPr>
          <p:cNvPr id="229379" name="Rectangle 3">
            <a:extLst>
              <a:ext uri="{FF2B5EF4-FFF2-40B4-BE49-F238E27FC236}">
                <a16:creationId xmlns:a16="http://schemas.microsoft.com/office/drawing/2014/main" id="{E303C565-111B-DA48-8375-F2BCDEBF31C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37725842"/>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7" name="Rectangle 7">
            <a:extLst>
              <a:ext uri="{FF2B5EF4-FFF2-40B4-BE49-F238E27FC236}">
                <a16:creationId xmlns:a16="http://schemas.microsoft.com/office/drawing/2014/main" id="{31689FD2-6BE8-F449-A186-FE19528A182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fld id="{717B4DF8-7550-2E4E-9A95-3D9F1FEC8264}" type="slidenum">
              <a:rPr lang="en-US" altLang="zh-CN" sz="1200">
                <a:latin typeface="Arial" panose="020B0604020202020204" pitchFamily="34" charset="0"/>
              </a:rPr>
              <a:pPr/>
              <a:t>99</a:t>
            </a:fld>
            <a:endParaRPr lang="en-US" altLang="zh-CN" sz="1200">
              <a:latin typeface="Arial" panose="020B0604020202020204" pitchFamily="34" charset="0"/>
            </a:endParaRPr>
          </a:p>
        </p:txBody>
      </p:sp>
      <p:sp>
        <p:nvSpPr>
          <p:cNvPr id="239618" name="Rectangle 2">
            <a:extLst>
              <a:ext uri="{FF2B5EF4-FFF2-40B4-BE49-F238E27FC236}">
                <a16:creationId xmlns:a16="http://schemas.microsoft.com/office/drawing/2014/main" id="{C63DD123-FF89-8547-B113-AD0320C750B6}"/>
              </a:ext>
            </a:extLst>
          </p:cNvPr>
          <p:cNvSpPr>
            <a:spLocks noGrp="1" noRot="1" noChangeAspect="1" noChangeArrowheads="1" noTextEdit="1"/>
          </p:cNvSpPr>
          <p:nvPr>
            <p:ph type="sldImg"/>
          </p:nvPr>
        </p:nvSpPr>
        <p:spPr>
          <a:ln/>
        </p:spPr>
      </p:sp>
      <p:sp>
        <p:nvSpPr>
          <p:cNvPr id="239619" name="Rectangle 3">
            <a:extLst>
              <a:ext uri="{FF2B5EF4-FFF2-40B4-BE49-F238E27FC236}">
                <a16:creationId xmlns:a16="http://schemas.microsoft.com/office/drawing/2014/main" id="{B25773C3-A43B-0A45-8CD5-406486AA78E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1448967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b="0" i="0">
                <a:latin typeface="Arial" charset="0"/>
                <a:ea typeface="SimHei" panose="02010609060101010101" pitchFamily="49" charset="-122"/>
              </a:defRPr>
            </a:lvl1pPr>
          </a:lstStyle>
          <a:p>
            <a:pPr>
              <a:defRPr/>
            </a:pPr>
            <a:endParaRPr lang="zh-CN" altLang="en-US" dirty="0"/>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b="0" i="0">
                <a:latin typeface="Arial" charset="0"/>
                <a:ea typeface="SimHei" panose="02010609060101010101" pitchFamily="49" charset="-122"/>
              </a:defRPr>
            </a:lvl1pPr>
          </a:lstStyle>
          <a:p>
            <a:pPr>
              <a:defRPr/>
            </a:pPr>
            <a:endParaRPr lang="zh-CN" altLang="zh-CN" dirty="0"/>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b="0" i="0">
                <a:ea typeface="SimHei" panose="02010609060101010101" pitchFamily="49" charset="-122"/>
              </a:defRPr>
            </a:lvl1pPr>
          </a:lstStyle>
          <a:p>
            <a:pPr>
              <a:defRPr/>
            </a:pPr>
            <a:fld id="{D5C0BC42-EF27-463F-9615-4680CD467AA5}" type="slidenum">
              <a:rPr lang="zh-CN" altLang="en-US" smtClean="0"/>
              <a:pPr>
                <a:defRPr/>
              </a:pPr>
              <a:t>‹#›</a:t>
            </a:fld>
            <a:endParaRPr lang="zh-CN" altLang="en-US" sz="1400" dirty="0"/>
          </a:p>
        </p:txBody>
      </p:sp>
    </p:spTree>
    <p:extLst>
      <p:ext uri="{BB962C8B-B14F-4D97-AF65-F5344CB8AC3E}">
        <p14:creationId xmlns:p14="http://schemas.microsoft.com/office/powerpoint/2010/main" val="295031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4" name="组合 10"/>
          <p:cNvGrpSpPr>
            <a:grpSpLocks/>
          </p:cNvGrpSpPr>
          <p:nvPr userDrawn="1"/>
        </p:nvGrpSpPr>
        <p:grpSpPr bwMode="auto">
          <a:xfrm>
            <a:off x="8077200" y="247650"/>
            <a:ext cx="642938" cy="571500"/>
            <a:chOff x="8086750" y="247634"/>
            <a:chExt cx="642942" cy="571504"/>
          </a:xfrm>
        </p:grpSpPr>
        <p:sp>
          <p:nvSpPr>
            <p:cNvPr id="5" name="矩形 4"/>
            <p:cNvSpPr/>
            <p:nvPr userDrawn="1"/>
          </p:nvSpPr>
          <p:spPr>
            <a:xfrm>
              <a:off x="8543953" y="247634"/>
              <a:ext cx="171451" cy="1714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6" name="矩形 5"/>
            <p:cNvSpPr/>
            <p:nvPr userDrawn="1"/>
          </p:nvSpPr>
          <p:spPr>
            <a:xfrm>
              <a:off x="8229626" y="247634"/>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7" name="矩形 6"/>
            <p:cNvSpPr/>
            <p:nvPr userDrawn="1"/>
          </p:nvSpPr>
          <p:spPr>
            <a:xfrm>
              <a:off x="8586816" y="533386"/>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8" name="矩形 7"/>
            <p:cNvSpPr/>
            <p:nvPr userDrawn="1"/>
          </p:nvSpPr>
          <p:spPr>
            <a:xfrm>
              <a:off x="8301064" y="461949"/>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9" name="矩形 8"/>
            <p:cNvSpPr/>
            <p:nvPr userDrawn="1"/>
          </p:nvSpPr>
          <p:spPr>
            <a:xfrm>
              <a:off x="8086750" y="676262"/>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grpSp>
      <p:grpSp>
        <p:nvGrpSpPr>
          <p:cNvPr id="10" name="组合 1"/>
          <p:cNvGrpSpPr>
            <a:grpSpLocks/>
          </p:cNvGrpSpPr>
          <p:nvPr userDrawn="1"/>
        </p:nvGrpSpPr>
        <p:grpSpPr bwMode="auto">
          <a:xfrm>
            <a:off x="160255" y="872395"/>
            <a:ext cx="8803047" cy="82961"/>
            <a:chOff x="0" y="0"/>
            <a:chExt cx="10080625" cy="103239"/>
          </a:xfrm>
        </p:grpSpPr>
        <p:sp>
          <p:nvSpPr>
            <p:cNvPr id="11" name="矩形 2"/>
            <p:cNvSpPr>
              <a:spLocks noChangeArrowheads="1"/>
            </p:cNvSpPr>
            <p:nvPr/>
          </p:nvSpPr>
          <p:spPr bwMode="auto">
            <a:xfrm>
              <a:off x="0" y="0"/>
              <a:ext cx="1983524" cy="103239"/>
            </a:xfrm>
            <a:prstGeom prst="rect">
              <a:avLst/>
            </a:prstGeom>
            <a:solidFill>
              <a:srgbClr val="3F762A"/>
            </a:solidFill>
            <a:ln>
              <a:noFill/>
            </a:ln>
            <a:extLst>
              <a:ext uri="{91240B29-F687-4F45-9708-019B960494DF}">
                <a14:hiddenLine xmlns:a14="http://schemas.microsoft.com/office/drawing/2010/main" w="12700">
                  <a:solidFill>
                    <a:srgbClr val="000000"/>
                  </a:solidFill>
                  <a:bevel/>
                  <a:headEnd/>
                  <a:tailEnd/>
                </a14:hiddenLine>
              </a:ext>
            </a:extLst>
          </p:spPr>
          <p:txBody>
            <a:bodyPr anchor="ctr"/>
            <a:lstStyle/>
            <a:p>
              <a:pPr algn="ctr" eaLnBrk="1" hangingPunct="1">
                <a:buFont typeface="Arial" panose="020B0604020202020204" pitchFamily="34" charset="0"/>
                <a:buNone/>
              </a:pPr>
              <a:endParaRPr lang="zh-CN" altLang="zh-CN" b="0" i="0" dirty="0">
                <a:solidFill>
                  <a:srgbClr val="FFFFFF"/>
                </a:solidFill>
                <a:latin typeface="SimHei" panose="02010609060101010101" pitchFamily="49" charset="-122"/>
                <a:ea typeface="SimHei" panose="02010609060101010101" pitchFamily="49" charset="-122"/>
                <a:sym typeface="宋体" panose="02010600030101010101" pitchFamily="2" charset="-122"/>
              </a:endParaRPr>
            </a:p>
          </p:txBody>
        </p:sp>
        <p:sp>
          <p:nvSpPr>
            <p:cNvPr id="12" name="直接连接符 3"/>
            <p:cNvSpPr>
              <a:spLocks noChangeShapeType="1"/>
            </p:cNvSpPr>
            <p:nvPr/>
          </p:nvSpPr>
          <p:spPr bwMode="auto">
            <a:xfrm flipV="1">
              <a:off x="1983524" y="77429"/>
              <a:ext cx="8097101" cy="0"/>
            </a:xfrm>
            <a:prstGeom prst="line">
              <a:avLst/>
            </a:prstGeom>
            <a:noFill/>
            <a:ln w="25400">
              <a:solidFill>
                <a:schemeClr val="accent1"/>
              </a:solidFill>
              <a:bevel/>
              <a:headEnd/>
              <a:tailEnd/>
            </a:ln>
            <a:extLst>
              <a:ext uri="{909E8E84-426E-40DD-AFC4-6F175D3DCCD1}">
                <a14:hiddenFill xmlns:a14="http://schemas.microsoft.com/office/drawing/2010/main">
                  <a:noFill/>
                </a14:hiddenFill>
              </a:ext>
            </a:extLst>
          </p:spPr>
          <p:txBody>
            <a:bodyPr/>
            <a:lstStyle/>
            <a:p>
              <a:endParaRPr lang="zh-CN" altLang="en-US" b="0" i="0" dirty="0">
                <a:ea typeface="SimHei" panose="02010609060101010101" pitchFamily="49" charset="-122"/>
              </a:endParaRPr>
            </a:p>
          </p:txBody>
        </p:sp>
      </p:grpSp>
      <p:sp>
        <p:nvSpPr>
          <p:cNvPr id="3" name="内容占位符 2"/>
          <p:cNvSpPr>
            <a:spLocks noGrp="1"/>
          </p:cNvSpPr>
          <p:nvPr>
            <p:ph idx="1"/>
          </p:nvPr>
        </p:nvSpPr>
        <p:spPr>
          <a:xfrm>
            <a:off x="133563" y="1104900"/>
            <a:ext cx="8804953" cy="3708326"/>
          </a:xfrm>
        </p:spPr>
        <p:txBody>
          <a:bodyPr/>
          <a:lstStyle>
            <a:lvl1pPr marL="273050" indent="-273050">
              <a:lnSpc>
                <a:spcPct val="100000"/>
              </a:lnSpc>
              <a:buFont typeface="Wingdings" pitchFamily="2" charset="2"/>
              <a:buChar char="l"/>
              <a:tabLst/>
              <a:defRPr sz="2400" baseline="0">
                <a:latin typeface="Times New Roman" panose="02020603050405020304" pitchFamily="18" charset="0"/>
                <a:ea typeface="微软雅黑" panose="020B0503020204020204" pitchFamily="34" charset="-122"/>
              </a:defRPr>
            </a:lvl1pPr>
            <a:lvl2pPr marL="538163" indent="-254000">
              <a:lnSpc>
                <a:spcPct val="100000"/>
              </a:lnSpc>
              <a:buClr>
                <a:srgbClr val="C00000"/>
              </a:buClr>
              <a:buFont typeface="Wingdings" pitchFamily="2" charset="2"/>
              <a:buChar char="Ø"/>
              <a:tabLst/>
              <a:defRPr sz="2000" baseline="0">
                <a:solidFill>
                  <a:srgbClr val="C00000"/>
                </a:solidFill>
                <a:latin typeface="Times New Roman" panose="02020603050405020304" pitchFamily="18" charset="0"/>
                <a:ea typeface="微软雅黑" panose="020B0503020204020204" pitchFamily="34" charset="-122"/>
              </a:defRPr>
            </a:lvl2pPr>
            <a:lvl3pPr marL="893763" indent="-265113">
              <a:lnSpc>
                <a:spcPct val="100000"/>
              </a:lnSpc>
              <a:buClr>
                <a:srgbClr val="002060"/>
              </a:buClr>
              <a:buFont typeface="Wingdings" pitchFamily="2" charset="2"/>
              <a:buChar char="u"/>
              <a:tabLst/>
              <a:defRPr sz="1800" baseline="0">
                <a:solidFill>
                  <a:srgbClr val="002060"/>
                </a:solidFill>
                <a:latin typeface="Times New Roman" panose="02020603050405020304" pitchFamily="18" charset="0"/>
                <a:ea typeface="微软雅黑" panose="020B0503020204020204" pitchFamily="34" charset="-122"/>
              </a:defRPr>
            </a:lvl3pPr>
            <a:lvl4pPr marL="1208088" indent="-263525">
              <a:lnSpc>
                <a:spcPct val="100000"/>
              </a:lnSpc>
              <a:buFont typeface="Wingdings" pitchFamily="2" charset="2"/>
              <a:buChar char="ü"/>
              <a:tabLst/>
              <a:defRPr sz="1800" baseline="0">
                <a:solidFill>
                  <a:srgbClr val="00B050"/>
                </a:solidFill>
                <a:latin typeface="Times New Roman" panose="02020603050405020304" pitchFamily="18" charset="0"/>
                <a:ea typeface="微软雅黑" panose="020B0503020204020204" pitchFamily="34" charset="-122"/>
              </a:defRPr>
            </a:lvl4pPr>
            <a:lvl5pPr marL="1512888" indent="-233363">
              <a:lnSpc>
                <a:spcPct val="100000"/>
              </a:lnSpc>
              <a:tabLst/>
              <a:defRPr sz="1800" baseline="0">
                <a:latin typeface="Times New Roman" panose="02020603050405020304" pitchFamily="18"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3" name="灯片编号占位符 5"/>
          <p:cNvSpPr>
            <a:spLocks noGrp="1" noChangeArrowheads="1"/>
          </p:cNvSpPr>
          <p:nvPr>
            <p:ph type="sldNum" sz="quarter" idx="10"/>
          </p:nvPr>
        </p:nvSpPr>
        <p:spPr>
          <a:xfrm>
            <a:off x="8577262" y="4868863"/>
            <a:ext cx="528637" cy="274637"/>
          </a:xfrm>
        </p:spPr>
        <p:txBody>
          <a:bodyPr/>
          <a:lstStyle>
            <a:lvl1pPr algn="r" eaLnBrk="1" hangingPunct="1">
              <a:buFont typeface="Arial" panose="020B0604020202020204" pitchFamily="34" charset="0"/>
              <a:buNone/>
              <a:defRPr b="0" i="0">
                <a:ea typeface="SimHei" panose="02010609060101010101" pitchFamily="49" charset="-122"/>
              </a:defRPr>
            </a:lvl1pPr>
          </a:lstStyle>
          <a:p>
            <a:pPr>
              <a:defRPr/>
            </a:pPr>
            <a:fld id="{C50E9340-F481-4835-BB46-3567A1160972}" type="slidenum">
              <a:rPr lang="zh-CN" altLang="en-US" smtClean="0"/>
              <a:pPr>
                <a:defRPr/>
              </a:pPr>
              <a:t>‹#›</a:t>
            </a:fld>
            <a:endParaRPr lang="zh-CN" altLang="en-US" sz="1400" dirty="0"/>
          </a:p>
        </p:txBody>
      </p:sp>
      <p:sp>
        <p:nvSpPr>
          <p:cNvPr id="15" name="标题 14"/>
          <p:cNvSpPr>
            <a:spLocks noGrp="1"/>
          </p:cNvSpPr>
          <p:nvPr>
            <p:ph type="title"/>
          </p:nvPr>
        </p:nvSpPr>
        <p:spPr>
          <a:xfrm>
            <a:off x="133563" y="254319"/>
            <a:ext cx="8804953" cy="647700"/>
          </a:xfrm>
        </p:spPr>
        <p:txBody>
          <a:bodyPr/>
          <a:lstStyle>
            <a:lvl1pPr>
              <a:defRPr sz="3200" b="0" baseline="0">
                <a:latin typeface="Times New Roman" panose="02020603050405020304" pitchFamily="18" charset="0"/>
                <a:ea typeface="微软雅黑"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3260980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grpSp>
        <p:nvGrpSpPr>
          <p:cNvPr id="5" name="组合 10"/>
          <p:cNvGrpSpPr>
            <a:grpSpLocks/>
          </p:cNvGrpSpPr>
          <p:nvPr userDrawn="1"/>
        </p:nvGrpSpPr>
        <p:grpSpPr bwMode="auto">
          <a:xfrm>
            <a:off x="8077200" y="247650"/>
            <a:ext cx="642938" cy="571500"/>
            <a:chOff x="8086750" y="247634"/>
            <a:chExt cx="642942" cy="571504"/>
          </a:xfrm>
        </p:grpSpPr>
        <p:sp>
          <p:nvSpPr>
            <p:cNvPr id="6" name="矩形 5"/>
            <p:cNvSpPr/>
            <p:nvPr userDrawn="1"/>
          </p:nvSpPr>
          <p:spPr>
            <a:xfrm>
              <a:off x="8543953" y="247634"/>
              <a:ext cx="171451" cy="1714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7" name="矩形 6"/>
            <p:cNvSpPr/>
            <p:nvPr userDrawn="1"/>
          </p:nvSpPr>
          <p:spPr>
            <a:xfrm>
              <a:off x="8229626" y="247634"/>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8" name="矩形 7"/>
            <p:cNvSpPr/>
            <p:nvPr userDrawn="1"/>
          </p:nvSpPr>
          <p:spPr>
            <a:xfrm>
              <a:off x="8586816" y="533386"/>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9" name="矩形 8"/>
            <p:cNvSpPr/>
            <p:nvPr userDrawn="1"/>
          </p:nvSpPr>
          <p:spPr>
            <a:xfrm>
              <a:off x="8301064" y="461949"/>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10" name="矩形 9"/>
            <p:cNvSpPr/>
            <p:nvPr userDrawn="1"/>
          </p:nvSpPr>
          <p:spPr>
            <a:xfrm>
              <a:off x="8086750" y="676262"/>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grpSp>
      <p:grpSp>
        <p:nvGrpSpPr>
          <p:cNvPr id="11" name="组合 1"/>
          <p:cNvGrpSpPr>
            <a:grpSpLocks/>
          </p:cNvGrpSpPr>
          <p:nvPr userDrawn="1"/>
        </p:nvGrpSpPr>
        <p:grpSpPr bwMode="auto">
          <a:xfrm>
            <a:off x="216819" y="864992"/>
            <a:ext cx="8464960" cy="65089"/>
            <a:chOff x="0" y="0"/>
            <a:chExt cx="10080625" cy="103239"/>
          </a:xfrm>
        </p:grpSpPr>
        <p:sp>
          <p:nvSpPr>
            <p:cNvPr id="12" name="矩形 2"/>
            <p:cNvSpPr>
              <a:spLocks noChangeArrowheads="1"/>
            </p:cNvSpPr>
            <p:nvPr/>
          </p:nvSpPr>
          <p:spPr bwMode="auto">
            <a:xfrm>
              <a:off x="0" y="0"/>
              <a:ext cx="1983524" cy="103239"/>
            </a:xfrm>
            <a:prstGeom prst="rect">
              <a:avLst/>
            </a:prstGeom>
            <a:solidFill>
              <a:srgbClr val="3F762A"/>
            </a:solidFill>
            <a:ln>
              <a:noFill/>
            </a:ln>
            <a:extLst>
              <a:ext uri="{91240B29-F687-4F45-9708-019B960494DF}">
                <a14:hiddenLine xmlns:a14="http://schemas.microsoft.com/office/drawing/2010/main" w="12700">
                  <a:solidFill>
                    <a:srgbClr val="000000"/>
                  </a:solidFill>
                  <a:bevel/>
                  <a:headEnd/>
                  <a:tailEnd/>
                </a14:hiddenLine>
              </a:ext>
            </a:extLst>
          </p:spPr>
          <p:txBody>
            <a:bodyPr anchor="ctr"/>
            <a:lstStyle/>
            <a:p>
              <a:pPr algn="ctr" eaLnBrk="1" hangingPunct="1">
                <a:buFont typeface="Arial" panose="020B0604020202020204" pitchFamily="34" charset="0"/>
                <a:buNone/>
              </a:pPr>
              <a:endParaRPr lang="zh-CN" altLang="zh-CN" b="0" i="0" dirty="0">
                <a:solidFill>
                  <a:srgbClr val="FFFFFF"/>
                </a:solidFill>
                <a:latin typeface="SimHei" panose="02010609060101010101" pitchFamily="49" charset="-122"/>
                <a:ea typeface="SimHei" panose="02010609060101010101" pitchFamily="49" charset="-122"/>
                <a:sym typeface="宋体" panose="02010600030101010101" pitchFamily="2" charset="-122"/>
              </a:endParaRPr>
            </a:p>
          </p:txBody>
        </p:sp>
        <p:sp>
          <p:nvSpPr>
            <p:cNvPr id="13" name="直接连接符 3"/>
            <p:cNvSpPr>
              <a:spLocks noChangeShapeType="1"/>
            </p:cNvSpPr>
            <p:nvPr/>
          </p:nvSpPr>
          <p:spPr bwMode="auto">
            <a:xfrm flipV="1">
              <a:off x="1983524" y="77429"/>
              <a:ext cx="8097101" cy="0"/>
            </a:xfrm>
            <a:prstGeom prst="line">
              <a:avLst/>
            </a:prstGeom>
            <a:noFill/>
            <a:ln w="25400">
              <a:solidFill>
                <a:schemeClr val="accent1"/>
              </a:solidFill>
              <a:bevel/>
              <a:headEnd/>
              <a:tailEnd/>
            </a:ln>
            <a:extLst>
              <a:ext uri="{909E8E84-426E-40DD-AFC4-6F175D3DCCD1}">
                <a14:hiddenFill xmlns:a14="http://schemas.microsoft.com/office/drawing/2010/main">
                  <a:noFill/>
                </a14:hiddenFill>
              </a:ext>
            </a:extLst>
          </p:spPr>
          <p:txBody>
            <a:bodyPr/>
            <a:lstStyle/>
            <a:p>
              <a:endParaRPr lang="zh-CN" altLang="en-US" b="0" i="0" dirty="0">
                <a:ea typeface="SimHei" panose="02010609060101010101" pitchFamily="49" charset="-122"/>
              </a:endParaRPr>
            </a:p>
          </p:txBody>
        </p:sp>
      </p:grpSp>
      <p:sp>
        <p:nvSpPr>
          <p:cNvPr id="2" name="标题 1"/>
          <p:cNvSpPr>
            <a:spLocks noGrp="1"/>
          </p:cNvSpPr>
          <p:nvPr>
            <p:ph type="title"/>
          </p:nvPr>
        </p:nvSpPr>
        <p:spPr>
          <a:xfrm>
            <a:off x="113122" y="274638"/>
            <a:ext cx="8607016" cy="609601"/>
          </a:xfrm>
        </p:spPr>
        <p:txBody>
          <a:bodyPr/>
          <a:lstStyle>
            <a:lvl1pPr>
              <a:defRPr sz="2800" b="0"/>
            </a:lvl1pPr>
          </a:lstStyle>
          <a:p>
            <a:r>
              <a:rPr lang="zh-CN" altLang="en-US" dirty="0"/>
              <a:t>单击此处编辑母版标题样式</a:t>
            </a:r>
          </a:p>
        </p:txBody>
      </p:sp>
      <p:sp>
        <p:nvSpPr>
          <p:cNvPr id="3" name="内容占位符 2"/>
          <p:cNvSpPr>
            <a:spLocks noGrp="1"/>
          </p:cNvSpPr>
          <p:nvPr>
            <p:ph sz="half" idx="1"/>
          </p:nvPr>
        </p:nvSpPr>
        <p:spPr>
          <a:xfrm>
            <a:off x="113122" y="1028700"/>
            <a:ext cx="4401728" cy="3863340"/>
          </a:xfrm>
        </p:spPr>
        <p:txBody>
          <a:bodyPr/>
          <a:lstStyle>
            <a:lvl1pPr marL="342900" indent="-342900">
              <a:lnSpc>
                <a:spcPct val="100000"/>
              </a:lnSpc>
              <a:buFont typeface="Wingdings" pitchFamily="2" charset="2"/>
              <a:buChar char="l"/>
              <a:defRPr sz="2100"/>
            </a:lvl1pPr>
            <a:lvl2pPr marL="685800" indent="-342900">
              <a:lnSpc>
                <a:spcPct val="100000"/>
              </a:lnSpc>
              <a:buClr>
                <a:srgbClr val="C00000"/>
              </a:buClr>
              <a:buFont typeface="Wingdings" pitchFamily="2" charset="2"/>
              <a:buChar char="Ø"/>
              <a:defRPr sz="1800">
                <a:solidFill>
                  <a:srgbClr val="C00000"/>
                </a:solidFill>
              </a:defRPr>
            </a:lvl2pPr>
            <a:lvl3pPr marL="1028700" indent="-342900">
              <a:lnSpc>
                <a:spcPct val="100000"/>
              </a:lnSpc>
              <a:buClr>
                <a:srgbClr val="0070C0"/>
              </a:buClr>
              <a:buFont typeface="Wingdings" pitchFamily="2" charset="2"/>
              <a:buChar char="u"/>
              <a:defRPr sz="1500">
                <a:solidFill>
                  <a:srgbClr val="0070C0"/>
                </a:solidFill>
              </a:defRPr>
            </a:lvl3pPr>
            <a:lvl4pPr marL="1371600" indent="-342900">
              <a:lnSpc>
                <a:spcPct val="100000"/>
              </a:lnSpc>
              <a:buFont typeface="Wingdings" pitchFamily="2" charset="2"/>
              <a:buChar char="ü"/>
              <a:defRPr sz="1400">
                <a:solidFill>
                  <a:schemeClr val="accent1"/>
                </a:solidFill>
              </a:defRPr>
            </a:lvl4pPr>
            <a:lvl5pPr marL="1714500" indent="-342900">
              <a:lnSpc>
                <a:spcPct val="100000"/>
              </a:lnSpc>
              <a:buFont typeface="Wingdings" pitchFamily="2" charset="2"/>
              <a:buChar char="p"/>
              <a:defRPr sz="1400"/>
            </a:lvl5pPr>
            <a:lvl6pPr>
              <a:defRPr sz="1400"/>
            </a:lvl6pPr>
            <a:lvl7pPr>
              <a:defRPr sz="1400"/>
            </a:lvl7pPr>
            <a:lvl8pPr>
              <a:defRPr sz="1400"/>
            </a:lvl8pPr>
            <a:lvl9pPr>
              <a:defRPr sz="14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29149" y="1028700"/>
            <a:ext cx="4269753" cy="3863340"/>
          </a:xfrm>
        </p:spPr>
        <p:txBody>
          <a:bodyPr/>
          <a:lstStyle>
            <a:lvl1pPr marL="342900" indent="-342900" algn="l" rtl="0" eaLnBrk="0" fontAlgn="base" hangingPunct="0">
              <a:lnSpc>
                <a:spcPct val="100000"/>
              </a:lnSpc>
              <a:spcAft>
                <a:spcPct val="0"/>
              </a:spcAft>
              <a:buFont typeface="Wingdings" pitchFamily="2" charset="2"/>
              <a:defRPr lang="zh-CN" altLang="en-US" sz="2100" dirty="0">
                <a:solidFill>
                  <a:schemeClr val="tx1"/>
                </a:solidFill>
                <a:latin typeface="+mn-ea"/>
                <a:ea typeface="+mn-ea"/>
                <a:cs typeface="+mn-cs"/>
                <a:sym typeface="Calibri" panose="020F0502020204030204" pitchFamily="34" charset="0"/>
              </a:defRPr>
            </a:lvl1pPr>
            <a:lvl2pPr marL="685800" indent="-342900" algn="l" rtl="0" eaLnBrk="0" fontAlgn="base" hangingPunct="0">
              <a:lnSpc>
                <a:spcPct val="100000"/>
              </a:lnSpc>
              <a:spcAft>
                <a:spcPct val="0"/>
              </a:spcAft>
              <a:buFont typeface="Wingdings" pitchFamily="2" charset="2"/>
              <a:defRPr lang="zh-CN" altLang="en-US" sz="1800" dirty="0">
                <a:solidFill>
                  <a:srgbClr val="C00000"/>
                </a:solidFill>
                <a:latin typeface="+mn-ea"/>
                <a:ea typeface="+mn-ea"/>
                <a:sym typeface="Calibri" panose="020F0502020204030204" pitchFamily="34" charset="0"/>
              </a:defRPr>
            </a:lvl2pPr>
            <a:lvl3pPr marL="1028700" indent="-342900" algn="l" rtl="0" eaLnBrk="0" fontAlgn="base" hangingPunct="0">
              <a:lnSpc>
                <a:spcPct val="100000"/>
              </a:lnSpc>
              <a:spcAft>
                <a:spcPct val="0"/>
              </a:spcAft>
              <a:buFont typeface="Wingdings" pitchFamily="2" charset="2"/>
              <a:defRPr lang="zh-CN" altLang="en-US" sz="1500" dirty="0">
                <a:solidFill>
                  <a:srgbClr val="0070C0"/>
                </a:solidFill>
                <a:latin typeface="+mn-ea"/>
                <a:ea typeface="+mn-ea"/>
                <a:sym typeface="Calibri" panose="020F0502020204030204" pitchFamily="34" charset="0"/>
              </a:defRPr>
            </a:lvl3pPr>
            <a:lvl4pPr marL="1371600" indent="-342900" algn="l" rtl="0" eaLnBrk="0" fontAlgn="base" hangingPunct="0">
              <a:lnSpc>
                <a:spcPct val="100000"/>
              </a:lnSpc>
              <a:spcAft>
                <a:spcPct val="0"/>
              </a:spcAft>
              <a:buFont typeface="Wingdings" pitchFamily="2" charset="2"/>
              <a:defRPr lang="zh-CN" altLang="en-US" sz="1400" dirty="0">
                <a:solidFill>
                  <a:schemeClr val="accent1"/>
                </a:solidFill>
                <a:latin typeface="+mn-ea"/>
                <a:ea typeface="+mn-ea"/>
                <a:sym typeface="Calibri" panose="020F0502020204030204" pitchFamily="34" charset="0"/>
              </a:defRPr>
            </a:lvl4pPr>
            <a:lvl5pPr marL="1714500" indent="-342900" algn="l" rtl="0" eaLnBrk="0" fontAlgn="base" hangingPunct="0">
              <a:lnSpc>
                <a:spcPct val="100000"/>
              </a:lnSpc>
              <a:spcAft>
                <a:spcPct val="0"/>
              </a:spcAft>
              <a:buFont typeface="Wingdings" pitchFamily="2" charset="2"/>
              <a:defRPr lang="zh-CN" altLang="en-US" sz="1400" dirty="0">
                <a:solidFill>
                  <a:schemeClr val="tx1"/>
                </a:solidFill>
                <a:latin typeface="+mn-ea"/>
                <a:ea typeface="+mn-ea"/>
                <a:sym typeface="Calibri" panose="020F0502020204030204" pitchFamily="34" charset="0"/>
              </a:defRPr>
            </a:lvl5pPr>
            <a:lvl6pPr>
              <a:defRPr sz="1400"/>
            </a:lvl6pPr>
            <a:lvl7pPr>
              <a:defRPr sz="1400"/>
            </a:lvl7pPr>
            <a:lvl8pPr>
              <a:defRPr sz="1400"/>
            </a:lvl8pPr>
            <a:lvl9pPr>
              <a:defRPr sz="1400"/>
            </a:lvl9pPr>
          </a:lstStyle>
          <a:p>
            <a:pPr marL="342900" lvl="0" indent="-342900" algn="l" rtl="0" eaLnBrk="0" fontAlgn="base" hangingPunct="0">
              <a:lnSpc>
                <a:spcPct val="100000"/>
              </a:lnSpc>
              <a:spcBef>
                <a:spcPts val="750"/>
              </a:spcBef>
              <a:spcAft>
                <a:spcPct val="0"/>
              </a:spcAft>
              <a:buClr>
                <a:srgbClr val="3F762B"/>
              </a:buClr>
              <a:buFont typeface="Wingdings" pitchFamily="2" charset="2"/>
              <a:buChar char="l"/>
            </a:pPr>
            <a:r>
              <a:rPr lang="zh-CN" altLang="en-US" dirty="0"/>
              <a:t>单击此处编辑母版文本样式</a:t>
            </a:r>
          </a:p>
          <a:p>
            <a:pPr marL="685800" lvl="1" indent="-342900" algn="l" rtl="0" eaLnBrk="0" fontAlgn="base" hangingPunct="0">
              <a:lnSpc>
                <a:spcPct val="100000"/>
              </a:lnSpc>
              <a:spcBef>
                <a:spcPts val="375"/>
              </a:spcBef>
              <a:spcAft>
                <a:spcPct val="0"/>
              </a:spcAft>
              <a:buClr>
                <a:srgbClr val="C00000"/>
              </a:buClr>
              <a:buFont typeface="Wingdings" pitchFamily="2" charset="2"/>
              <a:buChar char="Ø"/>
            </a:pPr>
            <a:r>
              <a:rPr lang="zh-CN" altLang="en-US" dirty="0"/>
              <a:t>第二级</a:t>
            </a:r>
          </a:p>
          <a:p>
            <a:pPr marL="1028700" lvl="2" indent="-342900" algn="l" rtl="0" eaLnBrk="0" fontAlgn="base" hangingPunct="0">
              <a:lnSpc>
                <a:spcPct val="100000"/>
              </a:lnSpc>
              <a:spcBef>
                <a:spcPts val="375"/>
              </a:spcBef>
              <a:spcAft>
                <a:spcPct val="0"/>
              </a:spcAft>
              <a:buClr>
                <a:srgbClr val="0070C0"/>
              </a:buClr>
              <a:buFont typeface="Wingdings" pitchFamily="2" charset="2"/>
              <a:buChar char="u"/>
            </a:pPr>
            <a:r>
              <a:rPr lang="zh-CN" altLang="en-US" dirty="0"/>
              <a:t>第三级</a:t>
            </a:r>
          </a:p>
          <a:p>
            <a:pPr marL="1371600" lvl="3" indent="-342900" algn="l" rtl="0" eaLnBrk="0" fontAlgn="base" hangingPunct="0">
              <a:lnSpc>
                <a:spcPct val="100000"/>
              </a:lnSpc>
              <a:spcBef>
                <a:spcPts val="375"/>
              </a:spcBef>
              <a:spcAft>
                <a:spcPct val="0"/>
              </a:spcAft>
              <a:buClr>
                <a:srgbClr val="3F762B"/>
              </a:buClr>
              <a:buFont typeface="Wingdings" pitchFamily="2" charset="2"/>
              <a:buChar char="ü"/>
            </a:pPr>
            <a:r>
              <a:rPr lang="zh-CN" altLang="en-US" dirty="0"/>
              <a:t>第四级</a:t>
            </a:r>
          </a:p>
          <a:p>
            <a:pPr marL="1714500" lvl="4" indent="-342900" algn="l" rtl="0" eaLnBrk="0" fontAlgn="base" hangingPunct="0">
              <a:lnSpc>
                <a:spcPct val="100000"/>
              </a:lnSpc>
              <a:spcBef>
                <a:spcPts val="375"/>
              </a:spcBef>
              <a:spcAft>
                <a:spcPct val="0"/>
              </a:spcAft>
              <a:buClr>
                <a:srgbClr val="3F762B"/>
              </a:buClr>
              <a:buFont typeface="Wingdings" pitchFamily="2" charset="2"/>
              <a:buChar char="p"/>
            </a:pPr>
            <a:r>
              <a:rPr lang="zh-CN" altLang="en-US" dirty="0"/>
              <a:t>第五级</a:t>
            </a:r>
          </a:p>
        </p:txBody>
      </p:sp>
      <p:sp>
        <p:nvSpPr>
          <p:cNvPr id="14" name="灯片编号占位符 5"/>
          <p:cNvSpPr>
            <a:spLocks noGrp="1" noChangeArrowheads="1"/>
          </p:cNvSpPr>
          <p:nvPr>
            <p:ph type="sldNum" sz="quarter" idx="10"/>
          </p:nvPr>
        </p:nvSpPr>
        <p:spPr>
          <a:xfrm>
            <a:off x="8681778" y="4868863"/>
            <a:ext cx="424121" cy="274637"/>
          </a:xfrm>
        </p:spPr>
        <p:txBody>
          <a:bodyPr/>
          <a:lstStyle>
            <a:lvl1pPr algn="r" eaLnBrk="1" hangingPunct="1">
              <a:buFont typeface="Arial" panose="020B0604020202020204" pitchFamily="34" charset="0"/>
              <a:buNone/>
              <a:defRPr b="0" i="0">
                <a:ea typeface="SimHei" panose="02010609060101010101" pitchFamily="49" charset="-122"/>
              </a:defRPr>
            </a:lvl1pPr>
          </a:lstStyle>
          <a:p>
            <a:pPr>
              <a:defRPr/>
            </a:pPr>
            <a:fld id="{AA8417A7-6640-4A8D-B5CB-4C6531206FA7}" type="slidenum">
              <a:rPr lang="zh-CN" altLang="en-US" smtClean="0"/>
              <a:pPr>
                <a:defRPr/>
              </a:pPr>
              <a:t>‹#›</a:t>
            </a:fld>
            <a:endParaRPr lang="zh-CN" altLang="en-US" sz="1400" dirty="0"/>
          </a:p>
        </p:txBody>
      </p:sp>
    </p:spTree>
    <p:extLst>
      <p:ext uri="{BB962C8B-B14F-4D97-AF65-F5344CB8AC3E}">
        <p14:creationId xmlns:p14="http://schemas.microsoft.com/office/powerpoint/2010/main" val="25753816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710" y="3305176"/>
            <a:ext cx="7772400" cy="1021556"/>
          </a:xfrm>
        </p:spPr>
        <p:txBody>
          <a:bodyPr anchor="t"/>
          <a:lstStyle>
            <a:lvl1pPr algn="l">
              <a:defRPr sz="3000" b="1" cap="all"/>
            </a:lvl1pPr>
          </a:lstStyle>
          <a:p>
            <a:r>
              <a:rPr lang="zh-CN" altLang="en-US"/>
              <a:t>单击此处编辑母版标题样式</a:t>
            </a:r>
          </a:p>
        </p:txBody>
      </p:sp>
      <p:sp>
        <p:nvSpPr>
          <p:cNvPr id="3" name="文本占位符 2"/>
          <p:cNvSpPr>
            <a:spLocks noGrp="1"/>
          </p:cNvSpPr>
          <p:nvPr>
            <p:ph type="body" idx="1"/>
          </p:nvPr>
        </p:nvSpPr>
        <p:spPr>
          <a:xfrm>
            <a:off x="722710" y="2180035"/>
            <a:ext cx="7772400" cy="1125140"/>
          </a:xfrm>
        </p:spPr>
        <p:txBody>
          <a:bodyPr anchor="b"/>
          <a:lstStyle>
            <a:lvl1pPr marL="0" indent="0">
              <a:buNone/>
              <a:defRPr sz="1500"/>
            </a:lvl1pPr>
            <a:lvl2pPr marL="342900" indent="0">
              <a:buNone/>
              <a:defRPr sz="1400"/>
            </a:lvl2pPr>
            <a:lvl3pPr marL="685800" indent="0">
              <a:buNone/>
              <a:defRPr sz="1200"/>
            </a:lvl3pPr>
            <a:lvl4pPr marL="1028700" indent="0">
              <a:buNone/>
              <a:defRPr sz="1100"/>
            </a:lvl4pPr>
            <a:lvl5pPr marL="1371600" indent="0">
              <a:buNone/>
              <a:defRPr sz="1100"/>
            </a:lvl5pPr>
            <a:lvl6pPr marL="1714500" indent="0">
              <a:buNone/>
              <a:defRPr sz="1100"/>
            </a:lvl6pPr>
            <a:lvl7pPr marL="2057400" indent="0">
              <a:buNone/>
              <a:defRPr sz="1100"/>
            </a:lvl7pPr>
            <a:lvl8pPr marL="2400300" indent="0">
              <a:buNone/>
              <a:defRPr sz="1100"/>
            </a:lvl8pPr>
            <a:lvl9pPr marL="2743200" indent="0">
              <a:buNone/>
              <a:defRPr sz="1100"/>
            </a:lvl9pPr>
          </a:lstStyle>
          <a:p>
            <a:pPr lvl="0"/>
            <a:r>
              <a:rPr lang="zh-CN" altLang="en-US"/>
              <a:t>单击此处编辑母版文本样式</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b="0" i="0">
                <a:latin typeface="Arial" charset="0"/>
                <a:ea typeface="SimHei" panose="02010609060101010101" pitchFamily="49" charset="-122"/>
              </a:defRPr>
            </a:lvl1pPr>
          </a:lstStyle>
          <a:p>
            <a:pPr>
              <a:defRPr/>
            </a:pPr>
            <a:endParaRPr lang="zh-CN" altLang="en-US" dirty="0"/>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b="0" i="0">
                <a:latin typeface="Arial" charset="0"/>
                <a:ea typeface="SimHei" panose="02010609060101010101" pitchFamily="49" charset="-122"/>
              </a:defRPr>
            </a:lvl1pPr>
          </a:lstStyle>
          <a:p>
            <a:pPr>
              <a:defRPr/>
            </a:pPr>
            <a:endParaRPr lang="zh-CN" altLang="zh-CN" dirty="0"/>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b="0" i="0">
                <a:ea typeface="SimHei" panose="02010609060101010101" pitchFamily="49" charset="-122"/>
              </a:defRPr>
            </a:lvl1pPr>
          </a:lstStyle>
          <a:p>
            <a:pPr>
              <a:defRPr/>
            </a:pPr>
            <a:fld id="{25A64131-0B9F-4DFD-BA54-781528EAC636}" type="slidenum">
              <a:rPr lang="zh-CN" altLang="en-US" smtClean="0"/>
              <a:pPr>
                <a:defRPr/>
              </a:pPr>
              <a:t>‹#›</a:t>
            </a:fld>
            <a:endParaRPr lang="zh-CN" altLang="en-US" sz="1400" dirty="0"/>
          </a:p>
        </p:txBody>
      </p:sp>
    </p:spTree>
    <p:extLst>
      <p:ext uri="{BB962C8B-B14F-4D97-AF65-F5344CB8AC3E}">
        <p14:creationId xmlns:p14="http://schemas.microsoft.com/office/powerpoint/2010/main" val="2157243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39791" cy="47982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39791"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4628" y="1151335"/>
            <a:ext cx="4042172" cy="47982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44628" y="1631156"/>
            <a:ext cx="4042172"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b="0" i="0">
                <a:latin typeface="Arial" charset="0"/>
                <a:ea typeface="SimHei" panose="02010609060101010101" pitchFamily="49" charset="-122"/>
              </a:defRPr>
            </a:lvl1pPr>
          </a:lstStyle>
          <a:p>
            <a:pPr>
              <a:defRPr/>
            </a:pPr>
            <a:endParaRPr lang="zh-CN" altLang="en-US" dirty="0"/>
          </a:p>
        </p:txBody>
      </p:sp>
      <p:sp>
        <p:nvSpPr>
          <p:cNvPr id="8"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b="0" i="0">
                <a:latin typeface="Arial" charset="0"/>
                <a:ea typeface="SimHei" panose="02010609060101010101" pitchFamily="49" charset="-122"/>
              </a:defRPr>
            </a:lvl1pPr>
          </a:lstStyle>
          <a:p>
            <a:pPr>
              <a:defRPr/>
            </a:pPr>
            <a:endParaRPr lang="zh-CN" altLang="zh-CN" dirty="0"/>
          </a:p>
        </p:txBody>
      </p:sp>
      <p:sp>
        <p:nvSpPr>
          <p:cNvPr id="9"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b="0" i="0">
                <a:ea typeface="SimHei" panose="02010609060101010101" pitchFamily="49" charset="-122"/>
              </a:defRPr>
            </a:lvl1pPr>
          </a:lstStyle>
          <a:p>
            <a:pPr>
              <a:defRPr/>
            </a:pPr>
            <a:fld id="{90AA2B5F-D50E-471C-818F-E555865E9438}" type="slidenum">
              <a:rPr lang="zh-CN" altLang="en-US" smtClean="0"/>
              <a:pPr>
                <a:defRPr/>
              </a:pPr>
              <a:t>‹#›</a:t>
            </a:fld>
            <a:endParaRPr lang="zh-CN" altLang="en-US" sz="1400" dirty="0"/>
          </a:p>
        </p:txBody>
      </p:sp>
    </p:spTree>
    <p:extLst>
      <p:ext uri="{BB962C8B-B14F-4D97-AF65-F5344CB8AC3E}">
        <p14:creationId xmlns:p14="http://schemas.microsoft.com/office/powerpoint/2010/main" val="1047305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b="0" i="0">
                <a:latin typeface="Arial" charset="0"/>
                <a:ea typeface="SimHei" panose="02010609060101010101" pitchFamily="49" charset="-122"/>
              </a:defRPr>
            </a:lvl1pPr>
          </a:lstStyle>
          <a:p>
            <a:pPr>
              <a:defRPr/>
            </a:pPr>
            <a:endParaRPr lang="zh-CN" altLang="en-US" dirty="0"/>
          </a:p>
        </p:txBody>
      </p:sp>
      <p:sp>
        <p:nvSpPr>
          <p:cNvPr id="4"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b="0" i="0">
                <a:latin typeface="Arial" charset="0"/>
                <a:ea typeface="SimHei" panose="02010609060101010101" pitchFamily="49" charset="-122"/>
              </a:defRPr>
            </a:lvl1pPr>
          </a:lstStyle>
          <a:p>
            <a:pPr>
              <a:defRPr/>
            </a:pPr>
            <a:endParaRPr lang="zh-CN" altLang="zh-CN" dirty="0"/>
          </a:p>
        </p:txBody>
      </p:sp>
      <p:sp>
        <p:nvSpPr>
          <p:cNvPr id="5"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b="0" i="0">
                <a:ea typeface="SimHei" panose="02010609060101010101" pitchFamily="49" charset="-122"/>
              </a:defRPr>
            </a:lvl1pPr>
          </a:lstStyle>
          <a:p>
            <a:pPr>
              <a:defRPr/>
            </a:pPr>
            <a:fld id="{414EEDC2-B28F-4732-A1A2-D191721D09FE}" type="slidenum">
              <a:rPr lang="zh-CN" altLang="en-US" smtClean="0"/>
              <a:pPr>
                <a:defRPr/>
              </a:pPr>
              <a:t>‹#›</a:t>
            </a:fld>
            <a:endParaRPr lang="zh-CN" altLang="en-US" sz="1400" dirty="0"/>
          </a:p>
        </p:txBody>
      </p:sp>
    </p:spTree>
    <p:extLst>
      <p:ext uri="{BB962C8B-B14F-4D97-AF65-F5344CB8AC3E}">
        <p14:creationId xmlns:p14="http://schemas.microsoft.com/office/powerpoint/2010/main" val="33334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b="0" i="0">
                <a:latin typeface="Arial" charset="0"/>
                <a:ea typeface="SimHei" panose="02010609060101010101" pitchFamily="49" charset="-122"/>
              </a:defRPr>
            </a:lvl1pPr>
          </a:lstStyle>
          <a:p>
            <a:pPr>
              <a:defRPr/>
            </a:pPr>
            <a:endParaRPr lang="zh-CN" altLang="en-US" dirty="0"/>
          </a:p>
        </p:txBody>
      </p:sp>
      <p:sp>
        <p:nvSpPr>
          <p:cNvPr id="3"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b="0" i="0">
                <a:latin typeface="Arial" charset="0"/>
                <a:ea typeface="SimHei" panose="02010609060101010101" pitchFamily="49" charset="-122"/>
              </a:defRPr>
            </a:lvl1pPr>
          </a:lstStyle>
          <a:p>
            <a:pPr>
              <a:defRPr/>
            </a:pPr>
            <a:endParaRPr lang="zh-CN" altLang="zh-CN" dirty="0"/>
          </a:p>
        </p:txBody>
      </p:sp>
      <p:sp>
        <p:nvSpPr>
          <p:cNvPr id="4"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b="0" i="0">
                <a:ea typeface="SimHei" panose="02010609060101010101" pitchFamily="49" charset="-122"/>
              </a:defRPr>
            </a:lvl1pPr>
          </a:lstStyle>
          <a:p>
            <a:pPr>
              <a:defRPr/>
            </a:pPr>
            <a:fld id="{A5789380-00E9-4AE5-AB7C-F2ED5ABAC363}" type="slidenum">
              <a:rPr lang="zh-CN" altLang="en-US" smtClean="0"/>
              <a:pPr>
                <a:defRPr/>
              </a:pPr>
              <a:t>‹#›</a:t>
            </a:fld>
            <a:endParaRPr lang="zh-CN" altLang="en-US" sz="1400" dirty="0"/>
          </a:p>
        </p:txBody>
      </p:sp>
    </p:spTree>
    <p:extLst>
      <p:ext uri="{BB962C8B-B14F-4D97-AF65-F5344CB8AC3E}">
        <p14:creationId xmlns:p14="http://schemas.microsoft.com/office/powerpoint/2010/main" val="2502411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7"/>
            <a:ext cx="3008710" cy="871538"/>
          </a:xfrm>
        </p:spPr>
        <p:txBody>
          <a:bodyPr anchor="b"/>
          <a:lstStyle>
            <a:lvl1pPr algn="l">
              <a:defRPr sz="1500" b="1"/>
            </a:lvl1pPr>
          </a:lstStyle>
          <a:p>
            <a:r>
              <a:rPr lang="zh-CN" altLang="en-US"/>
              <a:t>单击此处编辑母版标题样式</a:t>
            </a:r>
          </a:p>
        </p:txBody>
      </p:sp>
      <p:sp>
        <p:nvSpPr>
          <p:cNvPr id="3" name="内容占位符 2"/>
          <p:cNvSpPr>
            <a:spLocks noGrp="1"/>
          </p:cNvSpPr>
          <p:nvPr>
            <p:ph idx="1"/>
          </p:nvPr>
        </p:nvSpPr>
        <p:spPr>
          <a:xfrm>
            <a:off x="3575448" y="204788"/>
            <a:ext cx="5111353"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076326"/>
            <a:ext cx="3008710" cy="3518297"/>
          </a:xfrm>
        </p:spPr>
        <p:txBody>
          <a:bodyPr/>
          <a:lstStyle>
            <a:lvl1pPr marL="0" indent="0">
              <a:buNone/>
              <a:defRPr sz="11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zh-CN" altLang="en-US"/>
              <a:t>单击此处编辑母版文本样式</a:t>
            </a:r>
          </a:p>
        </p:txBody>
      </p:sp>
      <p:sp>
        <p:nvSpPr>
          <p:cNvPr id="5"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b="0" i="0">
                <a:latin typeface="Arial" charset="0"/>
                <a:ea typeface="SimHei" panose="02010609060101010101" pitchFamily="49" charset="-122"/>
              </a:defRPr>
            </a:lvl1pPr>
          </a:lstStyle>
          <a:p>
            <a:pPr>
              <a:defRPr/>
            </a:pPr>
            <a:endParaRPr lang="zh-CN" altLang="en-US" dirty="0"/>
          </a:p>
        </p:txBody>
      </p:sp>
      <p:sp>
        <p:nvSpPr>
          <p:cNvPr id="6"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b="0" i="0">
                <a:latin typeface="Arial" charset="0"/>
                <a:ea typeface="SimHei" panose="02010609060101010101" pitchFamily="49" charset="-122"/>
              </a:defRPr>
            </a:lvl1pPr>
          </a:lstStyle>
          <a:p>
            <a:pPr>
              <a:defRPr/>
            </a:pPr>
            <a:endParaRPr lang="zh-CN" altLang="zh-CN" dirty="0"/>
          </a:p>
        </p:txBody>
      </p:sp>
      <p:sp>
        <p:nvSpPr>
          <p:cNvPr id="7"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b="0" i="0">
                <a:ea typeface="SimHei" panose="02010609060101010101" pitchFamily="49" charset="-122"/>
              </a:defRPr>
            </a:lvl1pPr>
          </a:lstStyle>
          <a:p>
            <a:pPr>
              <a:defRPr/>
            </a:pPr>
            <a:fld id="{CBD04581-45B2-4FB5-88F5-FC7C0857ADB2}" type="slidenum">
              <a:rPr lang="zh-CN" altLang="en-US" smtClean="0"/>
              <a:pPr>
                <a:defRPr/>
              </a:pPr>
              <a:t>‹#›</a:t>
            </a:fld>
            <a:endParaRPr lang="zh-CN" altLang="en-US" sz="1400" dirty="0"/>
          </a:p>
        </p:txBody>
      </p:sp>
    </p:spTree>
    <p:extLst>
      <p:ext uri="{BB962C8B-B14F-4D97-AF65-F5344CB8AC3E}">
        <p14:creationId xmlns:p14="http://schemas.microsoft.com/office/powerpoint/2010/main" val="1773948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1891" y="3600450"/>
            <a:ext cx="5486400" cy="425054"/>
          </a:xfrm>
        </p:spPr>
        <p:txBody>
          <a:bodyPr anchor="b"/>
          <a:lstStyle>
            <a:lvl1pPr algn="l">
              <a:defRPr sz="1500" b="1"/>
            </a:lvl1pPr>
          </a:lstStyle>
          <a:p>
            <a:r>
              <a:rPr lang="zh-CN" altLang="en-US"/>
              <a:t>单击此处编辑母版标题样式</a:t>
            </a:r>
          </a:p>
        </p:txBody>
      </p:sp>
      <p:sp>
        <p:nvSpPr>
          <p:cNvPr id="3" name="图片占位符 2"/>
          <p:cNvSpPr>
            <a:spLocks noGrp="1"/>
          </p:cNvSpPr>
          <p:nvPr>
            <p:ph type="pic" idx="1"/>
          </p:nvPr>
        </p:nvSpPr>
        <p:spPr>
          <a:xfrm>
            <a:off x="1791891"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sym typeface="Calibri" pitchFamily="34" charset="0"/>
            </a:endParaRPr>
          </a:p>
        </p:txBody>
      </p:sp>
      <p:sp>
        <p:nvSpPr>
          <p:cNvPr id="4" name="文本占位符 3"/>
          <p:cNvSpPr>
            <a:spLocks noGrp="1"/>
          </p:cNvSpPr>
          <p:nvPr>
            <p:ph type="body" sz="half" idx="2"/>
          </p:nvPr>
        </p:nvSpPr>
        <p:spPr>
          <a:xfrm>
            <a:off x="1791891" y="4025503"/>
            <a:ext cx="5486400" cy="603647"/>
          </a:xfrm>
        </p:spPr>
        <p:txBody>
          <a:bodyPr/>
          <a:lstStyle>
            <a:lvl1pPr marL="0" indent="0">
              <a:buNone/>
              <a:defRPr sz="11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zh-CN" altLang="en-US"/>
              <a:t>单击此处编辑母版文本样式</a:t>
            </a:r>
          </a:p>
        </p:txBody>
      </p:sp>
      <p:sp>
        <p:nvSpPr>
          <p:cNvPr id="5"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b="0" i="0">
                <a:latin typeface="Arial" charset="0"/>
                <a:ea typeface="SimHei" panose="02010609060101010101" pitchFamily="49" charset="-122"/>
              </a:defRPr>
            </a:lvl1pPr>
          </a:lstStyle>
          <a:p>
            <a:pPr>
              <a:defRPr/>
            </a:pPr>
            <a:endParaRPr lang="zh-CN" altLang="en-US" dirty="0"/>
          </a:p>
        </p:txBody>
      </p:sp>
      <p:sp>
        <p:nvSpPr>
          <p:cNvPr id="6"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b="0" i="0">
                <a:latin typeface="Arial" charset="0"/>
                <a:ea typeface="SimHei" panose="02010609060101010101" pitchFamily="49" charset="-122"/>
              </a:defRPr>
            </a:lvl1pPr>
          </a:lstStyle>
          <a:p>
            <a:pPr>
              <a:defRPr/>
            </a:pPr>
            <a:endParaRPr lang="zh-CN" altLang="zh-CN" dirty="0"/>
          </a:p>
        </p:txBody>
      </p:sp>
      <p:sp>
        <p:nvSpPr>
          <p:cNvPr id="7"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b="0" i="0">
                <a:ea typeface="SimHei" panose="02010609060101010101" pitchFamily="49" charset="-122"/>
              </a:defRPr>
            </a:lvl1pPr>
          </a:lstStyle>
          <a:p>
            <a:pPr>
              <a:defRPr/>
            </a:pPr>
            <a:fld id="{87E5BF29-83EB-4F5A-B881-8F89B5025731}" type="slidenum">
              <a:rPr lang="zh-CN" altLang="en-US" smtClean="0"/>
              <a:pPr>
                <a:defRPr/>
              </a:pPr>
              <a:t>‹#›</a:t>
            </a:fld>
            <a:endParaRPr lang="zh-CN" altLang="en-US" sz="1400" dirty="0"/>
          </a:p>
        </p:txBody>
      </p:sp>
    </p:spTree>
    <p:extLst>
      <p:ext uri="{BB962C8B-B14F-4D97-AF65-F5344CB8AC3E}">
        <p14:creationId xmlns:p14="http://schemas.microsoft.com/office/powerpoint/2010/main" val="4240094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b="0" i="0">
                <a:latin typeface="Arial" charset="0"/>
                <a:ea typeface="SimHei" panose="02010609060101010101" pitchFamily="49" charset="-122"/>
              </a:defRPr>
            </a:lvl1pPr>
          </a:lstStyle>
          <a:p>
            <a:pPr>
              <a:defRPr/>
            </a:pPr>
            <a:endParaRPr lang="zh-CN" altLang="en-US" dirty="0"/>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b="0" i="0">
                <a:latin typeface="Arial" charset="0"/>
                <a:ea typeface="SimHei" panose="02010609060101010101" pitchFamily="49" charset="-122"/>
              </a:defRPr>
            </a:lvl1pPr>
          </a:lstStyle>
          <a:p>
            <a:pPr>
              <a:defRPr/>
            </a:pPr>
            <a:endParaRPr lang="zh-CN" altLang="zh-CN" dirty="0"/>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b="0" i="0">
                <a:ea typeface="SimHei" panose="02010609060101010101" pitchFamily="49" charset="-122"/>
              </a:defRPr>
            </a:lvl1pPr>
          </a:lstStyle>
          <a:p>
            <a:pPr>
              <a:defRPr/>
            </a:pPr>
            <a:fld id="{7DC13C36-27F2-455C-9692-68C09D675194}" type="slidenum">
              <a:rPr lang="zh-CN" altLang="en-US" smtClean="0"/>
              <a:pPr>
                <a:defRPr/>
              </a:pPr>
              <a:t>‹#›</a:t>
            </a:fld>
            <a:endParaRPr lang="zh-CN" altLang="en-US" sz="1400" dirty="0"/>
          </a:p>
        </p:txBody>
      </p:sp>
    </p:spTree>
    <p:extLst>
      <p:ext uri="{BB962C8B-B14F-4D97-AF65-F5344CB8AC3E}">
        <p14:creationId xmlns:p14="http://schemas.microsoft.com/office/powerpoint/2010/main" val="53502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44"/>
            <a:ext cx="1971675" cy="435887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273844"/>
            <a:ext cx="5800725"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b="0" i="0">
                <a:latin typeface="Arial" charset="0"/>
                <a:ea typeface="SimHei" panose="02010609060101010101" pitchFamily="49" charset="-122"/>
              </a:defRPr>
            </a:lvl1pPr>
          </a:lstStyle>
          <a:p>
            <a:pPr>
              <a:defRPr/>
            </a:pPr>
            <a:endParaRPr lang="zh-CN" altLang="en-US" dirty="0"/>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b="0" i="0">
                <a:latin typeface="Arial" charset="0"/>
                <a:ea typeface="SimHei" panose="02010609060101010101" pitchFamily="49" charset="-122"/>
              </a:defRPr>
            </a:lvl1pPr>
          </a:lstStyle>
          <a:p>
            <a:pPr>
              <a:defRPr/>
            </a:pPr>
            <a:endParaRPr lang="zh-CN" altLang="zh-CN" dirty="0"/>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b="0" i="0">
                <a:ea typeface="SimHei" panose="02010609060101010101" pitchFamily="49" charset="-122"/>
              </a:defRPr>
            </a:lvl1pPr>
          </a:lstStyle>
          <a:p>
            <a:pPr>
              <a:defRPr/>
            </a:pPr>
            <a:fld id="{90B9ABE1-3756-4DC5-A8E7-A897F4F6505B}" type="slidenum">
              <a:rPr lang="zh-CN" altLang="en-US" smtClean="0"/>
              <a:pPr>
                <a:defRPr/>
              </a:pPr>
              <a:t>‹#›</a:t>
            </a:fld>
            <a:endParaRPr lang="zh-CN" altLang="en-US" sz="1400" dirty="0"/>
          </a:p>
        </p:txBody>
      </p:sp>
    </p:spTree>
    <p:extLst>
      <p:ext uri="{BB962C8B-B14F-4D97-AF65-F5344CB8AC3E}">
        <p14:creationId xmlns:p14="http://schemas.microsoft.com/office/powerpoint/2010/main" val="31532556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28650" y="273844"/>
            <a:ext cx="7886700" cy="994172"/>
          </a:xfrm>
        </p:spPr>
        <p:txBody>
          <a:bodyPr/>
          <a:lstStyle/>
          <a:p>
            <a:r>
              <a:rPr lang="zh-CN" altLang="en-US"/>
              <a:t>单击此处编辑母版标题样式</a:t>
            </a:r>
          </a:p>
        </p:txBody>
      </p:sp>
      <p:sp>
        <p:nvSpPr>
          <p:cNvPr id="3"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b="0" i="0">
                <a:latin typeface="Arial" charset="0"/>
                <a:ea typeface="SimHei" panose="02010609060101010101" pitchFamily="49" charset="-122"/>
              </a:defRPr>
            </a:lvl1pPr>
          </a:lstStyle>
          <a:p>
            <a:pPr>
              <a:defRPr/>
            </a:pPr>
            <a:endParaRPr lang="zh-CN" altLang="en-US" dirty="0"/>
          </a:p>
        </p:txBody>
      </p:sp>
      <p:sp>
        <p:nvSpPr>
          <p:cNvPr id="4"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b="0" i="0">
                <a:latin typeface="Arial" charset="0"/>
                <a:ea typeface="SimHei" panose="02010609060101010101" pitchFamily="49" charset="-122"/>
              </a:defRPr>
            </a:lvl1pPr>
          </a:lstStyle>
          <a:p>
            <a:pPr>
              <a:defRPr/>
            </a:pPr>
            <a:endParaRPr lang="zh-CN" altLang="zh-CN" dirty="0"/>
          </a:p>
        </p:txBody>
      </p:sp>
      <p:sp>
        <p:nvSpPr>
          <p:cNvPr id="5"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b="0" i="0">
                <a:ea typeface="SimHei" panose="02010609060101010101" pitchFamily="49" charset="-122"/>
              </a:defRPr>
            </a:lvl1pPr>
          </a:lstStyle>
          <a:p>
            <a:pPr>
              <a:defRPr/>
            </a:pPr>
            <a:fld id="{1BED966B-A667-4019-92AC-739406FFC366}" type="slidenum">
              <a:rPr lang="zh-CN" altLang="en-US" smtClean="0"/>
              <a:pPr>
                <a:defRPr/>
              </a:pPr>
              <a:t>‹#›</a:t>
            </a:fld>
            <a:endParaRPr lang="zh-CN" altLang="en-US" sz="1400" dirty="0"/>
          </a:p>
        </p:txBody>
      </p:sp>
    </p:spTree>
    <p:extLst>
      <p:ext uri="{BB962C8B-B14F-4D97-AF65-F5344CB8AC3E}">
        <p14:creationId xmlns:p14="http://schemas.microsoft.com/office/powerpoint/2010/main" val="31922799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lvl1pPr>
              <a:defRPr b="0" i="0">
                <a:ea typeface="SimHei" panose="02010609060101010101" pitchFamily="49" charset="-122"/>
              </a:defRPr>
            </a:lvl1pPr>
          </a:lstStyle>
          <a:p>
            <a:endParaRPr lang="en-US" dirty="0"/>
          </a:p>
        </p:txBody>
      </p:sp>
      <p:sp>
        <p:nvSpPr>
          <p:cNvPr id="4" name="Slide Number Placeholder 3"/>
          <p:cNvSpPr>
            <a:spLocks noGrp="1"/>
          </p:cNvSpPr>
          <p:nvPr>
            <p:ph type="sldNum" sz="quarter" idx="11"/>
          </p:nvPr>
        </p:nvSpPr>
        <p:spPr/>
        <p:txBody>
          <a:bodyPr/>
          <a:lstStyle>
            <a:lvl1pPr>
              <a:defRPr b="0" i="0">
                <a:ea typeface="SimHei" panose="02010609060101010101" pitchFamily="49" charset="-122"/>
              </a:defRPr>
            </a:lvl1pPr>
          </a:lstStyle>
          <a:p>
            <a:fld id="{E7CA9478-788D-42C7-BC35-88005760C6DD}" type="slidenum">
              <a:rPr lang="en-US" smtClean="0"/>
              <a:pPr/>
              <a:t>‹#›</a:t>
            </a:fld>
            <a:endParaRPr lang="en-US" dirty="0"/>
          </a:p>
        </p:txBody>
      </p:sp>
      <p:sp>
        <p:nvSpPr>
          <p:cNvPr id="5" name="Title 4"/>
          <p:cNvSpPr>
            <a:spLocks noGrp="1"/>
          </p:cNvSpPr>
          <p:nvPr>
            <p:ph type="title"/>
          </p:nvPr>
        </p:nvSpPr>
        <p:spPr/>
        <p:txBody>
          <a:bodyPr/>
          <a:lstStyle/>
          <a:p>
            <a:r>
              <a:rPr lang="en-US" dirty="0"/>
              <a:t>Click to edit Master title style</a:t>
            </a:r>
          </a:p>
        </p:txBody>
      </p:sp>
      <p:sp>
        <p:nvSpPr>
          <p:cNvPr id="7" name="Text Placeholder 6"/>
          <p:cNvSpPr>
            <a:spLocks noGrp="1"/>
          </p:cNvSpPr>
          <p:nvPr>
            <p:ph type="body" sz="quarter" idx="12"/>
          </p:nvPr>
        </p:nvSpPr>
        <p:spPr>
          <a:xfrm>
            <a:off x="228600" y="1047750"/>
            <a:ext cx="5715000" cy="3581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p:cNvSpPr>
            <a:spLocks/>
          </p:cNvSpPr>
          <p:nvPr userDrawn="1"/>
        </p:nvSpPr>
        <p:spPr>
          <a:xfrm>
            <a:off x="5943600" y="1755340"/>
            <a:ext cx="2743200" cy="20574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45533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lvl1pPr>
              <a:defRPr b="0" i="0">
                <a:ea typeface="SimHei" panose="02010609060101010101" pitchFamily="49" charset="-122"/>
              </a:defRPr>
            </a:lvl1pPr>
          </a:lstStyle>
          <a:p>
            <a:endParaRPr lang="en-US" dirty="0"/>
          </a:p>
        </p:txBody>
      </p:sp>
      <p:sp>
        <p:nvSpPr>
          <p:cNvPr id="4" name="Slide Number Placeholder 3"/>
          <p:cNvSpPr>
            <a:spLocks noGrp="1"/>
          </p:cNvSpPr>
          <p:nvPr>
            <p:ph type="sldNum" sz="quarter" idx="11"/>
          </p:nvPr>
        </p:nvSpPr>
        <p:spPr/>
        <p:txBody>
          <a:bodyPr/>
          <a:lstStyle>
            <a:lvl1pPr>
              <a:defRPr b="0" i="0">
                <a:ea typeface="SimHei" panose="02010609060101010101" pitchFamily="49" charset="-122"/>
              </a:defRPr>
            </a:lvl1pPr>
          </a:lstStyle>
          <a:p>
            <a:fld id="{E7CA9478-788D-42C7-BC35-88005760C6DD}" type="slidenum">
              <a:rPr lang="en-US" smtClean="0"/>
              <a:pPr/>
              <a:t>‹#›</a:t>
            </a:fld>
            <a:endParaRPr lang="en-US" dirty="0"/>
          </a:p>
        </p:txBody>
      </p:sp>
      <p:sp>
        <p:nvSpPr>
          <p:cNvPr id="5" name="Title 4"/>
          <p:cNvSpPr>
            <a:spLocks noGrp="1"/>
          </p:cNvSpPr>
          <p:nvPr>
            <p:ph type="title"/>
          </p:nvPr>
        </p:nvSpPr>
        <p:spPr/>
        <p:txBody>
          <a:bodyPr/>
          <a:lstStyle/>
          <a:p>
            <a:r>
              <a:rPr lang="en-US" dirty="0"/>
              <a:t>Click to edit Master title style</a:t>
            </a:r>
          </a:p>
        </p:txBody>
      </p:sp>
      <p:sp>
        <p:nvSpPr>
          <p:cNvPr id="7" name="Text Placeholder 6"/>
          <p:cNvSpPr>
            <a:spLocks noGrp="1"/>
          </p:cNvSpPr>
          <p:nvPr>
            <p:ph type="body" sz="quarter" idx="12"/>
          </p:nvPr>
        </p:nvSpPr>
        <p:spPr>
          <a:xfrm>
            <a:off x="228600" y="1276350"/>
            <a:ext cx="5715000" cy="3352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p:cNvSpPr>
            <a:spLocks/>
          </p:cNvSpPr>
          <p:nvPr userDrawn="1"/>
        </p:nvSpPr>
        <p:spPr>
          <a:xfrm>
            <a:off x="5943600" y="1755340"/>
            <a:ext cx="2743200" cy="20574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53230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lvl1pPr>
              <a:defRPr b="0" i="0">
                <a:ea typeface="SimHei" panose="02010609060101010101" pitchFamily="49" charset="-122"/>
              </a:defRPr>
            </a:lvl1pPr>
          </a:lstStyle>
          <a:p>
            <a:endParaRPr lang="en-US" dirty="0"/>
          </a:p>
        </p:txBody>
      </p:sp>
      <p:sp>
        <p:nvSpPr>
          <p:cNvPr id="6" name="Slide Number Placeholder 5"/>
          <p:cNvSpPr>
            <a:spLocks noGrp="1"/>
          </p:cNvSpPr>
          <p:nvPr>
            <p:ph type="sldNum" sz="quarter" idx="12"/>
          </p:nvPr>
        </p:nvSpPr>
        <p:spPr/>
        <p:txBody>
          <a:bodyPr/>
          <a:lstStyle>
            <a:lvl1pPr>
              <a:defRPr b="0" i="0">
                <a:ea typeface="SimHei" panose="02010609060101010101" pitchFamily="49" charset="-122"/>
              </a:defRPr>
            </a:lvl1pPr>
          </a:lstStyle>
          <a:p>
            <a:fld id="{E7CA9478-788D-42C7-BC35-88005760C6DD}" type="slidenum">
              <a:rPr lang="en-US" smtClean="0"/>
              <a:pPr/>
              <a:t>‹#›</a:t>
            </a:fld>
            <a:endParaRPr lang="en-US" dirty="0"/>
          </a:p>
        </p:txBody>
      </p:sp>
    </p:spTree>
    <p:extLst>
      <p:ext uri="{BB962C8B-B14F-4D97-AF65-F5344CB8AC3E}">
        <p14:creationId xmlns:p14="http://schemas.microsoft.com/office/powerpoint/2010/main" val="13338292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79389" y="160735"/>
            <a:ext cx="8764587" cy="736997"/>
          </a:xfrm>
        </p:spPr>
        <p:txBody>
          <a:bodyPr/>
          <a:lstStyle/>
          <a:p>
            <a:r>
              <a:rPr lang="zh-CN" altLang="en-US"/>
              <a:t>单击此处编辑母版标题样式</a:t>
            </a:r>
          </a:p>
        </p:txBody>
      </p:sp>
      <p:sp>
        <p:nvSpPr>
          <p:cNvPr id="3" name="文本占位符 2"/>
          <p:cNvSpPr>
            <a:spLocks noGrp="1"/>
          </p:cNvSpPr>
          <p:nvPr>
            <p:ph type="body" sz="half" idx="1"/>
          </p:nvPr>
        </p:nvSpPr>
        <p:spPr>
          <a:xfrm>
            <a:off x="179388" y="1059656"/>
            <a:ext cx="4316412" cy="38338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1" y="1059656"/>
            <a:ext cx="4316413" cy="38338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5">
            <a:extLst>
              <a:ext uri="{FF2B5EF4-FFF2-40B4-BE49-F238E27FC236}">
                <a16:creationId xmlns:a16="http://schemas.microsoft.com/office/drawing/2014/main" id="{B74B291D-0A22-3941-AEBE-D81DC9BE472B}"/>
              </a:ext>
            </a:extLst>
          </p:cNvPr>
          <p:cNvSpPr>
            <a:spLocks noGrp="1" noChangeArrowheads="1"/>
          </p:cNvSpPr>
          <p:nvPr>
            <p:ph type="sldNum" sz="quarter" idx="10"/>
          </p:nvPr>
        </p:nvSpPr>
        <p:spPr/>
        <p:txBody>
          <a:bodyPr/>
          <a:lstStyle>
            <a:lvl1pPr>
              <a:defRPr smtClean="0"/>
            </a:lvl1pPr>
          </a:lstStyle>
          <a:p>
            <a:pPr>
              <a:defRPr/>
            </a:pPr>
            <a:fld id="{0C429CDD-19E0-A245-9160-878705EB6EAC}" type="slidenum">
              <a:rPr lang="en-US" altLang="zh-CN"/>
              <a:pPr>
                <a:defRPr/>
              </a:pPr>
              <a:t>‹#›</a:t>
            </a:fld>
            <a:endParaRPr lang="en-US" altLang="zh-CN"/>
          </a:p>
        </p:txBody>
      </p:sp>
    </p:spTree>
    <p:extLst>
      <p:ext uri="{BB962C8B-B14F-4D97-AF65-F5344CB8AC3E}">
        <p14:creationId xmlns:p14="http://schemas.microsoft.com/office/powerpoint/2010/main" val="23505165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79389" y="160735"/>
            <a:ext cx="8764587" cy="736997"/>
          </a:xfrm>
        </p:spPr>
        <p:txBody>
          <a:bodyPr/>
          <a:lstStyle/>
          <a:p>
            <a:r>
              <a:rPr lang="zh-CN" altLang="en-US"/>
              <a:t>单击此处编辑母版标题样式</a:t>
            </a:r>
          </a:p>
        </p:txBody>
      </p:sp>
      <p:sp>
        <p:nvSpPr>
          <p:cNvPr id="3" name="文本占位符 2"/>
          <p:cNvSpPr>
            <a:spLocks noGrp="1"/>
          </p:cNvSpPr>
          <p:nvPr>
            <p:ph type="body" sz="half" idx="1"/>
          </p:nvPr>
        </p:nvSpPr>
        <p:spPr>
          <a:xfrm>
            <a:off x="179388" y="1059656"/>
            <a:ext cx="4316412" cy="38338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1" y="1059657"/>
            <a:ext cx="4316413" cy="185975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1" y="3033713"/>
            <a:ext cx="4316413" cy="185975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15">
            <a:extLst>
              <a:ext uri="{FF2B5EF4-FFF2-40B4-BE49-F238E27FC236}">
                <a16:creationId xmlns:a16="http://schemas.microsoft.com/office/drawing/2014/main" id="{5A80F063-937B-4941-AC47-C8CFF0A01C15}"/>
              </a:ext>
            </a:extLst>
          </p:cNvPr>
          <p:cNvSpPr>
            <a:spLocks noGrp="1" noChangeArrowheads="1"/>
          </p:cNvSpPr>
          <p:nvPr>
            <p:ph type="sldNum" sz="quarter" idx="10"/>
          </p:nvPr>
        </p:nvSpPr>
        <p:spPr/>
        <p:txBody>
          <a:bodyPr/>
          <a:lstStyle>
            <a:lvl1pPr>
              <a:defRPr smtClean="0"/>
            </a:lvl1pPr>
          </a:lstStyle>
          <a:p>
            <a:pPr>
              <a:defRPr/>
            </a:pPr>
            <a:fld id="{EA5BD709-9A4B-8B42-9107-327EDB15EA24}" type="slidenum">
              <a:rPr lang="en-US" altLang="zh-CN"/>
              <a:pPr>
                <a:defRPr/>
              </a:pPr>
              <a:t>‹#›</a:t>
            </a:fld>
            <a:endParaRPr lang="en-US" altLang="zh-CN"/>
          </a:p>
        </p:txBody>
      </p:sp>
    </p:spTree>
    <p:extLst>
      <p:ext uri="{BB962C8B-B14F-4D97-AF65-F5344CB8AC3E}">
        <p14:creationId xmlns:p14="http://schemas.microsoft.com/office/powerpoint/2010/main" val="37894996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79389" y="160735"/>
            <a:ext cx="8764587" cy="736997"/>
          </a:xfrm>
        </p:spPr>
        <p:txBody>
          <a:bodyPr/>
          <a:lstStyle/>
          <a:p>
            <a:r>
              <a:rPr lang="zh-CN" altLang="en-US"/>
              <a:t>单击此处编辑母版标题样式</a:t>
            </a:r>
          </a:p>
        </p:txBody>
      </p:sp>
      <p:sp>
        <p:nvSpPr>
          <p:cNvPr id="3" name="表格占位符 2"/>
          <p:cNvSpPr>
            <a:spLocks noGrp="1"/>
          </p:cNvSpPr>
          <p:nvPr>
            <p:ph type="tbl" idx="1"/>
          </p:nvPr>
        </p:nvSpPr>
        <p:spPr>
          <a:xfrm>
            <a:off x="179389" y="1059656"/>
            <a:ext cx="8785225" cy="3833813"/>
          </a:xfrm>
        </p:spPr>
        <p:txBody>
          <a:bodyPr/>
          <a:lstStyle/>
          <a:p>
            <a:pPr lvl="0"/>
            <a:endParaRPr lang="zh-CN" altLang="en-US" noProof="0"/>
          </a:p>
        </p:txBody>
      </p:sp>
      <p:sp>
        <p:nvSpPr>
          <p:cNvPr id="4" name="Rectangle 15">
            <a:extLst>
              <a:ext uri="{FF2B5EF4-FFF2-40B4-BE49-F238E27FC236}">
                <a16:creationId xmlns:a16="http://schemas.microsoft.com/office/drawing/2014/main" id="{B366E1DB-0248-CA4F-AD0E-144FD3FF3334}"/>
              </a:ext>
            </a:extLst>
          </p:cNvPr>
          <p:cNvSpPr>
            <a:spLocks noGrp="1" noChangeArrowheads="1"/>
          </p:cNvSpPr>
          <p:nvPr>
            <p:ph type="sldNum" sz="quarter" idx="10"/>
          </p:nvPr>
        </p:nvSpPr>
        <p:spPr/>
        <p:txBody>
          <a:bodyPr/>
          <a:lstStyle>
            <a:lvl1pPr>
              <a:defRPr smtClean="0"/>
            </a:lvl1pPr>
          </a:lstStyle>
          <a:p>
            <a:pPr>
              <a:defRPr/>
            </a:pPr>
            <a:fld id="{714100A5-4223-BB48-A51B-429D4899B650}" type="slidenum">
              <a:rPr lang="en-US" altLang="zh-CN"/>
              <a:pPr>
                <a:defRPr/>
              </a:pPr>
              <a:t>‹#›</a:t>
            </a:fld>
            <a:endParaRPr lang="en-US" altLang="zh-CN"/>
          </a:p>
        </p:txBody>
      </p:sp>
    </p:spTree>
    <p:extLst>
      <p:ext uri="{BB962C8B-B14F-4D97-AF65-F5344CB8AC3E}">
        <p14:creationId xmlns:p14="http://schemas.microsoft.com/office/powerpoint/2010/main" val="5775104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628650" y="274638"/>
            <a:ext cx="7886700"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p>
            <a:pPr lvl="0"/>
            <a:r>
              <a:rPr lang="zh-CN" altLang="zh-CN">
                <a:sym typeface="Calibri Light" panose="020F0302020204030204" pitchFamily="34" charset="0"/>
              </a:rPr>
              <a:t>单击此处编辑母版标题样式</a:t>
            </a:r>
          </a:p>
        </p:txBody>
      </p:sp>
      <p:sp>
        <p:nvSpPr>
          <p:cNvPr id="1027" name="文本占位符 2"/>
          <p:cNvSpPr>
            <a:spLocks noGrp="1" noChangeArrowheads="1"/>
          </p:cNvSpPr>
          <p:nvPr>
            <p:ph type="body" idx="1"/>
          </p:nvPr>
        </p:nvSpPr>
        <p:spPr bwMode="auto">
          <a:xfrm>
            <a:off x="628650" y="1370013"/>
            <a:ext cx="7886700" cy="326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lvl="0"/>
            <a:r>
              <a:rPr lang="zh-CN" altLang="zh-CN">
                <a:sym typeface="Calibri" panose="020F0502020204030204" pitchFamily="34" charset="0"/>
              </a:rPr>
              <a:t>单击此处编辑母版文本样式</a:t>
            </a:r>
          </a:p>
          <a:p>
            <a:pPr lvl="1"/>
            <a:r>
              <a:rPr lang="zh-CN" altLang="zh-CN">
                <a:sym typeface="Calibri" panose="020F0502020204030204" pitchFamily="34" charset="0"/>
              </a:rPr>
              <a:t>第二级</a:t>
            </a:r>
          </a:p>
          <a:p>
            <a:pPr lvl="2"/>
            <a:r>
              <a:rPr lang="zh-CN" altLang="zh-CN">
                <a:sym typeface="Calibri" panose="020F0502020204030204" pitchFamily="34" charset="0"/>
              </a:rPr>
              <a:t>第三级</a:t>
            </a:r>
          </a:p>
          <a:p>
            <a:pPr lvl="3"/>
            <a:r>
              <a:rPr lang="zh-CN" altLang="zh-CN">
                <a:sym typeface="Calibri" panose="020F0502020204030204" pitchFamily="34" charset="0"/>
              </a:rPr>
              <a:t>第四级</a:t>
            </a:r>
          </a:p>
          <a:p>
            <a:pPr lvl="4"/>
            <a:r>
              <a:rPr lang="zh-CN" altLang="zh-CN">
                <a:sym typeface="Calibri" panose="020F0502020204030204" pitchFamily="34" charset="0"/>
              </a:rPr>
              <a:t>第五级</a:t>
            </a:r>
          </a:p>
        </p:txBody>
      </p:sp>
      <p:sp>
        <p:nvSpPr>
          <p:cNvPr id="4" name="灯片编号占位符 5"/>
          <p:cNvSpPr>
            <a:spLocks noGrp="1" noChangeArrowheads="1"/>
          </p:cNvSpPr>
          <p:nvPr>
            <p:ph type="sldNum" sz="quarter" idx="4"/>
          </p:nvPr>
        </p:nvSpPr>
        <p:spPr>
          <a:xfrm>
            <a:off x="6994525" y="4868863"/>
            <a:ext cx="2057400" cy="274637"/>
          </a:xfrm>
          <a:prstGeom prst="rect">
            <a:avLst/>
          </a:prstGeom>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200" b="0" i="0">
                <a:ea typeface="SimHei" panose="02010609060101010101" pitchFamily="49" charset="-122"/>
              </a:defRPr>
            </a:lvl1pPr>
          </a:lstStyle>
          <a:p>
            <a:pPr>
              <a:defRPr/>
            </a:pPr>
            <a:fld id="{9B2D4FF2-4AC7-41C9-A20C-4C4B558FB8A5}" type="slidenum">
              <a:rPr lang="zh-CN" altLang="en-US" smtClean="0"/>
              <a:pPr>
                <a:defRPr/>
              </a:pPr>
              <a:t>‹#›</a:t>
            </a:fld>
            <a:endParaRPr lang="zh-CN" altLang="en-US" sz="1050" dirty="0"/>
          </a:p>
        </p:txBody>
      </p:sp>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 id="2147483984" r:id="rId12"/>
    <p:sldLayoutId id="2147483985" r:id="rId13"/>
    <p:sldLayoutId id="2147483986" r:id="rId14"/>
    <p:sldLayoutId id="2147483987" r:id="rId15"/>
    <p:sldLayoutId id="2147483988" r:id="rId16"/>
    <p:sldLayoutId id="2147483989" r:id="rId17"/>
    <p:sldLayoutId id="2147483990" r:id="rId18"/>
  </p:sldLayoutIdLst>
  <p:hf hdr="0" ftr="0" dt="0"/>
  <p:txStyles>
    <p:titleStyle>
      <a:lvl1pPr marL="685800" indent="-685800" algn="l" rtl="0" eaLnBrk="0" fontAlgn="base" hangingPunct="0">
        <a:lnSpc>
          <a:spcPct val="90000"/>
        </a:lnSpc>
        <a:spcBef>
          <a:spcPct val="0"/>
        </a:spcBef>
        <a:spcAft>
          <a:spcPct val="0"/>
        </a:spcAft>
        <a:defRPr sz="2400" b="1">
          <a:solidFill>
            <a:schemeClr val="tx1"/>
          </a:solidFill>
          <a:latin typeface="+mj-ea"/>
          <a:ea typeface="+mj-ea"/>
          <a:cs typeface="+mj-cs"/>
          <a:sym typeface="Calibri Light" panose="020F0302020204030204" pitchFamily="34" charset="0"/>
        </a:defRPr>
      </a:lvl1pPr>
      <a:lvl2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2pPr>
      <a:lvl3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3pPr>
      <a:lvl4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4pPr>
      <a:lvl5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5pPr>
      <a:lvl6pPr marL="10287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6pPr>
      <a:lvl7pPr marL="13716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7pPr>
      <a:lvl8pPr marL="17145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8pPr>
      <a:lvl9pPr marL="20574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9pPr>
    </p:titleStyle>
    <p:bodyStyle>
      <a:lvl1pPr marL="342900" indent="-342900" algn="l" rtl="0" eaLnBrk="0" fontAlgn="base" hangingPunct="0">
        <a:lnSpc>
          <a:spcPct val="150000"/>
        </a:lnSpc>
        <a:spcBef>
          <a:spcPts val="750"/>
        </a:spcBef>
        <a:spcAft>
          <a:spcPct val="0"/>
        </a:spcAft>
        <a:buClr>
          <a:srgbClr val="3F762B"/>
        </a:buClr>
        <a:buFont typeface="Wingdings" panose="05000000000000000000" pitchFamily="2" charset="2"/>
        <a:buChar char="n"/>
        <a:defRPr sz="3200">
          <a:solidFill>
            <a:schemeClr val="tx1"/>
          </a:solidFill>
          <a:latin typeface="+mn-ea"/>
          <a:ea typeface="+mn-ea"/>
          <a:cs typeface="+mn-cs"/>
          <a:sym typeface="Calibri" panose="020F0502020204030204" pitchFamily="34" charset="0"/>
        </a:defRPr>
      </a:lvl1pPr>
      <a:lvl2pPr marL="6858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800">
          <a:solidFill>
            <a:schemeClr val="tx1"/>
          </a:solidFill>
          <a:latin typeface="+mn-ea"/>
          <a:ea typeface="+mn-ea"/>
          <a:sym typeface="Calibri" panose="020F0502020204030204" pitchFamily="34" charset="0"/>
        </a:defRPr>
      </a:lvl2pPr>
      <a:lvl3pPr marL="10287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400">
          <a:solidFill>
            <a:schemeClr val="tx1"/>
          </a:solidFill>
          <a:latin typeface="+mn-ea"/>
          <a:ea typeface="+mn-ea"/>
          <a:sym typeface="Calibri" panose="020F0502020204030204" pitchFamily="34" charset="0"/>
        </a:defRPr>
      </a:lvl3pPr>
      <a:lvl4pPr marL="13716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000">
          <a:solidFill>
            <a:schemeClr val="tx1"/>
          </a:solidFill>
          <a:latin typeface="+mn-ea"/>
          <a:ea typeface="+mn-ea"/>
          <a:sym typeface="Calibri" panose="020F0502020204030204" pitchFamily="34" charset="0"/>
        </a:defRPr>
      </a:lvl4pPr>
      <a:lvl5pPr marL="17145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000">
          <a:solidFill>
            <a:schemeClr val="tx1"/>
          </a:solidFill>
          <a:latin typeface="+mn-ea"/>
          <a:ea typeface="+mn-ea"/>
          <a:sym typeface="Calibri" panose="020F0502020204030204" pitchFamily="34" charset="0"/>
        </a:defRPr>
      </a:lvl5pPr>
      <a:lvl6pPr marL="18859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6pPr>
      <a:lvl7pPr marL="22288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7pPr>
      <a:lvl8pPr marL="25717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8pPr>
      <a:lvl9pPr marL="29146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6.xml"/><Relationship Id="rId7" Type="http://schemas.openxmlformats.org/officeDocument/2006/relationships/image" Target="../media/image7.e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6.emf"/><Relationship Id="rId4" Type="http://schemas.openxmlformats.org/officeDocument/2006/relationships/oleObject" Target="../embeddings/oleObject1.bin"/></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8.emf"/><Relationship Id="rId4" Type="http://schemas.openxmlformats.org/officeDocument/2006/relationships/oleObject" Target="../embeddings/oleObject3.bin"/></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9.emf"/><Relationship Id="rId4" Type="http://schemas.openxmlformats.org/officeDocument/2006/relationships/oleObject" Target="../embeddings/oleObject4.bin"/></Relationships>
</file>

<file path=ppt/slides/_rels/slide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44.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45.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20.emf"/></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24.emf"/><Relationship Id="rId4" Type="http://schemas.openxmlformats.org/officeDocument/2006/relationships/oleObject" Target="../embeddings/oleObject5.bin"/></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26.emf"/><Relationship Id="rId4" Type="http://schemas.openxmlformats.org/officeDocument/2006/relationships/oleObject" Target="../embeddings/oleObject6.bin"/></Relationships>
</file>

<file path=ppt/slides/_rels/slide7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5.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28.emf"/><Relationship Id="rId4" Type="http://schemas.openxmlformats.org/officeDocument/2006/relationships/oleObject" Target="../embeddings/oleObject7.bin"/></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81.xml"/><Relationship Id="rId7" Type="http://schemas.openxmlformats.org/officeDocument/2006/relationships/image" Target="../media/image30.e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9.bin"/><Relationship Id="rId5" Type="http://schemas.openxmlformats.org/officeDocument/2006/relationships/image" Target="../media/image29.emf"/><Relationship Id="rId4" Type="http://schemas.openxmlformats.org/officeDocument/2006/relationships/oleObject" Target="../embeddings/oleObject8.bin"/></Relationships>
</file>

<file path=ppt/slides/_rels/slide8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hyperlink" Target="https://baike.baidu.com/item/%E7%BD%91%E7%BB%9C%E8%AE%BE%E5%A4%87/7667828" TargetMode="External"/><Relationship Id="rId2" Type="http://schemas.openxmlformats.org/officeDocument/2006/relationships/hyperlink" Target="https://baike.baidu.com/item/%E7%89%A9%E7%90%86%E5%B1%82/4329158" TargetMode="Externa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hyperlink" Target="https://baike.baidu.com/item/%E7%BD%91%E6%AE%B5/11026985" TargetMode="External"/></Relationships>
</file>

<file path=ppt/slides/_rels/slide101.xml.rels><?xml version="1.0" encoding="UTF-8" standalone="yes"?>
<Relationships xmlns="http://schemas.openxmlformats.org/package/2006/relationships"><Relationship Id="rId3" Type="http://schemas.openxmlformats.org/officeDocument/2006/relationships/hyperlink" Target="https://baike.baidu.com/item/%E8%8A%82%E7%82%B9/865052" TargetMode="External"/><Relationship Id="rId2" Type="http://schemas.openxmlformats.org/officeDocument/2006/relationships/hyperlink" Target="https://baike.baidu.com/item/%E4%BF%A1%E5%8F%B7/19190844" TargetMode="Externa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hyperlink" Target="https://baike.baidu.com/item/%E7%89%A9%E7%90%86%E5%B1%82/4329158" TargetMode="External"/><Relationship Id="rId4" Type="http://schemas.openxmlformats.org/officeDocument/2006/relationships/hyperlink" Target="https://baike.baidu.com/item/%E5%BC%80%E6%94%BE%E7%B3%BB%E7%BB%9F%E4%BA%92%E8%81%94" TargetMode="Externa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336E7E7C-E495-B341-8089-F05D7D782F69}"/>
              </a:ext>
            </a:extLst>
          </p:cNvPr>
          <p:cNvSpPr>
            <a:spLocks noGrp="1" noChangeArrowheads="1"/>
          </p:cNvSpPr>
          <p:nvPr>
            <p:ph type="ctrTitle"/>
          </p:nvPr>
        </p:nvSpPr>
        <p:spPr/>
        <p:txBody>
          <a:bodyPr/>
          <a:lstStyle/>
          <a:p>
            <a:pPr algn="ctr" eaLnBrk="1" hangingPunct="1"/>
            <a:r>
              <a:rPr lang="zh-CN" altLang="en-US" sz="4000" b="0" dirty="0">
                <a:latin typeface="Times New Roman" panose="02020603050405020304" pitchFamily="18" charset="0"/>
                <a:ea typeface="宋体" panose="02010600030101010101" pitchFamily="2" charset="-122"/>
              </a:rPr>
              <a:t>计算机网络（第 </a:t>
            </a:r>
            <a:r>
              <a:rPr lang="en-US" altLang="zh-CN" sz="4000" b="0">
                <a:latin typeface="Times New Roman" panose="02020603050405020304" pitchFamily="18" charset="0"/>
                <a:ea typeface="宋体" panose="02010600030101010101" pitchFamily="2" charset="-122"/>
              </a:rPr>
              <a:t>6/7/8 </a:t>
            </a:r>
            <a:r>
              <a:rPr lang="zh-CN" altLang="en-US" sz="4000" b="0" dirty="0">
                <a:latin typeface="Times New Roman" panose="02020603050405020304" pitchFamily="18" charset="0"/>
                <a:ea typeface="宋体" panose="02010600030101010101" pitchFamily="2" charset="-122"/>
              </a:rPr>
              <a:t>版）</a:t>
            </a:r>
          </a:p>
        </p:txBody>
      </p:sp>
      <p:sp>
        <p:nvSpPr>
          <p:cNvPr id="18434" name="Rectangle 8">
            <a:extLst>
              <a:ext uri="{FF2B5EF4-FFF2-40B4-BE49-F238E27FC236}">
                <a16:creationId xmlns:a16="http://schemas.microsoft.com/office/drawing/2014/main" id="{686D66BA-933C-7545-BA29-00735B2B7D2A}"/>
              </a:ext>
            </a:extLst>
          </p:cNvPr>
          <p:cNvSpPr>
            <a:spLocks noGrp="1" noChangeArrowheads="1"/>
          </p:cNvSpPr>
          <p:nvPr>
            <p:ph type="subTitle" idx="1"/>
          </p:nvPr>
        </p:nvSpPr>
        <p:spPr>
          <a:xfrm>
            <a:off x="1371600" y="2800350"/>
            <a:ext cx="6400800" cy="1314450"/>
          </a:xfrm>
        </p:spPr>
        <p:txBody>
          <a:bodyPr/>
          <a:lstStyle/>
          <a:p>
            <a:pPr eaLnBrk="1" hangingPunct="1">
              <a:buFont typeface="Wingdings" pitchFamily="2" charset="2"/>
              <a:buNone/>
            </a:pPr>
            <a:r>
              <a:rPr lang="zh-CN" altLang="en-US" dirty="0">
                <a:latin typeface="Times New Roman" panose="02020603050405020304" pitchFamily="18" charset="0"/>
                <a:ea typeface="宋体" panose="02010600030101010101" pitchFamily="2" charset="-122"/>
              </a:rPr>
              <a:t>第 </a:t>
            </a: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章  物理层</a:t>
            </a:r>
          </a:p>
        </p:txBody>
      </p:sp>
    </p:spTree>
    <p:extLst>
      <p:ext uri="{BB962C8B-B14F-4D97-AF65-F5344CB8AC3E}">
        <p14:creationId xmlns:p14="http://schemas.microsoft.com/office/powerpoint/2010/main" val="27420127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CD5DD410-6B0D-E549-A005-EBA239E29B8F}"/>
              </a:ext>
            </a:extLst>
          </p:cNvPr>
          <p:cNvSpPr>
            <a:spLocks noGrp="1" noChangeArrowheads="1"/>
          </p:cNvSpPr>
          <p:nvPr>
            <p:ph type="title"/>
          </p:nvPr>
        </p:nvSpPr>
        <p:spPr>
          <a:xfrm>
            <a:off x="160020" y="357187"/>
            <a:ext cx="6638449" cy="576263"/>
          </a:xfrm>
        </p:spPr>
        <p:txBody>
          <a:bodyPr/>
          <a:lstStyle/>
          <a:p>
            <a:pPr eaLnBrk="1" hangingPunct="1"/>
            <a:r>
              <a:rPr lang="zh-CN" altLang="en-US" dirty="0">
                <a:latin typeface="Times New Roman" panose="02020603050405020304" pitchFamily="18" charset="0"/>
                <a:ea typeface="Arial Unicode MS" panose="020B0604020202020204" pitchFamily="34" charset="-128"/>
                <a:cs typeface="Arial Unicode MS" panose="020B0604020202020204" pitchFamily="34" charset="-128"/>
              </a:rPr>
              <a:t>第 </a:t>
            </a:r>
            <a:r>
              <a:rPr lang="en-US" altLang="zh-CN" dirty="0">
                <a:latin typeface="Times New Roman" panose="02020603050405020304" pitchFamily="18" charset="0"/>
                <a:ea typeface="Arial Unicode MS" panose="020B0604020202020204" pitchFamily="34" charset="-128"/>
                <a:cs typeface="Arial Unicode MS" panose="020B0604020202020204" pitchFamily="34" charset="-128"/>
              </a:rPr>
              <a:t>2 </a:t>
            </a:r>
            <a:r>
              <a:rPr lang="zh-CN" altLang="en-US" dirty="0">
                <a:latin typeface="Times New Roman" panose="02020603050405020304" pitchFamily="18" charset="0"/>
                <a:ea typeface="Arial Unicode MS" panose="020B0604020202020204" pitchFamily="34" charset="-128"/>
                <a:cs typeface="Arial Unicode MS" panose="020B0604020202020204" pitchFamily="34" charset="-128"/>
              </a:rPr>
              <a:t>章  </a:t>
            </a:r>
            <a:r>
              <a:rPr lang="zh-CN" altLang="en-US" dirty="0">
                <a:latin typeface="Times New Roman" panose="02020603050405020304" pitchFamily="18" charset="0"/>
                <a:ea typeface="宋体" panose="02010600030101010101" pitchFamily="2" charset="-122"/>
              </a:rPr>
              <a:t>物理层</a:t>
            </a:r>
          </a:p>
        </p:txBody>
      </p:sp>
      <p:sp>
        <p:nvSpPr>
          <p:cNvPr id="20482" name="Rectangle 3">
            <a:extLst>
              <a:ext uri="{FF2B5EF4-FFF2-40B4-BE49-F238E27FC236}">
                <a16:creationId xmlns:a16="http://schemas.microsoft.com/office/drawing/2014/main" id="{2D622D7B-1DEC-D948-A02D-1349ED406762}"/>
              </a:ext>
            </a:extLst>
          </p:cNvPr>
          <p:cNvSpPr>
            <a:spLocks noGrp="1" noChangeArrowheads="1"/>
          </p:cNvSpPr>
          <p:nvPr>
            <p:ph type="body" idx="1"/>
          </p:nvPr>
        </p:nvSpPr>
        <p:spPr>
          <a:xfrm>
            <a:off x="160020" y="1114425"/>
            <a:ext cx="8801099" cy="3671888"/>
          </a:xfrm>
        </p:spPr>
        <p:txBody>
          <a:bodyPr/>
          <a:lstStyle/>
          <a:p>
            <a:pPr eaLnBrk="1" hangingPunct="1">
              <a:lnSpc>
                <a:spcPct val="80000"/>
              </a:lnSpc>
              <a:buFont typeface="Wingdings" pitchFamily="2" charset="2"/>
              <a:buNone/>
            </a:pPr>
            <a:r>
              <a:rPr lang="en-US" altLang="zh-CN" dirty="0">
                <a:latin typeface="Times New Roman" panose="02020603050405020304" pitchFamily="18" charset="0"/>
                <a:ea typeface="宋体" panose="02010600030101010101" pitchFamily="2" charset="-122"/>
              </a:rPr>
              <a:t>2.1 </a:t>
            </a:r>
            <a:r>
              <a:rPr lang="zh-CN" altLang="en-US" dirty="0">
                <a:latin typeface="Times New Roman" panose="02020603050405020304" pitchFamily="18" charset="0"/>
                <a:ea typeface="宋体" panose="02010600030101010101" pitchFamily="2" charset="-122"/>
              </a:rPr>
              <a:t>物理层的基本概念</a:t>
            </a:r>
          </a:p>
          <a:p>
            <a:pPr eaLnBrk="1" hangingPunct="1">
              <a:lnSpc>
                <a:spcPct val="80000"/>
              </a:lnSpc>
              <a:buFont typeface="Wingdings" pitchFamily="2" charset="2"/>
              <a:buNone/>
            </a:pPr>
            <a:r>
              <a:rPr lang="en-US" altLang="zh-CN" dirty="0">
                <a:solidFill>
                  <a:srgbClr val="C00000"/>
                </a:solidFill>
                <a:latin typeface="Times New Roman" panose="02020603050405020304" pitchFamily="18" charset="0"/>
                <a:ea typeface="宋体" panose="02010600030101010101" pitchFamily="2" charset="-122"/>
              </a:rPr>
              <a:t>2.2 </a:t>
            </a:r>
            <a:r>
              <a:rPr lang="zh-CN" altLang="en-US" dirty="0">
                <a:solidFill>
                  <a:srgbClr val="C00000"/>
                </a:solidFill>
                <a:latin typeface="Times New Roman" panose="02020603050405020304" pitchFamily="18" charset="0"/>
                <a:ea typeface="宋体" panose="02010600030101010101" pitchFamily="2" charset="-122"/>
              </a:rPr>
              <a:t>数据通信的基础知识</a:t>
            </a:r>
          </a:p>
          <a:p>
            <a:pPr eaLnBrk="1" hangingPunct="1">
              <a:lnSpc>
                <a:spcPct val="80000"/>
              </a:lnSpc>
              <a:buFont typeface="Wingdings" pitchFamily="2" charset="2"/>
              <a:buNone/>
            </a:pPr>
            <a:r>
              <a:rPr lang="zh-CN" altLang="en-US" dirty="0">
                <a:solidFill>
                  <a:srgbClr val="C00000"/>
                </a:solidFill>
                <a:latin typeface="Times New Roman" panose="02020603050405020304" pitchFamily="18" charset="0"/>
                <a:ea typeface="宋体" panose="02010600030101010101" pitchFamily="2" charset="-122"/>
              </a:rPr>
              <a:t>	  </a:t>
            </a:r>
            <a:r>
              <a:rPr lang="en-US" altLang="zh-CN" sz="2100" dirty="0">
                <a:solidFill>
                  <a:srgbClr val="C00000"/>
                </a:solidFill>
                <a:ea typeface="宋体" panose="02010600030101010101" pitchFamily="2" charset="-122"/>
              </a:rPr>
              <a:t>2.2.1 </a:t>
            </a:r>
            <a:r>
              <a:rPr lang="zh-CN" altLang="en-US" sz="2100" dirty="0">
                <a:solidFill>
                  <a:srgbClr val="C00000"/>
                </a:solidFill>
                <a:ea typeface="宋体" panose="02010600030101010101" pitchFamily="2" charset="-122"/>
              </a:rPr>
              <a:t>数据通信系统的模型</a:t>
            </a:r>
          </a:p>
          <a:p>
            <a:pPr eaLnBrk="1" hangingPunct="1">
              <a:lnSpc>
                <a:spcPct val="80000"/>
              </a:lnSpc>
              <a:buFont typeface="Wingdings" pitchFamily="2" charset="2"/>
              <a:buNone/>
            </a:pPr>
            <a:r>
              <a:rPr lang="zh-CN" altLang="en-US" sz="2100" dirty="0">
                <a:solidFill>
                  <a:srgbClr val="C00000"/>
                </a:solidFill>
                <a:ea typeface="宋体" panose="02010600030101010101" pitchFamily="2" charset="-122"/>
              </a:rPr>
              <a:t>	  </a:t>
            </a:r>
            <a:r>
              <a:rPr lang="en-US" altLang="zh-CN" sz="2100" dirty="0">
                <a:solidFill>
                  <a:srgbClr val="C00000"/>
                </a:solidFill>
                <a:ea typeface="宋体" panose="02010600030101010101" pitchFamily="2" charset="-122"/>
              </a:rPr>
              <a:t>2.2.2 </a:t>
            </a:r>
            <a:r>
              <a:rPr lang="zh-CN" altLang="en-US" sz="2100" dirty="0">
                <a:solidFill>
                  <a:srgbClr val="C00000"/>
                </a:solidFill>
                <a:ea typeface="宋体" panose="02010600030101010101" pitchFamily="2" charset="-122"/>
              </a:rPr>
              <a:t>有关信道的几个基本概念</a:t>
            </a:r>
          </a:p>
          <a:p>
            <a:pPr eaLnBrk="1" hangingPunct="1">
              <a:lnSpc>
                <a:spcPct val="80000"/>
              </a:lnSpc>
              <a:buFont typeface="Wingdings" pitchFamily="2" charset="2"/>
              <a:buNone/>
            </a:pPr>
            <a:r>
              <a:rPr lang="zh-CN" altLang="en-US" sz="2100" dirty="0">
                <a:solidFill>
                  <a:srgbClr val="C00000"/>
                </a:solidFill>
                <a:ea typeface="宋体" panose="02010600030101010101" pitchFamily="2" charset="-122"/>
              </a:rPr>
              <a:t>	  </a:t>
            </a:r>
            <a:r>
              <a:rPr lang="en-US" altLang="zh-CN" sz="2100" dirty="0">
                <a:solidFill>
                  <a:srgbClr val="C00000"/>
                </a:solidFill>
                <a:ea typeface="宋体" panose="02010600030101010101" pitchFamily="2" charset="-122"/>
              </a:rPr>
              <a:t>2.2.3 </a:t>
            </a:r>
            <a:r>
              <a:rPr lang="zh-CN" altLang="en-US" sz="2100" dirty="0">
                <a:solidFill>
                  <a:srgbClr val="C00000"/>
                </a:solidFill>
                <a:ea typeface="宋体" panose="02010600030101010101" pitchFamily="2" charset="-122"/>
              </a:rPr>
              <a:t>信道的极限容量</a:t>
            </a:r>
          </a:p>
          <a:p>
            <a:pPr eaLnBrk="1" hangingPunct="1">
              <a:lnSpc>
                <a:spcPct val="80000"/>
              </a:lnSpc>
              <a:buFont typeface="Wingdings" pitchFamily="2" charset="2"/>
              <a:buNone/>
            </a:pPr>
            <a:r>
              <a:rPr lang="zh-CN" altLang="en-US" sz="2100" dirty="0">
                <a:solidFill>
                  <a:srgbClr val="C00000"/>
                </a:solidFill>
                <a:ea typeface="宋体" panose="02010600030101010101" pitchFamily="2" charset="-122"/>
              </a:rPr>
              <a:t>	  </a:t>
            </a:r>
            <a:r>
              <a:rPr lang="en-US" altLang="zh-CN" sz="2100" dirty="0">
                <a:solidFill>
                  <a:srgbClr val="C00000"/>
                </a:solidFill>
                <a:ea typeface="宋体" panose="02010600030101010101" pitchFamily="2" charset="-122"/>
              </a:rPr>
              <a:t>2.2.4 </a:t>
            </a:r>
            <a:r>
              <a:rPr lang="zh-CN" altLang="en-US" sz="2100" dirty="0">
                <a:solidFill>
                  <a:srgbClr val="C00000"/>
                </a:solidFill>
                <a:ea typeface="宋体" panose="02010600030101010101" pitchFamily="2" charset="-122"/>
              </a:rPr>
              <a:t>信道的极限信息传输速率</a:t>
            </a:r>
          </a:p>
          <a:p>
            <a:pPr eaLnBrk="1" hangingPunct="1">
              <a:lnSpc>
                <a:spcPct val="80000"/>
              </a:lnSpc>
              <a:buFont typeface="Wingdings" pitchFamily="2" charset="2"/>
              <a:buNone/>
            </a:pPr>
            <a:r>
              <a:rPr lang="en-US" altLang="zh-CN" dirty="0">
                <a:latin typeface="Times New Roman" panose="02020603050405020304" pitchFamily="18" charset="0"/>
                <a:ea typeface="宋体" panose="02010600030101010101" pitchFamily="2" charset="-122"/>
              </a:rPr>
              <a:t>2.3 </a:t>
            </a:r>
            <a:r>
              <a:rPr lang="zh-CN" altLang="en-US" dirty="0">
                <a:latin typeface="Times New Roman" panose="02020603050405020304" pitchFamily="18" charset="0"/>
                <a:ea typeface="宋体" panose="02010600030101010101" pitchFamily="2" charset="-122"/>
              </a:rPr>
              <a:t>物理层下面的传输媒体</a:t>
            </a:r>
          </a:p>
          <a:p>
            <a:pPr eaLnBrk="1" hangingPunct="1">
              <a:lnSpc>
                <a:spcPct val="80000"/>
              </a:lnSpc>
              <a:buFont typeface="Wingdings" pitchFamily="2" charset="2"/>
              <a:buNone/>
            </a:pPr>
            <a:r>
              <a:rPr lang="zh-CN" altLang="en-US" dirty="0">
                <a:latin typeface="Times New Roman" panose="02020603050405020304" pitchFamily="18" charset="0"/>
                <a:ea typeface="宋体" panose="02010600030101010101" pitchFamily="2" charset="-122"/>
              </a:rPr>
              <a:t>	  </a:t>
            </a:r>
            <a:r>
              <a:rPr lang="en-US" altLang="zh-CN" sz="2100" dirty="0">
                <a:ea typeface="宋体" panose="02010600030101010101" pitchFamily="2" charset="-122"/>
              </a:rPr>
              <a:t>2.3.1 </a:t>
            </a:r>
            <a:r>
              <a:rPr lang="zh-CN" altLang="en-US" sz="2100" dirty="0">
                <a:ea typeface="宋体" panose="02010600030101010101" pitchFamily="2" charset="-122"/>
              </a:rPr>
              <a:t>导引型传输媒体</a:t>
            </a:r>
          </a:p>
          <a:p>
            <a:pPr eaLnBrk="1" hangingPunct="1">
              <a:lnSpc>
                <a:spcPct val="80000"/>
              </a:lnSpc>
              <a:buFont typeface="Wingdings" pitchFamily="2" charset="2"/>
              <a:buNone/>
            </a:pPr>
            <a:r>
              <a:rPr lang="zh-CN" altLang="en-US" sz="2100" dirty="0">
                <a:ea typeface="宋体" panose="02010600030101010101" pitchFamily="2" charset="-122"/>
              </a:rPr>
              <a:t>	  </a:t>
            </a:r>
            <a:r>
              <a:rPr lang="en-US" altLang="zh-CN" sz="2100" dirty="0">
                <a:ea typeface="宋体" panose="02010600030101010101" pitchFamily="2" charset="-122"/>
              </a:rPr>
              <a:t>2.3.2 </a:t>
            </a:r>
            <a:r>
              <a:rPr lang="zh-CN" altLang="en-US" sz="2100" dirty="0">
                <a:ea typeface="宋体" panose="02010600030101010101" pitchFamily="2" charset="-122"/>
              </a:rPr>
              <a:t>非导引型传输媒体</a:t>
            </a:r>
          </a:p>
        </p:txBody>
      </p:sp>
      <p:sp>
        <p:nvSpPr>
          <p:cNvPr id="20483" name="幻灯片编号占位符 1">
            <a:extLst>
              <a:ext uri="{FF2B5EF4-FFF2-40B4-BE49-F238E27FC236}">
                <a16:creationId xmlns:a16="http://schemas.microsoft.com/office/drawing/2014/main" id="{8064793A-181B-A04E-9E5D-40B0FD45E7A3}"/>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31C611B-3092-6947-8AC7-68BBC5452C8C}"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2</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88623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9C2D39F1-B7BF-BD4E-BA3F-BABE6EACE46C}"/>
              </a:ext>
            </a:extLst>
          </p:cNvPr>
          <p:cNvSpPr>
            <a:spLocks noGrp="1" noChangeArrowheads="1"/>
          </p:cNvSpPr>
          <p:nvPr>
            <p:ph type="title"/>
          </p:nvPr>
        </p:nvSpPr>
        <p:spPr>
          <a:xfrm>
            <a:off x="182881" y="195262"/>
            <a:ext cx="6922770" cy="792957"/>
          </a:xfrm>
        </p:spPr>
        <p:txBody>
          <a:bodyPr/>
          <a:lstStyle/>
          <a:p>
            <a:pPr eaLnBrk="1" hangingPunct="1"/>
            <a:r>
              <a:rPr lang="zh-CN" altLang="en-US">
                <a:latin typeface="Times New Roman" panose="02020603050405020304" pitchFamily="18" charset="0"/>
                <a:ea typeface="Arial Unicode MS" panose="020B0604020202020204" pitchFamily="34" charset="-128"/>
                <a:cs typeface="Arial Unicode MS" panose="020B0604020202020204" pitchFamily="34" charset="-128"/>
              </a:rPr>
              <a:t>第 </a:t>
            </a:r>
            <a:r>
              <a:rPr lang="en-US" altLang="zh-CN">
                <a:latin typeface="Times New Roman" panose="02020603050405020304" pitchFamily="18" charset="0"/>
                <a:ea typeface="Arial Unicode MS" panose="020B0604020202020204" pitchFamily="34" charset="-128"/>
                <a:cs typeface="Arial Unicode MS" panose="020B0604020202020204" pitchFamily="34" charset="-128"/>
              </a:rPr>
              <a:t>2 </a:t>
            </a:r>
            <a:r>
              <a:rPr lang="zh-CN" altLang="en-US">
                <a:latin typeface="Times New Roman" panose="02020603050405020304" pitchFamily="18" charset="0"/>
                <a:ea typeface="Arial Unicode MS" panose="020B0604020202020204" pitchFamily="34" charset="-128"/>
                <a:cs typeface="Arial Unicode MS" panose="020B0604020202020204" pitchFamily="34" charset="-128"/>
              </a:rPr>
              <a:t>章  </a:t>
            </a:r>
            <a:r>
              <a:rPr lang="zh-CN" altLang="en-US">
                <a:latin typeface="Times New Roman" panose="02020603050405020304" pitchFamily="18" charset="0"/>
                <a:ea typeface="宋体" panose="02010600030101010101" pitchFamily="2" charset="-122"/>
              </a:rPr>
              <a:t>物理层（续）</a:t>
            </a:r>
          </a:p>
        </p:txBody>
      </p:sp>
      <p:sp>
        <p:nvSpPr>
          <p:cNvPr id="22530" name="Rectangle 3">
            <a:extLst>
              <a:ext uri="{FF2B5EF4-FFF2-40B4-BE49-F238E27FC236}">
                <a16:creationId xmlns:a16="http://schemas.microsoft.com/office/drawing/2014/main" id="{DE8847A4-279A-D946-A8FF-E789E3C199C2}"/>
              </a:ext>
            </a:extLst>
          </p:cNvPr>
          <p:cNvSpPr>
            <a:spLocks noGrp="1" noChangeArrowheads="1"/>
          </p:cNvSpPr>
          <p:nvPr>
            <p:ph type="body" idx="1"/>
          </p:nvPr>
        </p:nvSpPr>
        <p:spPr>
          <a:xfrm>
            <a:off x="182881" y="1085850"/>
            <a:ext cx="8709659" cy="3862388"/>
          </a:xfrm>
        </p:spPr>
        <p:txBody>
          <a:bodyPr/>
          <a:lstStyle/>
          <a:p>
            <a:pPr eaLnBrk="1" hangingPunct="1">
              <a:lnSpc>
                <a:spcPct val="80000"/>
              </a:lnSpc>
              <a:buFont typeface="Wingdings" pitchFamily="2" charset="2"/>
              <a:buNone/>
            </a:pPr>
            <a:r>
              <a:rPr lang="en-US" altLang="zh-CN" dirty="0">
                <a:solidFill>
                  <a:srgbClr val="C00000"/>
                </a:solidFill>
                <a:latin typeface="Times New Roman" panose="02020603050405020304" pitchFamily="18" charset="0"/>
                <a:ea typeface="宋体" panose="02010600030101010101" pitchFamily="2" charset="-122"/>
              </a:rPr>
              <a:t>2.4 </a:t>
            </a:r>
            <a:r>
              <a:rPr lang="zh-CN" altLang="en-US" dirty="0">
                <a:solidFill>
                  <a:srgbClr val="C00000"/>
                </a:solidFill>
                <a:latin typeface="Times New Roman" panose="02020603050405020304" pitchFamily="18" charset="0"/>
                <a:ea typeface="宋体" panose="02010600030101010101" pitchFamily="2" charset="-122"/>
              </a:rPr>
              <a:t>信道复用技术</a:t>
            </a:r>
          </a:p>
          <a:p>
            <a:pPr eaLnBrk="1" hangingPunct="1">
              <a:lnSpc>
                <a:spcPct val="80000"/>
              </a:lnSpc>
              <a:buFont typeface="Wingdings" pitchFamily="2" charset="2"/>
              <a:buNone/>
            </a:pPr>
            <a:r>
              <a:rPr lang="zh-CN" altLang="en-US" dirty="0">
                <a:solidFill>
                  <a:srgbClr val="C00000"/>
                </a:solidFill>
                <a:latin typeface="Times New Roman" panose="02020603050405020304" pitchFamily="18" charset="0"/>
                <a:ea typeface="宋体" panose="02010600030101010101" pitchFamily="2" charset="-122"/>
              </a:rPr>
              <a:t>      </a:t>
            </a:r>
            <a:r>
              <a:rPr lang="en-US" altLang="zh-CN" dirty="0">
                <a:solidFill>
                  <a:srgbClr val="C00000"/>
                </a:solidFill>
                <a:latin typeface="Times New Roman" panose="02020603050405020304" pitchFamily="18" charset="0"/>
                <a:ea typeface="宋体" panose="02010600030101010101" pitchFamily="2" charset="-122"/>
              </a:rPr>
              <a:t>2.4.1 </a:t>
            </a:r>
            <a:r>
              <a:rPr lang="zh-CN" altLang="en-US" dirty="0">
                <a:solidFill>
                  <a:srgbClr val="C00000"/>
                </a:solidFill>
                <a:latin typeface="Times New Roman" panose="02020603050405020304" pitchFamily="18" charset="0"/>
                <a:ea typeface="宋体" panose="02010600030101010101" pitchFamily="2" charset="-122"/>
              </a:rPr>
              <a:t>频分复用、时分复用和统计时分复用</a:t>
            </a:r>
          </a:p>
          <a:p>
            <a:pPr eaLnBrk="1" hangingPunct="1">
              <a:lnSpc>
                <a:spcPct val="80000"/>
              </a:lnSpc>
              <a:buFont typeface="Wingdings" pitchFamily="2" charset="2"/>
              <a:buNone/>
            </a:pPr>
            <a:r>
              <a:rPr lang="zh-CN" altLang="en-US" dirty="0">
                <a:solidFill>
                  <a:srgbClr val="C00000"/>
                </a:solidFill>
                <a:latin typeface="Times New Roman" panose="02020603050405020304" pitchFamily="18" charset="0"/>
                <a:ea typeface="宋体" panose="02010600030101010101" pitchFamily="2" charset="-122"/>
              </a:rPr>
              <a:t>      </a:t>
            </a:r>
            <a:r>
              <a:rPr lang="en-US" altLang="zh-CN" dirty="0">
                <a:solidFill>
                  <a:srgbClr val="C00000"/>
                </a:solidFill>
                <a:latin typeface="Times New Roman" panose="02020603050405020304" pitchFamily="18" charset="0"/>
                <a:ea typeface="宋体" panose="02010600030101010101" pitchFamily="2" charset="-122"/>
              </a:rPr>
              <a:t>2.4.2 </a:t>
            </a:r>
            <a:r>
              <a:rPr lang="zh-CN" altLang="en-US" dirty="0">
                <a:solidFill>
                  <a:srgbClr val="C00000"/>
                </a:solidFill>
                <a:latin typeface="Times New Roman" panose="02020603050405020304" pitchFamily="18" charset="0"/>
                <a:ea typeface="宋体" panose="02010600030101010101" pitchFamily="2" charset="-122"/>
              </a:rPr>
              <a:t>波分复用</a:t>
            </a:r>
          </a:p>
          <a:p>
            <a:pPr eaLnBrk="1" hangingPunct="1">
              <a:lnSpc>
                <a:spcPct val="80000"/>
              </a:lnSpc>
              <a:buFont typeface="Wingdings" pitchFamily="2" charset="2"/>
              <a:buNone/>
            </a:pPr>
            <a:r>
              <a:rPr lang="zh-CN" altLang="en-US" dirty="0">
                <a:solidFill>
                  <a:srgbClr val="C00000"/>
                </a:solidFill>
                <a:latin typeface="Times New Roman" panose="02020603050405020304" pitchFamily="18" charset="0"/>
                <a:ea typeface="宋体" panose="02010600030101010101" pitchFamily="2" charset="-122"/>
              </a:rPr>
              <a:t>      </a:t>
            </a:r>
            <a:r>
              <a:rPr lang="en-US" altLang="zh-CN" dirty="0">
                <a:solidFill>
                  <a:srgbClr val="C00000"/>
                </a:solidFill>
                <a:latin typeface="Times New Roman" panose="02020603050405020304" pitchFamily="18" charset="0"/>
                <a:ea typeface="宋体" panose="02010600030101010101" pitchFamily="2" charset="-122"/>
              </a:rPr>
              <a:t>2.4.3 </a:t>
            </a:r>
            <a:r>
              <a:rPr lang="zh-CN" altLang="en-US" dirty="0">
                <a:solidFill>
                  <a:srgbClr val="C00000"/>
                </a:solidFill>
                <a:latin typeface="Times New Roman" panose="02020603050405020304" pitchFamily="18" charset="0"/>
                <a:ea typeface="宋体" panose="02010600030101010101" pitchFamily="2" charset="-122"/>
              </a:rPr>
              <a:t>码分复用</a:t>
            </a:r>
          </a:p>
          <a:p>
            <a:pPr eaLnBrk="1" hangingPunct="1">
              <a:lnSpc>
                <a:spcPct val="80000"/>
              </a:lnSpc>
              <a:buFont typeface="Wingdings" pitchFamily="2" charset="2"/>
              <a:buNone/>
            </a:pPr>
            <a:r>
              <a:rPr lang="en-US" altLang="zh-CN" dirty="0">
                <a:latin typeface="Times New Roman" panose="02020603050405020304" pitchFamily="18" charset="0"/>
                <a:ea typeface="宋体" panose="02010600030101010101" pitchFamily="2" charset="-122"/>
              </a:rPr>
              <a:t>2.5  </a:t>
            </a:r>
            <a:r>
              <a:rPr lang="zh-CN" altLang="en-US" dirty="0">
                <a:latin typeface="Times New Roman" panose="02020603050405020304" pitchFamily="18" charset="0"/>
                <a:ea typeface="宋体" panose="02010600030101010101" pitchFamily="2" charset="-122"/>
              </a:rPr>
              <a:t>数字传输系统</a:t>
            </a:r>
          </a:p>
          <a:p>
            <a:pPr eaLnBrk="1" hangingPunct="1">
              <a:lnSpc>
                <a:spcPct val="80000"/>
              </a:lnSpc>
              <a:buFont typeface="Wingdings" pitchFamily="2" charset="2"/>
              <a:buNone/>
            </a:pPr>
            <a:r>
              <a:rPr lang="en-US" altLang="zh-CN" dirty="0">
                <a:latin typeface="Times New Roman" panose="02020603050405020304" pitchFamily="18" charset="0"/>
                <a:ea typeface="宋体" panose="02010600030101010101" pitchFamily="2" charset="-122"/>
              </a:rPr>
              <a:t>2.6  </a:t>
            </a:r>
            <a:r>
              <a:rPr lang="zh-CN" altLang="en-US" dirty="0">
                <a:latin typeface="Times New Roman" panose="02020603050405020304" pitchFamily="18" charset="0"/>
                <a:ea typeface="宋体" panose="02010600030101010101" pitchFamily="2" charset="-122"/>
              </a:rPr>
              <a:t>宽带接入技术</a:t>
            </a:r>
          </a:p>
          <a:p>
            <a:pPr eaLnBrk="1" hangingPunct="1">
              <a:lnSpc>
                <a:spcPct val="80000"/>
              </a:lnSpc>
              <a:buFont typeface="Wingdings" pitchFamily="2" charset="2"/>
              <a:buNone/>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2.6.1 ADSL</a:t>
            </a:r>
            <a:r>
              <a:rPr lang="zh-CN" altLang="en-US" dirty="0">
                <a:latin typeface="Times New Roman" panose="02020603050405020304" pitchFamily="18" charset="0"/>
                <a:ea typeface="宋体" panose="02010600030101010101" pitchFamily="2" charset="-122"/>
              </a:rPr>
              <a:t>技术</a:t>
            </a:r>
          </a:p>
          <a:p>
            <a:pPr eaLnBrk="1" hangingPunct="1">
              <a:lnSpc>
                <a:spcPct val="80000"/>
              </a:lnSpc>
              <a:buFont typeface="Wingdings" pitchFamily="2" charset="2"/>
              <a:buNone/>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2.6.2 </a:t>
            </a:r>
            <a:r>
              <a:rPr lang="zh-CN" altLang="en-US" dirty="0">
                <a:latin typeface="Times New Roman" panose="02020603050405020304" pitchFamily="18" charset="0"/>
                <a:ea typeface="宋体" panose="02010600030101010101" pitchFamily="2" charset="-122"/>
              </a:rPr>
              <a:t>光纤同轴混合网（</a:t>
            </a:r>
            <a:r>
              <a:rPr lang="en-US" altLang="zh-CN" dirty="0">
                <a:latin typeface="Times New Roman" panose="02020603050405020304" pitchFamily="18" charset="0"/>
                <a:ea typeface="宋体" panose="02010600030101010101" pitchFamily="2" charset="-122"/>
              </a:rPr>
              <a:t>HFC </a:t>
            </a:r>
            <a:r>
              <a:rPr lang="zh-CN" altLang="en-US" dirty="0">
                <a:latin typeface="Times New Roman" panose="02020603050405020304" pitchFamily="18" charset="0"/>
                <a:ea typeface="宋体" panose="02010600030101010101" pitchFamily="2" charset="-122"/>
              </a:rPr>
              <a:t>网）</a:t>
            </a:r>
          </a:p>
          <a:p>
            <a:pPr eaLnBrk="1" hangingPunct="1">
              <a:lnSpc>
                <a:spcPct val="80000"/>
              </a:lnSpc>
              <a:buFont typeface="Wingdings" pitchFamily="2" charset="2"/>
              <a:buNone/>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2.6.3 </a:t>
            </a:r>
            <a:r>
              <a:rPr lang="en-US" altLang="zh-CN" dirty="0" err="1">
                <a:latin typeface="Times New Roman" panose="02020603050405020304" pitchFamily="18" charset="0"/>
                <a:ea typeface="宋体" panose="02010600030101010101" pitchFamily="2" charset="-122"/>
              </a:rPr>
              <a:t>FTTx</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技术</a:t>
            </a:r>
          </a:p>
        </p:txBody>
      </p:sp>
      <p:sp>
        <p:nvSpPr>
          <p:cNvPr id="22531" name="幻灯片编号占位符 1">
            <a:extLst>
              <a:ext uri="{FF2B5EF4-FFF2-40B4-BE49-F238E27FC236}">
                <a16:creationId xmlns:a16="http://schemas.microsoft.com/office/drawing/2014/main" id="{FCB36AF0-63C6-D74D-BC7F-0B1327EC73C9}"/>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04F8BA2-95F8-BE45-8B40-1BFD0E3071BE}"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3</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95513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41E136B5-8C5E-A94E-AFBE-76B33901AADF}"/>
              </a:ext>
            </a:extLst>
          </p:cNvPr>
          <p:cNvSpPr>
            <a:spLocks noGrp="1" noChangeArrowheads="1"/>
          </p:cNvSpPr>
          <p:nvPr>
            <p:ph type="title"/>
          </p:nvPr>
        </p:nvSpPr>
        <p:spPr>
          <a:xfrm>
            <a:off x="171450" y="240506"/>
            <a:ext cx="6842523" cy="576263"/>
          </a:xfrm>
        </p:spPr>
        <p:txBody>
          <a:bodyPr/>
          <a:lstStyle/>
          <a:p>
            <a:pPr eaLnBrk="1" hangingPunct="1"/>
            <a:r>
              <a:rPr lang="en-US" altLang="zh-CN" dirty="0">
                <a:latin typeface="Times New Roman" panose="02020603050405020304" pitchFamily="18" charset="0"/>
                <a:ea typeface="Arial Unicode MS" panose="020B0604020202020204" pitchFamily="34" charset="-128"/>
                <a:cs typeface="Arial Unicode MS" panose="020B0604020202020204" pitchFamily="34" charset="-128"/>
              </a:rPr>
              <a:t>2.1  </a:t>
            </a:r>
            <a:r>
              <a:rPr lang="zh-CN" altLang="en-US" dirty="0">
                <a:latin typeface="Times New Roman" panose="02020603050405020304" pitchFamily="18" charset="0"/>
                <a:ea typeface="宋体" panose="02010600030101010101" pitchFamily="2" charset="-122"/>
              </a:rPr>
              <a:t>物理层的基本概念</a:t>
            </a:r>
          </a:p>
        </p:txBody>
      </p:sp>
      <p:sp>
        <p:nvSpPr>
          <p:cNvPr id="24578" name="Rectangle 3">
            <a:extLst>
              <a:ext uri="{FF2B5EF4-FFF2-40B4-BE49-F238E27FC236}">
                <a16:creationId xmlns:a16="http://schemas.microsoft.com/office/drawing/2014/main" id="{BFC61449-C908-864B-801C-C4050AB6D507}"/>
              </a:ext>
            </a:extLst>
          </p:cNvPr>
          <p:cNvSpPr>
            <a:spLocks noGrp="1" noChangeArrowheads="1"/>
          </p:cNvSpPr>
          <p:nvPr>
            <p:ph type="body" idx="1"/>
          </p:nvPr>
        </p:nvSpPr>
        <p:spPr>
          <a:xfrm>
            <a:off x="171450" y="1085851"/>
            <a:ext cx="8743950" cy="3927872"/>
          </a:xfrm>
        </p:spPr>
        <p:txBody>
          <a:bodyPr/>
          <a:lstStyle/>
          <a:p>
            <a:pPr eaLnBrk="1" hangingPunct="1">
              <a:buFont typeface="Wingdings" pitchFamily="2" charset="2"/>
              <a:buNone/>
            </a:pPr>
            <a:r>
              <a:rPr lang="zh-CN" altLang="en-US" dirty="0">
                <a:ea typeface="宋体" panose="02010600030101010101" pitchFamily="2" charset="-122"/>
              </a:rPr>
              <a:t>物理层的主要任务描述为确定与传输媒体的接口的一些特性，即： </a:t>
            </a:r>
          </a:p>
          <a:p>
            <a:pPr eaLnBrk="1" hangingPunct="1"/>
            <a:r>
              <a:rPr lang="zh-CN" altLang="en-US" dirty="0">
                <a:solidFill>
                  <a:schemeClr val="hlink"/>
                </a:solidFill>
                <a:ea typeface="宋体" panose="02010600030101010101" pitchFamily="2" charset="-122"/>
              </a:rPr>
              <a:t>机械特性</a:t>
            </a:r>
            <a:r>
              <a:rPr lang="zh-CN" altLang="en-US" dirty="0">
                <a:ea typeface="宋体" panose="02010600030101010101" pitchFamily="2" charset="-122"/>
              </a:rPr>
              <a:t>    指明接口所用接线器的形状和尺寸、引线数目和排列、固定和锁定装置等等。</a:t>
            </a:r>
          </a:p>
          <a:p>
            <a:pPr eaLnBrk="1" hangingPunct="1"/>
            <a:r>
              <a:rPr lang="zh-CN" altLang="en-US" dirty="0">
                <a:solidFill>
                  <a:schemeClr val="hlink"/>
                </a:solidFill>
                <a:ea typeface="宋体" panose="02010600030101010101" pitchFamily="2" charset="-122"/>
              </a:rPr>
              <a:t>电气特性</a:t>
            </a:r>
            <a:r>
              <a:rPr lang="zh-CN" altLang="en-US" dirty="0">
                <a:ea typeface="宋体" panose="02010600030101010101" pitchFamily="2" charset="-122"/>
              </a:rPr>
              <a:t>    指明在接口电缆的各条线上出现的电压的范围。</a:t>
            </a:r>
          </a:p>
          <a:p>
            <a:pPr eaLnBrk="1" hangingPunct="1"/>
            <a:r>
              <a:rPr lang="zh-CN" altLang="en-US" dirty="0">
                <a:solidFill>
                  <a:schemeClr val="hlink"/>
                </a:solidFill>
                <a:ea typeface="宋体" panose="02010600030101010101" pitchFamily="2" charset="-122"/>
              </a:rPr>
              <a:t>功能特性</a:t>
            </a:r>
            <a:r>
              <a:rPr lang="zh-CN" altLang="en-US" dirty="0">
                <a:ea typeface="宋体" panose="02010600030101010101" pitchFamily="2" charset="-122"/>
              </a:rPr>
              <a:t>    指明某条线上出现的某一电平的电压表示何种意义。</a:t>
            </a:r>
          </a:p>
          <a:p>
            <a:pPr eaLnBrk="1" hangingPunct="1"/>
            <a:r>
              <a:rPr lang="zh-CN" altLang="en-US" dirty="0">
                <a:solidFill>
                  <a:schemeClr val="hlink"/>
                </a:solidFill>
                <a:ea typeface="宋体" panose="02010600030101010101" pitchFamily="2" charset="-122"/>
              </a:rPr>
              <a:t>过程特性</a:t>
            </a:r>
            <a:r>
              <a:rPr lang="zh-CN" altLang="en-US" dirty="0">
                <a:ea typeface="宋体" panose="02010600030101010101" pitchFamily="2" charset="-122"/>
              </a:rPr>
              <a:t>    指明对于不同功能的各种可能事件的出现顺序。 </a:t>
            </a:r>
          </a:p>
        </p:txBody>
      </p:sp>
      <p:sp>
        <p:nvSpPr>
          <p:cNvPr id="24579" name="幻灯片编号占位符 1">
            <a:extLst>
              <a:ext uri="{FF2B5EF4-FFF2-40B4-BE49-F238E27FC236}">
                <a16:creationId xmlns:a16="http://schemas.microsoft.com/office/drawing/2014/main" id="{2E15F3BA-4E14-A449-A29E-4D96EB095796}"/>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2AE6DF8-FA14-7348-980A-FACDCF7B0099}"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4</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162234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99D00AC6-577E-8944-9F1D-D001E26F16A5}"/>
              </a:ext>
            </a:extLst>
          </p:cNvPr>
          <p:cNvSpPr>
            <a:spLocks noGrp="1" noChangeArrowheads="1"/>
          </p:cNvSpPr>
          <p:nvPr>
            <p:ph type="title"/>
          </p:nvPr>
        </p:nvSpPr>
        <p:spPr>
          <a:xfrm>
            <a:off x="137161" y="214313"/>
            <a:ext cx="7713822" cy="683419"/>
          </a:xfrm>
        </p:spPr>
        <p:txBody>
          <a:bodyPr/>
          <a:lstStyle/>
          <a:p>
            <a:pPr eaLnBrk="1" hangingPunct="1"/>
            <a:r>
              <a:rPr lang="en-US" altLang="zh-CN" dirty="0">
                <a:latin typeface="Times New Roman" panose="02020603050405020304" pitchFamily="18" charset="0"/>
                <a:ea typeface="宋体" panose="02010600030101010101" pitchFamily="2" charset="-122"/>
              </a:rPr>
              <a:t>2.2  </a:t>
            </a:r>
            <a:r>
              <a:rPr lang="zh-CN" altLang="en-US" dirty="0">
                <a:latin typeface="Times New Roman" panose="02020603050405020304" pitchFamily="18" charset="0"/>
                <a:ea typeface="宋体" panose="02010600030101010101" pitchFamily="2" charset="-122"/>
              </a:rPr>
              <a:t>数据通信的基础知识</a:t>
            </a:r>
          </a:p>
        </p:txBody>
      </p:sp>
      <p:grpSp>
        <p:nvGrpSpPr>
          <p:cNvPr id="27755" name="Group 107">
            <a:extLst>
              <a:ext uri="{FF2B5EF4-FFF2-40B4-BE49-F238E27FC236}">
                <a16:creationId xmlns:a16="http://schemas.microsoft.com/office/drawing/2014/main" id="{EEEEC8D1-7800-164B-99C2-AE90EDA32DC3}"/>
              </a:ext>
            </a:extLst>
          </p:cNvPr>
          <p:cNvGrpSpPr>
            <a:grpSpLocks/>
          </p:cNvGrpSpPr>
          <p:nvPr/>
        </p:nvGrpSpPr>
        <p:grpSpPr bwMode="auto">
          <a:xfrm>
            <a:off x="4168380" y="3674095"/>
            <a:ext cx="769144" cy="547687"/>
            <a:chOff x="2463" y="2931"/>
            <a:chExt cx="646" cy="460"/>
          </a:xfrm>
        </p:grpSpPr>
        <p:sp>
          <p:nvSpPr>
            <p:cNvPr id="27661" name="AutoShape 13">
              <a:extLst>
                <a:ext uri="{FF2B5EF4-FFF2-40B4-BE49-F238E27FC236}">
                  <a16:creationId xmlns:a16="http://schemas.microsoft.com/office/drawing/2014/main" id="{08984844-71E1-DC4B-8E4F-CAAFE90D5B4C}"/>
                </a:ext>
              </a:extLst>
            </p:cNvPr>
            <p:cNvSpPr>
              <a:spLocks noChangeArrowheads="1"/>
            </p:cNvSpPr>
            <p:nvPr/>
          </p:nvSpPr>
          <p:spPr bwMode="auto">
            <a:xfrm>
              <a:off x="2463" y="2931"/>
              <a:ext cx="646" cy="458"/>
            </a:xfrm>
            <a:prstGeom prst="cube">
              <a:avLst>
                <a:gd name="adj" fmla="val 13069"/>
              </a:avLst>
            </a:prstGeom>
            <a:solidFill>
              <a:srgbClr val="CCFFFF"/>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6722" name="Rectangle 16">
              <a:extLst>
                <a:ext uri="{FF2B5EF4-FFF2-40B4-BE49-F238E27FC236}">
                  <a16:creationId xmlns:a16="http://schemas.microsoft.com/office/drawing/2014/main" id="{84DF562C-4477-5542-9385-C04EDCD76AAF}"/>
                </a:ext>
              </a:extLst>
            </p:cNvPr>
            <p:cNvSpPr>
              <a:spLocks noChangeArrowheads="1"/>
            </p:cNvSpPr>
            <p:nvPr/>
          </p:nvSpPr>
          <p:spPr bwMode="auto">
            <a:xfrm>
              <a:off x="2546" y="2985"/>
              <a:ext cx="508"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传输</a:t>
              </a:r>
            </a:p>
            <a:p>
              <a:pPr>
                <a:spcBef>
                  <a:spcPct val="0"/>
                </a:spcBef>
                <a:buClrTx/>
                <a:buSzTx/>
                <a:buFontTx/>
                <a:buNone/>
              </a:pPr>
              <a:r>
                <a:rPr kumimoji="1" lang="zh-CN" altLang="en-US" sz="1350">
                  <a:ea typeface="宋体" panose="02010600030101010101" pitchFamily="2" charset="-122"/>
                </a:rPr>
                <a:t>系统</a:t>
              </a:r>
            </a:p>
          </p:txBody>
        </p:sp>
      </p:grpSp>
      <p:grpSp>
        <p:nvGrpSpPr>
          <p:cNvPr id="27750" name="Group 102">
            <a:extLst>
              <a:ext uri="{FF2B5EF4-FFF2-40B4-BE49-F238E27FC236}">
                <a16:creationId xmlns:a16="http://schemas.microsoft.com/office/drawing/2014/main" id="{CFD7EA95-7E81-AA46-A2E8-5B7F9B441B9C}"/>
              </a:ext>
            </a:extLst>
          </p:cNvPr>
          <p:cNvGrpSpPr>
            <a:grpSpLocks/>
          </p:cNvGrpSpPr>
          <p:nvPr/>
        </p:nvGrpSpPr>
        <p:grpSpPr bwMode="auto">
          <a:xfrm>
            <a:off x="1318024" y="3946753"/>
            <a:ext cx="425053" cy="932260"/>
            <a:chOff x="69" y="3160"/>
            <a:chExt cx="357" cy="783"/>
          </a:xfrm>
        </p:grpSpPr>
        <p:sp>
          <p:nvSpPr>
            <p:cNvPr id="26719" name="Rectangle 5">
              <a:extLst>
                <a:ext uri="{FF2B5EF4-FFF2-40B4-BE49-F238E27FC236}">
                  <a16:creationId xmlns:a16="http://schemas.microsoft.com/office/drawing/2014/main" id="{A4BE0ED5-5F06-BD45-8824-15B91D587449}"/>
                </a:ext>
              </a:extLst>
            </p:cNvPr>
            <p:cNvSpPr>
              <a:spLocks noChangeArrowheads="1"/>
            </p:cNvSpPr>
            <p:nvPr/>
          </p:nvSpPr>
          <p:spPr bwMode="auto">
            <a:xfrm>
              <a:off x="69" y="3189"/>
              <a:ext cx="357" cy="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输入信息</a:t>
              </a:r>
            </a:p>
          </p:txBody>
        </p:sp>
        <p:sp>
          <p:nvSpPr>
            <p:cNvPr id="27665" name="Line 17">
              <a:extLst>
                <a:ext uri="{FF2B5EF4-FFF2-40B4-BE49-F238E27FC236}">
                  <a16:creationId xmlns:a16="http://schemas.microsoft.com/office/drawing/2014/main" id="{9CF4E749-91FB-1E4C-8CD6-DC294C044C80}"/>
                </a:ext>
              </a:extLst>
            </p:cNvPr>
            <p:cNvSpPr>
              <a:spLocks noChangeShapeType="1"/>
            </p:cNvSpPr>
            <p:nvPr/>
          </p:nvSpPr>
          <p:spPr bwMode="auto">
            <a:xfrm>
              <a:off x="94" y="3160"/>
              <a:ext cx="313" cy="0"/>
            </a:xfrm>
            <a:prstGeom prst="line">
              <a:avLst/>
            </a:prstGeom>
            <a:noFill/>
            <a:ln w="38100">
              <a:solidFill>
                <a:srgbClr val="333399"/>
              </a:solidFill>
              <a:round/>
              <a:headEnd/>
              <a:tailEnd type="triangle" w="med" len="lg"/>
            </a:ln>
            <a:effectLst/>
          </p:spPr>
          <p:txBody>
            <a:bodyPr/>
            <a:lstStyle/>
            <a:p>
              <a:pPr algn="ctr" eaLnBrk="1" hangingPunct="1">
                <a:defRPr/>
              </a:pPr>
              <a:endParaRPr lang="zh-CN" altLang="en-US">
                <a:latin typeface="Tahoma" charset="0"/>
                <a:ea typeface="宋体" charset="-122"/>
                <a:cs typeface="+mn-cs"/>
              </a:endParaRPr>
            </a:p>
          </p:txBody>
        </p:sp>
      </p:grpSp>
      <p:grpSp>
        <p:nvGrpSpPr>
          <p:cNvPr id="27752" name="Group 104">
            <a:extLst>
              <a:ext uri="{FF2B5EF4-FFF2-40B4-BE49-F238E27FC236}">
                <a16:creationId xmlns:a16="http://schemas.microsoft.com/office/drawing/2014/main" id="{01C72440-F32D-B447-B038-839404C3FCF9}"/>
              </a:ext>
            </a:extLst>
          </p:cNvPr>
          <p:cNvGrpSpPr>
            <a:grpSpLocks/>
          </p:cNvGrpSpPr>
          <p:nvPr/>
        </p:nvGrpSpPr>
        <p:grpSpPr bwMode="auto">
          <a:xfrm>
            <a:off x="2319339" y="3946751"/>
            <a:ext cx="470297" cy="898923"/>
            <a:chOff x="910" y="3160"/>
            <a:chExt cx="395" cy="755"/>
          </a:xfrm>
        </p:grpSpPr>
        <p:sp>
          <p:nvSpPr>
            <p:cNvPr id="26717" name="Rectangle 7">
              <a:extLst>
                <a:ext uri="{FF2B5EF4-FFF2-40B4-BE49-F238E27FC236}">
                  <a16:creationId xmlns:a16="http://schemas.microsoft.com/office/drawing/2014/main" id="{44DE4825-4B11-1346-B7E0-4970CD1474EB}"/>
                </a:ext>
              </a:extLst>
            </p:cNvPr>
            <p:cNvSpPr>
              <a:spLocks noChangeArrowheads="1"/>
            </p:cNvSpPr>
            <p:nvPr/>
          </p:nvSpPr>
          <p:spPr bwMode="auto">
            <a:xfrm>
              <a:off x="948" y="3161"/>
              <a:ext cx="357" cy="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输入数据</a:t>
              </a:r>
            </a:p>
          </p:txBody>
        </p:sp>
        <p:sp>
          <p:nvSpPr>
            <p:cNvPr id="27666" name="Line 18">
              <a:extLst>
                <a:ext uri="{FF2B5EF4-FFF2-40B4-BE49-F238E27FC236}">
                  <a16:creationId xmlns:a16="http://schemas.microsoft.com/office/drawing/2014/main" id="{426A57F0-1377-C549-B2E7-B0EAD85E3334}"/>
                </a:ext>
              </a:extLst>
            </p:cNvPr>
            <p:cNvSpPr>
              <a:spLocks noChangeShapeType="1"/>
            </p:cNvSpPr>
            <p:nvPr/>
          </p:nvSpPr>
          <p:spPr bwMode="auto">
            <a:xfrm>
              <a:off x="910" y="3160"/>
              <a:ext cx="346" cy="0"/>
            </a:xfrm>
            <a:prstGeom prst="line">
              <a:avLst/>
            </a:prstGeom>
            <a:noFill/>
            <a:ln w="38100">
              <a:solidFill>
                <a:srgbClr val="333399"/>
              </a:solidFill>
              <a:round/>
              <a:headEnd/>
              <a:tailEnd type="triangle" w="med" len="lg"/>
            </a:ln>
            <a:effectLst/>
          </p:spPr>
          <p:txBody>
            <a:bodyPr/>
            <a:lstStyle/>
            <a:p>
              <a:pPr algn="ctr" eaLnBrk="1" hangingPunct="1">
                <a:defRPr/>
              </a:pPr>
              <a:endParaRPr lang="zh-CN" altLang="en-US">
                <a:latin typeface="Tahoma" charset="0"/>
                <a:ea typeface="宋体" charset="-122"/>
                <a:cs typeface="+mn-cs"/>
              </a:endParaRPr>
            </a:p>
          </p:txBody>
        </p:sp>
      </p:grpSp>
      <p:grpSp>
        <p:nvGrpSpPr>
          <p:cNvPr id="27754" name="Group 106">
            <a:extLst>
              <a:ext uri="{FF2B5EF4-FFF2-40B4-BE49-F238E27FC236}">
                <a16:creationId xmlns:a16="http://schemas.microsoft.com/office/drawing/2014/main" id="{937C7750-5C37-524D-84FA-9B05B3FDE64E}"/>
              </a:ext>
            </a:extLst>
          </p:cNvPr>
          <p:cNvGrpSpPr>
            <a:grpSpLocks/>
          </p:cNvGrpSpPr>
          <p:nvPr/>
        </p:nvGrpSpPr>
        <p:grpSpPr bwMode="auto">
          <a:xfrm>
            <a:off x="3353993" y="3941986"/>
            <a:ext cx="883444" cy="539354"/>
            <a:chOff x="1779" y="3156"/>
            <a:chExt cx="742" cy="453"/>
          </a:xfrm>
        </p:grpSpPr>
        <p:sp>
          <p:nvSpPr>
            <p:cNvPr id="26715" name="Rectangle 9">
              <a:extLst>
                <a:ext uri="{FF2B5EF4-FFF2-40B4-BE49-F238E27FC236}">
                  <a16:creationId xmlns:a16="http://schemas.microsoft.com/office/drawing/2014/main" id="{9CFB44BD-A327-0A41-8889-7E285BB05020}"/>
                </a:ext>
              </a:extLst>
            </p:cNvPr>
            <p:cNvSpPr>
              <a:spLocks noChangeArrowheads="1"/>
            </p:cNvSpPr>
            <p:nvPr/>
          </p:nvSpPr>
          <p:spPr bwMode="auto">
            <a:xfrm>
              <a:off x="1791" y="3203"/>
              <a:ext cx="730"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350">
                  <a:ea typeface="宋体" panose="02010600030101010101" pitchFamily="2" charset="-122"/>
                </a:rPr>
                <a:t>发送</a:t>
              </a:r>
            </a:p>
            <a:p>
              <a:pPr algn="ctr">
                <a:spcBef>
                  <a:spcPct val="0"/>
                </a:spcBef>
                <a:buClrTx/>
                <a:buSzTx/>
                <a:buFontTx/>
                <a:buNone/>
              </a:pPr>
              <a:r>
                <a:rPr kumimoji="1" lang="zh-CN" altLang="en-US" sz="1350">
                  <a:ea typeface="宋体" panose="02010600030101010101" pitchFamily="2" charset="-122"/>
                </a:rPr>
                <a:t>的信号</a:t>
              </a:r>
            </a:p>
          </p:txBody>
        </p:sp>
        <p:sp>
          <p:nvSpPr>
            <p:cNvPr id="27667" name="Line 19">
              <a:extLst>
                <a:ext uri="{FF2B5EF4-FFF2-40B4-BE49-F238E27FC236}">
                  <a16:creationId xmlns:a16="http://schemas.microsoft.com/office/drawing/2014/main" id="{5898CF68-9A60-0941-A3F5-7942226F606F}"/>
                </a:ext>
              </a:extLst>
            </p:cNvPr>
            <p:cNvSpPr>
              <a:spLocks noChangeShapeType="1"/>
            </p:cNvSpPr>
            <p:nvPr/>
          </p:nvSpPr>
          <p:spPr bwMode="auto">
            <a:xfrm>
              <a:off x="1779" y="3156"/>
              <a:ext cx="684" cy="4"/>
            </a:xfrm>
            <a:prstGeom prst="line">
              <a:avLst/>
            </a:prstGeom>
            <a:noFill/>
            <a:ln w="38100">
              <a:solidFill>
                <a:srgbClr val="333399"/>
              </a:solidFill>
              <a:round/>
              <a:headEnd/>
              <a:tailEnd type="triangle" w="med" len="lg"/>
            </a:ln>
            <a:effectLst/>
          </p:spPr>
          <p:txBody>
            <a:bodyPr/>
            <a:lstStyle/>
            <a:p>
              <a:pPr algn="ctr" eaLnBrk="1" hangingPunct="1">
                <a:defRPr/>
              </a:pPr>
              <a:endParaRPr lang="zh-CN" altLang="en-US">
                <a:latin typeface="Tahoma" charset="0"/>
                <a:ea typeface="宋体" charset="-122"/>
                <a:cs typeface="+mn-cs"/>
              </a:endParaRPr>
            </a:p>
          </p:txBody>
        </p:sp>
      </p:grpSp>
      <p:grpSp>
        <p:nvGrpSpPr>
          <p:cNvPr id="27756" name="Group 108">
            <a:extLst>
              <a:ext uri="{FF2B5EF4-FFF2-40B4-BE49-F238E27FC236}">
                <a16:creationId xmlns:a16="http://schemas.microsoft.com/office/drawing/2014/main" id="{4F1BC133-8A35-5546-B0BE-0CF35DCF47A4}"/>
              </a:ext>
            </a:extLst>
          </p:cNvPr>
          <p:cNvGrpSpPr>
            <a:grpSpLocks/>
          </p:cNvGrpSpPr>
          <p:nvPr/>
        </p:nvGrpSpPr>
        <p:grpSpPr bwMode="auto">
          <a:xfrm>
            <a:off x="4916093" y="3946748"/>
            <a:ext cx="867965" cy="509588"/>
            <a:chOff x="3091" y="3160"/>
            <a:chExt cx="729" cy="428"/>
          </a:xfrm>
        </p:grpSpPr>
        <p:sp>
          <p:nvSpPr>
            <p:cNvPr id="26713" name="Rectangle 10">
              <a:extLst>
                <a:ext uri="{FF2B5EF4-FFF2-40B4-BE49-F238E27FC236}">
                  <a16:creationId xmlns:a16="http://schemas.microsoft.com/office/drawing/2014/main" id="{7E76F366-1745-374B-A726-0DC007524F81}"/>
                </a:ext>
              </a:extLst>
            </p:cNvPr>
            <p:cNvSpPr>
              <a:spLocks noChangeArrowheads="1"/>
            </p:cNvSpPr>
            <p:nvPr/>
          </p:nvSpPr>
          <p:spPr bwMode="auto">
            <a:xfrm>
              <a:off x="3111" y="3182"/>
              <a:ext cx="709"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a:spcBef>
                  <a:spcPct val="0"/>
                </a:spcBef>
                <a:buClrTx/>
                <a:buSzTx/>
                <a:buFontTx/>
                <a:buNone/>
              </a:pPr>
              <a:r>
                <a:rPr kumimoji="1" lang="zh-CN" altLang="en-US" sz="1350">
                  <a:ea typeface="宋体" panose="02010600030101010101" pitchFamily="2" charset="-122"/>
                </a:rPr>
                <a:t>接收</a:t>
              </a:r>
            </a:p>
            <a:p>
              <a:pPr algn="ctr">
                <a:spcBef>
                  <a:spcPct val="0"/>
                </a:spcBef>
                <a:buClrTx/>
                <a:buSzTx/>
                <a:buFontTx/>
                <a:buNone/>
              </a:pPr>
              <a:r>
                <a:rPr kumimoji="1" lang="zh-CN" altLang="en-US" sz="1350">
                  <a:ea typeface="宋体" panose="02010600030101010101" pitchFamily="2" charset="-122"/>
                </a:rPr>
                <a:t>的信号</a:t>
              </a:r>
            </a:p>
          </p:txBody>
        </p:sp>
        <p:sp>
          <p:nvSpPr>
            <p:cNvPr id="27668" name="Line 20">
              <a:extLst>
                <a:ext uri="{FF2B5EF4-FFF2-40B4-BE49-F238E27FC236}">
                  <a16:creationId xmlns:a16="http://schemas.microsoft.com/office/drawing/2014/main" id="{8194ADBB-5CC2-DC40-BBF7-974A873E0A33}"/>
                </a:ext>
              </a:extLst>
            </p:cNvPr>
            <p:cNvSpPr>
              <a:spLocks noChangeShapeType="1"/>
            </p:cNvSpPr>
            <p:nvPr/>
          </p:nvSpPr>
          <p:spPr bwMode="auto">
            <a:xfrm>
              <a:off x="3091" y="3160"/>
              <a:ext cx="714" cy="0"/>
            </a:xfrm>
            <a:prstGeom prst="line">
              <a:avLst/>
            </a:prstGeom>
            <a:noFill/>
            <a:ln w="38100">
              <a:solidFill>
                <a:srgbClr val="333399"/>
              </a:solidFill>
              <a:round/>
              <a:headEnd/>
              <a:tailEnd type="triangle" w="med" len="lg"/>
            </a:ln>
            <a:effectLst/>
          </p:spPr>
          <p:txBody>
            <a:bodyPr/>
            <a:lstStyle/>
            <a:p>
              <a:pPr algn="ctr" eaLnBrk="1" hangingPunct="1">
                <a:defRPr/>
              </a:pPr>
              <a:endParaRPr lang="zh-CN" altLang="en-US">
                <a:latin typeface="Tahoma" charset="0"/>
                <a:ea typeface="宋体" charset="-122"/>
                <a:cs typeface="+mn-cs"/>
              </a:endParaRPr>
            </a:p>
          </p:txBody>
        </p:sp>
      </p:grpSp>
      <p:grpSp>
        <p:nvGrpSpPr>
          <p:cNvPr id="27758" name="Group 110">
            <a:extLst>
              <a:ext uri="{FF2B5EF4-FFF2-40B4-BE49-F238E27FC236}">
                <a16:creationId xmlns:a16="http://schemas.microsoft.com/office/drawing/2014/main" id="{DE3319C2-55B9-7945-A6B6-3DDD87A571A8}"/>
              </a:ext>
            </a:extLst>
          </p:cNvPr>
          <p:cNvGrpSpPr>
            <a:grpSpLocks/>
          </p:cNvGrpSpPr>
          <p:nvPr/>
        </p:nvGrpSpPr>
        <p:grpSpPr bwMode="auto">
          <a:xfrm>
            <a:off x="6376989" y="3946752"/>
            <a:ext cx="444104" cy="953693"/>
            <a:chOff x="4318" y="3160"/>
            <a:chExt cx="373" cy="801"/>
          </a:xfrm>
        </p:grpSpPr>
        <p:sp>
          <p:nvSpPr>
            <p:cNvPr id="26711" name="Rectangle 8">
              <a:extLst>
                <a:ext uri="{FF2B5EF4-FFF2-40B4-BE49-F238E27FC236}">
                  <a16:creationId xmlns:a16="http://schemas.microsoft.com/office/drawing/2014/main" id="{8B5CC291-153D-A54A-9968-EBEC338ED5C8}"/>
                </a:ext>
              </a:extLst>
            </p:cNvPr>
            <p:cNvSpPr>
              <a:spLocks noChangeArrowheads="1"/>
            </p:cNvSpPr>
            <p:nvPr/>
          </p:nvSpPr>
          <p:spPr bwMode="auto">
            <a:xfrm>
              <a:off x="4334" y="3207"/>
              <a:ext cx="357" cy="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输出数据</a:t>
              </a:r>
            </a:p>
          </p:txBody>
        </p:sp>
        <p:sp>
          <p:nvSpPr>
            <p:cNvPr id="27669" name="Line 21">
              <a:extLst>
                <a:ext uri="{FF2B5EF4-FFF2-40B4-BE49-F238E27FC236}">
                  <a16:creationId xmlns:a16="http://schemas.microsoft.com/office/drawing/2014/main" id="{D901DD09-E026-6E4A-B670-A9E9D34C9FE7}"/>
                </a:ext>
              </a:extLst>
            </p:cNvPr>
            <p:cNvSpPr>
              <a:spLocks noChangeShapeType="1"/>
            </p:cNvSpPr>
            <p:nvPr/>
          </p:nvSpPr>
          <p:spPr bwMode="auto">
            <a:xfrm>
              <a:off x="4318" y="3160"/>
              <a:ext cx="336" cy="0"/>
            </a:xfrm>
            <a:prstGeom prst="line">
              <a:avLst/>
            </a:prstGeom>
            <a:noFill/>
            <a:ln w="38100">
              <a:solidFill>
                <a:srgbClr val="333399"/>
              </a:solidFill>
              <a:round/>
              <a:headEnd/>
              <a:tailEnd type="triangle" w="med" len="lg"/>
            </a:ln>
            <a:effectLst/>
          </p:spPr>
          <p:txBody>
            <a:bodyPr/>
            <a:lstStyle/>
            <a:p>
              <a:pPr algn="ctr" eaLnBrk="1" hangingPunct="1">
                <a:defRPr/>
              </a:pPr>
              <a:endParaRPr lang="zh-CN" altLang="en-US">
                <a:latin typeface="Tahoma" charset="0"/>
                <a:ea typeface="宋体" charset="-122"/>
                <a:cs typeface="+mn-cs"/>
              </a:endParaRPr>
            </a:p>
          </p:txBody>
        </p:sp>
      </p:grpSp>
      <p:grpSp>
        <p:nvGrpSpPr>
          <p:cNvPr id="27751" name="Group 103">
            <a:extLst>
              <a:ext uri="{FF2B5EF4-FFF2-40B4-BE49-F238E27FC236}">
                <a16:creationId xmlns:a16="http://schemas.microsoft.com/office/drawing/2014/main" id="{B7025697-34D1-C543-A192-F8132218EDFB}"/>
              </a:ext>
            </a:extLst>
          </p:cNvPr>
          <p:cNvGrpSpPr>
            <a:grpSpLocks/>
          </p:cNvGrpSpPr>
          <p:nvPr/>
        </p:nvGrpSpPr>
        <p:grpSpPr bwMode="auto">
          <a:xfrm>
            <a:off x="1720455" y="3674097"/>
            <a:ext cx="638175" cy="545306"/>
            <a:chOff x="407" y="2931"/>
            <a:chExt cx="536" cy="458"/>
          </a:xfrm>
        </p:grpSpPr>
        <p:sp>
          <p:nvSpPr>
            <p:cNvPr id="27659" name="AutoShape 11">
              <a:extLst>
                <a:ext uri="{FF2B5EF4-FFF2-40B4-BE49-F238E27FC236}">
                  <a16:creationId xmlns:a16="http://schemas.microsoft.com/office/drawing/2014/main" id="{8AA3FCB7-3489-D542-B2DE-39117DC07A1C}"/>
                </a:ext>
              </a:extLst>
            </p:cNvPr>
            <p:cNvSpPr>
              <a:spLocks noChangeArrowheads="1"/>
            </p:cNvSpPr>
            <p:nvPr/>
          </p:nvSpPr>
          <p:spPr bwMode="auto">
            <a:xfrm>
              <a:off x="407" y="2931"/>
              <a:ext cx="536" cy="458"/>
            </a:xfrm>
            <a:prstGeom prst="cube">
              <a:avLst>
                <a:gd name="adj" fmla="val 13069"/>
              </a:avLst>
            </a:prstGeom>
            <a:solidFill>
              <a:srgbClr val="FFFF66"/>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6710" name="Rectangle 22">
              <a:extLst>
                <a:ext uri="{FF2B5EF4-FFF2-40B4-BE49-F238E27FC236}">
                  <a16:creationId xmlns:a16="http://schemas.microsoft.com/office/drawing/2014/main" id="{5AF3797B-5F98-F945-9544-A8E2F18BE1FC}"/>
                </a:ext>
              </a:extLst>
            </p:cNvPr>
            <p:cNvSpPr>
              <a:spLocks noChangeArrowheads="1"/>
            </p:cNvSpPr>
            <p:nvPr/>
          </p:nvSpPr>
          <p:spPr bwMode="auto">
            <a:xfrm>
              <a:off x="449" y="3059"/>
              <a:ext cx="44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源点</a:t>
              </a:r>
            </a:p>
          </p:txBody>
        </p:sp>
      </p:grpSp>
      <p:grpSp>
        <p:nvGrpSpPr>
          <p:cNvPr id="27759" name="Group 111">
            <a:extLst>
              <a:ext uri="{FF2B5EF4-FFF2-40B4-BE49-F238E27FC236}">
                <a16:creationId xmlns:a16="http://schemas.microsoft.com/office/drawing/2014/main" id="{FC646C14-62FB-0047-9CD9-B4BF0C56BF0D}"/>
              </a:ext>
            </a:extLst>
          </p:cNvPr>
          <p:cNvGrpSpPr>
            <a:grpSpLocks/>
          </p:cNvGrpSpPr>
          <p:nvPr/>
        </p:nvGrpSpPr>
        <p:grpSpPr bwMode="auto">
          <a:xfrm>
            <a:off x="6777039" y="3674097"/>
            <a:ext cx="638175" cy="545306"/>
            <a:chOff x="4654" y="2931"/>
            <a:chExt cx="536" cy="458"/>
          </a:xfrm>
        </p:grpSpPr>
        <p:sp>
          <p:nvSpPr>
            <p:cNvPr id="27663" name="AutoShape 15">
              <a:extLst>
                <a:ext uri="{FF2B5EF4-FFF2-40B4-BE49-F238E27FC236}">
                  <a16:creationId xmlns:a16="http://schemas.microsoft.com/office/drawing/2014/main" id="{F0ACDDDE-A558-4140-97EF-5439C4C882F5}"/>
                </a:ext>
              </a:extLst>
            </p:cNvPr>
            <p:cNvSpPr>
              <a:spLocks noChangeArrowheads="1"/>
            </p:cNvSpPr>
            <p:nvPr/>
          </p:nvSpPr>
          <p:spPr bwMode="auto">
            <a:xfrm>
              <a:off x="4654" y="2931"/>
              <a:ext cx="536" cy="458"/>
            </a:xfrm>
            <a:prstGeom prst="cube">
              <a:avLst>
                <a:gd name="adj" fmla="val 13069"/>
              </a:avLst>
            </a:prstGeom>
            <a:solidFill>
              <a:srgbClr val="FFCCFF"/>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6708" name="Rectangle 23">
              <a:extLst>
                <a:ext uri="{FF2B5EF4-FFF2-40B4-BE49-F238E27FC236}">
                  <a16:creationId xmlns:a16="http://schemas.microsoft.com/office/drawing/2014/main" id="{B6B5CABA-6B6F-0849-9630-ADFFABDABD40}"/>
                </a:ext>
              </a:extLst>
            </p:cNvPr>
            <p:cNvSpPr>
              <a:spLocks noChangeArrowheads="1"/>
            </p:cNvSpPr>
            <p:nvPr/>
          </p:nvSpPr>
          <p:spPr bwMode="auto">
            <a:xfrm>
              <a:off x="4699" y="3068"/>
              <a:ext cx="44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终点</a:t>
              </a:r>
            </a:p>
          </p:txBody>
        </p:sp>
      </p:grpSp>
      <p:grpSp>
        <p:nvGrpSpPr>
          <p:cNvPr id="27753" name="Group 105">
            <a:extLst>
              <a:ext uri="{FF2B5EF4-FFF2-40B4-BE49-F238E27FC236}">
                <a16:creationId xmlns:a16="http://schemas.microsoft.com/office/drawing/2014/main" id="{498CAF3A-6348-DF4B-B04B-4809D81340F0}"/>
              </a:ext>
            </a:extLst>
          </p:cNvPr>
          <p:cNvGrpSpPr>
            <a:grpSpLocks/>
          </p:cNvGrpSpPr>
          <p:nvPr/>
        </p:nvGrpSpPr>
        <p:grpSpPr bwMode="auto">
          <a:xfrm>
            <a:off x="2697957" y="3674097"/>
            <a:ext cx="691754" cy="545306"/>
            <a:chOff x="1228" y="2931"/>
            <a:chExt cx="581" cy="458"/>
          </a:xfrm>
        </p:grpSpPr>
        <p:sp>
          <p:nvSpPr>
            <p:cNvPr id="27660" name="AutoShape 12">
              <a:extLst>
                <a:ext uri="{FF2B5EF4-FFF2-40B4-BE49-F238E27FC236}">
                  <a16:creationId xmlns:a16="http://schemas.microsoft.com/office/drawing/2014/main" id="{752E48EF-6AAC-FE42-8258-195F57B9CC2E}"/>
                </a:ext>
              </a:extLst>
            </p:cNvPr>
            <p:cNvSpPr>
              <a:spLocks noChangeArrowheads="1"/>
            </p:cNvSpPr>
            <p:nvPr/>
          </p:nvSpPr>
          <p:spPr bwMode="auto">
            <a:xfrm>
              <a:off x="1256" y="2931"/>
              <a:ext cx="537" cy="458"/>
            </a:xfrm>
            <a:prstGeom prst="cube">
              <a:avLst>
                <a:gd name="adj" fmla="val 13069"/>
              </a:avLst>
            </a:prstGeom>
            <a:solidFill>
              <a:srgbClr val="FFFF66"/>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6706" name="Rectangle 24">
              <a:extLst>
                <a:ext uri="{FF2B5EF4-FFF2-40B4-BE49-F238E27FC236}">
                  <a16:creationId xmlns:a16="http://schemas.microsoft.com/office/drawing/2014/main" id="{702FAB56-2A33-6947-A1FA-1BC831683616}"/>
                </a:ext>
              </a:extLst>
            </p:cNvPr>
            <p:cNvSpPr>
              <a:spLocks noChangeArrowheads="1"/>
            </p:cNvSpPr>
            <p:nvPr/>
          </p:nvSpPr>
          <p:spPr bwMode="auto">
            <a:xfrm>
              <a:off x="1228" y="3068"/>
              <a:ext cx="5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发送器</a:t>
              </a:r>
            </a:p>
          </p:txBody>
        </p:sp>
      </p:grpSp>
      <p:grpSp>
        <p:nvGrpSpPr>
          <p:cNvPr id="27757" name="Group 109">
            <a:extLst>
              <a:ext uri="{FF2B5EF4-FFF2-40B4-BE49-F238E27FC236}">
                <a16:creationId xmlns:a16="http://schemas.microsoft.com/office/drawing/2014/main" id="{ABA8D9C2-D4BC-7443-8FE1-05A2F1996142}"/>
              </a:ext>
            </a:extLst>
          </p:cNvPr>
          <p:cNvGrpSpPr>
            <a:grpSpLocks/>
          </p:cNvGrpSpPr>
          <p:nvPr/>
        </p:nvGrpSpPr>
        <p:grpSpPr bwMode="auto">
          <a:xfrm>
            <a:off x="5734051" y="3674097"/>
            <a:ext cx="691754" cy="545306"/>
            <a:chOff x="3778" y="2931"/>
            <a:chExt cx="581" cy="458"/>
          </a:xfrm>
        </p:grpSpPr>
        <p:sp>
          <p:nvSpPr>
            <p:cNvPr id="27662" name="AutoShape 14">
              <a:extLst>
                <a:ext uri="{FF2B5EF4-FFF2-40B4-BE49-F238E27FC236}">
                  <a16:creationId xmlns:a16="http://schemas.microsoft.com/office/drawing/2014/main" id="{71AEC2B4-14B1-1649-8836-AE385BF47AF1}"/>
                </a:ext>
              </a:extLst>
            </p:cNvPr>
            <p:cNvSpPr>
              <a:spLocks noChangeArrowheads="1"/>
            </p:cNvSpPr>
            <p:nvPr/>
          </p:nvSpPr>
          <p:spPr bwMode="auto">
            <a:xfrm>
              <a:off x="3805" y="2931"/>
              <a:ext cx="535" cy="458"/>
            </a:xfrm>
            <a:prstGeom prst="cube">
              <a:avLst>
                <a:gd name="adj" fmla="val 13069"/>
              </a:avLst>
            </a:prstGeom>
            <a:solidFill>
              <a:srgbClr val="FFCCFF"/>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6704" name="Rectangle 25">
              <a:extLst>
                <a:ext uri="{FF2B5EF4-FFF2-40B4-BE49-F238E27FC236}">
                  <a16:creationId xmlns:a16="http://schemas.microsoft.com/office/drawing/2014/main" id="{ED06CFE9-BE38-4140-8B47-3BC5E3F6049C}"/>
                </a:ext>
              </a:extLst>
            </p:cNvPr>
            <p:cNvSpPr>
              <a:spLocks noChangeArrowheads="1"/>
            </p:cNvSpPr>
            <p:nvPr/>
          </p:nvSpPr>
          <p:spPr bwMode="auto">
            <a:xfrm>
              <a:off x="3778" y="3059"/>
              <a:ext cx="5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接收器</a:t>
              </a:r>
            </a:p>
          </p:txBody>
        </p:sp>
      </p:grpSp>
      <p:sp>
        <p:nvSpPr>
          <p:cNvPr id="27674" name="Line 26">
            <a:extLst>
              <a:ext uri="{FF2B5EF4-FFF2-40B4-BE49-F238E27FC236}">
                <a16:creationId xmlns:a16="http://schemas.microsoft.com/office/drawing/2014/main" id="{02A42A2E-F21E-AA4F-961E-3FFCE1626B75}"/>
              </a:ext>
            </a:extLst>
          </p:cNvPr>
          <p:cNvSpPr>
            <a:spLocks noChangeShapeType="1"/>
          </p:cNvSpPr>
          <p:nvPr/>
        </p:nvSpPr>
        <p:spPr bwMode="auto">
          <a:xfrm>
            <a:off x="3156349" y="2614440"/>
            <a:ext cx="2609850" cy="0"/>
          </a:xfrm>
          <a:prstGeom prst="line">
            <a:avLst/>
          </a:prstGeom>
          <a:noFill/>
          <a:ln w="28575">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7675" name="Line 27">
            <a:extLst>
              <a:ext uri="{FF2B5EF4-FFF2-40B4-BE49-F238E27FC236}">
                <a16:creationId xmlns:a16="http://schemas.microsoft.com/office/drawing/2014/main" id="{0EF2C89F-177B-9D4A-9FAB-E7EB4157E78F}"/>
              </a:ext>
            </a:extLst>
          </p:cNvPr>
          <p:cNvSpPr>
            <a:spLocks noChangeShapeType="1"/>
          </p:cNvSpPr>
          <p:nvPr/>
        </p:nvSpPr>
        <p:spPr bwMode="auto">
          <a:xfrm>
            <a:off x="2252664" y="2614441"/>
            <a:ext cx="635794" cy="2381"/>
          </a:xfrm>
          <a:prstGeom prst="line">
            <a:avLst/>
          </a:prstGeom>
          <a:noFill/>
          <a:ln w="76200" cmpd="tri">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6638" name="Rectangle 28">
            <a:extLst>
              <a:ext uri="{FF2B5EF4-FFF2-40B4-BE49-F238E27FC236}">
                <a16:creationId xmlns:a16="http://schemas.microsoft.com/office/drawing/2014/main" id="{CA384F49-7386-3345-8946-FAB72701064C}"/>
              </a:ext>
            </a:extLst>
          </p:cNvPr>
          <p:cNvSpPr>
            <a:spLocks noChangeArrowheads="1"/>
          </p:cNvSpPr>
          <p:nvPr/>
        </p:nvSpPr>
        <p:spPr bwMode="auto">
          <a:xfrm>
            <a:off x="2505076" y="2777556"/>
            <a:ext cx="101560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调制解调器</a:t>
            </a:r>
          </a:p>
        </p:txBody>
      </p:sp>
      <p:sp>
        <p:nvSpPr>
          <p:cNvPr id="27677" name="Line 29">
            <a:extLst>
              <a:ext uri="{FF2B5EF4-FFF2-40B4-BE49-F238E27FC236}">
                <a16:creationId xmlns:a16="http://schemas.microsoft.com/office/drawing/2014/main" id="{22174E10-6EC4-464D-99B1-29919E7EC11B}"/>
              </a:ext>
            </a:extLst>
          </p:cNvPr>
          <p:cNvSpPr>
            <a:spLocks noChangeShapeType="1"/>
          </p:cNvSpPr>
          <p:nvPr/>
        </p:nvSpPr>
        <p:spPr bwMode="auto">
          <a:xfrm>
            <a:off x="6191251" y="2614440"/>
            <a:ext cx="691754" cy="0"/>
          </a:xfrm>
          <a:prstGeom prst="line">
            <a:avLst/>
          </a:prstGeom>
          <a:noFill/>
          <a:ln w="76200" cmpd="tri">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nvGrpSpPr>
          <p:cNvPr id="26640" name="Group 80">
            <a:extLst>
              <a:ext uri="{FF2B5EF4-FFF2-40B4-BE49-F238E27FC236}">
                <a16:creationId xmlns:a16="http://schemas.microsoft.com/office/drawing/2014/main" id="{F2BC58B6-E35B-6848-893E-5063A9D4309E}"/>
              </a:ext>
            </a:extLst>
          </p:cNvPr>
          <p:cNvGrpSpPr>
            <a:grpSpLocks/>
          </p:cNvGrpSpPr>
          <p:nvPr/>
        </p:nvGrpSpPr>
        <p:grpSpPr bwMode="auto">
          <a:xfrm>
            <a:off x="3962401" y="2215580"/>
            <a:ext cx="1187054" cy="757238"/>
            <a:chOff x="385" y="2795"/>
            <a:chExt cx="1769" cy="816"/>
          </a:xfrm>
        </p:grpSpPr>
        <p:sp>
          <p:nvSpPr>
            <p:cNvPr id="27729" name="Oval 81">
              <a:extLst>
                <a:ext uri="{FF2B5EF4-FFF2-40B4-BE49-F238E27FC236}">
                  <a16:creationId xmlns:a16="http://schemas.microsoft.com/office/drawing/2014/main" id="{C9E630A2-57BF-7E49-ACF2-108E9D14159A}"/>
                </a:ext>
              </a:extLst>
            </p:cNvPr>
            <p:cNvSpPr>
              <a:spLocks noChangeArrowheads="1"/>
            </p:cNvSpPr>
            <p:nvPr/>
          </p:nvSpPr>
          <p:spPr bwMode="auto">
            <a:xfrm>
              <a:off x="1590" y="3061"/>
              <a:ext cx="554" cy="249"/>
            </a:xfrm>
            <a:prstGeom prst="ellipse">
              <a:avLst/>
            </a:prstGeom>
            <a:solidFill>
              <a:srgbClr val="DDDDDD"/>
            </a:solidFill>
            <a:ln>
              <a:noFill/>
            </a:ln>
            <a:effectLst>
              <a:outerShdw blurRad="63500" dist="68978" dir="4020649"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30" name="Oval 82">
              <a:extLst>
                <a:ext uri="{FF2B5EF4-FFF2-40B4-BE49-F238E27FC236}">
                  <a16:creationId xmlns:a16="http://schemas.microsoft.com/office/drawing/2014/main" id="{D38851D1-1C03-3243-8581-A82BC8DB5B82}"/>
                </a:ext>
              </a:extLst>
            </p:cNvPr>
            <p:cNvSpPr>
              <a:spLocks noChangeArrowheads="1"/>
            </p:cNvSpPr>
            <p:nvPr/>
          </p:nvSpPr>
          <p:spPr bwMode="auto">
            <a:xfrm>
              <a:off x="928" y="3274"/>
              <a:ext cx="884" cy="337"/>
            </a:xfrm>
            <a:prstGeom prst="ellipse">
              <a:avLst/>
            </a:prstGeom>
            <a:solidFill>
              <a:srgbClr val="DDDDDD"/>
            </a:solidFill>
            <a:ln>
              <a:noFill/>
            </a:ln>
            <a:effectLst>
              <a:outerShdw blurRad="63500" dist="38099" dir="2700000"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31" name="Oval 83">
              <a:extLst>
                <a:ext uri="{FF2B5EF4-FFF2-40B4-BE49-F238E27FC236}">
                  <a16:creationId xmlns:a16="http://schemas.microsoft.com/office/drawing/2014/main" id="{8979C8A9-CE2E-AF4E-989D-64E3FA506A39}"/>
                </a:ext>
              </a:extLst>
            </p:cNvPr>
            <p:cNvSpPr>
              <a:spLocks noChangeArrowheads="1"/>
            </p:cNvSpPr>
            <p:nvPr/>
          </p:nvSpPr>
          <p:spPr bwMode="auto">
            <a:xfrm>
              <a:off x="502" y="3204"/>
              <a:ext cx="586" cy="281"/>
            </a:xfrm>
            <a:prstGeom prst="ellipse">
              <a:avLst/>
            </a:prstGeom>
            <a:solidFill>
              <a:srgbClr val="DDDDDD"/>
            </a:solidFill>
            <a:ln>
              <a:noFill/>
            </a:ln>
            <a:effectLst>
              <a:outerShdw blurRad="63500" dist="68978" dir="4020649"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32" name="Oval 84">
              <a:extLst>
                <a:ext uri="{FF2B5EF4-FFF2-40B4-BE49-F238E27FC236}">
                  <a16:creationId xmlns:a16="http://schemas.microsoft.com/office/drawing/2014/main" id="{728C2929-0A21-614C-84E5-27FDC8D01C1F}"/>
                </a:ext>
              </a:extLst>
            </p:cNvPr>
            <p:cNvSpPr>
              <a:spLocks noChangeArrowheads="1"/>
            </p:cNvSpPr>
            <p:nvPr/>
          </p:nvSpPr>
          <p:spPr bwMode="auto">
            <a:xfrm>
              <a:off x="385" y="3084"/>
              <a:ext cx="383" cy="258"/>
            </a:xfrm>
            <a:prstGeom prst="ellipse">
              <a:avLst/>
            </a:prstGeom>
            <a:solidFill>
              <a:srgbClr val="DDDDDD"/>
            </a:solidFill>
            <a:ln>
              <a:noFill/>
            </a:ln>
            <a:effectLst>
              <a:outerShdw blurRad="63500" dist="68978" dir="4020649"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33" name="Oval 85">
              <a:extLst>
                <a:ext uri="{FF2B5EF4-FFF2-40B4-BE49-F238E27FC236}">
                  <a16:creationId xmlns:a16="http://schemas.microsoft.com/office/drawing/2014/main" id="{4AFC9F93-1ABC-D84D-A9F2-203D9AF5002F}"/>
                </a:ext>
              </a:extLst>
            </p:cNvPr>
            <p:cNvSpPr>
              <a:spLocks noChangeArrowheads="1"/>
            </p:cNvSpPr>
            <p:nvPr/>
          </p:nvSpPr>
          <p:spPr bwMode="auto">
            <a:xfrm>
              <a:off x="566" y="2884"/>
              <a:ext cx="577" cy="322"/>
            </a:xfrm>
            <a:prstGeom prst="ellipse">
              <a:avLst/>
            </a:prstGeom>
            <a:solidFill>
              <a:srgbClr val="DDDDDD"/>
            </a:solidFill>
            <a:ln>
              <a:noFill/>
            </a:ln>
            <a:effectLst>
              <a:outerShdw blurRad="63500" dist="68978" dir="4020649"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34" name="Oval 86">
              <a:extLst>
                <a:ext uri="{FF2B5EF4-FFF2-40B4-BE49-F238E27FC236}">
                  <a16:creationId xmlns:a16="http://schemas.microsoft.com/office/drawing/2014/main" id="{7F9FF762-0C5B-664F-8187-4BBF5F12DB99}"/>
                </a:ext>
              </a:extLst>
            </p:cNvPr>
            <p:cNvSpPr>
              <a:spLocks noChangeArrowheads="1"/>
            </p:cNvSpPr>
            <p:nvPr/>
          </p:nvSpPr>
          <p:spPr bwMode="auto">
            <a:xfrm>
              <a:off x="992" y="2795"/>
              <a:ext cx="758" cy="321"/>
            </a:xfrm>
            <a:prstGeom prst="ellipse">
              <a:avLst/>
            </a:prstGeom>
            <a:solidFill>
              <a:srgbClr val="DDDDDD"/>
            </a:solidFill>
            <a:ln>
              <a:noFill/>
            </a:ln>
            <a:effectLst>
              <a:outerShdw blurRad="63500" dist="68978" dir="4020649"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35" name="Oval 87">
              <a:extLst>
                <a:ext uri="{FF2B5EF4-FFF2-40B4-BE49-F238E27FC236}">
                  <a16:creationId xmlns:a16="http://schemas.microsoft.com/office/drawing/2014/main" id="{BF84AF4C-0479-7940-8801-33942208DF3D}"/>
                </a:ext>
              </a:extLst>
            </p:cNvPr>
            <p:cNvSpPr>
              <a:spLocks noChangeArrowheads="1"/>
            </p:cNvSpPr>
            <p:nvPr/>
          </p:nvSpPr>
          <p:spPr bwMode="auto">
            <a:xfrm>
              <a:off x="1505" y="2891"/>
              <a:ext cx="554" cy="248"/>
            </a:xfrm>
            <a:prstGeom prst="ellipse">
              <a:avLst/>
            </a:prstGeom>
            <a:solidFill>
              <a:srgbClr val="DDDDDD"/>
            </a:solidFill>
            <a:ln>
              <a:noFill/>
            </a:ln>
            <a:effectLst>
              <a:outerShdw blurRad="63500" dist="68978" dir="4020649"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36" name="Oval 88">
              <a:extLst>
                <a:ext uri="{FF2B5EF4-FFF2-40B4-BE49-F238E27FC236}">
                  <a16:creationId xmlns:a16="http://schemas.microsoft.com/office/drawing/2014/main" id="{A2EFB215-FDEA-DD4B-BE57-240CDD97E4A1}"/>
                </a:ext>
              </a:extLst>
            </p:cNvPr>
            <p:cNvSpPr>
              <a:spLocks noChangeArrowheads="1"/>
            </p:cNvSpPr>
            <p:nvPr/>
          </p:nvSpPr>
          <p:spPr bwMode="auto">
            <a:xfrm>
              <a:off x="704" y="2987"/>
              <a:ext cx="1141" cy="417"/>
            </a:xfrm>
            <a:prstGeom prst="ellipse">
              <a:avLst/>
            </a:prstGeom>
            <a:solidFill>
              <a:srgbClr val="DDDDDD"/>
            </a:solidFill>
            <a:ln>
              <a:noFill/>
            </a:ln>
            <a:effectLst>
              <a:outerShdw blurRad="63500" dist="68978" dir="4020649"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37" name="Oval 89">
              <a:extLst>
                <a:ext uri="{FF2B5EF4-FFF2-40B4-BE49-F238E27FC236}">
                  <a16:creationId xmlns:a16="http://schemas.microsoft.com/office/drawing/2014/main" id="{6AA920CD-1B25-FB41-B478-B8861FDEDB32}"/>
                </a:ext>
              </a:extLst>
            </p:cNvPr>
            <p:cNvSpPr>
              <a:spLocks noChangeArrowheads="1"/>
            </p:cNvSpPr>
            <p:nvPr/>
          </p:nvSpPr>
          <p:spPr bwMode="auto">
            <a:xfrm rot="1336630">
              <a:off x="1474" y="3067"/>
              <a:ext cx="555" cy="417"/>
            </a:xfrm>
            <a:prstGeom prst="ellipse">
              <a:avLst/>
            </a:prstGeom>
            <a:solidFill>
              <a:srgbClr val="DDDDDD"/>
            </a:solidFill>
            <a:ln>
              <a:noFill/>
            </a:ln>
            <a:effectLst>
              <a:outerShdw blurRad="63500" dist="40161" dir="4293903"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38" name="Oval 90">
              <a:extLst>
                <a:ext uri="{FF2B5EF4-FFF2-40B4-BE49-F238E27FC236}">
                  <a16:creationId xmlns:a16="http://schemas.microsoft.com/office/drawing/2014/main" id="{A6C701C4-67E9-3F4E-9007-AA3FC37A6B52}"/>
                </a:ext>
              </a:extLst>
            </p:cNvPr>
            <p:cNvSpPr>
              <a:spLocks noChangeArrowheads="1"/>
            </p:cNvSpPr>
            <p:nvPr/>
          </p:nvSpPr>
          <p:spPr bwMode="auto">
            <a:xfrm>
              <a:off x="1004" y="2810"/>
              <a:ext cx="756" cy="322"/>
            </a:xfrm>
            <a:prstGeom prst="ellipse">
              <a:avLst/>
            </a:prstGeom>
            <a:solidFill>
              <a:srgbClr val="DDDDDD"/>
            </a:solidFill>
            <a:ln>
              <a:noFill/>
            </a:ln>
            <a:effectLst>
              <a:outerShdw blurRad="63500" dist="68978" dir="4020649"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39" name="Oval 91">
              <a:extLst>
                <a:ext uri="{FF2B5EF4-FFF2-40B4-BE49-F238E27FC236}">
                  <a16:creationId xmlns:a16="http://schemas.microsoft.com/office/drawing/2014/main" id="{8BB7DA0F-E737-3342-B99F-252461D913EF}"/>
                </a:ext>
              </a:extLst>
            </p:cNvPr>
            <p:cNvSpPr>
              <a:spLocks noChangeArrowheads="1"/>
            </p:cNvSpPr>
            <p:nvPr/>
          </p:nvSpPr>
          <p:spPr bwMode="auto">
            <a:xfrm>
              <a:off x="577" y="2899"/>
              <a:ext cx="575" cy="319"/>
            </a:xfrm>
            <a:prstGeom prst="ellipse">
              <a:avLst/>
            </a:prstGeom>
            <a:solidFill>
              <a:srgbClr val="DDDDDD"/>
            </a:solidFill>
            <a:ln>
              <a:noFill/>
            </a:ln>
            <a:effectLst>
              <a:outerShdw blurRad="63500" dist="68978" dir="4020649"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40" name="Oval 92">
              <a:extLst>
                <a:ext uri="{FF2B5EF4-FFF2-40B4-BE49-F238E27FC236}">
                  <a16:creationId xmlns:a16="http://schemas.microsoft.com/office/drawing/2014/main" id="{48ED5F4C-A2F9-7B4F-ABFA-5DFDD6C71C07}"/>
                </a:ext>
              </a:extLst>
            </p:cNvPr>
            <p:cNvSpPr>
              <a:spLocks noChangeArrowheads="1"/>
            </p:cNvSpPr>
            <p:nvPr/>
          </p:nvSpPr>
          <p:spPr bwMode="auto">
            <a:xfrm>
              <a:off x="396" y="3100"/>
              <a:ext cx="383" cy="254"/>
            </a:xfrm>
            <a:prstGeom prst="ellipse">
              <a:avLst/>
            </a:prstGeom>
            <a:solidFill>
              <a:srgbClr val="DDDDDD"/>
            </a:solidFill>
            <a:ln>
              <a:noFill/>
            </a:ln>
            <a:effectLst>
              <a:outerShdw blurRad="63500" dist="63500" dir="3187806"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41" name="Oval 93">
              <a:extLst>
                <a:ext uri="{FF2B5EF4-FFF2-40B4-BE49-F238E27FC236}">
                  <a16:creationId xmlns:a16="http://schemas.microsoft.com/office/drawing/2014/main" id="{5F535DDB-CC3E-3A46-8052-F5C999565741}"/>
                </a:ext>
              </a:extLst>
            </p:cNvPr>
            <p:cNvSpPr>
              <a:spLocks noChangeArrowheads="1"/>
            </p:cNvSpPr>
            <p:nvPr/>
          </p:nvSpPr>
          <p:spPr bwMode="auto">
            <a:xfrm>
              <a:off x="1515" y="2908"/>
              <a:ext cx="554" cy="248"/>
            </a:xfrm>
            <a:prstGeom prst="ellipse">
              <a:avLst/>
            </a:prstGeom>
            <a:solidFill>
              <a:srgbClr val="DDDDDD"/>
            </a:solidFill>
            <a:ln>
              <a:noFill/>
            </a:ln>
            <a:effectLst>
              <a:outerShdw blurRad="63500" dist="68978" dir="4020649"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42" name="Oval 94">
              <a:extLst>
                <a:ext uri="{FF2B5EF4-FFF2-40B4-BE49-F238E27FC236}">
                  <a16:creationId xmlns:a16="http://schemas.microsoft.com/office/drawing/2014/main" id="{A1F4979F-40EA-D84D-89C1-437C0957090D}"/>
                </a:ext>
              </a:extLst>
            </p:cNvPr>
            <p:cNvSpPr>
              <a:spLocks noChangeArrowheads="1"/>
            </p:cNvSpPr>
            <p:nvPr/>
          </p:nvSpPr>
          <p:spPr bwMode="auto">
            <a:xfrm>
              <a:off x="1599" y="3075"/>
              <a:ext cx="555" cy="249"/>
            </a:xfrm>
            <a:prstGeom prst="ellipse">
              <a:avLst/>
            </a:prstGeom>
            <a:solidFill>
              <a:srgbClr val="DDDDDD"/>
            </a:solidFill>
            <a:ln>
              <a:noFill/>
            </a:ln>
            <a:effectLst>
              <a:outerShdw blurRad="63500" dist="38099" dir="2700000"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43" name="Oval 95">
              <a:extLst>
                <a:ext uri="{FF2B5EF4-FFF2-40B4-BE49-F238E27FC236}">
                  <a16:creationId xmlns:a16="http://schemas.microsoft.com/office/drawing/2014/main" id="{EEB82F8D-E643-3A48-B40D-8AFF740A2C4E}"/>
                </a:ext>
              </a:extLst>
            </p:cNvPr>
            <p:cNvSpPr>
              <a:spLocks noChangeArrowheads="1"/>
            </p:cNvSpPr>
            <p:nvPr/>
          </p:nvSpPr>
          <p:spPr bwMode="auto">
            <a:xfrm>
              <a:off x="715" y="3003"/>
              <a:ext cx="1141" cy="417"/>
            </a:xfrm>
            <a:prstGeom prst="ellipse">
              <a:avLst/>
            </a:prstGeom>
            <a:solidFill>
              <a:srgbClr val="DDDDDD"/>
            </a:solidFill>
            <a:ln>
              <a:noFill/>
            </a:ln>
            <a:effectLst>
              <a:outerShdw blurRad="63500" dist="68978" dir="4020649"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44" name="Oval 96">
              <a:extLst>
                <a:ext uri="{FF2B5EF4-FFF2-40B4-BE49-F238E27FC236}">
                  <a16:creationId xmlns:a16="http://schemas.microsoft.com/office/drawing/2014/main" id="{0DA7B266-0BF9-0B45-BE33-434BBD4F4868}"/>
                </a:ext>
              </a:extLst>
            </p:cNvPr>
            <p:cNvSpPr>
              <a:spLocks noChangeArrowheads="1"/>
            </p:cNvSpPr>
            <p:nvPr/>
          </p:nvSpPr>
          <p:spPr bwMode="auto">
            <a:xfrm>
              <a:off x="513" y="3218"/>
              <a:ext cx="586" cy="281"/>
            </a:xfrm>
            <a:prstGeom prst="ellipse">
              <a:avLst/>
            </a:prstGeom>
            <a:solidFill>
              <a:srgbClr val="DDDDDD"/>
            </a:solidFill>
            <a:ln>
              <a:noFill/>
            </a:ln>
            <a:effectLst>
              <a:outerShdw blurRad="63500" dist="113592" dir="20006097" algn="ctr" rotWithShape="0">
                <a:schemeClr val="tx1">
                  <a:alpha val="74997"/>
                </a:schemeClr>
              </a:outerShdw>
            </a:effectLst>
          </p:spPr>
          <p:txBody>
            <a:bodyPr/>
            <a:lstStyle/>
            <a:p>
              <a:pPr algn="ctr" eaLnBrk="1" hangingPunct="1">
                <a:defRPr/>
              </a:pPr>
              <a:endParaRPr lang="zh-CN" altLang="en-US">
                <a:latin typeface="Tahoma" charset="0"/>
                <a:ea typeface="宋体" charset="-122"/>
                <a:cs typeface="+mn-cs"/>
              </a:endParaRPr>
            </a:p>
          </p:txBody>
        </p:sp>
        <p:sp>
          <p:nvSpPr>
            <p:cNvPr id="27745" name="Freeform 97">
              <a:extLst>
                <a:ext uri="{FF2B5EF4-FFF2-40B4-BE49-F238E27FC236}">
                  <a16:creationId xmlns:a16="http://schemas.microsoft.com/office/drawing/2014/main" id="{8A6050A3-DB18-474A-84FD-1D2B34FF6509}"/>
                </a:ext>
              </a:extLst>
            </p:cNvPr>
            <p:cNvSpPr>
              <a:spLocks/>
            </p:cNvSpPr>
            <p:nvPr/>
          </p:nvSpPr>
          <p:spPr bwMode="auto">
            <a:xfrm>
              <a:off x="568" y="2925"/>
              <a:ext cx="1450" cy="598"/>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ffectLst/>
          </p:spPr>
          <p:txBody>
            <a:bodyPr/>
            <a:lstStyle/>
            <a:p>
              <a:pPr algn="ctr" eaLnBrk="1" hangingPunct="1">
                <a:defRPr/>
              </a:pPr>
              <a:endParaRPr lang="zh-CN" altLang="en-US">
                <a:latin typeface="Tahoma" charset="0"/>
                <a:ea typeface="宋体" charset="-122"/>
                <a:cs typeface="+mn-cs"/>
              </a:endParaRPr>
            </a:p>
          </p:txBody>
        </p:sp>
      </p:grpSp>
      <p:sp>
        <p:nvSpPr>
          <p:cNvPr id="27690" name="Rectangle 42">
            <a:extLst>
              <a:ext uri="{FF2B5EF4-FFF2-40B4-BE49-F238E27FC236}">
                <a16:creationId xmlns:a16="http://schemas.microsoft.com/office/drawing/2014/main" id="{64067AEC-CF4C-F04B-A85D-312AE9AEA3A3}"/>
              </a:ext>
            </a:extLst>
          </p:cNvPr>
          <p:cNvSpPr>
            <a:spLocks noChangeArrowheads="1"/>
          </p:cNvSpPr>
          <p:nvPr/>
        </p:nvSpPr>
        <p:spPr bwMode="auto">
          <a:xfrm>
            <a:off x="1852614" y="2832324"/>
            <a:ext cx="652463" cy="275076"/>
          </a:xfrm>
          <a:prstGeom prst="rect">
            <a:avLst/>
          </a:prstGeom>
          <a:noFill/>
          <a:ln>
            <a:noFill/>
          </a:ln>
          <a:effectLst/>
        </p:spPr>
        <p:txBody>
          <a:bodyPr lIns="67866" tIns="33338" rIns="67866" bIns="33338">
            <a:spAutoFit/>
          </a:bodyPr>
          <a:lstStyle>
            <a:lvl1pPr algn="l" defTabSz="762000">
              <a:defRPr>
                <a:solidFill>
                  <a:schemeClr val="tx1"/>
                </a:solidFill>
                <a:latin typeface="Arial" charset="0"/>
                <a:ea typeface="宋体" charset="-122"/>
              </a:defRPr>
            </a:lvl1pPr>
            <a:lvl2pPr marL="571500" algn="l" defTabSz="762000">
              <a:defRPr>
                <a:solidFill>
                  <a:schemeClr val="tx1"/>
                </a:solidFill>
                <a:latin typeface="Arial" charset="0"/>
                <a:ea typeface="宋体" charset="-122"/>
              </a:defRPr>
            </a:lvl2pPr>
            <a:lvl3pPr marL="1143000" algn="l" defTabSz="762000">
              <a:defRPr>
                <a:solidFill>
                  <a:schemeClr val="tx1"/>
                </a:solidFill>
                <a:latin typeface="Arial" charset="0"/>
                <a:ea typeface="宋体" charset="-122"/>
              </a:defRPr>
            </a:lvl3pPr>
            <a:lvl4pPr marL="1714500" algn="l" defTabSz="762000">
              <a:defRPr>
                <a:solidFill>
                  <a:schemeClr val="tx1"/>
                </a:solidFill>
                <a:latin typeface="Arial" charset="0"/>
                <a:ea typeface="宋体" charset="-122"/>
              </a:defRPr>
            </a:lvl4pPr>
            <a:lvl5pPr marL="2286000" algn="l"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333399"/>
                </a:solidFill>
                <a:ea typeface="黑体" charset="-122"/>
              </a:rPr>
              <a:t>PC </a:t>
            </a:r>
          </a:p>
        </p:txBody>
      </p:sp>
      <p:sp>
        <p:nvSpPr>
          <p:cNvPr id="26642" name="Rectangle 43">
            <a:extLst>
              <a:ext uri="{FF2B5EF4-FFF2-40B4-BE49-F238E27FC236}">
                <a16:creationId xmlns:a16="http://schemas.microsoft.com/office/drawing/2014/main" id="{44F534C0-3111-F444-B3C7-D316D5F9EC4B}"/>
              </a:ext>
            </a:extLst>
          </p:cNvPr>
          <p:cNvSpPr>
            <a:spLocks noChangeArrowheads="1"/>
          </p:cNvSpPr>
          <p:nvPr/>
        </p:nvSpPr>
        <p:spPr bwMode="auto">
          <a:xfrm>
            <a:off x="4094561" y="2483472"/>
            <a:ext cx="1002679"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公用电话网</a:t>
            </a:r>
          </a:p>
        </p:txBody>
      </p:sp>
      <p:pic>
        <p:nvPicPr>
          <p:cNvPr id="26643" name="Picture 44">
            <a:extLst>
              <a:ext uri="{FF2B5EF4-FFF2-40B4-BE49-F238E27FC236}">
                <a16:creationId xmlns:a16="http://schemas.microsoft.com/office/drawing/2014/main" id="{876DD43E-CE2A-9B4F-B3FB-AFFC5C0E49B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1295" y="2435847"/>
            <a:ext cx="639366" cy="396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44" name="Picture 45">
            <a:extLst>
              <a:ext uri="{FF2B5EF4-FFF2-40B4-BE49-F238E27FC236}">
                <a16:creationId xmlns:a16="http://schemas.microsoft.com/office/drawing/2014/main" id="{42E8DE72-3AE4-9640-BEFD-867512F0FF36}"/>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7611" y="2326309"/>
            <a:ext cx="531019" cy="502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45" name="Rectangle 46">
            <a:extLst>
              <a:ext uri="{FF2B5EF4-FFF2-40B4-BE49-F238E27FC236}">
                <a16:creationId xmlns:a16="http://schemas.microsoft.com/office/drawing/2014/main" id="{4AC108F5-E98A-5B42-B437-B64559B5BC22}"/>
              </a:ext>
            </a:extLst>
          </p:cNvPr>
          <p:cNvSpPr>
            <a:spLocks noChangeArrowheads="1"/>
          </p:cNvSpPr>
          <p:nvPr/>
        </p:nvSpPr>
        <p:spPr bwMode="auto">
          <a:xfrm>
            <a:off x="5499499" y="2798987"/>
            <a:ext cx="1010840"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调制解调器</a:t>
            </a:r>
          </a:p>
        </p:txBody>
      </p:sp>
      <p:grpSp>
        <p:nvGrpSpPr>
          <p:cNvPr id="26646" name="Group 47">
            <a:extLst>
              <a:ext uri="{FF2B5EF4-FFF2-40B4-BE49-F238E27FC236}">
                <a16:creationId xmlns:a16="http://schemas.microsoft.com/office/drawing/2014/main" id="{24BD50B0-A574-8B49-9DF6-AE543FEEDE1C}"/>
              </a:ext>
            </a:extLst>
          </p:cNvPr>
          <p:cNvGrpSpPr>
            <a:grpSpLocks/>
          </p:cNvGrpSpPr>
          <p:nvPr/>
        </p:nvGrpSpPr>
        <p:grpSpPr bwMode="auto">
          <a:xfrm>
            <a:off x="3317083" y="2289399"/>
            <a:ext cx="489347" cy="254794"/>
            <a:chOff x="2315" y="3965"/>
            <a:chExt cx="496" cy="254"/>
          </a:xfrm>
        </p:grpSpPr>
        <p:sp>
          <p:nvSpPr>
            <p:cNvPr id="26682" name="Freeform 48">
              <a:extLst>
                <a:ext uri="{FF2B5EF4-FFF2-40B4-BE49-F238E27FC236}">
                  <a16:creationId xmlns:a16="http://schemas.microsoft.com/office/drawing/2014/main" id="{FE96A91E-CDBE-B442-9E62-0B7C86DC2644}"/>
                </a:ext>
              </a:extLst>
            </p:cNvPr>
            <p:cNvSpPr>
              <a:spLocks/>
            </p:cNvSpPr>
            <p:nvPr/>
          </p:nvSpPr>
          <p:spPr bwMode="auto">
            <a:xfrm>
              <a:off x="2315" y="4051"/>
              <a:ext cx="92" cy="89"/>
            </a:xfrm>
            <a:custGeom>
              <a:avLst/>
              <a:gdLst>
                <a:gd name="T0" fmla="*/ 0 w 552"/>
                <a:gd name="T1" fmla="*/ 0 h 535"/>
                <a:gd name="T2" fmla="*/ 0 w 552"/>
                <a:gd name="T3" fmla="*/ 0 h 535"/>
                <a:gd name="T4" fmla="*/ 0 w 552"/>
                <a:gd name="T5" fmla="*/ 0 h 535"/>
                <a:gd name="T6" fmla="*/ 0 w 552"/>
                <a:gd name="T7" fmla="*/ 0 h 535"/>
                <a:gd name="T8" fmla="*/ 0 w 552"/>
                <a:gd name="T9" fmla="*/ 0 h 535"/>
                <a:gd name="T10" fmla="*/ 0 w 552"/>
                <a:gd name="T11" fmla="*/ 0 h 535"/>
                <a:gd name="T12" fmla="*/ 0 w 552"/>
                <a:gd name="T13" fmla="*/ 0 h 535"/>
                <a:gd name="T14" fmla="*/ 0 w 552"/>
                <a:gd name="T15" fmla="*/ 0 h 535"/>
                <a:gd name="T16" fmla="*/ 0 w 552"/>
                <a:gd name="T17" fmla="*/ 0 h 535"/>
                <a:gd name="T18" fmla="*/ 0 w 552"/>
                <a:gd name="T19" fmla="*/ 0 h 535"/>
                <a:gd name="T20" fmla="*/ 0 w 552"/>
                <a:gd name="T21" fmla="*/ 0 h 535"/>
                <a:gd name="T22" fmla="*/ 0 w 552"/>
                <a:gd name="T23" fmla="*/ 0 h 535"/>
                <a:gd name="T24" fmla="*/ 0 w 552"/>
                <a:gd name="T25" fmla="*/ 0 h 535"/>
                <a:gd name="T26" fmla="*/ 0 w 552"/>
                <a:gd name="T27" fmla="*/ 0 h 535"/>
                <a:gd name="T28" fmla="*/ 0 w 552"/>
                <a:gd name="T29" fmla="*/ 0 h 535"/>
                <a:gd name="T30" fmla="*/ 0 w 552"/>
                <a:gd name="T31" fmla="*/ 0 h 535"/>
                <a:gd name="T32" fmla="*/ 0 w 552"/>
                <a:gd name="T33" fmla="*/ 0 h 535"/>
                <a:gd name="T34" fmla="*/ 0 w 552"/>
                <a:gd name="T35" fmla="*/ 0 h 535"/>
                <a:gd name="T36" fmla="*/ 0 w 552"/>
                <a:gd name="T37" fmla="*/ 0 h 535"/>
                <a:gd name="T38" fmla="*/ 0 w 552"/>
                <a:gd name="T39" fmla="*/ 0 h 535"/>
                <a:gd name="T40" fmla="*/ 0 w 552"/>
                <a:gd name="T41" fmla="*/ 0 h 535"/>
                <a:gd name="T42" fmla="*/ 0 w 552"/>
                <a:gd name="T43" fmla="*/ 0 h 535"/>
                <a:gd name="T44" fmla="*/ 0 w 552"/>
                <a:gd name="T45" fmla="*/ 0 h 535"/>
                <a:gd name="T46" fmla="*/ 0 w 552"/>
                <a:gd name="T47" fmla="*/ 0 h 535"/>
                <a:gd name="T48" fmla="*/ 0 w 552"/>
                <a:gd name="T49" fmla="*/ 0 h 535"/>
                <a:gd name="T50" fmla="*/ 0 w 552"/>
                <a:gd name="T51" fmla="*/ 0 h 535"/>
                <a:gd name="T52" fmla="*/ 0 w 552"/>
                <a:gd name="T53" fmla="*/ 0 h 535"/>
                <a:gd name="T54" fmla="*/ 0 w 552"/>
                <a:gd name="T55" fmla="*/ 0 h 535"/>
                <a:gd name="T56" fmla="*/ 0 w 552"/>
                <a:gd name="T57" fmla="*/ 0 h 535"/>
                <a:gd name="T58" fmla="*/ 0 w 552"/>
                <a:gd name="T59" fmla="*/ 0 h 535"/>
                <a:gd name="T60" fmla="*/ 0 w 552"/>
                <a:gd name="T61" fmla="*/ 0 h 535"/>
                <a:gd name="T62" fmla="*/ 0 w 552"/>
                <a:gd name="T63" fmla="*/ 0 h 535"/>
                <a:gd name="T64" fmla="*/ 0 w 552"/>
                <a:gd name="T65" fmla="*/ 0 h 535"/>
                <a:gd name="T66" fmla="*/ 0 w 552"/>
                <a:gd name="T67" fmla="*/ 0 h 535"/>
                <a:gd name="T68" fmla="*/ 0 w 552"/>
                <a:gd name="T69" fmla="*/ 0 h 535"/>
                <a:gd name="T70" fmla="*/ 0 w 552"/>
                <a:gd name="T71" fmla="*/ 0 h 535"/>
                <a:gd name="T72" fmla="*/ 0 w 552"/>
                <a:gd name="T73" fmla="*/ 0 h 535"/>
                <a:gd name="T74" fmla="*/ 0 w 552"/>
                <a:gd name="T75" fmla="*/ 0 h 53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683" name="Freeform 49">
              <a:extLst>
                <a:ext uri="{FF2B5EF4-FFF2-40B4-BE49-F238E27FC236}">
                  <a16:creationId xmlns:a16="http://schemas.microsoft.com/office/drawing/2014/main" id="{457424B0-EB61-514D-A6C4-89C19AF6B585}"/>
                </a:ext>
              </a:extLst>
            </p:cNvPr>
            <p:cNvSpPr>
              <a:spLocks/>
            </p:cNvSpPr>
            <p:nvPr/>
          </p:nvSpPr>
          <p:spPr bwMode="auto">
            <a:xfrm>
              <a:off x="2407" y="3965"/>
              <a:ext cx="157" cy="254"/>
            </a:xfrm>
            <a:custGeom>
              <a:avLst/>
              <a:gdLst>
                <a:gd name="T0" fmla="*/ 0 w 943"/>
                <a:gd name="T1" fmla="*/ 0 h 1524"/>
                <a:gd name="T2" fmla="*/ 0 w 943"/>
                <a:gd name="T3" fmla="*/ 0 h 1524"/>
                <a:gd name="T4" fmla="*/ 0 w 943"/>
                <a:gd name="T5" fmla="*/ 0 h 1524"/>
                <a:gd name="T6" fmla="*/ 0 w 943"/>
                <a:gd name="T7" fmla="*/ 0 h 1524"/>
                <a:gd name="T8" fmla="*/ 0 w 943"/>
                <a:gd name="T9" fmla="*/ 0 h 1524"/>
                <a:gd name="T10" fmla="*/ 0 w 943"/>
                <a:gd name="T11" fmla="*/ 0 h 1524"/>
                <a:gd name="T12" fmla="*/ 0 w 943"/>
                <a:gd name="T13" fmla="*/ 0 h 1524"/>
                <a:gd name="T14" fmla="*/ 0 w 943"/>
                <a:gd name="T15" fmla="*/ 0 h 1524"/>
                <a:gd name="T16" fmla="*/ 0 w 943"/>
                <a:gd name="T17" fmla="*/ 0 h 1524"/>
                <a:gd name="T18" fmla="*/ 0 w 943"/>
                <a:gd name="T19" fmla="*/ 0 h 1524"/>
                <a:gd name="T20" fmla="*/ 0 w 943"/>
                <a:gd name="T21" fmla="*/ 0 h 1524"/>
                <a:gd name="T22" fmla="*/ 0 w 943"/>
                <a:gd name="T23" fmla="*/ 0 h 1524"/>
                <a:gd name="T24" fmla="*/ 0 w 943"/>
                <a:gd name="T25" fmla="*/ 0 h 1524"/>
                <a:gd name="T26" fmla="*/ 0 w 943"/>
                <a:gd name="T27" fmla="*/ 0 h 1524"/>
                <a:gd name="T28" fmla="*/ 0 w 943"/>
                <a:gd name="T29" fmla="*/ 0 h 1524"/>
                <a:gd name="T30" fmla="*/ 0 w 943"/>
                <a:gd name="T31" fmla="*/ 0 h 1524"/>
                <a:gd name="T32" fmla="*/ 0 w 943"/>
                <a:gd name="T33" fmla="*/ 0 h 1524"/>
                <a:gd name="T34" fmla="*/ 0 w 943"/>
                <a:gd name="T35" fmla="*/ 0 h 1524"/>
                <a:gd name="T36" fmla="*/ 0 w 943"/>
                <a:gd name="T37" fmla="*/ 0 h 1524"/>
                <a:gd name="T38" fmla="*/ 0 w 943"/>
                <a:gd name="T39" fmla="*/ 0 h 1524"/>
                <a:gd name="T40" fmla="*/ 0 w 943"/>
                <a:gd name="T41" fmla="*/ 0 h 1524"/>
                <a:gd name="T42" fmla="*/ 0 w 943"/>
                <a:gd name="T43" fmla="*/ 0 h 1524"/>
                <a:gd name="T44" fmla="*/ 0 w 943"/>
                <a:gd name="T45" fmla="*/ 0 h 1524"/>
                <a:gd name="T46" fmla="*/ 0 w 943"/>
                <a:gd name="T47" fmla="*/ 0 h 1524"/>
                <a:gd name="T48" fmla="*/ 0 w 943"/>
                <a:gd name="T49" fmla="*/ 0 h 1524"/>
                <a:gd name="T50" fmla="*/ 0 w 943"/>
                <a:gd name="T51" fmla="*/ 0 h 1524"/>
                <a:gd name="T52" fmla="*/ 0 w 943"/>
                <a:gd name="T53" fmla="*/ 0 h 1524"/>
                <a:gd name="T54" fmla="*/ 0 w 943"/>
                <a:gd name="T55" fmla="*/ 0 h 1524"/>
                <a:gd name="T56" fmla="*/ 0 w 943"/>
                <a:gd name="T57" fmla="*/ 0 h 1524"/>
                <a:gd name="T58" fmla="*/ 0 w 943"/>
                <a:gd name="T59" fmla="*/ 0 h 1524"/>
                <a:gd name="T60" fmla="*/ 0 w 943"/>
                <a:gd name="T61" fmla="*/ 0 h 1524"/>
                <a:gd name="T62" fmla="*/ 0 w 943"/>
                <a:gd name="T63" fmla="*/ 0 h 1524"/>
                <a:gd name="T64" fmla="*/ 0 w 943"/>
                <a:gd name="T65" fmla="*/ 0 h 1524"/>
                <a:gd name="T66" fmla="*/ 0 w 943"/>
                <a:gd name="T67" fmla="*/ 0 h 1524"/>
                <a:gd name="T68" fmla="*/ 0 w 943"/>
                <a:gd name="T69" fmla="*/ 0 h 1524"/>
                <a:gd name="T70" fmla="*/ 0 w 943"/>
                <a:gd name="T71" fmla="*/ 0 h 1524"/>
                <a:gd name="T72" fmla="*/ 0 w 943"/>
                <a:gd name="T73" fmla="*/ 0 h 1524"/>
                <a:gd name="T74" fmla="*/ 0 w 943"/>
                <a:gd name="T75" fmla="*/ 0 h 1524"/>
                <a:gd name="T76" fmla="*/ 0 w 943"/>
                <a:gd name="T77" fmla="*/ 0 h 1524"/>
                <a:gd name="T78" fmla="*/ 0 w 943"/>
                <a:gd name="T79" fmla="*/ 0 h 1524"/>
                <a:gd name="T80" fmla="*/ 0 w 943"/>
                <a:gd name="T81" fmla="*/ 0 h 1524"/>
                <a:gd name="T82" fmla="*/ 0 w 943"/>
                <a:gd name="T83" fmla="*/ 0 h 1524"/>
                <a:gd name="T84" fmla="*/ 0 w 943"/>
                <a:gd name="T85" fmla="*/ 0 h 152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684" name="Freeform 50">
              <a:extLst>
                <a:ext uri="{FF2B5EF4-FFF2-40B4-BE49-F238E27FC236}">
                  <a16:creationId xmlns:a16="http://schemas.microsoft.com/office/drawing/2014/main" id="{8F4E0302-5E60-404C-A2BB-AAF27B89362D}"/>
                </a:ext>
              </a:extLst>
            </p:cNvPr>
            <p:cNvSpPr>
              <a:spLocks/>
            </p:cNvSpPr>
            <p:nvPr/>
          </p:nvSpPr>
          <p:spPr bwMode="auto">
            <a:xfrm>
              <a:off x="2719" y="4051"/>
              <a:ext cx="92" cy="89"/>
            </a:xfrm>
            <a:custGeom>
              <a:avLst/>
              <a:gdLst>
                <a:gd name="T0" fmla="*/ 0 w 551"/>
                <a:gd name="T1" fmla="*/ 0 h 535"/>
                <a:gd name="T2" fmla="*/ 0 w 551"/>
                <a:gd name="T3" fmla="*/ 0 h 535"/>
                <a:gd name="T4" fmla="*/ 0 w 551"/>
                <a:gd name="T5" fmla="*/ 0 h 535"/>
                <a:gd name="T6" fmla="*/ 0 w 551"/>
                <a:gd name="T7" fmla="*/ 0 h 535"/>
                <a:gd name="T8" fmla="*/ 0 w 551"/>
                <a:gd name="T9" fmla="*/ 0 h 535"/>
                <a:gd name="T10" fmla="*/ 0 w 551"/>
                <a:gd name="T11" fmla="*/ 0 h 535"/>
                <a:gd name="T12" fmla="*/ 0 w 551"/>
                <a:gd name="T13" fmla="*/ 0 h 535"/>
                <a:gd name="T14" fmla="*/ 0 w 551"/>
                <a:gd name="T15" fmla="*/ 0 h 535"/>
                <a:gd name="T16" fmla="*/ 0 w 551"/>
                <a:gd name="T17" fmla="*/ 0 h 535"/>
                <a:gd name="T18" fmla="*/ 0 w 551"/>
                <a:gd name="T19" fmla="*/ 0 h 535"/>
                <a:gd name="T20" fmla="*/ 0 w 551"/>
                <a:gd name="T21" fmla="*/ 0 h 535"/>
                <a:gd name="T22" fmla="*/ 0 w 551"/>
                <a:gd name="T23" fmla="*/ 0 h 535"/>
                <a:gd name="T24" fmla="*/ 0 w 551"/>
                <a:gd name="T25" fmla="*/ 0 h 535"/>
                <a:gd name="T26" fmla="*/ 0 w 551"/>
                <a:gd name="T27" fmla="*/ 0 h 535"/>
                <a:gd name="T28" fmla="*/ 0 w 551"/>
                <a:gd name="T29" fmla="*/ 0 h 535"/>
                <a:gd name="T30" fmla="*/ 0 w 551"/>
                <a:gd name="T31" fmla="*/ 0 h 535"/>
                <a:gd name="T32" fmla="*/ 0 w 551"/>
                <a:gd name="T33" fmla="*/ 0 h 535"/>
                <a:gd name="T34" fmla="*/ 0 w 551"/>
                <a:gd name="T35" fmla="*/ 0 h 535"/>
                <a:gd name="T36" fmla="*/ 0 w 551"/>
                <a:gd name="T37" fmla="*/ 0 h 535"/>
                <a:gd name="T38" fmla="*/ 0 w 551"/>
                <a:gd name="T39" fmla="*/ 0 h 535"/>
                <a:gd name="T40" fmla="*/ 0 w 551"/>
                <a:gd name="T41" fmla="*/ 0 h 535"/>
                <a:gd name="T42" fmla="*/ 0 w 551"/>
                <a:gd name="T43" fmla="*/ 0 h 535"/>
                <a:gd name="T44" fmla="*/ 0 w 551"/>
                <a:gd name="T45" fmla="*/ 0 h 535"/>
                <a:gd name="T46" fmla="*/ 0 w 551"/>
                <a:gd name="T47" fmla="*/ 0 h 535"/>
                <a:gd name="T48" fmla="*/ 0 w 551"/>
                <a:gd name="T49" fmla="*/ 0 h 535"/>
                <a:gd name="T50" fmla="*/ 0 w 551"/>
                <a:gd name="T51" fmla="*/ 0 h 535"/>
                <a:gd name="T52" fmla="*/ 0 w 551"/>
                <a:gd name="T53" fmla="*/ 0 h 535"/>
                <a:gd name="T54" fmla="*/ 0 w 551"/>
                <a:gd name="T55" fmla="*/ 0 h 535"/>
                <a:gd name="T56" fmla="*/ 0 w 551"/>
                <a:gd name="T57" fmla="*/ 0 h 535"/>
                <a:gd name="T58" fmla="*/ 0 w 551"/>
                <a:gd name="T59" fmla="*/ 0 h 535"/>
                <a:gd name="T60" fmla="*/ 0 w 551"/>
                <a:gd name="T61" fmla="*/ 0 h 535"/>
                <a:gd name="T62" fmla="*/ 0 w 551"/>
                <a:gd name="T63" fmla="*/ 0 h 535"/>
                <a:gd name="T64" fmla="*/ 0 w 551"/>
                <a:gd name="T65" fmla="*/ 0 h 535"/>
                <a:gd name="T66" fmla="*/ 0 w 551"/>
                <a:gd name="T67" fmla="*/ 0 h 535"/>
                <a:gd name="T68" fmla="*/ 0 w 551"/>
                <a:gd name="T69" fmla="*/ 0 h 535"/>
                <a:gd name="T70" fmla="*/ 0 w 551"/>
                <a:gd name="T71" fmla="*/ 0 h 535"/>
                <a:gd name="T72" fmla="*/ 0 w 551"/>
                <a:gd name="T73" fmla="*/ 0 h 535"/>
                <a:gd name="T74" fmla="*/ 0 w 551"/>
                <a:gd name="T75" fmla="*/ 0 h 53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685" name="Freeform 51">
              <a:extLst>
                <a:ext uri="{FF2B5EF4-FFF2-40B4-BE49-F238E27FC236}">
                  <a16:creationId xmlns:a16="http://schemas.microsoft.com/office/drawing/2014/main" id="{C386FF0B-F36C-374A-98E2-8F76727092E7}"/>
                </a:ext>
              </a:extLst>
            </p:cNvPr>
            <p:cNvSpPr>
              <a:spLocks/>
            </p:cNvSpPr>
            <p:nvPr/>
          </p:nvSpPr>
          <p:spPr bwMode="auto">
            <a:xfrm>
              <a:off x="2562" y="3965"/>
              <a:ext cx="157" cy="254"/>
            </a:xfrm>
            <a:custGeom>
              <a:avLst/>
              <a:gdLst>
                <a:gd name="T0" fmla="*/ 0 w 943"/>
                <a:gd name="T1" fmla="*/ 0 h 1524"/>
                <a:gd name="T2" fmla="*/ 0 w 943"/>
                <a:gd name="T3" fmla="*/ 0 h 1524"/>
                <a:gd name="T4" fmla="*/ 0 w 943"/>
                <a:gd name="T5" fmla="*/ 0 h 1524"/>
                <a:gd name="T6" fmla="*/ 0 w 943"/>
                <a:gd name="T7" fmla="*/ 0 h 1524"/>
                <a:gd name="T8" fmla="*/ 0 w 943"/>
                <a:gd name="T9" fmla="*/ 0 h 1524"/>
                <a:gd name="T10" fmla="*/ 0 w 943"/>
                <a:gd name="T11" fmla="*/ 0 h 1524"/>
                <a:gd name="T12" fmla="*/ 0 w 943"/>
                <a:gd name="T13" fmla="*/ 0 h 1524"/>
                <a:gd name="T14" fmla="*/ 0 w 943"/>
                <a:gd name="T15" fmla="*/ 0 h 1524"/>
                <a:gd name="T16" fmla="*/ 0 w 943"/>
                <a:gd name="T17" fmla="*/ 0 h 1524"/>
                <a:gd name="T18" fmla="*/ 0 w 943"/>
                <a:gd name="T19" fmla="*/ 0 h 1524"/>
                <a:gd name="T20" fmla="*/ 0 w 943"/>
                <a:gd name="T21" fmla="*/ 0 h 1524"/>
                <a:gd name="T22" fmla="*/ 0 w 943"/>
                <a:gd name="T23" fmla="*/ 0 h 1524"/>
                <a:gd name="T24" fmla="*/ 0 w 943"/>
                <a:gd name="T25" fmla="*/ 0 h 1524"/>
                <a:gd name="T26" fmla="*/ 0 w 943"/>
                <a:gd name="T27" fmla="*/ 0 h 1524"/>
                <a:gd name="T28" fmla="*/ 0 w 943"/>
                <a:gd name="T29" fmla="*/ 0 h 1524"/>
                <a:gd name="T30" fmla="*/ 0 w 943"/>
                <a:gd name="T31" fmla="*/ 0 h 1524"/>
                <a:gd name="T32" fmla="*/ 0 w 943"/>
                <a:gd name="T33" fmla="*/ 0 h 1524"/>
                <a:gd name="T34" fmla="*/ 0 w 943"/>
                <a:gd name="T35" fmla="*/ 0 h 1524"/>
                <a:gd name="T36" fmla="*/ 0 w 943"/>
                <a:gd name="T37" fmla="*/ 0 h 1524"/>
                <a:gd name="T38" fmla="*/ 0 w 943"/>
                <a:gd name="T39" fmla="*/ 0 h 1524"/>
                <a:gd name="T40" fmla="*/ 0 w 943"/>
                <a:gd name="T41" fmla="*/ 0 h 1524"/>
                <a:gd name="T42" fmla="*/ 0 w 943"/>
                <a:gd name="T43" fmla="*/ 0 h 1524"/>
                <a:gd name="T44" fmla="*/ 0 w 943"/>
                <a:gd name="T45" fmla="*/ 0 h 1524"/>
                <a:gd name="T46" fmla="*/ 0 w 943"/>
                <a:gd name="T47" fmla="*/ 0 h 1524"/>
                <a:gd name="T48" fmla="*/ 0 w 943"/>
                <a:gd name="T49" fmla="*/ 0 h 1524"/>
                <a:gd name="T50" fmla="*/ 0 w 943"/>
                <a:gd name="T51" fmla="*/ 0 h 1524"/>
                <a:gd name="T52" fmla="*/ 0 w 943"/>
                <a:gd name="T53" fmla="*/ 0 h 1524"/>
                <a:gd name="T54" fmla="*/ 0 w 943"/>
                <a:gd name="T55" fmla="*/ 0 h 1524"/>
                <a:gd name="T56" fmla="*/ 0 w 943"/>
                <a:gd name="T57" fmla="*/ 0 h 1524"/>
                <a:gd name="T58" fmla="*/ 0 w 943"/>
                <a:gd name="T59" fmla="*/ 0 h 1524"/>
                <a:gd name="T60" fmla="*/ 0 w 943"/>
                <a:gd name="T61" fmla="*/ 0 h 1524"/>
                <a:gd name="T62" fmla="*/ 0 w 943"/>
                <a:gd name="T63" fmla="*/ 0 h 1524"/>
                <a:gd name="T64" fmla="*/ 0 w 943"/>
                <a:gd name="T65" fmla="*/ 0 h 1524"/>
                <a:gd name="T66" fmla="*/ 0 w 943"/>
                <a:gd name="T67" fmla="*/ 0 h 1524"/>
                <a:gd name="T68" fmla="*/ 0 w 943"/>
                <a:gd name="T69" fmla="*/ 0 h 1524"/>
                <a:gd name="T70" fmla="*/ 0 w 943"/>
                <a:gd name="T71" fmla="*/ 0 h 1524"/>
                <a:gd name="T72" fmla="*/ 0 w 943"/>
                <a:gd name="T73" fmla="*/ 0 h 1524"/>
                <a:gd name="T74" fmla="*/ 0 w 943"/>
                <a:gd name="T75" fmla="*/ 0 h 1524"/>
                <a:gd name="T76" fmla="*/ 0 w 943"/>
                <a:gd name="T77" fmla="*/ 0 h 1524"/>
                <a:gd name="T78" fmla="*/ 0 w 943"/>
                <a:gd name="T79" fmla="*/ 0 h 1524"/>
                <a:gd name="T80" fmla="*/ 0 w 943"/>
                <a:gd name="T81" fmla="*/ 0 h 1524"/>
                <a:gd name="T82" fmla="*/ 0 w 943"/>
                <a:gd name="T83" fmla="*/ 0 h 1524"/>
                <a:gd name="T84" fmla="*/ 0 w 943"/>
                <a:gd name="T85" fmla="*/ 0 h 152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27700" name="Freeform 52">
            <a:extLst>
              <a:ext uri="{FF2B5EF4-FFF2-40B4-BE49-F238E27FC236}">
                <a16:creationId xmlns:a16="http://schemas.microsoft.com/office/drawing/2014/main" id="{E9868466-98CC-1647-AB31-B521958F9D84}"/>
              </a:ext>
            </a:extLst>
          </p:cNvPr>
          <p:cNvSpPr>
            <a:spLocks/>
          </p:cNvSpPr>
          <p:nvPr/>
        </p:nvSpPr>
        <p:spPr bwMode="auto">
          <a:xfrm>
            <a:off x="2334817" y="2365599"/>
            <a:ext cx="556022" cy="123825"/>
          </a:xfrm>
          <a:custGeom>
            <a:avLst/>
            <a:gdLst>
              <a:gd name="T0" fmla="*/ 0 w 672"/>
              <a:gd name="T1" fmla="*/ 165100 h 288"/>
              <a:gd name="T2" fmla="*/ 105909 w 672"/>
              <a:gd name="T3" fmla="*/ 165100 h 288"/>
              <a:gd name="T4" fmla="*/ 105909 w 672"/>
              <a:gd name="T5" fmla="*/ 0 h 288"/>
              <a:gd name="T6" fmla="*/ 211818 w 672"/>
              <a:gd name="T7" fmla="*/ 0 h 288"/>
              <a:gd name="T8" fmla="*/ 211818 w 672"/>
              <a:gd name="T9" fmla="*/ 165100 h 288"/>
              <a:gd name="T10" fmla="*/ 317727 w 672"/>
              <a:gd name="T11" fmla="*/ 165100 h 288"/>
              <a:gd name="T12" fmla="*/ 317727 w 672"/>
              <a:gd name="T13" fmla="*/ 0 h 288"/>
              <a:gd name="T14" fmla="*/ 423635 w 672"/>
              <a:gd name="T15" fmla="*/ 0 h 288"/>
              <a:gd name="T16" fmla="*/ 423635 w 672"/>
              <a:gd name="T17" fmla="*/ 165100 h 288"/>
              <a:gd name="T18" fmla="*/ 529544 w 672"/>
              <a:gd name="T19" fmla="*/ 165100 h 288"/>
              <a:gd name="T20" fmla="*/ 529544 w 672"/>
              <a:gd name="T21" fmla="*/ 0 h 288"/>
              <a:gd name="T22" fmla="*/ 635453 w 672"/>
              <a:gd name="T23" fmla="*/ 0 h 288"/>
              <a:gd name="T24" fmla="*/ 635453 w 672"/>
              <a:gd name="T25" fmla="*/ 165100 h 288"/>
              <a:gd name="T26" fmla="*/ 741362 w 672"/>
              <a:gd name="T27" fmla="*/ 165100 h 2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72" h="288">
                <a:moveTo>
                  <a:pt x="0" y="288"/>
                </a:moveTo>
                <a:lnTo>
                  <a:pt x="96" y="288"/>
                </a:lnTo>
                <a:lnTo>
                  <a:pt x="96" y="0"/>
                </a:lnTo>
                <a:lnTo>
                  <a:pt x="192" y="0"/>
                </a:lnTo>
                <a:lnTo>
                  <a:pt x="192" y="288"/>
                </a:lnTo>
                <a:lnTo>
                  <a:pt x="288" y="288"/>
                </a:lnTo>
                <a:lnTo>
                  <a:pt x="288" y="0"/>
                </a:lnTo>
                <a:lnTo>
                  <a:pt x="384" y="0"/>
                </a:lnTo>
                <a:lnTo>
                  <a:pt x="384" y="288"/>
                </a:lnTo>
                <a:lnTo>
                  <a:pt x="480" y="288"/>
                </a:lnTo>
                <a:lnTo>
                  <a:pt x="480" y="0"/>
                </a:lnTo>
                <a:lnTo>
                  <a:pt x="576" y="0"/>
                </a:lnTo>
                <a:lnTo>
                  <a:pt x="576" y="288"/>
                </a:lnTo>
                <a:lnTo>
                  <a:pt x="672" y="288"/>
                </a:lnTo>
              </a:path>
            </a:pathLst>
          </a:custGeom>
          <a:noFill/>
          <a:ln w="28575" cmpd="sng">
            <a:solidFill>
              <a:srgbClr val="333399"/>
            </a:solidFill>
            <a:round/>
            <a:headEnd/>
            <a:tailEnd/>
          </a:ln>
          <a:effectLst/>
        </p:spPr>
        <p:txBody>
          <a:bodyPr/>
          <a:lstStyle/>
          <a:p>
            <a:pPr>
              <a:defRPr/>
            </a:pPr>
            <a:endParaRPr lang="zh-CN" altLang="en-US">
              <a:cs typeface="+mn-cs"/>
            </a:endParaRPr>
          </a:p>
        </p:txBody>
      </p:sp>
      <p:sp>
        <p:nvSpPr>
          <p:cNvPr id="26648" name="Rectangle 53">
            <a:extLst>
              <a:ext uri="{FF2B5EF4-FFF2-40B4-BE49-F238E27FC236}">
                <a16:creationId xmlns:a16="http://schemas.microsoft.com/office/drawing/2014/main" id="{E17D34B7-4F7F-DF4E-A5FD-2C50C35A840F}"/>
              </a:ext>
            </a:extLst>
          </p:cNvPr>
          <p:cNvSpPr>
            <a:spLocks noChangeArrowheads="1"/>
          </p:cNvSpPr>
          <p:nvPr/>
        </p:nvSpPr>
        <p:spPr bwMode="auto">
          <a:xfrm>
            <a:off x="2126458" y="2000078"/>
            <a:ext cx="1088231"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数字比特流</a:t>
            </a:r>
          </a:p>
        </p:txBody>
      </p:sp>
      <p:sp>
        <p:nvSpPr>
          <p:cNvPr id="26649" name="Rectangle 54">
            <a:extLst>
              <a:ext uri="{FF2B5EF4-FFF2-40B4-BE49-F238E27FC236}">
                <a16:creationId xmlns:a16="http://schemas.microsoft.com/office/drawing/2014/main" id="{93B35D03-4CF6-B54D-8C09-B659A01CEC73}"/>
              </a:ext>
            </a:extLst>
          </p:cNvPr>
          <p:cNvSpPr>
            <a:spLocks noChangeArrowheads="1"/>
          </p:cNvSpPr>
          <p:nvPr/>
        </p:nvSpPr>
        <p:spPr bwMode="auto">
          <a:xfrm>
            <a:off x="6084095" y="2000078"/>
            <a:ext cx="1065610"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数字比特流</a:t>
            </a:r>
          </a:p>
        </p:txBody>
      </p:sp>
      <p:sp>
        <p:nvSpPr>
          <p:cNvPr id="26650" name="Rectangle 55">
            <a:extLst>
              <a:ext uri="{FF2B5EF4-FFF2-40B4-BE49-F238E27FC236}">
                <a16:creationId xmlns:a16="http://schemas.microsoft.com/office/drawing/2014/main" id="{0CF89758-E320-424E-9EAA-247E0BA0C1A7}"/>
              </a:ext>
            </a:extLst>
          </p:cNvPr>
          <p:cNvSpPr>
            <a:spLocks noChangeArrowheads="1"/>
          </p:cNvSpPr>
          <p:nvPr/>
        </p:nvSpPr>
        <p:spPr bwMode="auto">
          <a:xfrm>
            <a:off x="3206355" y="2000078"/>
            <a:ext cx="903684"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模拟信号</a:t>
            </a:r>
          </a:p>
        </p:txBody>
      </p:sp>
      <p:sp>
        <p:nvSpPr>
          <p:cNvPr id="26651" name="Rectangle 56">
            <a:extLst>
              <a:ext uri="{FF2B5EF4-FFF2-40B4-BE49-F238E27FC236}">
                <a16:creationId xmlns:a16="http://schemas.microsoft.com/office/drawing/2014/main" id="{F04B7E10-D1C5-BF4E-BE8F-5BB43029B2D8}"/>
              </a:ext>
            </a:extLst>
          </p:cNvPr>
          <p:cNvSpPr>
            <a:spLocks noChangeArrowheads="1"/>
          </p:cNvSpPr>
          <p:nvPr/>
        </p:nvSpPr>
        <p:spPr bwMode="auto">
          <a:xfrm>
            <a:off x="5154217" y="2000078"/>
            <a:ext cx="914400"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模拟信号 </a:t>
            </a:r>
          </a:p>
        </p:txBody>
      </p:sp>
      <p:sp>
        <p:nvSpPr>
          <p:cNvPr id="26652" name="Rectangle 57">
            <a:extLst>
              <a:ext uri="{FF2B5EF4-FFF2-40B4-BE49-F238E27FC236}">
                <a16:creationId xmlns:a16="http://schemas.microsoft.com/office/drawing/2014/main" id="{30203296-4C2C-2445-8EE7-3B13584AF0B6}"/>
              </a:ext>
            </a:extLst>
          </p:cNvPr>
          <p:cNvSpPr>
            <a:spLocks noChangeArrowheads="1"/>
          </p:cNvSpPr>
          <p:nvPr/>
        </p:nvSpPr>
        <p:spPr bwMode="auto">
          <a:xfrm>
            <a:off x="1454945" y="2000078"/>
            <a:ext cx="532210" cy="4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输入</a:t>
            </a:r>
          </a:p>
          <a:p>
            <a:pPr>
              <a:spcBef>
                <a:spcPct val="0"/>
              </a:spcBef>
              <a:buClrTx/>
              <a:buSzTx/>
              <a:buFontTx/>
              <a:buNone/>
            </a:pPr>
            <a:r>
              <a:rPr kumimoji="1" lang="zh-CN" altLang="en-US" sz="1350">
                <a:latin typeface="Arial" panose="020B0604020202020204" pitchFamily="34" charset="0"/>
                <a:ea typeface="宋体" panose="02010600030101010101" pitchFamily="2" charset="-122"/>
              </a:rPr>
              <a:t>汉字</a:t>
            </a:r>
          </a:p>
        </p:txBody>
      </p:sp>
      <p:sp>
        <p:nvSpPr>
          <p:cNvPr id="26653" name="Rectangle 58">
            <a:extLst>
              <a:ext uri="{FF2B5EF4-FFF2-40B4-BE49-F238E27FC236}">
                <a16:creationId xmlns:a16="http://schemas.microsoft.com/office/drawing/2014/main" id="{79AB9D2C-B95B-674D-AAE0-F6A36CA3C093}"/>
              </a:ext>
            </a:extLst>
          </p:cNvPr>
          <p:cNvSpPr>
            <a:spLocks noChangeArrowheads="1"/>
          </p:cNvSpPr>
          <p:nvPr/>
        </p:nvSpPr>
        <p:spPr bwMode="auto">
          <a:xfrm>
            <a:off x="7255670" y="2000078"/>
            <a:ext cx="532210" cy="4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Arial" panose="020B0604020202020204" pitchFamily="34" charset="0"/>
                <a:ea typeface="宋体" panose="02010600030101010101" pitchFamily="2" charset="-122"/>
              </a:rPr>
              <a:t>显示</a:t>
            </a:r>
          </a:p>
          <a:p>
            <a:pPr>
              <a:spcBef>
                <a:spcPct val="0"/>
              </a:spcBef>
              <a:buClrTx/>
              <a:buSzTx/>
              <a:buFontTx/>
              <a:buNone/>
            </a:pPr>
            <a:r>
              <a:rPr kumimoji="1" lang="zh-CN" altLang="en-US" sz="1350">
                <a:latin typeface="Arial" panose="020B0604020202020204" pitchFamily="34" charset="0"/>
                <a:ea typeface="宋体" panose="02010600030101010101" pitchFamily="2" charset="-122"/>
              </a:rPr>
              <a:t>汉字</a:t>
            </a:r>
          </a:p>
        </p:txBody>
      </p:sp>
      <p:sp>
        <p:nvSpPr>
          <p:cNvPr id="27707" name="Freeform 59">
            <a:extLst>
              <a:ext uri="{FF2B5EF4-FFF2-40B4-BE49-F238E27FC236}">
                <a16:creationId xmlns:a16="http://schemas.microsoft.com/office/drawing/2014/main" id="{3EFAADEC-AC5A-5C4D-B5D1-995204B929CF}"/>
              </a:ext>
            </a:extLst>
          </p:cNvPr>
          <p:cNvSpPr>
            <a:spLocks/>
          </p:cNvSpPr>
          <p:nvPr/>
        </p:nvSpPr>
        <p:spPr bwMode="auto">
          <a:xfrm>
            <a:off x="6219826" y="2381078"/>
            <a:ext cx="557213" cy="123825"/>
          </a:xfrm>
          <a:custGeom>
            <a:avLst/>
            <a:gdLst>
              <a:gd name="T0" fmla="*/ 0 w 672"/>
              <a:gd name="T1" fmla="*/ 165100 h 288"/>
              <a:gd name="T2" fmla="*/ 106136 w 672"/>
              <a:gd name="T3" fmla="*/ 165100 h 288"/>
              <a:gd name="T4" fmla="*/ 106136 w 672"/>
              <a:gd name="T5" fmla="*/ 0 h 288"/>
              <a:gd name="T6" fmla="*/ 212271 w 672"/>
              <a:gd name="T7" fmla="*/ 0 h 288"/>
              <a:gd name="T8" fmla="*/ 212271 w 672"/>
              <a:gd name="T9" fmla="*/ 165100 h 288"/>
              <a:gd name="T10" fmla="*/ 318407 w 672"/>
              <a:gd name="T11" fmla="*/ 165100 h 288"/>
              <a:gd name="T12" fmla="*/ 318407 w 672"/>
              <a:gd name="T13" fmla="*/ 0 h 288"/>
              <a:gd name="T14" fmla="*/ 424543 w 672"/>
              <a:gd name="T15" fmla="*/ 0 h 288"/>
              <a:gd name="T16" fmla="*/ 424543 w 672"/>
              <a:gd name="T17" fmla="*/ 165100 h 288"/>
              <a:gd name="T18" fmla="*/ 530679 w 672"/>
              <a:gd name="T19" fmla="*/ 165100 h 288"/>
              <a:gd name="T20" fmla="*/ 530679 w 672"/>
              <a:gd name="T21" fmla="*/ 0 h 288"/>
              <a:gd name="T22" fmla="*/ 636814 w 672"/>
              <a:gd name="T23" fmla="*/ 0 h 288"/>
              <a:gd name="T24" fmla="*/ 636814 w 672"/>
              <a:gd name="T25" fmla="*/ 165100 h 288"/>
              <a:gd name="T26" fmla="*/ 742950 w 672"/>
              <a:gd name="T27" fmla="*/ 165100 h 2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72" h="288">
                <a:moveTo>
                  <a:pt x="0" y="288"/>
                </a:moveTo>
                <a:lnTo>
                  <a:pt x="96" y="288"/>
                </a:lnTo>
                <a:lnTo>
                  <a:pt x="96" y="0"/>
                </a:lnTo>
                <a:lnTo>
                  <a:pt x="192" y="0"/>
                </a:lnTo>
                <a:lnTo>
                  <a:pt x="192" y="288"/>
                </a:lnTo>
                <a:lnTo>
                  <a:pt x="288" y="288"/>
                </a:lnTo>
                <a:lnTo>
                  <a:pt x="288" y="0"/>
                </a:lnTo>
                <a:lnTo>
                  <a:pt x="384" y="0"/>
                </a:lnTo>
                <a:lnTo>
                  <a:pt x="384" y="288"/>
                </a:lnTo>
                <a:lnTo>
                  <a:pt x="480" y="288"/>
                </a:lnTo>
                <a:lnTo>
                  <a:pt x="480" y="0"/>
                </a:lnTo>
                <a:lnTo>
                  <a:pt x="576" y="0"/>
                </a:lnTo>
                <a:lnTo>
                  <a:pt x="576" y="288"/>
                </a:lnTo>
                <a:lnTo>
                  <a:pt x="672" y="288"/>
                </a:lnTo>
              </a:path>
            </a:pathLst>
          </a:custGeom>
          <a:noFill/>
          <a:ln w="28575" cmpd="sng">
            <a:solidFill>
              <a:srgbClr val="333399"/>
            </a:solidFill>
            <a:round/>
            <a:headEnd/>
            <a:tailEnd/>
          </a:ln>
          <a:effectLst/>
        </p:spPr>
        <p:txBody>
          <a:bodyPr/>
          <a:lstStyle/>
          <a:p>
            <a:pPr>
              <a:defRPr/>
            </a:pPr>
            <a:endParaRPr lang="zh-CN" altLang="en-US">
              <a:cs typeface="+mn-cs"/>
            </a:endParaRPr>
          </a:p>
        </p:txBody>
      </p:sp>
      <p:grpSp>
        <p:nvGrpSpPr>
          <p:cNvPr id="26655" name="Group 60">
            <a:extLst>
              <a:ext uri="{FF2B5EF4-FFF2-40B4-BE49-F238E27FC236}">
                <a16:creationId xmlns:a16="http://schemas.microsoft.com/office/drawing/2014/main" id="{F9680E6C-2534-E441-ADDF-DACF083B66CA}"/>
              </a:ext>
            </a:extLst>
          </p:cNvPr>
          <p:cNvGrpSpPr>
            <a:grpSpLocks/>
          </p:cNvGrpSpPr>
          <p:nvPr/>
        </p:nvGrpSpPr>
        <p:grpSpPr bwMode="auto">
          <a:xfrm>
            <a:off x="5275661" y="2289399"/>
            <a:ext cx="490538" cy="254794"/>
            <a:chOff x="2315" y="3965"/>
            <a:chExt cx="496" cy="254"/>
          </a:xfrm>
        </p:grpSpPr>
        <p:sp>
          <p:nvSpPr>
            <p:cNvPr id="26678" name="Freeform 61">
              <a:extLst>
                <a:ext uri="{FF2B5EF4-FFF2-40B4-BE49-F238E27FC236}">
                  <a16:creationId xmlns:a16="http://schemas.microsoft.com/office/drawing/2014/main" id="{EA47275F-AA61-4A4F-9F41-30FF4B8259DA}"/>
                </a:ext>
              </a:extLst>
            </p:cNvPr>
            <p:cNvSpPr>
              <a:spLocks/>
            </p:cNvSpPr>
            <p:nvPr/>
          </p:nvSpPr>
          <p:spPr bwMode="auto">
            <a:xfrm>
              <a:off x="2315" y="4051"/>
              <a:ext cx="92" cy="89"/>
            </a:xfrm>
            <a:custGeom>
              <a:avLst/>
              <a:gdLst>
                <a:gd name="T0" fmla="*/ 0 w 552"/>
                <a:gd name="T1" fmla="*/ 0 h 535"/>
                <a:gd name="T2" fmla="*/ 0 w 552"/>
                <a:gd name="T3" fmla="*/ 0 h 535"/>
                <a:gd name="T4" fmla="*/ 0 w 552"/>
                <a:gd name="T5" fmla="*/ 0 h 535"/>
                <a:gd name="T6" fmla="*/ 0 w 552"/>
                <a:gd name="T7" fmla="*/ 0 h 535"/>
                <a:gd name="T8" fmla="*/ 0 w 552"/>
                <a:gd name="T9" fmla="*/ 0 h 535"/>
                <a:gd name="T10" fmla="*/ 0 w 552"/>
                <a:gd name="T11" fmla="*/ 0 h 535"/>
                <a:gd name="T12" fmla="*/ 0 w 552"/>
                <a:gd name="T13" fmla="*/ 0 h 535"/>
                <a:gd name="T14" fmla="*/ 0 w 552"/>
                <a:gd name="T15" fmla="*/ 0 h 535"/>
                <a:gd name="T16" fmla="*/ 0 w 552"/>
                <a:gd name="T17" fmla="*/ 0 h 535"/>
                <a:gd name="T18" fmla="*/ 0 w 552"/>
                <a:gd name="T19" fmla="*/ 0 h 535"/>
                <a:gd name="T20" fmla="*/ 0 w 552"/>
                <a:gd name="T21" fmla="*/ 0 h 535"/>
                <a:gd name="T22" fmla="*/ 0 w 552"/>
                <a:gd name="T23" fmla="*/ 0 h 535"/>
                <a:gd name="T24" fmla="*/ 0 w 552"/>
                <a:gd name="T25" fmla="*/ 0 h 535"/>
                <a:gd name="T26" fmla="*/ 0 w 552"/>
                <a:gd name="T27" fmla="*/ 0 h 535"/>
                <a:gd name="T28" fmla="*/ 0 w 552"/>
                <a:gd name="T29" fmla="*/ 0 h 535"/>
                <a:gd name="T30" fmla="*/ 0 w 552"/>
                <a:gd name="T31" fmla="*/ 0 h 535"/>
                <a:gd name="T32" fmla="*/ 0 w 552"/>
                <a:gd name="T33" fmla="*/ 0 h 535"/>
                <a:gd name="T34" fmla="*/ 0 w 552"/>
                <a:gd name="T35" fmla="*/ 0 h 535"/>
                <a:gd name="T36" fmla="*/ 0 w 552"/>
                <a:gd name="T37" fmla="*/ 0 h 535"/>
                <a:gd name="T38" fmla="*/ 0 w 552"/>
                <a:gd name="T39" fmla="*/ 0 h 535"/>
                <a:gd name="T40" fmla="*/ 0 w 552"/>
                <a:gd name="T41" fmla="*/ 0 h 535"/>
                <a:gd name="T42" fmla="*/ 0 w 552"/>
                <a:gd name="T43" fmla="*/ 0 h 535"/>
                <a:gd name="T44" fmla="*/ 0 w 552"/>
                <a:gd name="T45" fmla="*/ 0 h 535"/>
                <a:gd name="T46" fmla="*/ 0 w 552"/>
                <a:gd name="T47" fmla="*/ 0 h 535"/>
                <a:gd name="T48" fmla="*/ 0 w 552"/>
                <a:gd name="T49" fmla="*/ 0 h 535"/>
                <a:gd name="T50" fmla="*/ 0 w 552"/>
                <a:gd name="T51" fmla="*/ 0 h 535"/>
                <a:gd name="T52" fmla="*/ 0 w 552"/>
                <a:gd name="T53" fmla="*/ 0 h 535"/>
                <a:gd name="T54" fmla="*/ 0 w 552"/>
                <a:gd name="T55" fmla="*/ 0 h 535"/>
                <a:gd name="T56" fmla="*/ 0 w 552"/>
                <a:gd name="T57" fmla="*/ 0 h 535"/>
                <a:gd name="T58" fmla="*/ 0 w 552"/>
                <a:gd name="T59" fmla="*/ 0 h 535"/>
                <a:gd name="T60" fmla="*/ 0 w 552"/>
                <a:gd name="T61" fmla="*/ 0 h 535"/>
                <a:gd name="T62" fmla="*/ 0 w 552"/>
                <a:gd name="T63" fmla="*/ 0 h 535"/>
                <a:gd name="T64" fmla="*/ 0 w 552"/>
                <a:gd name="T65" fmla="*/ 0 h 535"/>
                <a:gd name="T66" fmla="*/ 0 w 552"/>
                <a:gd name="T67" fmla="*/ 0 h 535"/>
                <a:gd name="T68" fmla="*/ 0 w 552"/>
                <a:gd name="T69" fmla="*/ 0 h 535"/>
                <a:gd name="T70" fmla="*/ 0 w 552"/>
                <a:gd name="T71" fmla="*/ 0 h 535"/>
                <a:gd name="T72" fmla="*/ 0 w 552"/>
                <a:gd name="T73" fmla="*/ 0 h 535"/>
                <a:gd name="T74" fmla="*/ 0 w 552"/>
                <a:gd name="T75" fmla="*/ 0 h 53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679" name="Freeform 62">
              <a:extLst>
                <a:ext uri="{FF2B5EF4-FFF2-40B4-BE49-F238E27FC236}">
                  <a16:creationId xmlns:a16="http://schemas.microsoft.com/office/drawing/2014/main" id="{5CB95639-5B2D-4E42-BD0E-FB1564468B2C}"/>
                </a:ext>
              </a:extLst>
            </p:cNvPr>
            <p:cNvSpPr>
              <a:spLocks/>
            </p:cNvSpPr>
            <p:nvPr/>
          </p:nvSpPr>
          <p:spPr bwMode="auto">
            <a:xfrm>
              <a:off x="2407" y="3965"/>
              <a:ext cx="157" cy="254"/>
            </a:xfrm>
            <a:custGeom>
              <a:avLst/>
              <a:gdLst>
                <a:gd name="T0" fmla="*/ 0 w 943"/>
                <a:gd name="T1" fmla="*/ 0 h 1524"/>
                <a:gd name="T2" fmla="*/ 0 w 943"/>
                <a:gd name="T3" fmla="*/ 0 h 1524"/>
                <a:gd name="T4" fmla="*/ 0 w 943"/>
                <a:gd name="T5" fmla="*/ 0 h 1524"/>
                <a:gd name="T6" fmla="*/ 0 w 943"/>
                <a:gd name="T7" fmla="*/ 0 h 1524"/>
                <a:gd name="T8" fmla="*/ 0 w 943"/>
                <a:gd name="T9" fmla="*/ 0 h 1524"/>
                <a:gd name="T10" fmla="*/ 0 w 943"/>
                <a:gd name="T11" fmla="*/ 0 h 1524"/>
                <a:gd name="T12" fmla="*/ 0 w 943"/>
                <a:gd name="T13" fmla="*/ 0 h 1524"/>
                <a:gd name="T14" fmla="*/ 0 w 943"/>
                <a:gd name="T15" fmla="*/ 0 h 1524"/>
                <a:gd name="T16" fmla="*/ 0 w 943"/>
                <a:gd name="T17" fmla="*/ 0 h 1524"/>
                <a:gd name="T18" fmla="*/ 0 w 943"/>
                <a:gd name="T19" fmla="*/ 0 h 1524"/>
                <a:gd name="T20" fmla="*/ 0 w 943"/>
                <a:gd name="T21" fmla="*/ 0 h 1524"/>
                <a:gd name="T22" fmla="*/ 0 w 943"/>
                <a:gd name="T23" fmla="*/ 0 h 1524"/>
                <a:gd name="T24" fmla="*/ 0 w 943"/>
                <a:gd name="T25" fmla="*/ 0 h 1524"/>
                <a:gd name="T26" fmla="*/ 0 w 943"/>
                <a:gd name="T27" fmla="*/ 0 h 1524"/>
                <a:gd name="T28" fmla="*/ 0 w 943"/>
                <a:gd name="T29" fmla="*/ 0 h 1524"/>
                <a:gd name="T30" fmla="*/ 0 w 943"/>
                <a:gd name="T31" fmla="*/ 0 h 1524"/>
                <a:gd name="T32" fmla="*/ 0 w 943"/>
                <a:gd name="T33" fmla="*/ 0 h 1524"/>
                <a:gd name="T34" fmla="*/ 0 w 943"/>
                <a:gd name="T35" fmla="*/ 0 h 1524"/>
                <a:gd name="T36" fmla="*/ 0 w 943"/>
                <a:gd name="T37" fmla="*/ 0 h 1524"/>
                <a:gd name="T38" fmla="*/ 0 w 943"/>
                <a:gd name="T39" fmla="*/ 0 h 1524"/>
                <a:gd name="T40" fmla="*/ 0 w 943"/>
                <a:gd name="T41" fmla="*/ 0 h 1524"/>
                <a:gd name="T42" fmla="*/ 0 w 943"/>
                <a:gd name="T43" fmla="*/ 0 h 1524"/>
                <a:gd name="T44" fmla="*/ 0 w 943"/>
                <a:gd name="T45" fmla="*/ 0 h 1524"/>
                <a:gd name="T46" fmla="*/ 0 w 943"/>
                <a:gd name="T47" fmla="*/ 0 h 1524"/>
                <a:gd name="T48" fmla="*/ 0 w 943"/>
                <a:gd name="T49" fmla="*/ 0 h 1524"/>
                <a:gd name="T50" fmla="*/ 0 w 943"/>
                <a:gd name="T51" fmla="*/ 0 h 1524"/>
                <a:gd name="T52" fmla="*/ 0 w 943"/>
                <a:gd name="T53" fmla="*/ 0 h 1524"/>
                <a:gd name="T54" fmla="*/ 0 w 943"/>
                <a:gd name="T55" fmla="*/ 0 h 1524"/>
                <a:gd name="T56" fmla="*/ 0 w 943"/>
                <a:gd name="T57" fmla="*/ 0 h 1524"/>
                <a:gd name="T58" fmla="*/ 0 w 943"/>
                <a:gd name="T59" fmla="*/ 0 h 1524"/>
                <a:gd name="T60" fmla="*/ 0 w 943"/>
                <a:gd name="T61" fmla="*/ 0 h 1524"/>
                <a:gd name="T62" fmla="*/ 0 w 943"/>
                <a:gd name="T63" fmla="*/ 0 h 1524"/>
                <a:gd name="T64" fmla="*/ 0 w 943"/>
                <a:gd name="T65" fmla="*/ 0 h 1524"/>
                <a:gd name="T66" fmla="*/ 0 w 943"/>
                <a:gd name="T67" fmla="*/ 0 h 1524"/>
                <a:gd name="T68" fmla="*/ 0 w 943"/>
                <a:gd name="T69" fmla="*/ 0 h 1524"/>
                <a:gd name="T70" fmla="*/ 0 w 943"/>
                <a:gd name="T71" fmla="*/ 0 h 1524"/>
                <a:gd name="T72" fmla="*/ 0 w 943"/>
                <a:gd name="T73" fmla="*/ 0 h 1524"/>
                <a:gd name="T74" fmla="*/ 0 w 943"/>
                <a:gd name="T75" fmla="*/ 0 h 1524"/>
                <a:gd name="T76" fmla="*/ 0 w 943"/>
                <a:gd name="T77" fmla="*/ 0 h 1524"/>
                <a:gd name="T78" fmla="*/ 0 w 943"/>
                <a:gd name="T79" fmla="*/ 0 h 1524"/>
                <a:gd name="T80" fmla="*/ 0 w 943"/>
                <a:gd name="T81" fmla="*/ 0 h 1524"/>
                <a:gd name="T82" fmla="*/ 0 w 943"/>
                <a:gd name="T83" fmla="*/ 0 h 1524"/>
                <a:gd name="T84" fmla="*/ 0 w 943"/>
                <a:gd name="T85" fmla="*/ 0 h 152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680" name="Freeform 63">
              <a:extLst>
                <a:ext uri="{FF2B5EF4-FFF2-40B4-BE49-F238E27FC236}">
                  <a16:creationId xmlns:a16="http://schemas.microsoft.com/office/drawing/2014/main" id="{874EFED1-070B-3848-B533-A30396383A6A}"/>
                </a:ext>
              </a:extLst>
            </p:cNvPr>
            <p:cNvSpPr>
              <a:spLocks/>
            </p:cNvSpPr>
            <p:nvPr/>
          </p:nvSpPr>
          <p:spPr bwMode="auto">
            <a:xfrm>
              <a:off x="2719" y="4051"/>
              <a:ext cx="92" cy="89"/>
            </a:xfrm>
            <a:custGeom>
              <a:avLst/>
              <a:gdLst>
                <a:gd name="T0" fmla="*/ 0 w 551"/>
                <a:gd name="T1" fmla="*/ 0 h 535"/>
                <a:gd name="T2" fmla="*/ 0 w 551"/>
                <a:gd name="T3" fmla="*/ 0 h 535"/>
                <a:gd name="T4" fmla="*/ 0 w 551"/>
                <a:gd name="T5" fmla="*/ 0 h 535"/>
                <a:gd name="T6" fmla="*/ 0 w 551"/>
                <a:gd name="T7" fmla="*/ 0 h 535"/>
                <a:gd name="T8" fmla="*/ 0 w 551"/>
                <a:gd name="T9" fmla="*/ 0 h 535"/>
                <a:gd name="T10" fmla="*/ 0 w 551"/>
                <a:gd name="T11" fmla="*/ 0 h 535"/>
                <a:gd name="T12" fmla="*/ 0 w 551"/>
                <a:gd name="T13" fmla="*/ 0 h 535"/>
                <a:gd name="T14" fmla="*/ 0 w 551"/>
                <a:gd name="T15" fmla="*/ 0 h 535"/>
                <a:gd name="T16" fmla="*/ 0 w 551"/>
                <a:gd name="T17" fmla="*/ 0 h 535"/>
                <a:gd name="T18" fmla="*/ 0 w 551"/>
                <a:gd name="T19" fmla="*/ 0 h 535"/>
                <a:gd name="T20" fmla="*/ 0 w 551"/>
                <a:gd name="T21" fmla="*/ 0 h 535"/>
                <a:gd name="T22" fmla="*/ 0 w 551"/>
                <a:gd name="T23" fmla="*/ 0 h 535"/>
                <a:gd name="T24" fmla="*/ 0 w 551"/>
                <a:gd name="T25" fmla="*/ 0 h 535"/>
                <a:gd name="T26" fmla="*/ 0 w 551"/>
                <a:gd name="T27" fmla="*/ 0 h 535"/>
                <a:gd name="T28" fmla="*/ 0 w 551"/>
                <a:gd name="T29" fmla="*/ 0 h 535"/>
                <a:gd name="T30" fmla="*/ 0 w 551"/>
                <a:gd name="T31" fmla="*/ 0 h 535"/>
                <a:gd name="T32" fmla="*/ 0 w 551"/>
                <a:gd name="T33" fmla="*/ 0 h 535"/>
                <a:gd name="T34" fmla="*/ 0 w 551"/>
                <a:gd name="T35" fmla="*/ 0 h 535"/>
                <a:gd name="T36" fmla="*/ 0 w 551"/>
                <a:gd name="T37" fmla="*/ 0 h 535"/>
                <a:gd name="T38" fmla="*/ 0 w 551"/>
                <a:gd name="T39" fmla="*/ 0 h 535"/>
                <a:gd name="T40" fmla="*/ 0 w 551"/>
                <a:gd name="T41" fmla="*/ 0 h 535"/>
                <a:gd name="T42" fmla="*/ 0 w 551"/>
                <a:gd name="T43" fmla="*/ 0 h 535"/>
                <a:gd name="T44" fmla="*/ 0 w 551"/>
                <a:gd name="T45" fmla="*/ 0 h 535"/>
                <a:gd name="T46" fmla="*/ 0 w 551"/>
                <a:gd name="T47" fmla="*/ 0 h 535"/>
                <a:gd name="T48" fmla="*/ 0 w 551"/>
                <a:gd name="T49" fmla="*/ 0 h 535"/>
                <a:gd name="T50" fmla="*/ 0 w 551"/>
                <a:gd name="T51" fmla="*/ 0 h 535"/>
                <a:gd name="T52" fmla="*/ 0 w 551"/>
                <a:gd name="T53" fmla="*/ 0 h 535"/>
                <a:gd name="T54" fmla="*/ 0 w 551"/>
                <a:gd name="T55" fmla="*/ 0 h 535"/>
                <a:gd name="T56" fmla="*/ 0 w 551"/>
                <a:gd name="T57" fmla="*/ 0 h 535"/>
                <a:gd name="T58" fmla="*/ 0 w 551"/>
                <a:gd name="T59" fmla="*/ 0 h 535"/>
                <a:gd name="T60" fmla="*/ 0 w 551"/>
                <a:gd name="T61" fmla="*/ 0 h 535"/>
                <a:gd name="T62" fmla="*/ 0 w 551"/>
                <a:gd name="T63" fmla="*/ 0 h 535"/>
                <a:gd name="T64" fmla="*/ 0 w 551"/>
                <a:gd name="T65" fmla="*/ 0 h 535"/>
                <a:gd name="T66" fmla="*/ 0 w 551"/>
                <a:gd name="T67" fmla="*/ 0 h 535"/>
                <a:gd name="T68" fmla="*/ 0 w 551"/>
                <a:gd name="T69" fmla="*/ 0 h 535"/>
                <a:gd name="T70" fmla="*/ 0 w 551"/>
                <a:gd name="T71" fmla="*/ 0 h 535"/>
                <a:gd name="T72" fmla="*/ 0 w 551"/>
                <a:gd name="T73" fmla="*/ 0 h 535"/>
                <a:gd name="T74" fmla="*/ 0 w 551"/>
                <a:gd name="T75" fmla="*/ 0 h 53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681" name="Freeform 64">
              <a:extLst>
                <a:ext uri="{FF2B5EF4-FFF2-40B4-BE49-F238E27FC236}">
                  <a16:creationId xmlns:a16="http://schemas.microsoft.com/office/drawing/2014/main" id="{D483578F-C534-A748-B1EF-DD8B7EA5BB5C}"/>
                </a:ext>
              </a:extLst>
            </p:cNvPr>
            <p:cNvSpPr>
              <a:spLocks/>
            </p:cNvSpPr>
            <p:nvPr/>
          </p:nvSpPr>
          <p:spPr bwMode="auto">
            <a:xfrm>
              <a:off x="2562" y="3965"/>
              <a:ext cx="157" cy="254"/>
            </a:xfrm>
            <a:custGeom>
              <a:avLst/>
              <a:gdLst>
                <a:gd name="T0" fmla="*/ 0 w 943"/>
                <a:gd name="T1" fmla="*/ 0 h 1524"/>
                <a:gd name="T2" fmla="*/ 0 w 943"/>
                <a:gd name="T3" fmla="*/ 0 h 1524"/>
                <a:gd name="T4" fmla="*/ 0 w 943"/>
                <a:gd name="T5" fmla="*/ 0 h 1524"/>
                <a:gd name="T6" fmla="*/ 0 w 943"/>
                <a:gd name="T7" fmla="*/ 0 h 1524"/>
                <a:gd name="T8" fmla="*/ 0 w 943"/>
                <a:gd name="T9" fmla="*/ 0 h 1524"/>
                <a:gd name="T10" fmla="*/ 0 w 943"/>
                <a:gd name="T11" fmla="*/ 0 h 1524"/>
                <a:gd name="T12" fmla="*/ 0 w 943"/>
                <a:gd name="T13" fmla="*/ 0 h 1524"/>
                <a:gd name="T14" fmla="*/ 0 w 943"/>
                <a:gd name="T15" fmla="*/ 0 h 1524"/>
                <a:gd name="T16" fmla="*/ 0 w 943"/>
                <a:gd name="T17" fmla="*/ 0 h 1524"/>
                <a:gd name="T18" fmla="*/ 0 w 943"/>
                <a:gd name="T19" fmla="*/ 0 h 1524"/>
                <a:gd name="T20" fmla="*/ 0 w 943"/>
                <a:gd name="T21" fmla="*/ 0 h 1524"/>
                <a:gd name="T22" fmla="*/ 0 w 943"/>
                <a:gd name="T23" fmla="*/ 0 h 1524"/>
                <a:gd name="T24" fmla="*/ 0 w 943"/>
                <a:gd name="T25" fmla="*/ 0 h 1524"/>
                <a:gd name="T26" fmla="*/ 0 w 943"/>
                <a:gd name="T27" fmla="*/ 0 h 1524"/>
                <a:gd name="T28" fmla="*/ 0 w 943"/>
                <a:gd name="T29" fmla="*/ 0 h 1524"/>
                <a:gd name="T30" fmla="*/ 0 w 943"/>
                <a:gd name="T31" fmla="*/ 0 h 1524"/>
                <a:gd name="T32" fmla="*/ 0 w 943"/>
                <a:gd name="T33" fmla="*/ 0 h 1524"/>
                <a:gd name="T34" fmla="*/ 0 w 943"/>
                <a:gd name="T35" fmla="*/ 0 h 1524"/>
                <a:gd name="T36" fmla="*/ 0 w 943"/>
                <a:gd name="T37" fmla="*/ 0 h 1524"/>
                <a:gd name="T38" fmla="*/ 0 w 943"/>
                <a:gd name="T39" fmla="*/ 0 h 1524"/>
                <a:gd name="T40" fmla="*/ 0 w 943"/>
                <a:gd name="T41" fmla="*/ 0 h 1524"/>
                <a:gd name="T42" fmla="*/ 0 w 943"/>
                <a:gd name="T43" fmla="*/ 0 h 1524"/>
                <a:gd name="T44" fmla="*/ 0 w 943"/>
                <a:gd name="T45" fmla="*/ 0 h 1524"/>
                <a:gd name="T46" fmla="*/ 0 w 943"/>
                <a:gd name="T47" fmla="*/ 0 h 1524"/>
                <a:gd name="T48" fmla="*/ 0 w 943"/>
                <a:gd name="T49" fmla="*/ 0 h 1524"/>
                <a:gd name="T50" fmla="*/ 0 w 943"/>
                <a:gd name="T51" fmla="*/ 0 h 1524"/>
                <a:gd name="T52" fmla="*/ 0 w 943"/>
                <a:gd name="T53" fmla="*/ 0 h 1524"/>
                <a:gd name="T54" fmla="*/ 0 w 943"/>
                <a:gd name="T55" fmla="*/ 0 h 1524"/>
                <a:gd name="T56" fmla="*/ 0 w 943"/>
                <a:gd name="T57" fmla="*/ 0 h 1524"/>
                <a:gd name="T58" fmla="*/ 0 w 943"/>
                <a:gd name="T59" fmla="*/ 0 h 1524"/>
                <a:gd name="T60" fmla="*/ 0 w 943"/>
                <a:gd name="T61" fmla="*/ 0 h 1524"/>
                <a:gd name="T62" fmla="*/ 0 w 943"/>
                <a:gd name="T63" fmla="*/ 0 h 1524"/>
                <a:gd name="T64" fmla="*/ 0 w 943"/>
                <a:gd name="T65" fmla="*/ 0 h 1524"/>
                <a:gd name="T66" fmla="*/ 0 w 943"/>
                <a:gd name="T67" fmla="*/ 0 h 1524"/>
                <a:gd name="T68" fmla="*/ 0 w 943"/>
                <a:gd name="T69" fmla="*/ 0 h 1524"/>
                <a:gd name="T70" fmla="*/ 0 w 943"/>
                <a:gd name="T71" fmla="*/ 0 h 1524"/>
                <a:gd name="T72" fmla="*/ 0 w 943"/>
                <a:gd name="T73" fmla="*/ 0 h 1524"/>
                <a:gd name="T74" fmla="*/ 0 w 943"/>
                <a:gd name="T75" fmla="*/ 0 h 1524"/>
                <a:gd name="T76" fmla="*/ 0 w 943"/>
                <a:gd name="T77" fmla="*/ 0 h 1524"/>
                <a:gd name="T78" fmla="*/ 0 w 943"/>
                <a:gd name="T79" fmla="*/ 0 h 1524"/>
                <a:gd name="T80" fmla="*/ 0 w 943"/>
                <a:gd name="T81" fmla="*/ 0 h 1524"/>
                <a:gd name="T82" fmla="*/ 0 w 943"/>
                <a:gd name="T83" fmla="*/ 0 h 1524"/>
                <a:gd name="T84" fmla="*/ 0 w 943"/>
                <a:gd name="T85" fmla="*/ 0 h 152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27761" name="Group 113">
            <a:extLst>
              <a:ext uri="{FF2B5EF4-FFF2-40B4-BE49-F238E27FC236}">
                <a16:creationId xmlns:a16="http://schemas.microsoft.com/office/drawing/2014/main" id="{5E0827EE-83C5-5F45-AE62-DC4530A1AB3B}"/>
              </a:ext>
            </a:extLst>
          </p:cNvPr>
          <p:cNvGrpSpPr>
            <a:grpSpLocks/>
          </p:cNvGrpSpPr>
          <p:nvPr/>
        </p:nvGrpSpPr>
        <p:grpSpPr bwMode="auto">
          <a:xfrm>
            <a:off x="1613299" y="1684566"/>
            <a:ext cx="5801915" cy="275035"/>
            <a:chOff x="317" y="1260"/>
            <a:chExt cx="4873" cy="231"/>
          </a:xfrm>
        </p:grpSpPr>
        <p:sp>
          <p:nvSpPr>
            <p:cNvPr id="27713" name="Line 65">
              <a:extLst>
                <a:ext uri="{FF2B5EF4-FFF2-40B4-BE49-F238E27FC236}">
                  <a16:creationId xmlns:a16="http://schemas.microsoft.com/office/drawing/2014/main" id="{AE5C0C91-C98B-5349-BF93-B75209510EAC}"/>
                </a:ext>
              </a:extLst>
            </p:cNvPr>
            <p:cNvSpPr>
              <a:spLocks noChangeShapeType="1"/>
            </p:cNvSpPr>
            <p:nvPr/>
          </p:nvSpPr>
          <p:spPr bwMode="auto">
            <a:xfrm>
              <a:off x="317" y="1373"/>
              <a:ext cx="4873" cy="0"/>
            </a:xfrm>
            <a:prstGeom prst="line">
              <a:avLst/>
            </a:prstGeom>
            <a:noFill/>
            <a:ln w="28575">
              <a:solidFill>
                <a:schemeClr val="hlink"/>
              </a:solidFill>
              <a:round/>
              <a:headEnd type="triangle" w="med" len="med"/>
              <a:tailEnd type="triangle" w="med" len="med"/>
            </a:ln>
            <a:effectLst/>
          </p:spPr>
          <p:txBody>
            <a:bodyPr/>
            <a:lstStyle/>
            <a:p>
              <a:pPr algn="ctr" eaLnBrk="1" hangingPunct="1">
                <a:defRPr/>
              </a:pPr>
              <a:endParaRPr lang="zh-CN" altLang="en-US">
                <a:latin typeface="Tahoma" charset="0"/>
                <a:ea typeface="宋体" charset="-122"/>
                <a:cs typeface="+mn-cs"/>
              </a:endParaRPr>
            </a:p>
          </p:txBody>
        </p:sp>
        <p:sp>
          <p:nvSpPr>
            <p:cNvPr id="26677" name="Rectangle 66">
              <a:extLst>
                <a:ext uri="{FF2B5EF4-FFF2-40B4-BE49-F238E27FC236}">
                  <a16:creationId xmlns:a16="http://schemas.microsoft.com/office/drawing/2014/main" id="{50C894D8-E7EF-044C-948A-420BEC0296AF}"/>
                </a:ext>
              </a:extLst>
            </p:cNvPr>
            <p:cNvSpPr>
              <a:spLocks noChangeArrowheads="1"/>
            </p:cNvSpPr>
            <p:nvPr/>
          </p:nvSpPr>
          <p:spPr bwMode="auto">
            <a:xfrm>
              <a:off x="2294" y="1260"/>
              <a:ext cx="994" cy="23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solidFill>
                    <a:schemeClr val="hlink"/>
                  </a:solidFill>
                  <a:latin typeface="Arial" panose="020B0604020202020204" pitchFamily="34" charset="0"/>
                  <a:ea typeface="宋体" panose="02010600030101010101" pitchFamily="2" charset="-122"/>
                </a:rPr>
                <a:t>数据通信系统</a:t>
              </a:r>
            </a:p>
          </p:txBody>
        </p:sp>
      </p:grpSp>
      <p:grpSp>
        <p:nvGrpSpPr>
          <p:cNvPr id="27747" name="Group 99">
            <a:extLst>
              <a:ext uri="{FF2B5EF4-FFF2-40B4-BE49-F238E27FC236}">
                <a16:creationId xmlns:a16="http://schemas.microsoft.com/office/drawing/2014/main" id="{EB5D6A16-44F1-DE4E-8BB2-3F08E2B16026}"/>
              </a:ext>
            </a:extLst>
          </p:cNvPr>
          <p:cNvGrpSpPr>
            <a:grpSpLocks/>
          </p:cNvGrpSpPr>
          <p:nvPr/>
        </p:nvGrpSpPr>
        <p:grpSpPr bwMode="auto">
          <a:xfrm>
            <a:off x="1560911" y="2673972"/>
            <a:ext cx="2128838" cy="1245394"/>
            <a:chOff x="273" y="2091"/>
            <a:chExt cx="1788" cy="1046"/>
          </a:xfrm>
        </p:grpSpPr>
        <p:sp>
          <p:nvSpPr>
            <p:cNvPr id="27716" name="Line 68">
              <a:extLst>
                <a:ext uri="{FF2B5EF4-FFF2-40B4-BE49-F238E27FC236}">
                  <a16:creationId xmlns:a16="http://schemas.microsoft.com/office/drawing/2014/main" id="{5F81AC3F-C056-C642-925C-E2AA71A8E604}"/>
                </a:ext>
              </a:extLst>
            </p:cNvPr>
            <p:cNvSpPr>
              <a:spLocks noChangeShapeType="1"/>
            </p:cNvSpPr>
            <p:nvPr/>
          </p:nvSpPr>
          <p:spPr bwMode="auto">
            <a:xfrm>
              <a:off x="2061" y="2091"/>
              <a:ext cx="0" cy="1046"/>
            </a:xfrm>
            <a:prstGeom prst="line">
              <a:avLst/>
            </a:prstGeom>
            <a:noFill/>
            <a:ln w="19050">
              <a:solidFill>
                <a:srgbClr val="333399"/>
              </a:solidFill>
              <a:prstDash val="dash"/>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grpSp>
          <p:nvGrpSpPr>
            <p:cNvPr id="26673" name="Group 98">
              <a:extLst>
                <a:ext uri="{FF2B5EF4-FFF2-40B4-BE49-F238E27FC236}">
                  <a16:creationId xmlns:a16="http://schemas.microsoft.com/office/drawing/2014/main" id="{8D091FFC-EF0C-5544-A805-A711ADBDFDAC}"/>
                </a:ext>
              </a:extLst>
            </p:cNvPr>
            <p:cNvGrpSpPr>
              <a:grpSpLocks/>
            </p:cNvGrpSpPr>
            <p:nvPr/>
          </p:nvGrpSpPr>
          <p:grpSpPr bwMode="auto">
            <a:xfrm>
              <a:off x="273" y="2523"/>
              <a:ext cx="1788" cy="231"/>
              <a:chOff x="273" y="2523"/>
              <a:chExt cx="1788" cy="231"/>
            </a:xfrm>
          </p:grpSpPr>
          <p:sp>
            <p:nvSpPr>
              <p:cNvPr id="27715" name="Line 67">
                <a:extLst>
                  <a:ext uri="{FF2B5EF4-FFF2-40B4-BE49-F238E27FC236}">
                    <a16:creationId xmlns:a16="http://schemas.microsoft.com/office/drawing/2014/main" id="{EFDBA00C-B897-8A4A-8254-AF791B89A3E5}"/>
                  </a:ext>
                </a:extLst>
              </p:cNvPr>
              <p:cNvSpPr>
                <a:spLocks noChangeShapeType="1"/>
              </p:cNvSpPr>
              <p:nvPr/>
            </p:nvSpPr>
            <p:spPr bwMode="auto">
              <a:xfrm>
                <a:off x="273" y="2660"/>
                <a:ext cx="1788" cy="0"/>
              </a:xfrm>
              <a:prstGeom prst="line">
                <a:avLst/>
              </a:prstGeom>
              <a:noFill/>
              <a:ln w="28575">
                <a:solidFill>
                  <a:srgbClr val="333399"/>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75" name="Rectangle 71">
                <a:extLst>
                  <a:ext uri="{FF2B5EF4-FFF2-40B4-BE49-F238E27FC236}">
                    <a16:creationId xmlns:a16="http://schemas.microsoft.com/office/drawing/2014/main" id="{2AE72EA3-E747-4E40-9886-CEFF006B94BE}"/>
                  </a:ext>
                </a:extLst>
              </p:cNvPr>
              <p:cNvSpPr>
                <a:spLocks noChangeArrowheads="1"/>
              </p:cNvSpPr>
              <p:nvPr/>
            </p:nvSpPr>
            <p:spPr bwMode="auto">
              <a:xfrm>
                <a:off x="854" y="2523"/>
                <a:ext cx="620" cy="231"/>
              </a:xfrm>
              <a:prstGeom prst="rect">
                <a:avLst/>
              </a:prstGeom>
              <a:solidFill>
                <a:srgbClr val="FFFF66"/>
              </a:solidFill>
              <a:ln w="12700">
                <a:solidFill>
                  <a:srgbClr val="333399"/>
                </a:solidFill>
                <a:miter lim="800000"/>
                <a:headEnd/>
                <a:tailEnd/>
              </a:ln>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源系统</a:t>
                </a:r>
              </a:p>
            </p:txBody>
          </p:sp>
        </p:grpSp>
      </p:grpSp>
      <p:grpSp>
        <p:nvGrpSpPr>
          <p:cNvPr id="27749" name="Group 101">
            <a:extLst>
              <a:ext uri="{FF2B5EF4-FFF2-40B4-BE49-F238E27FC236}">
                <a16:creationId xmlns:a16="http://schemas.microsoft.com/office/drawing/2014/main" id="{AF565EF3-84A0-8847-9A1F-0D8143359DA1}"/>
              </a:ext>
            </a:extLst>
          </p:cNvPr>
          <p:cNvGrpSpPr>
            <a:grpSpLocks/>
          </p:cNvGrpSpPr>
          <p:nvPr/>
        </p:nvGrpSpPr>
        <p:grpSpPr bwMode="auto">
          <a:xfrm>
            <a:off x="5392343" y="3200232"/>
            <a:ext cx="2130028" cy="275035"/>
            <a:chOff x="3491" y="2533"/>
            <a:chExt cx="1789" cy="231"/>
          </a:xfrm>
        </p:grpSpPr>
        <p:sp>
          <p:nvSpPr>
            <p:cNvPr id="27718" name="Line 70">
              <a:extLst>
                <a:ext uri="{FF2B5EF4-FFF2-40B4-BE49-F238E27FC236}">
                  <a16:creationId xmlns:a16="http://schemas.microsoft.com/office/drawing/2014/main" id="{6BB3BD9C-4371-6A47-8014-CA7ED1C559C4}"/>
                </a:ext>
              </a:extLst>
            </p:cNvPr>
            <p:cNvSpPr>
              <a:spLocks noChangeShapeType="1"/>
            </p:cNvSpPr>
            <p:nvPr/>
          </p:nvSpPr>
          <p:spPr bwMode="auto">
            <a:xfrm>
              <a:off x="3491" y="2660"/>
              <a:ext cx="1789" cy="0"/>
            </a:xfrm>
            <a:prstGeom prst="line">
              <a:avLst/>
            </a:prstGeom>
            <a:noFill/>
            <a:ln w="28575">
              <a:solidFill>
                <a:srgbClr val="333399"/>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71" name="Rectangle 73">
              <a:extLst>
                <a:ext uri="{FF2B5EF4-FFF2-40B4-BE49-F238E27FC236}">
                  <a16:creationId xmlns:a16="http://schemas.microsoft.com/office/drawing/2014/main" id="{E4117C53-4771-FA45-B38A-7C8C79473DBF}"/>
                </a:ext>
              </a:extLst>
            </p:cNvPr>
            <p:cNvSpPr>
              <a:spLocks noChangeArrowheads="1"/>
            </p:cNvSpPr>
            <p:nvPr/>
          </p:nvSpPr>
          <p:spPr bwMode="auto">
            <a:xfrm>
              <a:off x="4028" y="2533"/>
              <a:ext cx="712" cy="231"/>
            </a:xfrm>
            <a:prstGeom prst="rect">
              <a:avLst/>
            </a:prstGeom>
            <a:solidFill>
              <a:srgbClr val="FFCCFF"/>
            </a:solidFill>
            <a:ln w="12700">
              <a:solidFill>
                <a:srgbClr val="333399"/>
              </a:solidFill>
              <a:miter lim="800000"/>
              <a:headEnd/>
              <a:tailEnd/>
            </a:ln>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目的系统</a:t>
              </a:r>
            </a:p>
          </p:txBody>
        </p:sp>
      </p:grpSp>
      <p:grpSp>
        <p:nvGrpSpPr>
          <p:cNvPr id="27748" name="Group 100">
            <a:extLst>
              <a:ext uri="{FF2B5EF4-FFF2-40B4-BE49-F238E27FC236}">
                <a16:creationId xmlns:a16="http://schemas.microsoft.com/office/drawing/2014/main" id="{54E348AA-A912-E844-A4CA-5EE9C5778F85}"/>
              </a:ext>
            </a:extLst>
          </p:cNvPr>
          <p:cNvGrpSpPr>
            <a:grpSpLocks/>
          </p:cNvGrpSpPr>
          <p:nvPr/>
        </p:nvGrpSpPr>
        <p:grpSpPr bwMode="auto">
          <a:xfrm>
            <a:off x="3689749" y="2652540"/>
            <a:ext cx="1702594" cy="1294209"/>
            <a:chOff x="2061" y="2073"/>
            <a:chExt cx="1430" cy="1087"/>
          </a:xfrm>
        </p:grpSpPr>
        <p:sp>
          <p:nvSpPr>
            <p:cNvPr id="27717" name="Line 69">
              <a:extLst>
                <a:ext uri="{FF2B5EF4-FFF2-40B4-BE49-F238E27FC236}">
                  <a16:creationId xmlns:a16="http://schemas.microsoft.com/office/drawing/2014/main" id="{50A857AC-1191-3B4F-9913-EA9D9EF34A23}"/>
                </a:ext>
              </a:extLst>
            </p:cNvPr>
            <p:cNvSpPr>
              <a:spLocks noChangeShapeType="1"/>
            </p:cNvSpPr>
            <p:nvPr/>
          </p:nvSpPr>
          <p:spPr bwMode="auto">
            <a:xfrm>
              <a:off x="2061" y="2660"/>
              <a:ext cx="1430" cy="0"/>
            </a:xfrm>
            <a:prstGeom prst="line">
              <a:avLst/>
            </a:prstGeom>
            <a:noFill/>
            <a:ln w="28575">
              <a:solidFill>
                <a:srgbClr val="333399"/>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68" name="Rectangle 72">
              <a:extLst>
                <a:ext uri="{FF2B5EF4-FFF2-40B4-BE49-F238E27FC236}">
                  <a16:creationId xmlns:a16="http://schemas.microsoft.com/office/drawing/2014/main" id="{D3354296-6C88-8C45-B688-26587B7F749A}"/>
                </a:ext>
              </a:extLst>
            </p:cNvPr>
            <p:cNvSpPr>
              <a:spLocks noChangeArrowheads="1"/>
            </p:cNvSpPr>
            <p:nvPr/>
          </p:nvSpPr>
          <p:spPr bwMode="auto">
            <a:xfrm>
              <a:off x="2418" y="2533"/>
              <a:ext cx="734" cy="231"/>
            </a:xfrm>
            <a:prstGeom prst="rect">
              <a:avLst/>
            </a:prstGeom>
            <a:solidFill>
              <a:srgbClr val="CCFFFF"/>
            </a:solidFill>
            <a:ln w="12700">
              <a:solidFill>
                <a:srgbClr val="333399"/>
              </a:solidFill>
              <a:miter lim="800000"/>
              <a:headEnd/>
              <a:tailEnd/>
            </a:ln>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传输系统</a:t>
              </a:r>
            </a:p>
          </p:txBody>
        </p:sp>
        <p:sp>
          <p:nvSpPr>
            <p:cNvPr id="27722" name="Line 74">
              <a:extLst>
                <a:ext uri="{FF2B5EF4-FFF2-40B4-BE49-F238E27FC236}">
                  <a16:creationId xmlns:a16="http://schemas.microsoft.com/office/drawing/2014/main" id="{A4EA0D00-D3DB-D44E-9F67-397E8E227593}"/>
                </a:ext>
              </a:extLst>
            </p:cNvPr>
            <p:cNvSpPr>
              <a:spLocks noChangeShapeType="1"/>
            </p:cNvSpPr>
            <p:nvPr/>
          </p:nvSpPr>
          <p:spPr bwMode="auto">
            <a:xfrm flipH="1">
              <a:off x="3486" y="2073"/>
              <a:ext cx="5" cy="1087"/>
            </a:xfrm>
            <a:prstGeom prst="line">
              <a:avLst/>
            </a:prstGeom>
            <a:noFill/>
            <a:ln w="19050">
              <a:solidFill>
                <a:srgbClr val="333399"/>
              </a:solidFill>
              <a:prstDash val="dash"/>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grpSp>
      <p:pic>
        <p:nvPicPr>
          <p:cNvPr id="26660" name="Picture 75">
            <a:extLst>
              <a:ext uri="{FF2B5EF4-FFF2-40B4-BE49-F238E27FC236}">
                <a16:creationId xmlns:a16="http://schemas.microsoft.com/office/drawing/2014/main" id="{457860D5-1943-5245-855D-9566D2DBAAD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9043" y="2473947"/>
            <a:ext cx="639365" cy="397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61" name="Picture 76">
            <a:extLst>
              <a:ext uri="{FF2B5EF4-FFF2-40B4-BE49-F238E27FC236}">
                <a16:creationId xmlns:a16="http://schemas.microsoft.com/office/drawing/2014/main" id="{0C434227-161A-EA4C-9F4F-8C5F25AA2FBD}"/>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77039" y="2326309"/>
            <a:ext cx="532210" cy="502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7760" name="Group 112">
            <a:extLst>
              <a:ext uri="{FF2B5EF4-FFF2-40B4-BE49-F238E27FC236}">
                <a16:creationId xmlns:a16="http://schemas.microsoft.com/office/drawing/2014/main" id="{787E6C20-B465-A34E-8A2E-EEACE3EEE56E}"/>
              </a:ext>
            </a:extLst>
          </p:cNvPr>
          <p:cNvGrpSpPr>
            <a:grpSpLocks/>
          </p:cNvGrpSpPr>
          <p:nvPr/>
        </p:nvGrpSpPr>
        <p:grpSpPr bwMode="auto">
          <a:xfrm>
            <a:off x="7389020" y="3946752"/>
            <a:ext cx="461963" cy="953693"/>
            <a:chOff x="5168" y="3160"/>
            <a:chExt cx="388" cy="801"/>
          </a:xfrm>
        </p:grpSpPr>
        <p:sp>
          <p:nvSpPr>
            <p:cNvPr id="26665" name="Rectangle 6">
              <a:extLst>
                <a:ext uri="{FF2B5EF4-FFF2-40B4-BE49-F238E27FC236}">
                  <a16:creationId xmlns:a16="http://schemas.microsoft.com/office/drawing/2014/main" id="{E7271445-E86C-F747-BA5C-7B155E2A40D4}"/>
                </a:ext>
              </a:extLst>
            </p:cNvPr>
            <p:cNvSpPr>
              <a:spLocks noChangeArrowheads="1"/>
            </p:cNvSpPr>
            <p:nvPr/>
          </p:nvSpPr>
          <p:spPr bwMode="auto">
            <a:xfrm>
              <a:off x="5199" y="3207"/>
              <a:ext cx="357" cy="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ea typeface="宋体" panose="02010600030101010101" pitchFamily="2" charset="-122"/>
                </a:rPr>
                <a:t>输出信息</a:t>
              </a:r>
            </a:p>
          </p:txBody>
        </p:sp>
        <p:sp>
          <p:nvSpPr>
            <p:cNvPr id="27725" name="Line 77">
              <a:extLst>
                <a:ext uri="{FF2B5EF4-FFF2-40B4-BE49-F238E27FC236}">
                  <a16:creationId xmlns:a16="http://schemas.microsoft.com/office/drawing/2014/main" id="{A46483AF-50AC-A14A-95B3-D1C8105E4AEF}"/>
                </a:ext>
              </a:extLst>
            </p:cNvPr>
            <p:cNvSpPr>
              <a:spLocks noChangeShapeType="1"/>
            </p:cNvSpPr>
            <p:nvPr/>
          </p:nvSpPr>
          <p:spPr bwMode="auto">
            <a:xfrm>
              <a:off x="5168" y="3160"/>
              <a:ext cx="335" cy="0"/>
            </a:xfrm>
            <a:prstGeom prst="line">
              <a:avLst/>
            </a:prstGeom>
            <a:noFill/>
            <a:ln w="38100">
              <a:solidFill>
                <a:srgbClr val="333399"/>
              </a:solidFill>
              <a:round/>
              <a:headEnd/>
              <a:tailEnd type="triangle" w="med" len="lg"/>
            </a:ln>
            <a:effectLst/>
          </p:spPr>
          <p:txBody>
            <a:bodyPr/>
            <a:lstStyle/>
            <a:p>
              <a:pPr algn="ctr" eaLnBrk="1" hangingPunct="1">
                <a:defRPr/>
              </a:pPr>
              <a:endParaRPr lang="zh-CN" altLang="en-US">
                <a:latin typeface="Tahoma" charset="0"/>
                <a:ea typeface="宋体" charset="-122"/>
                <a:cs typeface="+mn-cs"/>
              </a:endParaRPr>
            </a:p>
          </p:txBody>
        </p:sp>
      </p:grpSp>
      <p:sp>
        <p:nvSpPr>
          <p:cNvPr id="27727" name="Rectangle 79">
            <a:extLst>
              <a:ext uri="{FF2B5EF4-FFF2-40B4-BE49-F238E27FC236}">
                <a16:creationId xmlns:a16="http://schemas.microsoft.com/office/drawing/2014/main" id="{FA84C3E4-27C3-B04E-9FD4-A77CD088DABA}"/>
              </a:ext>
            </a:extLst>
          </p:cNvPr>
          <p:cNvSpPr>
            <a:spLocks noChangeArrowheads="1"/>
          </p:cNvSpPr>
          <p:nvPr/>
        </p:nvSpPr>
        <p:spPr bwMode="auto">
          <a:xfrm>
            <a:off x="6861574" y="2829943"/>
            <a:ext cx="611981" cy="275076"/>
          </a:xfrm>
          <a:prstGeom prst="rect">
            <a:avLst/>
          </a:prstGeom>
          <a:noFill/>
          <a:ln>
            <a:noFill/>
          </a:ln>
          <a:effectLst/>
        </p:spPr>
        <p:txBody>
          <a:bodyPr lIns="67866" tIns="33338" rIns="67866" bIns="33338">
            <a:spAutoFit/>
          </a:bodyPr>
          <a:lstStyle>
            <a:lvl1pPr algn="l" defTabSz="762000">
              <a:defRPr>
                <a:solidFill>
                  <a:schemeClr val="tx1"/>
                </a:solidFill>
                <a:latin typeface="Arial" charset="0"/>
                <a:ea typeface="宋体" charset="-122"/>
              </a:defRPr>
            </a:lvl1pPr>
            <a:lvl2pPr marL="571500" algn="l" defTabSz="762000">
              <a:defRPr>
                <a:solidFill>
                  <a:schemeClr val="tx1"/>
                </a:solidFill>
                <a:latin typeface="Arial" charset="0"/>
                <a:ea typeface="宋体" charset="-122"/>
              </a:defRPr>
            </a:lvl2pPr>
            <a:lvl3pPr marL="1143000" algn="l" defTabSz="762000">
              <a:defRPr>
                <a:solidFill>
                  <a:schemeClr val="tx1"/>
                </a:solidFill>
                <a:latin typeface="Arial" charset="0"/>
                <a:ea typeface="宋体" charset="-122"/>
              </a:defRPr>
            </a:lvl3pPr>
            <a:lvl4pPr marL="1714500" algn="l" defTabSz="762000">
              <a:defRPr>
                <a:solidFill>
                  <a:schemeClr val="tx1"/>
                </a:solidFill>
                <a:latin typeface="Arial" charset="0"/>
                <a:ea typeface="宋体" charset="-122"/>
              </a:defRPr>
            </a:lvl4pPr>
            <a:lvl5pPr marL="2286000" algn="l"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333399"/>
                </a:solidFill>
                <a:ea typeface="黑体" charset="-122"/>
              </a:rPr>
              <a:t>PC</a:t>
            </a:r>
          </a:p>
        </p:txBody>
      </p:sp>
      <p:sp>
        <p:nvSpPr>
          <p:cNvPr id="26664" name="幻灯片编号占位符 1">
            <a:extLst>
              <a:ext uri="{FF2B5EF4-FFF2-40B4-BE49-F238E27FC236}">
                <a16:creationId xmlns:a16="http://schemas.microsoft.com/office/drawing/2014/main" id="{C15EC891-C5CA-5549-8DDC-2D94C5FB5DFD}"/>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2F5DD7C-E887-4646-9DEF-590EE5C32EDD}"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5</a:t>
            </a:fld>
            <a:endParaRPr lang="zh-CN" altLang="en-US" sz="1050">
              <a:solidFill>
                <a:srgbClr val="898989"/>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4605E204-A626-A245-82BD-1295344FFA90}"/>
              </a:ext>
            </a:extLst>
          </p:cNvPr>
          <p:cNvSpPr/>
          <p:nvPr/>
        </p:nvSpPr>
        <p:spPr>
          <a:xfrm>
            <a:off x="234159" y="1004412"/>
            <a:ext cx="4405373" cy="523220"/>
          </a:xfrm>
          <a:prstGeom prst="rect">
            <a:avLst/>
          </a:prstGeom>
        </p:spPr>
        <p:txBody>
          <a:bodyPr wrap="none">
            <a:spAutoFit/>
          </a:bodyPr>
          <a:lstStyle/>
          <a:p>
            <a:r>
              <a:rPr lang="en-US" altLang="zh-CN" sz="2800" dirty="0"/>
              <a:t>2.2.1 </a:t>
            </a:r>
            <a:r>
              <a:rPr lang="zh-CN" altLang="en-US" sz="2800" dirty="0"/>
              <a:t>数据通信系统的模型</a:t>
            </a:r>
            <a:r>
              <a:rPr lang="zh-CN" altLang="en-US" sz="2800" dirty="0">
                <a:latin typeface="Times New Roman" panose="02020603050405020304" pitchFamily="18" charset="0"/>
              </a:rPr>
              <a:t> </a:t>
            </a:r>
            <a:endParaRPr lang="zh-CN" altLang="en-US" sz="2800" dirty="0"/>
          </a:p>
        </p:txBody>
      </p:sp>
    </p:spTree>
    <p:extLst>
      <p:ext uri="{BB962C8B-B14F-4D97-AF65-F5344CB8AC3E}">
        <p14:creationId xmlns:p14="http://schemas.microsoft.com/office/powerpoint/2010/main" val="16854735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repeatCount="3000" fill="hold" nodeType="clickEffect">
                                  <p:stCondLst>
                                    <p:cond delay="0"/>
                                  </p:stCondLst>
                                  <p:childTnLst>
                                    <p:set>
                                      <p:cBhvr>
                                        <p:cTn id="6" dur="1" fill="hold">
                                          <p:stCondLst>
                                            <p:cond delay="0"/>
                                          </p:stCondLst>
                                        </p:cTn>
                                        <p:tgtEl>
                                          <p:spTgt spid="27761"/>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nodeType="afterEffect">
                                  <p:stCondLst>
                                    <p:cond delay="0"/>
                                  </p:stCondLst>
                                  <p:childTnLst>
                                    <p:anim calcmode="discrete" valueType="str">
                                      <p:cBhvr>
                                        <p:cTn id="9" dur="1000" fill="hold"/>
                                        <p:tgtEl>
                                          <p:spTgt spid="27761"/>
                                        </p:tgtEl>
                                        <p:attrNameLst>
                                          <p:attrName>style.visibility</p:attrName>
                                        </p:attrNameLst>
                                      </p:cBhvr>
                                      <p:tavLst>
                                        <p:tav tm="0">
                                          <p:val>
                                            <p:strVal val="hidden"/>
                                          </p:val>
                                        </p:tav>
                                        <p:tav tm="50000">
                                          <p:val>
                                            <p:strVal val="visible"/>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nodeType="clickEffect">
                                  <p:stCondLst>
                                    <p:cond delay="0"/>
                                  </p:stCondLst>
                                  <p:childTnLst>
                                    <p:set>
                                      <p:cBhvr>
                                        <p:cTn id="13" dur="1" fill="hold">
                                          <p:stCondLst>
                                            <p:cond delay="0"/>
                                          </p:stCondLst>
                                        </p:cTn>
                                        <p:tgtEl>
                                          <p:spTgt spid="27747"/>
                                        </p:tgtEl>
                                        <p:attrNameLst>
                                          <p:attrName>style.visibility</p:attrName>
                                        </p:attrNameLst>
                                      </p:cBhvr>
                                      <p:to>
                                        <p:strVal val="visible"/>
                                      </p:to>
                                    </p:set>
                                  </p:childTnLst>
                                </p:cTn>
                              </p:par>
                            </p:childTnLst>
                          </p:cTn>
                        </p:par>
                        <p:par>
                          <p:cTn id="14" fill="hold" nodeType="afterGroup">
                            <p:stCondLst>
                              <p:cond delay="0"/>
                            </p:stCondLst>
                            <p:childTnLst>
                              <p:par>
                                <p:cTn id="15" presetID="35" presetClass="emph" presetSubtype="0" repeatCount="3000" fill="hold" nodeType="afterEffect">
                                  <p:stCondLst>
                                    <p:cond delay="0"/>
                                  </p:stCondLst>
                                  <p:childTnLst>
                                    <p:anim calcmode="discrete" valueType="str">
                                      <p:cBhvr>
                                        <p:cTn id="16" dur="1000" fill="hold"/>
                                        <p:tgtEl>
                                          <p:spTgt spid="27747"/>
                                        </p:tgtEl>
                                        <p:attrNameLst>
                                          <p:attrName>style.visibility</p:attrName>
                                        </p:attrNameLst>
                                      </p:cBhvr>
                                      <p:tavLst>
                                        <p:tav tm="0">
                                          <p:val>
                                            <p:strVal val="hidden"/>
                                          </p:val>
                                        </p:tav>
                                        <p:tav tm="50000">
                                          <p:val>
                                            <p:strVal val="visible"/>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27748"/>
                                        </p:tgtEl>
                                        <p:attrNameLst>
                                          <p:attrName>style.visibility</p:attrName>
                                        </p:attrNameLst>
                                      </p:cBhvr>
                                      <p:to>
                                        <p:strVal val="visible"/>
                                      </p:to>
                                    </p:set>
                                  </p:childTnLst>
                                </p:cTn>
                              </p:par>
                            </p:childTnLst>
                          </p:cTn>
                        </p:par>
                        <p:par>
                          <p:cTn id="21" fill="hold" nodeType="afterGroup">
                            <p:stCondLst>
                              <p:cond delay="0"/>
                            </p:stCondLst>
                            <p:childTnLst>
                              <p:par>
                                <p:cTn id="22" presetID="35" presetClass="emph" presetSubtype="0" repeatCount="3000" fill="hold" nodeType="afterEffect">
                                  <p:stCondLst>
                                    <p:cond delay="0"/>
                                  </p:stCondLst>
                                  <p:childTnLst>
                                    <p:anim calcmode="discrete" valueType="str">
                                      <p:cBhvr>
                                        <p:cTn id="23" dur="1000" fill="hold"/>
                                        <p:tgtEl>
                                          <p:spTgt spid="27748"/>
                                        </p:tgtEl>
                                        <p:attrNameLst>
                                          <p:attrName>style.visibility</p:attrName>
                                        </p:attrNameLst>
                                      </p:cBhvr>
                                      <p:tavLst>
                                        <p:tav tm="0">
                                          <p:val>
                                            <p:strVal val="hidden"/>
                                          </p:val>
                                        </p:tav>
                                        <p:tav tm="50000">
                                          <p:val>
                                            <p:strVal val="visible"/>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27749"/>
                                        </p:tgtEl>
                                        <p:attrNameLst>
                                          <p:attrName>style.visibility</p:attrName>
                                        </p:attrNameLst>
                                      </p:cBhvr>
                                      <p:to>
                                        <p:strVal val="visible"/>
                                      </p:to>
                                    </p:set>
                                  </p:childTnLst>
                                </p:cTn>
                              </p:par>
                            </p:childTnLst>
                          </p:cTn>
                        </p:par>
                        <p:par>
                          <p:cTn id="28" fill="hold" nodeType="afterGroup">
                            <p:stCondLst>
                              <p:cond delay="0"/>
                            </p:stCondLst>
                            <p:childTnLst>
                              <p:par>
                                <p:cTn id="29" presetID="35" presetClass="emph" presetSubtype="0" repeatCount="3000" fill="hold" nodeType="afterEffect">
                                  <p:stCondLst>
                                    <p:cond delay="0"/>
                                  </p:stCondLst>
                                  <p:childTnLst>
                                    <p:anim calcmode="discrete" valueType="str">
                                      <p:cBhvr>
                                        <p:cTn id="30" dur="1000" fill="hold"/>
                                        <p:tgtEl>
                                          <p:spTgt spid="27749"/>
                                        </p:tgtEl>
                                        <p:attrNameLst>
                                          <p:attrName>style.visibility</p:attrName>
                                        </p:attrNameLst>
                                      </p:cBhvr>
                                      <p:tavLst>
                                        <p:tav tm="0">
                                          <p:val>
                                            <p:strVal val="hidden"/>
                                          </p:val>
                                        </p:tav>
                                        <p:tav tm="50000">
                                          <p:val>
                                            <p:strVal val="visible"/>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27750"/>
                                        </p:tgtEl>
                                        <p:attrNameLst>
                                          <p:attrName>style.visibility</p:attrName>
                                        </p:attrNameLst>
                                      </p:cBhvr>
                                      <p:to>
                                        <p:strVal val="visible"/>
                                      </p:to>
                                    </p:set>
                                  </p:childTnLst>
                                </p:cTn>
                              </p:par>
                            </p:childTnLst>
                          </p:cTn>
                        </p:par>
                        <p:par>
                          <p:cTn id="35" fill="hold" nodeType="afterGroup">
                            <p:stCondLst>
                              <p:cond delay="0"/>
                            </p:stCondLst>
                            <p:childTnLst>
                              <p:par>
                                <p:cTn id="36" presetID="1" presetClass="entr" presetSubtype="0" fill="hold" nodeType="afterEffect">
                                  <p:stCondLst>
                                    <p:cond delay="500"/>
                                  </p:stCondLst>
                                  <p:childTnLst>
                                    <p:set>
                                      <p:cBhvr>
                                        <p:cTn id="37" dur="1" fill="hold">
                                          <p:stCondLst>
                                            <p:cond delay="0"/>
                                          </p:stCondLst>
                                        </p:cTn>
                                        <p:tgtEl>
                                          <p:spTgt spid="27751"/>
                                        </p:tgtEl>
                                        <p:attrNameLst>
                                          <p:attrName>style.visibility</p:attrName>
                                        </p:attrNameLst>
                                      </p:cBhvr>
                                      <p:to>
                                        <p:strVal val="visible"/>
                                      </p:to>
                                    </p:set>
                                  </p:childTnLst>
                                </p:cTn>
                              </p:par>
                            </p:childTnLst>
                          </p:cTn>
                        </p:par>
                        <p:par>
                          <p:cTn id="38" fill="hold" nodeType="afterGroup">
                            <p:stCondLst>
                              <p:cond delay="500"/>
                            </p:stCondLst>
                            <p:childTnLst>
                              <p:par>
                                <p:cTn id="39" presetID="1" presetClass="entr" presetSubtype="0" fill="hold" nodeType="afterEffect">
                                  <p:stCondLst>
                                    <p:cond delay="1000"/>
                                  </p:stCondLst>
                                  <p:childTnLst>
                                    <p:set>
                                      <p:cBhvr>
                                        <p:cTn id="40" dur="1" fill="hold">
                                          <p:stCondLst>
                                            <p:cond delay="0"/>
                                          </p:stCondLst>
                                        </p:cTn>
                                        <p:tgtEl>
                                          <p:spTgt spid="27752"/>
                                        </p:tgtEl>
                                        <p:attrNameLst>
                                          <p:attrName>style.visibility</p:attrName>
                                        </p:attrNameLst>
                                      </p:cBhvr>
                                      <p:to>
                                        <p:strVal val="visible"/>
                                      </p:to>
                                    </p:set>
                                  </p:childTnLst>
                                </p:cTn>
                              </p:par>
                            </p:childTnLst>
                          </p:cTn>
                        </p:par>
                        <p:par>
                          <p:cTn id="41" fill="hold" nodeType="afterGroup">
                            <p:stCondLst>
                              <p:cond delay="1500"/>
                            </p:stCondLst>
                            <p:childTnLst>
                              <p:par>
                                <p:cTn id="42" presetID="1" presetClass="entr" presetSubtype="0" fill="hold" nodeType="afterEffect">
                                  <p:stCondLst>
                                    <p:cond delay="1000"/>
                                  </p:stCondLst>
                                  <p:childTnLst>
                                    <p:set>
                                      <p:cBhvr>
                                        <p:cTn id="43" dur="1" fill="hold">
                                          <p:stCondLst>
                                            <p:cond delay="0"/>
                                          </p:stCondLst>
                                        </p:cTn>
                                        <p:tgtEl>
                                          <p:spTgt spid="27753"/>
                                        </p:tgtEl>
                                        <p:attrNameLst>
                                          <p:attrName>style.visibility</p:attrName>
                                        </p:attrNameLst>
                                      </p:cBhvr>
                                      <p:to>
                                        <p:strVal val="visible"/>
                                      </p:to>
                                    </p:set>
                                  </p:childTnLst>
                                </p:cTn>
                              </p:par>
                            </p:childTnLst>
                          </p:cTn>
                        </p:par>
                        <p:par>
                          <p:cTn id="44" fill="hold" nodeType="afterGroup">
                            <p:stCondLst>
                              <p:cond delay="2500"/>
                            </p:stCondLst>
                            <p:childTnLst>
                              <p:par>
                                <p:cTn id="45" presetID="1" presetClass="entr" presetSubtype="0" fill="hold" nodeType="afterEffect">
                                  <p:stCondLst>
                                    <p:cond delay="1000"/>
                                  </p:stCondLst>
                                  <p:childTnLst>
                                    <p:set>
                                      <p:cBhvr>
                                        <p:cTn id="46" dur="1" fill="hold">
                                          <p:stCondLst>
                                            <p:cond delay="0"/>
                                          </p:stCondLst>
                                        </p:cTn>
                                        <p:tgtEl>
                                          <p:spTgt spid="27754"/>
                                        </p:tgtEl>
                                        <p:attrNameLst>
                                          <p:attrName>style.visibility</p:attrName>
                                        </p:attrNameLst>
                                      </p:cBhvr>
                                      <p:to>
                                        <p:strVal val="visible"/>
                                      </p:to>
                                    </p:set>
                                  </p:childTnLst>
                                </p:cTn>
                              </p:par>
                            </p:childTnLst>
                          </p:cTn>
                        </p:par>
                        <p:par>
                          <p:cTn id="47" fill="hold" nodeType="afterGroup">
                            <p:stCondLst>
                              <p:cond delay="3500"/>
                            </p:stCondLst>
                            <p:childTnLst>
                              <p:par>
                                <p:cTn id="48" presetID="1" presetClass="entr" presetSubtype="0" fill="hold" nodeType="afterEffect">
                                  <p:stCondLst>
                                    <p:cond delay="1000"/>
                                  </p:stCondLst>
                                  <p:childTnLst>
                                    <p:set>
                                      <p:cBhvr>
                                        <p:cTn id="49" dur="1" fill="hold">
                                          <p:stCondLst>
                                            <p:cond delay="0"/>
                                          </p:stCondLst>
                                        </p:cTn>
                                        <p:tgtEl>
                                          <p:spTgt spid="27755"/>
                                        </p:tgtEl>
                                        <p:attrNameLst>
                                          <p:attrName>style.visibility</p:attrName>
                                        </p:attrNameLst>
                                      </p:cBhvr>
                                      <p:to>
                                        <p:strVal val="visible"/>
                                      </p:to>
                                    </p:set>
                                  </p:childTnLst>
                                </p:cTn>
                              </p:par>
                            </p:childTnLst>
                          </p:cTn>
                        </p:par>
                        <p:par>
                          <p:cTn id="50" fill="hold" nodeType="afterGroup">
                            <p:stCondLst>
                              <p:cond delay="4500"/>
                            </p:stCondLst>
                            <p:childTnLst>
                              <p:par>
                                <p:cTn id="51" presetID="1" presetClass="entr" presetSubtype="0" fill="hold" nodeType="afterEffect">
                                  <p:stCondLst>
                                    <p:cond delay="1000"/>
                                  </p:stCondLst>
                                  <p:childTnLst>
                                    <p:set>
                                      <p:cBhvr>
                                        <p:cTn id="52" dur="1" fill="hold">
                                          <p:stCondLst>
                                            <p:cond delay="0"/>
                                          </p:stCondLst>
                                        </p:cTn>
                                        <p:tgtEl>
                                          <p:spTgt spid="27756"/>
                                        </p:tgtEl>
                                        <p:attrNameLst>
                                          <p:attrName>style.visibility</p:attrName>
                                        </p:attrNameLst>
                                      </p:cBhvr>
                                      <p:to>
                                        <p:strVal val="visible"/>
                                      </p:to>
                                    </p:set>
                                  </p:childTnLst>
                                </p:cTn>
                              </p:par>
                            </p:childTnLst>
                          </p:cTn>
                        </p:par>
                        <p:par>
                          <p:cTn id="53" fill="hold" nodeType="afterGroup">
                            <p:stCondLst>
                              <p:cond delay="5500"/>
                            </p:stCondLst>
                            <p:childTnLst>
                              <p:par>
                                <p:cTn id="54" presetID="1" presetClass="entr" presetSubtype="0" fill="hold" nodeType="afterEffect">
                                  <p:stCondLst>
                                    <p:cond delay="1000"/>
                                  </p:stCondLst>
                                  <p:childTnLst>
                                    <p:set>
                                      <p:cBhvr>
                                        <p:cTn id="55" dur="1" fill="hold">
                                          <p:stCondLst>
                                            <p:cond delay="0"/>
                                          </p:stCondLst>
                                        </p:cTn>
                                        <p:tgtEl>
                                          <p:spTgt spid="27757"/>
                                        </p:tgtEl>
                                        <p:attrNameLst>
                                          <p:attrName>style.visibility</p:attrName>
                                        </p:attrNameLst>
                                      </p:cBhvr>
                                      <p:to>
                                        <p:strVal val="visible"/>
                                      </p:to>
                                    </p:set>
                                  </p:childTnLst>
                                </p:cTn>
                              </p:par>
                            </p:childTnLst>
                          </p:cTn>
                        </p:par>
                        <p:par>
                          <p:cTn id="56" fill="hold" nodeType="afterGroup">
                            <p:stCondLst>
                              <p:cond delay="6500"/>
                            </p:stCondLst>
                            <p:childTnLst>
                              <p:par>
                                <p:cTn id="57" presetID="1" presetClass="entr" presetSubtype="0" fill="hold" nodeType="afterEffect">
                                  <p:stCondLst>
                                    <p:cond delay="1000"/>
                                  </p:stCondLst>
                                  <p:childTnLst>
                                    <p:set>
                                      <p:cBhvr>
                                        <p:cTn id="58" dur="1" fill="hold">
                                          <p:stCondLst>
                                            <p:cond delay="0"/>
                                          </p:stCondLst>
                                        </p:cTn>
                                        <p:tgtEl>
                                          <p:spTgt spid="27758"/>
                                        </p:tgtEl>
                                        <p:attrNameLst>
                                          <p:attrName>style.visibility</p:attrName>
                                        </p:attrNameLst>
                                      </p:cBhvr>
                                      <p:to>
                                        <p:strVal val="visible"/>
                                      </p:to>
                                    </p:set>
                                  </p:childTnLst>
                                </p:cTn>
                              </p:par>
                            </p:childTnLst>
                          </p:cTn>
                        </p:par>
                        <p:par>
                          <p:cTn id="59" fill="hold" nodeType="afterGroup">
                            <p:stCondLst>
                              <p:cond delay="7500"/>
                            </p:stCondLst>
                            <p:childTnLst>
                              <p:par>
                                <p:cTn id="60" presetID="1" presetClass="entr" presetSubtype="0" fill="hold" nodeType="afterEffect">
                                  <p:stCondLst>
                                    <p:cond delay="1000"/>
                                  </p:stCondLst>
                                  <p:childTnLst>
                                    <p:set>
                                      <p:cBhvr>
                                        <p:cTn id="61" dur="1" fill="hold">
                                          <p:stCondLst>
                                            <p:cond delay="0"/>
                                          </p:stCondLst>
                                        </p:cTn>
                                        <p:tgtEl>
                                          <p:spTgt spid="27759"/>
                                        </p:tgtEl>
                                        <p:attrNameLst>
                                          <p:attrName>style.visibility</p:attrName>
                                        </p:attrNameLst>
                                      </p:cBhvr>
                                      <p:to>
                                        <p:strVal val="visible"/>
                                      </p:to>
                                    </p:set>
                                  </p:childTnLst>
                                </p:cTn>
                              </p:par>
                            </p:childTnLst>
                          </p:cTn>
                        </p:par>
                        <p:par>
                          <p:cTn id="62" fill="hold" nodeType="afterGroup">
                            <p:stCondLst>
                              <p:cond delay="8500"/>
                            </p:stCondLst>
                            <p:childTnLst>
                              <p:par>
                                <p:cTn id="63" presetID="1" presetClass="entr" presetSubtype="0" fill="hold" nodeType="afterEffect">
                                  <p:stCondLst>
                                    <p:cond delay="1000"/>
                                  </p:stCondLst>
                                  <p:childTnLst>
                                    <p:set>
                                      <p:cBhvr>
                                        <p:cTn id="64" dur="1" fill="hold">
                                          <p:stCondLst>
                                            <p:cond delay="0"/>
                                          </p:stCondLst>
                                        </p:cTn>
                                        <p:tgtEl>
                                          <p:spTgt spid="277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F2E37C2F-B93B-204A-BF63-5069E92BFB52}"/>
              </a:ext>
            </a:extLst>
          </p:cNvPr>
          <p:cNvSpPr>
            <a:spLocks noGrp="1" noChangeArrowheads="1"/>
          </p:cNvSpPr>
          <p:nvPr>
            <p:ph type="title"/>
          </p:nvPr>
        </p:nvSpPr>
        <p:spPr>
          <a:xfrm>
            <a:off x="194310" y="250033"/>
            <a:ext cx="6998256" cy="607218"/>
          </a:xfrm>
        </p:spPr>
        <p:txBody>
          <a:bodyPr/>
          <a:lstStyle/>
          <a:p>
            <a:pPr eaLnBrk="1" hangingPunct="1"/>
            <a:r>
              <a:rPr lang="zh-CN" altLang="en-US" dirty="0">
                <a:latin typeface="Times New Roman" panose="02020603050405020304" pitchFamily="18" charset="0"/>
                <a:ea typeface="宋体" panose="02010600030101010101" pitchFamily="2" charset="-122"/>
              </a:rPr>
              <a:t>几个术语</a:t>
            </a:r>
          </a:p>
        </p:txBody>
      </p:sp>
      <p:sp>
        <p:nvSpPr>
          <p:cNvPr id="28675" name="Rectangle 3">
            <a:extLst>
              <a:ext uri="{FF2B5EF4-FFF2-40B4-BE49-F238E27FC236}">
                <a16:creationId xmlns:a16="http://schemas.microsoft.com/office/drawing/2014/main" id="{C88F189A-520A-454A-A2B4-8A21B0B7EC91}"/>
              </a:ext>
            </a:extLst>
          </p:cNvPr>
          <p:cNvSpPr>
            <a:spLocks noGrp="1" noChangeArrowheads="1"/>
          </p:cNvSpPr>
          <p:nvPr>
            <p:ph type="body" idx="1"/>
          </p:nvPr>
        </p:nvSpPr>
        <p:spPr>
          <a:xfrm>
            <a:off x="194310" y="1097280"/>
            <a:ext cx="8698229" cy="3472339"/>
          </a:xfrm>
        </p:spPr>
        <p:txBody>
          <a:bodyPr/>
          <a:lstStyle/>
          <a:p>
            <a:pPr eaLnBrk="1" hangingPunct="1">
              <a:lnSpc>
                <a:spcPct val="120000"/>
              </a:lnSpc>
            </a:pPr>
            <a:r>
              <a:rPr lang="zh-CN" altLang="en-US" dirty="0">
                <a:ea typeface="宋体" panose="02010600030101010101" pitchFamily="2" charset="-122"/>
              </a:rPr>
              <a:t>数据</a:t>
            </a:r>
            <a:r>
              <a:rPr lang="en-US" altLang="zh-CN" dirty="0">
                <a:ea typeface="宋体" panose="02010600030101010101" pitchFamily="2" charset="-122"/>
              </a:rPr>
              <a:t>(data)——</a:t>
            </a:r>
            <a:r>
              <a:rPr lang="zh-CN" altLang="en-US" dirty="0">
                <a:ea typeface="宋体" panose="02010600030101010101" pitchFamily="2" charset="-122"/>
              </a:rPr>
              <a:t>运送消息的实体。</a:t>
            </a:r>
          </a:p>
          <a:p>
            <a:pPr eaLnBrk="1" hangingPunct="1">
              <a:lnSpc>
                <a:spcPct val="120000"/>
              </a:lnSpc>
            </a:pPr>
            <a:r>
              <a:rPr lang="zh-CN" altLang="en-US" dirty="0">
                <a:ea typeface="宋体" panose="02010600030101010101" pitchFamily="2" charset="-122"/>
              </a:rPr>
              <a:t>信号</a:t>
            </a:r>
            <a:r>
              <a:rPr lang="en-US" altLang="zh-CN" dirty="0">
                <a:ea typeface="宋体" panose="02010600030101010101" pitchFamily="2" charset="-122"/>
              </a:rPr>
              <a:t>(signal)——</a:t>
            </a:r>
            <a:r>
              <a:rPr lang="zh-CN" altLang="en-US" dirty="0">
                <a:ea typeface="宋体" panose="02010600030101010101" pitchFamily="2" charset="-122"/>
              </a:rPr>
              <a:t>数据的电气的或电磁的表现。 </a:t>
            </a:r>
          </a:p>
          <a:p>
            <a:pPr eaLnBrk="1" hangingPunct="1">
              <a:lnSpc>
                <a:spcPct val="120000"/>
              </a:lnSpc>
            </a:pPr>
            <a:r>
              <a:rPr lang="zh-CN" altLang="en-US" dirty="0">
                <a:ea typeface="宋体" panose="02010600030101010101" pitchFamily="2" charset="-122"/>
              </a:rPr>
              <a:t>模拟的</a:t>
            </a:r>
            <a:r>
              <a:rPr lang="en-US" altLang="zh-CN" dirty="0">
                <a:ea typeface="宋体" panose="02010600030101010101" pitchFamily="2" charset="-122"/>
              </a:rPr>
              <a:t>(analogous)——</a:t>
            </a:r>
            <a:r>
              <a:rPr lang="zh-CN" altLang="en-US" dirty="0">
                <a:ea typeface="宋体" panose="02010600030101010101" pitchFamily="2" charset="-122"/>
              </a:rPr>
              <a:t>代表消息的参数的取值是连续的。 </a:t>
            </a:r>
          </a:p>
          <a:p>
            <a:pPr eaLnBrk="1" hangingPunct="1">
              <a:lnSpc>
                <a:spcPct val="120000"/>
              </a:lnSpc>
            </a:pPr>
            <a:r>
              <a:rPr lang="zh-CN" altLang="en-US" dirty="0">
                <a:ea typeface="宋体" panose="02010600030101010101" pitchFamily="2" charset="-122"/>
              </a:rPr>
              <a:t>数字的</a:t>
            </a:r>
            <a:r>
              <a:rPr lang="en-US" altLang="zh-CN" dirty="0">
                <a:ea typeface="宋体" panose="02010600030101010101" pitchFamily="2" charset="-122"/>
              </a:rPr>
              <a:t>(digital)——</a:t>
            </a:r>
            <a:r>
              <a:rPr lang="zh-CN" altLang="en-US" dirty="0">
                <a:ea typeface="宋体" panose="02010600030101010101" pitchFamily="2" charset="-122"/>
              </a:rPr>
              <a:t>代表消息的参数的取值是离散的。 </a:t>
            </a:r>
          </a:p>
          <a:p>
            <a:pPr eaLnBrk="1" hangingPunct="1">
              <a:lnSpc>
                <a:spcPct val="120000"/>
              </a:lnSpc>
            </a:pPr>
            <a:r>
              <a:rPr lang="zh-CN" altLang="en-US" dirty="0">
                <a:ea typeface="宋体" panose="02010600030101010101" pitchFamily="2" charset="-122"/>
              </a:rPr>
              <a:t>码元</a:t>
            </a:r>
            <a:r>
              <a:rPr lang="en-US" altLang="zh-CN" dirty="0">
                <a:ea typeface="宋体" panose="02010600030101010101" pitchFamily="2" charset="-122"/>
              </a:rPr>
              <a:t>(code)——</a:t>
            </a:r>
            <a:r>
              <a:rPr lang="zh-CN" altLang="en-US" dirty="0">
                <a:ea typeface="宋体" panose="02010600030101010101" pitchFamily="2" charset="-122"/>
              </a:rPr>
              <a:t>在使用时间域（或简称为时域）的波形表示数字信号时，代表不同离散数值的基本波形。</a:t>
            </a:r>
          </a:p>
        </p:txBody>
      </p:sp>
      <p:sp>
        <p:nvSpPr>
          <p:cNvPr id="2" name="幻灯片编号占位符 1">
            <a:extLst>
              <a:ext uri="{FF2B5EF4-FFF2-40B4-BE49-F238E27FC236}">
                <a16:creationId xmlns:a16="http://schemas.microsoft.com/office/drawing/2014/main" id="{574CB40E-B2ED-294C-AAD7-D8619EA05805}"/>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ECF9DEE-9C9D-9843-A91B-45090EFA57C8}"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6</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572418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67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67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67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C3709300-9EBB-1B43-B5A1-09C405BF3D18}"/>
              </a:ext>
            </a:extLst>
          </p:cNvPr>
          <p:cNvSpPr>
            <a:spLocks noGrp="1" noChangeArrowheads="1"/>
          </p:cNvSpPr>
          <p:nvPr>
            <p:ph type="title"/>
          </p:nvPr>
        </p:nvSpPr>
        <p:spPr>
          <a:xfrm>
            <a:off x="174070" y="158591"/>
            <a:ext cx="8158400" cy="675799"/>
          </a:xfrm>
        </p:spPr>
        <p:txBody>
          <a:bodyPr/>
          <a:lstStyle/>
          <a:p>
            <a:pPr eaLnBrk="1" hangingPunct="1"/>
            <a:r>
              <a:rPr lang="en-US" altLang="zh-CN" dirty="0">
                <a:latin typeface="Times New Roman" panose="02020603050405020304" pitchFamily="18" charset="0"/>
                <a:ea typeface="宋体" panose="02010600030101010101" pitchFamily="2" charset="-122"/>
              </a:rPr>
              <a:t> 2.2.2  </a:t>
            </a:r>
            <a:r>
              <a:rPr lang="zh-CN" altLang="en-US" dirty="0">
                <a:latin typeface="Times New Roman" panose="02020603050405020304" pitchFamily="18" charset="0"/>
                <a:ea typeface="宋体" panose="02010600030101010101" pitchFamily="2" charset="-122"/>
              </a:rPr>
              <a:t>有关信号的几个基本概念</a:t>
            </a:r>
          </a:p>
        </p:txBody>
      </p:sp>
      <p:sp>
        <p:nvSpPr>
          <p:cNvPr id="30723" name="Rectangle 3">
            <a:extLst>
              <a:ext uri="{FF2B5EF4-FFF2-40B4-BE49-F238E27FC236}">
                <a16:creationId xmlns:a16="http://schemas.microsoft.com/office/drawing/2014/main" id="{32072D67-A96E-0441-A1ED-D27192C5177C}"/>
              </a:ext>
            </a:extLst>
          </p:cNvPr>
          <p:cNvSpPr>
            <a:spLocks noGrp="1" noChangeArrowheads="1"/>
          </p:cNvSpPr>
          <p:nvPr>
            <p:ph type="body" idx="1"/>
          </p:nvPr>
        </p:nvSpPr>
        <p:spPr>
          <a:xfrm>
            <a:off x="274320" y="1085850"/>
            <a:ext cx="8583930" cy="3754042"/>
          </a:xfrm>
        </p:spPr>
        <p:txBody>
          <a:bodyPr/>
          <a:lstStyle/>
          <a:p>
            <a:pPr eaLnBrk="1" hangingPunct="1">
              <a:lnSpc>
                <a:spcPct val="90000"/>
              </a:lnSpc>
              <a:spcBef>
                <a:spcPct val="35000"/>
              </a:spcBef>
              <a:spcAft>
                <a:spcPct val="15000"/>
              </a:spcAft>
            </a:pPr>
            <a:r>
              <a:rPr lang="zh-CN" altLang="en-US" dirty="0">
                <a:solidFill>
                  <a:schemeClr val="hlink"/>
                </a:solidFill>
                <a:latin typeface="Times New Roman" panose="02020603050405020304" pitchFamily="18" charset="0"/>
                <a:ea typeface="宋体" panose="02010600030101010101" pitchFamily="2" charset="-122"/>
              </a:rPr>
              <a:t>单向通信</a:t>
            </a:r>
            <a:r>
              <a:rPr lang="zh-CN" altLang="en-US" dirty="0">
                <a:latin typeface="Times New Roman" panose="02020603050405020304" pitchFamily="18" charset="0"/>
                <a:ea typeface="宋体" panose="02010600030101010101" pitchFamily="2" charset="-122"/>
              </a:rPr>
              <a:t>（单工通信）</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只能有一个方向的通信而没有反方向的交互。</a:t>
            </a:r>
          </a:p>
          <a:p>
            <a:pPr eaLnBrk="1" hangingPunct="1">
              <a:lnSpc>
                <a:spcPct val="90000"/>
              </a:lnSpc>
              <a:spcBef>
                <a:spcPct val="35000"/>
              </a:spcBef>
              <a:spcAft>
                <a:spcPct val="15000"/>
              </a:spcAft>
            </a:pPr>
            <a:r>
              <a:rPr lang="zh-CN" altLang="en-US" dirty="0">
                <a:solidFill>
                  <a:schemeClr val="hlink"/>
                </a:solidFill>
                <a:latin typeface="Times New Roman" panose="02020603050405020304" pitchFamily="18" charset="0"/>
                <a:ea typeface="宋体" panose="02010600030101010101" pitchFamily="2" charset="-122"/>
              </a:rPr>
              <a:t>双向交替通信</a:t>
            </a:r>
            <a:r>
              <a:rPr lang="zh-CN" altLang="en-US" dirty="0">
                <a:latin typeface="Times New Roman" panose="02020603050405020304" pitchFamily="18" charset="0"/>
                <a:ea typeface="宋体" panose="02010600030101010101" pitchFamily="2" charset="-122"/>
              </a:rPr>
              <a:t>（半双工通信）</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通信的双方都可以发送信息，但不能双方同时发送</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当然也就不能同时接收</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p>
          <a:p>
            <a:pPr eaLnBrk="1" hangingPunct="1">
              <a:lnSpc>
                <a:spcPct val="90000"/>
              </a:lnSpc>
              <a:spcBef>
                <a:spcPct val="35000"/>
              </a:spcBef>
              <a:spcAft>
                <a:spcPct val="15000"/>
              </a:spcAft>
            </a:pPr>
            <a:r>
              <a:rPr lang="zh-CN" altLang="en-US" dirty="0">
                <a:solidFill>
                  <a:schemeClr val="hlink"/>
                </a:solidFill>
                <a:latin typeface="Times New Roman" panose="02020603050405020304" pitchFamily="18" charset="0"/>
                <a:ea typeface="宋体" panose="02010600030101010101" pitchFamily="2" charset="-122"/>
              </a:rPr>
              <a:t>双向同时通信</a:t>
            </a:r>
            <a:r>
              <a:rPr lang="zh-CN" altLang="en-US" dirty="0">
                <a:latin typeface="Times New Roman" panose="02020603050405020304" pitchFamily="18" charset="0"/>
                <a:ea typeface="宋体" panose="02010600030101010101" pitchFamily="2" charset="-122"/>
              </a:rPr>
              <a:t>（全双工通信）</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通信的双方可以同时发送和接收信息。 </a:t>
            </a:r>
          </a:p>
        </p:txBody>
      </p:sp>
      <p:sp>
        <p:nvSpPr>
          <p:cNvPr id="2" name="幻灯片编号占位符 1">
            <a:extLst>
              <a:ext uri="{FF2B5EF4-FFF2-40B4-BE49-F238E27FC236}">
                <a16:creationId xmlns:a16="http://schemas.microsoft.com/office/drawing/2014/main" id="{87668AAD-48FD-BB49-8C64-966120652163}"/>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84B8E9F-085D-334E-B257-8158DCBFDFEA}"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7</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9642657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7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165D1607-E4F8-AF4B-84AE-2E8239298EFA}"/>
              </a:ext>
            </a:extLst>
          </p:cNvPr>
          <p:cNvSpPr>
            <a:spLocks noGrp="1" noChangeArrowheads="1"/>
          </p:cNvSpPr>
          <p:nvPr>
            <p:ph type="title"/>
          </p:nvPr>
        </p:nvSpPr>
        <p:spPr>
          <a:xfrm>
            <a:off x="160021" y="160735"/>
            <a:ext cx="7690962" cy="719375"/>
          </a:xfrm>
        </p:spPr>
        <p:txBody>
          <a:bodyPr/>
          <a:lstStyle/>
          <a:p>
            <a:pPr eaLnBrk="1" hangingPunct="1"/>
            <a:r>
              <a:rPr lang="zh-CN" altLang="en-US" dirty="0">
                <a:latin typeface="Times New Roman" panose="02020603050405020304" pitchFamily="18" charset="0"/>
                <a:ea typeface="宋体" panose="02010600030101010101" pitchFamily="2" charset="-122"/>
              </a:rPr>
              <a:t>基带</a:t>
            </a:r>
            <a:r>
              <a:rPr lang="en-US" altLang="zh-CN" dirty="0">
                <a:latin typeface="Times New Roman" panose="02020603050405020304" pitchFamily="18" charset="0"/>
                <a:ea typeface="宋体" panose="02010600030101010101" pitchFamily="2" charset="-122"/>
              </a:rPr>
              <a:t>(baseband)</a:t>
            </a:r>
            <a:r>
              <a:rPr lang="zh-CN" altLang="en-US" dirty="0">
                <a:latin typeface="Times New Roman" panose="02020603050405020304" pitchFamily="18" charset="0"/>
                <a:ea typeface="宋体" panose="02010600030101010101" pitchFamily="2" charset="-122"/>
              </a:rPr>
              <a:t>信号和带通</a:t>
            </a:r>
            <a:r>
              <a:rPr lang="en-US" altLang="zh-CN" dirty="0">
                <a:latin typeface="Times New Roman" panose="02020603050405020304" pitchFamily="18" charset="0"/>
                <a:ea typeface="宋体" panose="02010600030101010101" pitchFamily="2" charset="-122"/>
              </a:rPr>
              <a:t>(band pass)</a:t>
            </a:r>
            <a:r>
              <a:rPr lang="zh-CN" altLang="en-US" dirty="0">
                <a:latin typeface="Times New Roman" panose="02020603050405020304" pitchFamily="18" charset="0"/>
                <a:ea typeface="宋体" panose="02010600030101010101" pitchFamily="2" charset="-122"/>
              </a:rPr>
              <a:t>信号 </a:t>
            </a:r>
          </a:p>
        </p:txBody>
      </p:sp>
      <p:sp>
        <p:nvSpPr>
          <p:cNvPr id="120835" name="Rectangle 3">
            <a:extLst>
              <a:ext uri="{FF2B5EF4-FFF2-40B4-BE49-F238E27FC236}">
                <a16:creationId xmlns:a16="http://schemas.microsoft.com/office/drawing/2014/main" id="{6C9BA787-767F-3946-B390-F1B65DDC15F8}"/>
              </a:ext>
            </a:extLst>
          </p:cNvPr>
          <p:cNvSpPr>
            <a:spLocks noGrp="1" noChangeArrowheads="1"/>
          </p:cNvSpPr>
          <p:nvPr>
            <p:ph type="body" idx="1"/>
          </p:nvPr>
        </p:nvSpPr>
        <p:spPr>
          <a:xfrm>
            <a:off x="160020" y="1085850"/>
            <a:ext cx="8778239" cy="3754042"/>
          </a:xfrm>
        </p:spPr>
        <p:txBody>
          <a:bodyPr/>
          <a:lstStyle/>
          <a:p>
            <a:pPr eaLnBrk="1" hangingPunct="1">
              <a:spcBef>
                <a:spcPct val="35000"/>
              </a:spcBef>
              <a:spcAft>
                <a:spcPct val="15000"/>
              </a:spcAft>
            </a:pPr>
            <a:r>
              <a:rPr lang="zh-CN" altLang="en-US" dirty="0">
                <a:solidFill>
                  <a:schemeClr val="hlink"/>
                </a:solidFill>
                <a:ea typeface="宋体" panose="02010600030101010101" pitchFamily="2" charset="-122"/>
              </a:rPr>
              <a:t>基带信号</a:t>
            </a:r>
            <a:r>
              <a:rPr lang="zh-CN" altLang="en-US" dirty="0">
                <a:ea typeface="宋体" panose="02010600030101010101" pitchFamily="2" charset="-122"/>
              </a:rPr>
              <a:t>（即基本频带信号）</a:t>
            </a:r>
            <a:r>
              <a:rPr lang="en-US" altLang="zh-CN" dirty="0">
                <a:ea typeface="宋体" panose="02010600030101010101" pitchFamily="2" charset="-122"/>
              </a:rPr>
              <a:t>——</a:t>
            </a:r>
            <a:r>
              <a:rPr lang="zh-CN" altLang="en-US" dirty="0">
                <a:ea typeface="宋体" panose="02010600030101010101" pitchFamily="2" charset="-122"/>
              </a:rPr>
              <a:t>来自信源的信号。像计算机输出的代表各种文字或图像文件的数据信号都属于基带信号。</a:t>
            </a:r>
          </a:p>
          <a:p>
            <a:pPr eaLnBrk="1" hangingPunct="1">
              <a:spcBef>
                <a:spcPct val="35000"/>
              </a:spcBef>
              <a:spcAft>
                <a:spcPct val="15000"/>
              </a:spcAft>
            </a:pPr>
            <a:r>
              <a:rPr lang="zh-CN" altLang="en-US" dirty="0">
                <a:ea typeface="宋体" panose="02010600030101010101" pitchFamily="2" charset="-122"/>
              </a:rPr>
              <a:t>基带信号往往包含有较多的低频成分，甚至有直流成分，而许多信道并不能传输这种低频分量或直流分量。因此必须对基带信号进行</a:t>
            </a:r>
            <a:r>
              <a:rPr lang="zh-CN" altLang="en-US" dirty="0">
                <a:solidFill>
                  <a:schemeClr val="hlink"/>
                </a:solidFill>
                <a:ea typeface="宋体" panose="02010600030101010101" pitchFamily="2" charset="-122"/>
              </a:rPr>
              <a:t>调制</a:t>
            </a:r>
            <a:r>
              <a:rPr lang="en-US" altLang="zh-CN" dirty="0">
                <a:ea typeface="宋体" panose="02010600030101010101" pitchFamily="2" charset="-122"/>
              </a:rPr>
              <a:t>(modulation)</a:t>
            </a:r>
            <a:r>
              <a:rPr lang="zh-CN" altLang="en-US" dirty="0">
                <a:ea typeface="宋体" panose="02010600030101010101" pitchFamily="2" charset="-122"/>
              </a:rPr>
              <a:t>。   </a:t>
            </a:r>
          </a:p>
          <a:p>
            <a:pPr eaLnBrk="1" hangingPunct="1">
              <a:spcBef>
                <a:spcPct val="35000"/>
              </a:spcBef>
              <a:spcAft>
                <a:spcPct val="15000"/>
              </a:spcAft>
            </a:pPr>
            <a:r>
              <a:rPr lang="zh-CN" altLang="en-US" dirty="0">
                <a:solidFill>
                  <a:schemeClr val="hlink"/>
                </a:solidFill>
                <a:ea typeface="宋体" panose="02010600030101010101" pitchFamily="2" charset="-122"/>
              </a:rPr>
              <a:t>通带信号</a:t>
            </a:r>
            <a:r>
              <a:rPr lang="en-US" altLang="zh-CN" dirty="0">
                <a:solidFill>
                  <a:schemeClr val="tx2"/>
                </a:solidFill>
                <a:ea typeface="宋体" panose="02010600030101010101" pitchFamily="2" charset="-122"/>
              </a:rPr>
              <a:t>——</a:t>
            </a:r>
            <a:r>
              <a:rPr lang="zh-CN" altLang="en-US" dirty="0">
                <a:ea typeface="宋体" panose="02010600030101010101" pitchFamily="2" charset="-122"/>
              </a:rPr>
              <a:t>把基带信号经过载波调制后，把信号的频率范围搬移到较高的频段以便在信道中传输（即仅在一段频率范围内能够通过信道）。 </a:t>
            </a:r>
          </a:p>
        </p:txBody>
      </p:sp>
      <p:sp>
        <p:nvSpPr>
          <p:cNvPr id="32771" name="幻灯片编号占位符 1">
            <a:extLst>
              <a:ext uri="{FF2B5EF4-FFF2-40B4-BE49-F238E27FC236}">
                <a16:creationId xmlns:a16="http://schemas.microsoft.com/office/drawing/2014/main" id="{FB2F4A1F-D7B5-C842-880F-898AE3C1412D}"/>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2DB9259-B544-BC40-A6D1-48E50318203F}"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8</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2124026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08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5"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灯片编号占位符 3">
            <a:extLst>
              <a:ext uri="{FF2B5EF4-FFF2-40B4-BE49-F238E27FC236}">
                <a16:creationId xmlns:a16="http://schemas.microsoft.com/office/drawing/2014/main" id="{4338ACD6-9FF0-7444-B22A-7DFB0F5FF12D}"/>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2E1D1ED-A1D4-D740-AAE3-84341E6D207E}"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9</a:t>
            </a:fld>
            <a:endParaRPr lang="en-US" altLang="zh-CN" sz="1050">
              <a:solidFill>
                <a:schemeClr val="bg2"/>
              </a:solidFill>
              <a:latin typeface="Tahoma" panose="020B0604030504040204" pitchFamily="34" charset="0"/>
              <a:ea typeface="宋体" panose="02010600030101010101" pitchFamily="2" charset="-122"/>
            </a:endParaRPr>
          </a:p>
        </p:txBody>
      </p:sp>
      <p:sp>
        <p:nvSpPr>
          <p:cNvPr id="34818" name="Rectangle 2">
            <a:extLst>
              <a:ext uri="{FF2B5EF4-FFF2-40B4-BE49-F238E27FC236}">
                <a16:creationId xmlns:a16="http://schemas.microsoft.com/office/drawing/2014/main" id="{7ECD72DD-D0D0-AB4E-8408-5C377BB90F8A}"/>
              </a:ext>
            </a:extLst>
          </p:cNvPr>
          <p:cNvSpPr>
            <a:spLocks noGrp="1" noChangeArrowheads="1"/>
          </p:cNvSpPr>
          <p:nvPr>
            <p:ph type="title"/>
          </p:nvPr>
        </p:nvSpPr>
        <p:spPr>
          <a:xfrm>
            <a:off x="160020" y="303609"/>
            <a:ext cx="6268403" cy="628650"/>
          </a:xfrm>
        </p:spPr>
        <p:txBody>
          <a:bodyPr/>
          <a:lstStyle/>
          <a:p>
            <a:pPr eaLnBrk="1" hangingPunct="1"/>
            <a:r>
              <a:rPr lang="zh-CN" altLang="en-US">
                <a:latin typeface="微软雅黑" panose="020B0503020204020204" pitchFamily="34" charset="-122"/>
                <a:ea typeface="宋体" panose="02010600030101010101" pitchFamily="2" charset="-122"/>
              </a:rPr>
              <a:t>基带信号和宽带信号 </a:t>
            </a:r>
          </a:p>
        </p:txBody>
      </p:sp>
      <p:sp>
        <p:nvSpPr>
          <p:cNvPr id="310275" name="Rectangle 3">
            <a:extLst>
              <a:ext uri="{FF2B5EF4-FFF2-40B4-BE49-F238E27FC236}">
                <a16:creationId xmlns:a16="http://schemas.microsoft.com/office/drawing/2014/main" id="{1105D034-3601-E34B-A86F-222E22E0CE85}"/>
              </a:ext>
            </a:extLst>
          </p:cNvPr>
          <p:cNvSpPr>
            <a:spLocks noGrp="1" noChangeArrowheads="1"/>
          </p:cNvSpPr>
          <p:nvPr>
            <p:ph type="body" idx="1"/>
          </p:nvPr>
        </p:nvSpPr>
        <p:spPr>
          <a:xfrm>
            <a:off x="285750" y="1062990"/>
            <a:ext cx="8583930" cy="3776901"/>
          </a:xfrm>
        </p:spPr>
        <p:txBody>
          <a:bodyPr/>
          <a:lstStyle/>
          <a:p>
            <a:pPr eaLnBrk="1" hangingPunct="1">
              <a:lnSpc>
                <a:spcPct val="90000"/>
              </a:lnSpc>
              <a:spcBef>
                <a:spcPct val="35000"/>
              </a:spcBef>
              <a:spcAft>
                <a:spcPct val="15000"/>
              </a:spcAft>
            </a:pPr>
            <a:r>
              <a:rPr lang="zh-CN" altLang="en-US" dirty="0">
                <a:solidFill>
                  <a:schemeClr val="hlink"/>
                </a:solidFill>
                <a:latin typeface="微软雅黑" panose="020B0503020204020204" pitchFamily="34" charset="-122"/>
                <a:ea typeface="宋体" panose="02010600030101010101" pitchFamily="2" charset="-122"/>
              </a:rPr>
              <a:t>基带信号</a:t>
            </a:r>
            <a:r>
              <a:rPr lang="en-US" altLang="zh-CN" sz="1800" dirty="0">
                <a:latin typeface="微软雅黑" panose="020B0503020204020204" pitchFamily="34" charset="-122"/>
                <a:ea typeface="宋体" panose="02010600030101010101" pitchFamily="2" charset="-122"/>
              </a:rPr>
              <a:t>(baseband)</a:t>
            </a:r>
            <a:r>
              <a:rPr lang="zh-CN" altLang="en-US" dirty="0">
                <a:latin typeface="微软雅黑" panose="020B0503020204020204" pitchFamily="34" charset="-122"/>
                <a:ea typeface="宋体" panose="02010600030101010101" pitchFamily="2" charset="-122"/>
              </a:rPr>
              <a:t>就是将数字信号 </a:t>
            </a:r>
            <a:r>
              <a:rPr lang="en-US" altLang="zh-CN" dirty="0">
                <a:latin typeface="微软雅黑" panose="020B0503020204020204" pitchFamily="34" charset="-122"/>
                <a:ea typeface="宋体" panose="02010600030101010101" pitchFamily="2" charset="-122"/>
              </a:rPr>
              <a:t>1 </a:t>
            </a:r>
            <a:r>
              <a:rPr lang="zh-CN" altLang="en-US" dirty="0">
                <a:latin typeface="微软雅黑" panose="020B0503020204020204" pitchFamily="34" charset="-122"/>
                <a:ea typeface="宋体" panose="02010600030101010101" pitchFamily="2" charset="-122"/>
              </a:rPr>
              <a:t>或 </a:t>
            </a:r>
            <a:r>
              <a:rPr lang="en-US" altLang="zh-CN" dirty="0">
                <a:latin typeface="微软雅黑" panose="020B0503020204020204" pitchFamily="34" charset="-122"/>
                <a:ea typeface="宋体" panose="02010600030101010101" pitchFamily="2" charset="-122"/>
              </a:rPr>
              <a:t>0 </a:t>
            </a:r>
            <a:r>
              <a:rPr lang="zh-CN" altLang="en-US" dirty="0">
                <a:latin typeface="微软雅黑" panose="020B0503020204020204" pitchFamily="34" charset="-122"/>
                <a:ea typeface="宋体" panose="02010600030101010101" pitchFamily="2" charset="-122"/>
              </a:rPr>
              <a:t>直接用两种不同的电压来表示，然后送到线路上去传输。 </a:t>
            </a:r>
          </a:p>
          <a:p>
            <a:pPr eaLnBrk="1" hangingPunct="1">
              <a:lnSpc>
                <a:spcPct val="90000"/>
              </a:lnSpc>
              <a:spcBef>
                <a:spcPct val="35000"/>
              </a:spcBef>
              <a:spcAft>
                <a:spcPct val="15000"/>
              </a:spcAft>
            </a:pPr>
            <a:r>
              <a:rPr lang="zh-CN" altLang="en-US" dirty="0">
                <a:solidFill>
                  <a:schemeClr val="hlink"/>
                </a:solidFill>
                <a:latin typeface="微软雅黑" panose="020B0503020204020204" pitchFamily="34" charset="-122"/>
                <a:ea typeface="宋体" panose="02010600030101010101" pitchFamily="2" charset="-122"/>
              </a:rPr>
              <a:t>宽带信号</a:t>
            </a:r>
            <a:r>
              <a:rPr lang="en-US" altLang="zh-CN" sz="1800" dirty="0">
                <a:latin typeface="微软雅黑" panose="020B0503020204020204" pitchFamily="34" charset="-122"/>
                <a:ea typeface="宋体" panose="02010600030101010101" pitchFamily="2" charset="-122"/>
              </a:rPr>
              <a:t>(broadband)</a:t>
            </a:r>
            <a:r>
              <a:rPr lang="zh-CN" altLang="en-US" dirty="0">
                <a:latin typeface="微软雅黑" panose="020B0503020204020204" pitchFamily="34" charset="-122"/>
                <a:ea typeface="宋体" panose="02010600030101010101" pitchFamily="2" charset="-122"/>
              </a:rPr>
              <a:t>则是将基带信号进行调制后形成的频分复用模拟信号。</a:t>
            </a:r>
            <a:endParaRPr lang="en-US" altLang="zh-CN" dirty="0">
              <a:latin typeface="微软雅黑" panose="020B0503020204020204" pitchFamily="34" charset="-122"/>
              <a:ea typeface="宋体" panose="02010600030101010101" pitchFamily="2" charset="-122"/>
            </a:endParaRPr>
          </a:p>
          <a:p>
            <a:pPr eaLnBrk="1" hangingPunct="1">
              <a:lnSpc>
                <a:spcPct val="90000"/>
              </a:lnSpc>
              <a:spcBef>
                <a:spcPct val="35000"/>
              </a:spcBef>
              <a:spcAft>
                <a:spcPct val="15000"/>
              </a:spcAft>
            </a:pPr>
            <a:r>
              <a:rPr lang="zh-CN" altLang="en-US" dirty="0">
                <a:solidFill>
                  <a:schemeClr val="hlink"/>
                </a:solidFill>
                <a:latin typeface="微软雅黑" panose="020B0503020204020204" pitchFamily="34" charset="-122"/>
                <a:ea typeface="宋体" panose="02010600030101010101" pitchFamily="2" charset="-122"/>
              </a:rPr>
              <a:t>通带信号</a:t>
            </a:r>
            <a:r>
              <a:rPr lang="en-US" altLang="zh-CN" sz="1800" dirty="0">
                <a:latin typeface="微软雅黑" panose="020B0503020204020204" pitchFamily="34" charset="-122"/>
                <a:ea typeface="宋体" panose="02010600030101010101" pitchFamily="2" charset="-122"/>
              </a:rPr>
              <a:t>(passband)</a:t>
            </a:r>
            <a:r>
              <a:rPr lang="zh-CN" altLang="en-US" dirty="0">
                <a:latin typeface="微软雅黑" panose="020B0503020204020204" pitchFamily="34" charset="-122"/>
                <a:ea typeface="宋体" panose="02010600030101010101" pitchFamily="2" charset="-122"/>
              </a:rPr>
              <a:t>被搬移到某个更大频率范围的信号。</a:t>
            </a:r>
            <a:endParaRPr lang="en-US" altLang="zh-CN" dirty="0">
              <a:latin typeface="微软雅黑" panose="020B0503020204020204" pitchFamily="34" charset="-122"/>
              <a:ea typeface="宋体" panose="02010600030101010101" pitchFamily="2" charset="-122"/>
            </a:endParaRPr>
          </a:p>
          <a:p>
            <a:pPr eaLnBrk="1" hangingPunct="1">
              <a:lnSpc>
                <a:spcPct val="90000"/>
              </a:lnSpc>
              <a:spcBef>
                <a:spcPct val="35000"/>
              </a:spcBef>
              <a:spcAft>
                <a:spcPct val="15000"/>
              </a:spcAft>
            </a:pPr>
            <a:endParaRPr lang="zh-CN" altLang="en-US" dirty="0">
              <a:latin typeface="微软雅黑" panose="020B0503020204020204" pitchFamily="34" charset="-122"/>
              <a:ea typeface="宋体" panose="02010600030101010101" pitchFamily="2" charset="-122"/>
            </a:endParaRPr>
          </a:p>
        </p:txBody>
      </p:sp>
    </p:spTree>
    <p:extLst>
      <p:ext uri="{BB962C8B-B14F-4D97-AF65-F5344CB8AC3E}">
        <p14:creationId xmlns:p14="http://schemas.microsoft.com/office/powerpoint/2010/main" val="12953980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027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027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0275"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CA2585FB-99B0-E540-BA90-DB8D568E869B}"/>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几种最基本的调制方法 </a:t>
            </a:r>
          </a:p>
        </p:txBody>
      </p:sp>
      <p:sp>
        <p:nvSpPr>
          <p:cNvPr id="246787" name="Rectangle 3">
            <a:extLst>
              <a:ext uri="{FF2B5EF4-FFF2-40B4-BE49-F238E27FC236}">
                <a16:creationId xmlns:a16="http://schemas.microsoft.com/office/drawing/2014/main" id="{4ECB3FE2-CED5-9E40-A1D9-3618D11865BD}"/>
              </a:ext>
            </a:extLst>
          </p:cNvPr>
          <p:cNvSpPr>
            <a:spLocks noGrp="1" noChangeArrowheads="1"/>
          </p:cNvSpPr>
          <p:nvPr>
            <p:ph type="body" idx="1"/>
          </p:nvPr>
        </p:nvSpPr>
        <p:spPr>
          <a:xfrm>
            <a:off x="240030" y="1062990"/>
            <a:ext cx="8698486" cy="3830479"/>
          </a:xfrm>
        </p:spPr>
        <p:txBody>
          <a:bodyPr/>
          <a:lstStyle/>
          <a:p>
            <a:pPr eaLnBrk="1" hangingPunct="1"/>
            <a:r>
              <a:rPr lang="zh-CN" altLang="en-US" dirty="0">
                <a:latin typeface="Times New Roman" panose="02020603050405020304" pitchFamily="18" charset="0"/>
                <a:ea typeface="宋体" panose="02010600030101010101" pitchFamily="2" charset="-122"/>
              </a:rPr>
              <a:t>基带信号往往包含有较多的低频成分，甚至有直流成分，而许多信道并不能传输这种低频分量或直流分量。为了解决这一问题，就必须对基带信号进行</a:t>
            </a:r>
            <a:r>
              <a:rPr lang="zh-CN" altLang="en-US" dirty="0">
                <a:solidFill>
                  <a:schemeClr val="hlink"/>
                </a:solidFill>
                <a:latin typeface="Times New Roman" panose="02020603050405020304" pitchFamily="18" charset="0"/>
                <a:ea typeface="宋体" panose="02010600030101010101" pitchFamily="2" charset="-122"/>
              </a:rPr>
              <a:t>调制</a:t>
            </a:r>
            <a:r>
              <a:rPr lang="en-US" altLang="zh-CN" dirty="0">
                <a:latin typeface="Times New Roman" panose="02020603050405020304" pitchFamily="18" charset="0"/>
                <a:ea typeface="宋体" panose="02010600030101010101" pitchFamily="2" charset="-122"/>
              </a:rPr>
              <a:t>(modulation)</a:t>
            </a:r>
            <a:r>
              <a:rPr lang="zh-CN" altLang="en-US" dirty="0">
                <a:latin typeface="Times New Roman" panose="02020603050405020304" pitchFamily="18" charset="0"/>
                <a:ea typeface="宋体" panose="02010600030101010101" pitchFamily="2" charset="-122"/>
              </a:rPr>
              <a:t>。 </a:t>
            </a:r>
          </a:p>
          <a:p>
            <a:pPr eaLnBrk="1" hangingPunct="1"/>
            <a:r>
              <a:rPr lang="zh-CN" altLang="en-US" dirty="0">
                <a:latin typeface="Times New Roman" panose="02020603050405020304" pitchFamily="18" charset="0"/>
                <a:ea typeface="宋体" panose="02010600030101010101" pitchFamily="2" charset="-122"/>
              </a:rPr>
              <a:t>最基本的二元制调制方法有以下几种：</a:t>
            </a:r>
          </a:p>
          <a:p>
            <a:pPr lvl="1" eaLnBrk="1" hangingPunct="1"/>
            <a:r>
              <a:rPr lang="zh-CN" altLang="en-US" dirty="0">
                <a:solidFill>
                  <a:schemeClr val="hlink"/>
                </a:solidFill>
                <a:latin typeface="Arial" panose="020B0604020202020204" pitchFamily="34" charset="0"/>
                <a:ea typeface="宋体" panose="02010600030101010101" pitchFamily="2" charset="-122"/>
              </a:rPr>
              <a:t>调幅</a:t>
            </a:r>
            <a:r>
              <a:rPr lang="en-US" altLang="zh-CN" dirty="0">
                <a:solidFill>
                  <a:srgbClr val="333399"/>
                </a:solidFill>
                <a:latin typeface="Arial" panose="020B0604020202020204" pitchFamily="34" charset="0"/>
                <a:ea typeface="宋体" panose="02010600030101010101" pitchFamily="2" charset="-122"/>
              </a:rPr>
              <a:t>(AM)</a:t>
            </a:r>
            <a:r>
              <a:rPr lang="zh-CN" altLang="en-US" dirty="0">
                <a:solidFill>
                  <a:srgbClr val="333399"/>
                </a:solidFill>
                <a:latin typeface="Arial" panose="020B0604020202020204" pitchFamily="34" charset="0"/>
                <a:ea typeface="宋体" panose="02010600030101010101" pitchFamily="2" charset="-122"/>
              </a:rPr>
              <a:t>：载波的振幅随基带数字信号而变化。 </a:t>
            </a:r>
          </a:p>
          <a:p>
            <a:pPr lvl="1" eaLnBrk="1" hangingPunct="1"/>
            <a:r>
              <a:rPr lang="zh-CN" altLang="en-US" dirty="0">
                <a:solidFill>
                  <a:schemeClr val="hlink"/>
                </a:solidFill>
                <a:latin typeface="Arial" panose="020B0604020202020204" pitchFamily="34" charset="0"/>
                <a:ea typeface="宋体" panose="02010600030101010101" pitchFamily="2" charset="-122"/>
              </a:rPr>
              <a:t>调频</a:t>
            </a:r>
            <a:r>
              <a:rPr lang="en-US" altLang="zh-CN" dirty="0">
                <a:solidFill>
                  <a:srgbClr val="333399"/>
                </a:solidFill>
                <a:latin typeface="Arial" panose="020B0604020202020204" pitchFamily="34" charset="0"/>
                <a:ea typeface="宋体" panose="02010600030101010101" pitchFamily="2" charset="-122"/>
              </a:rPr>
              <a:t>(FM)</a:t>
            </a:r>
            <a:r>
              <a:rPr lang="zh-CN" altLang="en-US" dirty="0">
                <a:solidFill>
                  <a:srgbClr val="333399"/>
                </a:solidFill>
                <a:latin typeface="Arial" panose="020B0604020202020204" pitchFamily="34" charset="0"/>
                <a:ea typeface="宋体" panose="02010600030101010101" pitchFamily="2" charset="-122"/>
              </a:rPr>
              <a:t>：载波的频率随基带数字信号而变化。</a:t>
            </a:r>
          </a:p>
          <a:p>
            <a:pPr lvl="1" eaLnBrk="1" hangingPunct="1"/>
            <a:r>
              <a:rPr lang="zh-CN" altLang="en-US" dirty="0">
                <a:solidFill>
                  <a:schemeClr val="hlink"/>
                </a:solidFill>
                <a:latin typeface="Arial" panose="020B0604020202020204" pitchFamily="34" charset="0"/>
                <a:ea typeface="宋体" panose="02010600030101010101" pitchFamily="2" charset="-122"/>
              </a:rPr>
              <a:t>调相</a:t>
            </a:r>
            <a:r>
              <a:rPr lang="en-US" altLang="zh-CN" dirty="0">
                <a:solidFill>
                  <a:srgbClr val="333399"/>
                </a:solidFill>
                <a:latin typeface="Arial" panose="020B0604020202020204" pitchFamily="34" charset="0"/>
                <a:ea typeface="宋体" panose="02010600030101010101" pitchFamily="2" charset="-122"/>
              </a:rPr>
              <a:t>(PM) </a:t>
            </a:r>
            <a:r>
              <a:rPr lang="zh-CN" altLang="en-US" dirty="0">
                <a:solidFill>
                  <a:srgbClr val="333399"/>
                </a:solidFill>
                <a:latin typeface="Arial" panose="020B0604020202020204" pitchFamily="34" charset="0"/>
                <a:ea typeface="宋体" panose="02010600030101010101" pitchFamily="2" charset="-122"/>
              </a:rPr>
              <a:t>：载波的初始相位随基带数字信号而变化。</a:t>
            </a:r>
            <a:r>
              <a:rPr lang="zh-CN" altLang="en-US" dirty="0">
                <a:latin typeface="Times New Roman" panose="02020603050405020304" pitchFamily="18" charset="0"/>
                <a:ea typeface="宋体" panose="02010600030101010101" pitchFamily="2" charset="-122"/>
              </a:rPr>
              <a:t>  </a:t>
            </a:r>
          </a:p>
        </p:txBody>
      </p:sp>
      <p:sp>
        <p:nvSpPr>
          <p:cNvPr id="36867" name="幻灯片编号占位符 1">
            <a:extLst>
              <a:ext uri="{FF2B5EF4-FFF2-40B4-BE49-F238E27FC236}">
                <a16:creationId xmlns:a16="http://schemas.microsoft.com/office/drawing/2014/main" id="{6FAA3E7C-EF2C-9147-A97C-C7DA4C7A44CD}"/>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02458D5-8737-7946-A0A2-A6E02ADFC640}"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10</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9957349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6787">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6787">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6787">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67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74CE545A-E17A-504C-AAEF-5BF37E95BA08}"/>
              </a:ext>
            </a:extLst>
          </p:cNvPr>
          <p:cNvSpPr>
            <a:spLocks noGrp="1" noChangeArrowheads="1"/>
          </p:cNvSpPr>
          <p:nvPr>
            <p:ph type="title"/>
          </p:nvPr>
        </p:nvSpPr>
        <p:spPr>
          <a:xfrm>
            <a:off x="196690" y="152400"/>
            <a:ext cx="7432835" cy="726709"/>
          </a:xfrm>
        </p:spPr>
        <p:txBody>
          <a:bodyPr/>
          <a:lstStyle/>
          <a:p>
            <a:pPr eaLnBrk="1" hangingPunct="1"/>
            <a:r>
              <a:rPr lang="zh-CN" altLang="en-US" dirty="0">
                <a:latin typeface="Times New Roman" panose="02020603050405020304" pitchFamily="18" charset="0"/>
                <a:ea typeface="宋体" panose="02010600030101010101" pitchFamily="2" charset="-122"/>
              </a:rPr>
              <a:t>对基带数字信号的几种调制方法 </a:t>
            </a:r>
          </a:p>
        </p:txBody>
      </p:sp>
      <p:sp>
        <p:nvSpPr>
          <p:cNvPr id="248835" name="Rectangle 3">
            <a:extLst>
              <a:ext uri="{FF2B5EF4-FFF2-40B4-BE49-F238E27FC236}">
                <a16:creationId xmlns:a16="http://schemas.microsoft.com/office/drawing/2014/main" id="{DF799700-F030-9C42-B7BE-5F173EE0DC07}"/>
              </a:ext>
            </a:extLst>
          </p:cNvPr>
          <p:cNvSpPr>
            <a:spLocks noChangeArrowheads="1"/>
          </p:cNvSpPr>
          <p:nvPr/>
        </p:nvSpPr>
        <p:spPr bwMode="auto">
          <a:xfrm>
            <a:off x="2436019" y="1722835"/>
            <a:ext cx="265298" cy="344326"/>
          </a:xfrm>
          <a:prstGeom prst="rect">
            <a:avLst/>
          </a:prstGeom>
          <a:noFill/>
          <a:ln>
            <a:noFill/>
          </a:ln>
          <a:effectLst/>
        </p:spPr>
        <p:txBody>
          <a:bodyPr wrap="none" lIns="67866" tIns="33338" rIns="67866" bIns="33338">
            <a:spAutoFit/>
          </a:bodyPr>
          <a:lstStyle>
            <a:lvl1pPr algn="l" defTabSz="762000">
              <a:defRPr>
                <a:solidFill>
                  <a:schemeClr val="tx1"/>
                </a:solidFill>
                <a:latin typeface="Arial" charset="0"/>
                <a:ea typeface="宋体" charset="-122"/>
              </a:defRPr>
            </a:lvl1pPr>
            <a:lvl2pPr marL="571500" algn="l" defTabSz="762000">
              <a:defRPr>
                <a:solidFill>
                  <a:schemeClr val="tx1"/>
                </a:solidFill>
                <a:latin typeface="Arial" charset="0"/>
                <a:ea typeface="宋体" charset="-122"/>
              </a:defRPr>
            </a:lvl2pPr>
            <a:lvl3pPr marL="1143000" algn="l" defTabSz="762000">
              <a:defRPr>
                <a:solidFill>
                  <a:schemeClr val="tx1"/>
                </a:solidFill>
                <a:latin typeface="Arial" charset="0"/>
                <a:ea typeface="宋体" charset="-122"/>
              </a:defRPr>
            </a:lvl3pPr>
            <a:lvl4pPr marL="1714500" algn="l" defTabSz="762000">
              <a:defRPr>
                <a:solidFill>
                  <a:schemeClr val="tx1"/>
                </a:solidFill>
                <a:latin typeface="Arial" charset="0"/>
                <a:ea typeface="宋体" charset="-122"/>
              </a:defRPr>
            </a:lvl4pPr>
            <a:lvl5pPr marL="2286000" algn="l"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b="1">
                <a:solidFill>
                  <a:srgbClr val="333399"/>
                </a:solidFill>
                <a:cs typeface="+mn-cs"/>
              </a:rPr>
              <a:t>0</a:t>
            </a:r>
          </a:p>
        </p:txBody>
      </p:sp>
      <p:sp>
        <p:nvSpPr>
          <p:cNvPr id="248836" name="Rectangle 4">
            <a:extLst>
              <a:ext uri="{FF2B5EF4-FFF2-40B4-BE49-F238E27FC236}">
                <a16:creationId xmlns:a16="http://schemas.microsoft.com/office/drawing/2014/main" id="{31539FEC-BAE9-D340-8399-66FEB254903A}"/>
              </a:ext>
            </a:extLst>
          </p:cNvPr>
          <p:cNvSpPr>
            <a:spLocks noChangeArrowheads="1"/>
          </p:cNvSpPr>
          <p:nvPr/>
        </p:nvSpPr>
        <p:spPr bwMode="auto">
          <a:xfrm>
            <a:off x="2996804" y="1722835"/>
            <a:ext cx="265298" cy="344326"/>
          </a:xfrm>
          <a:prstGeom prst="rect">
            <a:avLst/>
          </a:prstGeom>
          <a:noFill/>
          <a:ln>
            <a:noFill/>
          </a:ln>
          <a:effectLst/>
        </p:spPr>
        <p:txBody>
          <a:bodyPr wrap="none" lIns="67866" tIns="33338" rIns="67866" bIns="33338">
            <a:spAutoFit/>
          </a:bodyPr>
          <a:lstStyle>
            <a:lvl1pPr algn="l" defTabSz="762000">
              <a:defRPr>
                <a:solidFill>
                  <a:schemeClr val="tx1"/>
                </a:solidFill>
                <a:latin typeface="Arial" charset="0"/>
                <a:ea typeface="宋体" charset="-122"/>
              </a:defRPr>
            </a:lvl1pPr>
            <a:lvl2pPr marL="571500" algn="l" defTabSz="762000">
              <a:defRPr>
                <a:solidFill>
                  <a:schemeClr val="tx1"/>
                </a:solidFill>
                <a:latin typeface="Arial" charset="0"/>
                <a:ea typeface="宋体" charset="-122"/>
              </a:defRPr>
            </a:lvl2pPr>
            <a:lvl3pPr marL="1143000" algn="l" defTabSz="762000">
              <a:defRPr>
                <a:solidFill>
                  <a:schemeClr val="tx1"/>
                </a:solidFill>
                <a:latin typeface="Arial" charset="0"/>
                <a:ea typeface="宋体" charset="-122"/>
              </a:defRPr>
            </a:lvl3pPr>
            <a:lvl4pPr marL="1714500" algn="l" defTabSz="762000">
              <a:defRPr>
                <a:solidFill>
                  <a:schemeClr val="tx1"/>
                </a:solidFill>
                <a:latin typeface="Arial" charset="0"/>
                <a:ea typeface="宋体" charset="-122"/>
              </a:defRPr>
            </a:lvl4pPr>
            <a:lvl5pPr marL="2286000" algn="l"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b="1">
                <a:solidFill>
                  <a:srgbClr val="333399"/>
                </a:solidFill>
                <a:cs typeface="+mn-cs"/>
              </a:rPr>
              <a:t>1</a:t>
            </a:r>
          </a:p>
        </p:txBody>
      </p:sp>
      <p:sp>
        <p:nvSpPr>
          <p:cNvPr id="248837" name="Rectangle 5">
            <a:extLst>
              <a:ext uri="{FF2B5EF4-FFF2-40B4-BE49-F238E27FC236}">
                <a16:creationId xmlns:a16="http://schemas.microsoft.com/office/drawing/2014/main" id="{B8CD8A7B-3A96-3044-9C67-2201191CE996}"/>
              </a:ext>
            </a:extLst>
          </p:cNvPr>
          <p:cNvSpPr>
            <a:spLocks noChangeArrowheads="1"/>
          </p:cNvSpPr>
          <p:nvPr/>
        </p:nvSpPr>
        <p:spPr bwMode="auto">
          <a:xfrm>
            <a:off x="3557587" y="1722835"/>
            <a:ext cx="265298" cy="344326"/>
          </a:xfrm>
          <a:prstGeom prst="rect">
            <a:avLst/>
          </a:prstGeom>
          <a:noFill/>
          <a:ln>
            <a:noFill/>
          </a:ln>
          <a:effectLst/>
        </p:spPr>
        <p:txBody>
          <a:bodyPr wrap="none" lIns="67866" tIns="33338" rIns="67866" bIns="33338">
            <a:spAutoFit/>
          </a:bodyPr>
          <a:lstStyle>
            <a:lvl1pPr algn="l" defTabSz="762000">
              <a:defRPr>
                <a:solidFill>
                  <a:schemeClr val="tx1"/>
                </a:solidFill>
                <a:latin typeface="Arial" charset="0"/>
                <a:ea typeface="宋体" charset="-122"/>
              </a:defRPr>
            </a:lvl1pPr>
            <a:lvl2pPr marL="571500" algn="l" defTabSz="762000">
              <a:defRPr>
                <a:solidFill>
                  <a:schemeClr val="tx1"/>
                </a:solidFill>
                <a:latin typeface="Arial" charset="0"/>
                <a:ea typeface="宋体" charset="-122"/>
              </a:defRPr>
            </a:lvl2pPr>
            <a:lvl3pPr marL="1143000" algn="l" defTabSz="762000">
              <a:defRPr>
                <a:solidFill>
                  <a:schemeClr val="tx1"/>
                </a:solidFill>
                <a:latin typeface="Arial" charset="0"/>
                <a:ea typeface="宋体" charset="-122"/>
              </a:defRPr>
            </a:lvl3pPr>
            <a:lvl4pPr marL="1714500" algn="l" defTabSz="762000">
              <a:defRPr>
                <a:solidFill>
                  <a:schemeClr val="tx1"/>
                </a:solidFill>
                <a:latin typeface="Arial" charset="0"/>
                <a:ea typeface="宋体" charset="-122"/>
              </a:defRPr>
            </a:lvl4pPr>
            <a:lvl5pPr marL="2286000" algn="l"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b="1">
                <a:solidFill>
                  <a:srgbClr val="333399"/>
                </a:solidFill>
                <a:cs typeface="+mn-cs"/>
              </a:rPr>
              <a:t>0</a:t>
            </a:r>
          </a:p>
        </p:txBody>
      </p:sp>
      <p:sp>
        <p:nvSpPr>
          <p:cNvPr id="248838" name="Rectangle 6">
            <a:extLst>
              <a:ext uri="{FF2B5EF4-FFF2-40B4-BE49-F238E27FC236}">
                <a16:creationId xmlns:a16="http://schemas.microsoft.com/office/drawing/2014/main" id="{FDA5F890-7128-664D-8E2A-DCED7C1EAC90}"/>
              </a:ext>
            </a:extLst>
          </p:cNvPr>
          <p:cNvSpPr>
            <a:spLocks noChangeArrowheads="1"/>
          </p:cNvSpPr>
          <p:nvPr/>
        </p:nvSpPr>
        <p:spPr bwMode="auto">
          <a:xfrm>
            <a:off x="4154091" y="1722835"/>
            <a:ext cx="265298" cy="344326"/>
          </a:xfrm>
          <a:prstGeom prst="rect">
            <a:avLst/>
          </a:prstGeom>
          <a:noFill/>
          <a:ln>
            <a:noFill/>
          </a:ln>
          <a:effectLst/>
        </p:spPr>
        <p:txBody>
          <a:bodyPr wrap="none" lIns="67866" tIns="33338" rIns="67866" bIns="33338">
            <a:spAutoFit/>
          </a:bodyPr>
          <a:lstStyle>
            <a:lvl1pPr algn="l" defTabSz="762000">
              <a:defRPr>
                <a:solidFill>
                  <a:schemeClr val="tx1"/>
                </a:solidFill>
                <a:latin typeface="Arial" charset="0"/>
                <a:ea typeface="宋体" charset="-122"/>
              </a:defRPr>
            </a:lvl1pPr>
            <a:lvl2pPr marL="571500" algn="l" defTabSz="762000">
              <a:defRPr>
                <a:solidFill>
                  <a:schemeClr val="tx1"/>
                </a:solidFill>
                <a:latin typeface="Arial" charset="0"/>
                <a:ea typeface="宋体" charset="-122"/>
              </a:defRPr>
            </a:lvl2pPr>
            <a:lvl3pPr marL="1143000" algn="l" defTabSz="762000">
              <a:defRPr>
                <a:solidFill>
                  <a:schemeClr val="tx1"/>
                </a:solidFill>
                <a:latin typeface="Arial" charset="0"/>
                <a:ea typeface="宋体" charset="-122"/>
              </a:defRPr>
            </a:lvl3pPr>
            <a:lvl4pPr marL="1714500" algn="l" defTabSz="762000">
              <a:defRPr>
                <a:solidFill>
                  <a:schemeClr val="tx1"/>
                </a:solidFill>
                <a:latin typeface="Arial" charset="0"/>
                <a:ea typeface="宋体" charset="-122"/>
              </a:defRPr>
            </a:lvl4pPr>
            <a:lvl5pPr marL="2286000" algn="l"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b="1">
                <a:solidFill>
                  <a:srgbClr val="333399"/>
                </a:solidFill>
                <a:cs typeface="+mn-cs"/>
              </a:rPr>
              <a:t>0</a:t>
            </a:r>
          </a:p>
        </p:txBody>
      </p:sp>
      <p:sp>
        <p:nvSpPr>
          <p:cNvPr id="248839" name="Rectangle 7">
            <a:extLst>
              <a:ext uri="{FF2B5EF4-FFF2-40B4-BE49-F238E27FC236}">
                <a16:creationId xmlns:a16="http://schemas.microsoft.com/office/drawing/2014/main" id="{8FF9ED18-9C96-BA4A-B698-82F43AB29DFE}"/>
              </a:ext>
            </a:extLst>
          </p:cNvPr>
          <p:cNvSpPr>
            <a:spLocks noChangeArrowheads="1"/>
          </p:cNvSpPr>
          <p:nvPr/>
        </p:nvSpPr>
        <p:spPr bwMode="auto">
          <a:xfrm>
            <a:off x="4714875" y="1722835"/>
            <a:ext cx="265298" cy="344326"/>
          </a:xfrm>
          <a:prstGeom prst="rect">
            <a:avLst/>
          </a:prstGeom>
          <a:noFill/>
          <a:ln>
            <a:noFill/>
          </a:ln>
          <a:effectLst/>
        </p:spPr>
        <p:txBody>
          <a:bodyPr wrap="none" lIns="67866" tIns="33338" rIns="67866" bIns="33338">
            <a:spAutoFit/>
          </a:bodyPr>
          <a:lstStyle>
            <a:lvl1pPr algn="l" defTabSz="762000">
              <a:defRPr>
                <a:solidFill>
                  <a:schemeClr val="tx1"/>
                </a:solidFill>
                <a:latin typeface="Arial" charset="0"/>
                <a:ea typeface="宋体" charset="-122"/>
              </a:defRPr>
            </a:lvl1pPr>
            <a:lvl2pPr marL="571500" algn="l" defTabSz="762000">
              <a:defRPr>
                <a:solidFill>
                  <a:schemeClr val="tx1"/>
                </a:solidFill>
                <a:latin typeface="Arial" charset="0"/>
                <a:ea typeface="宋体" charset="-122"/>
              </a:defRPr>
            </a:lvl2pPr>
            <a:lvl3pPr marL="1143000" algn="l" defTabSz="762000">
              <a:defRPr>
                <a:solidFill>
                  <a:schemeClr val="tx1"/>
                </a:solidFill>
                <a:latin typeface="Arial" charset="0"/>
                <a:ea typeface="宋体" charset="-122"/>
              </a:defRPr>
            </a:lvl3pPr>
            <a:lvl4pPr marL="1714500" algn="l" defTabSz="762000">
              <a:defRPr>
                <a:solidFill>
                  <a:schemeClr val="tx1"/>
                </a:solidFill>
                <a:latin typeface="Arial" charset="0"/>
                <a:ea typeface="宋体" charset="-122"/>
              </a:defRPr>
            </a:lvl4pPr>
            <a:lvl5pPr marL="2286000" algn="l"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b="1">
                <a:solidFill>
                  <a:srgbClr val="333399"/>
                </a:solidFill>
                <a:cs typeface="+mn-cs"/>
              </a:rPr>
              <a:t>1</a:t>
            </a:r>
          </a:p>
        </p:txBody>
      </p:sp>
      <p:sp>
        <p:nvSpPr>
          <p:cNvPr id="248840" name="Rectangle 8">
            <a:extLst>
              <a:ext uri="{FF2B5EF4-FFF2-40B4-BE49-F238E27FC236}">
                <a16:creationId xmlns:a16="http://schemas.microsoft.com/office/drawing/2014/main" id="{53B89DF2-7226-4342-979D-2F5EB33045E6}"/>
              </a:ext>
            </a:extLst>
          </p:cNvPr>
          <p:cNvSpPr>
            <a:spLocks noChangeArrowheads="1"/>
          </p:cNvSpPr>
          <p:nvPr/>
        </p:nvSpPr>
        <p:spPr bwMode="auto">
          <a:xfrm>
            <a:off x="5275660" y="1722835"/>
            <a:ext cx="265298" cy="344326"/>
          </a:xfrm>
          <a:prstGeom prst="rect">
            <a:avLst/>
          </a:prstGeom>
          <a:noFill/>
          <a:ln>
            <a:noFill/>
          </a:ln>
          <a:effectLst/>
        </p:spPr>
        <p:txBody>
          <a:bodyPr wrap="none" lIns="67866" tIns="33338" rIns="67866" bIns="33338">
            <a:spAutoFit/>
          </a:bodyPr>
          <a:lstStyle>
            <a:lvl1pPr algn="l" defTabSz="762000">
              <a:defRPr>
                <a:solidFill>
                  <a:schemeClr val="tx1"/>
                </a:solidFill>
                <a:latin typeface="Arial" charset="0"/>
                <a:ea typeface="宋体" charset="-122"/>
              </a:defRPr>
            </a:lvl1pPr>
            <a:lvl2pPr marL="571500" algn="l" defTabSz="762000">
              <a:defRPr>
                <a:solidFill>
                  <a:schemeClr val="tx1"/>
                </a:solidFill>
                <a:latin typeface="Arial" charset="0"/>
                <a:ea typeface="宋体" charset="-122"/>
              </a:defRPr>
            </a:lvl2pPr>
            <a:lvl3pPr marL="1143000" algn="l" defTabSz="762000">
              <a:defRPr>
                <a:solidFill>
                  <a:schemeClr val="tx1"/>
                </a:solidFill>
                <a:latin typeface="Arial" charset="0"/>
                <a:ea typeface="宋体" charset="-122"/>
              </a:defRPr>
            </a:lvl3pPr>
            <a:lvl4pPr marL="1714500" algn="l" defTabSz="762000">
              <a:defRPr>
                <a:solidFill>
                  <a:schemeClr val="tx1"/>
                </a:solidFill>
                <a:latin typeface="Arial" charset="0"/>
                <a:ea typeface="宋体" charset="-122"/>
              </a:defRPr>
            </a:lvl4pPr>
            <a:lvl5pPr marL="2286000" algn="l"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b="1">
                <a:solidFill>
                  <a:srgbClr val="333399"/>
                </a:solidFill>
                <a:cs typeface="+mn-cs"/>
              </a:rPr>
              <a:t>1</a:t>
            </a:r>
          </a:p>
        </p:txBody>
      </p:sp>
      <p:sp>
        <p:nvSpPr>
          <p:cNvPr id="248841" name="Rectangle 9">
            <a:extLst>
              <a:ext uri="{FF2B5EF4-FFF2-40B4-BE49-F238E27FC236}">
                <a16:creationId xmlns:a16="http://schemas.microsoft.com/office/drawing/2014/main" id="{1B453281-1FCF-8545-8CD8-54541B4CACFD}"/>
              </a:ext>
            </a:extLst>
          </p:cNvPr>
          <p:cNvSpPr>
            <a:spLocks noChangeArrowheads="1"/>
          </p:cNvSpPr>
          <p:nvPr/>
        </p:nvSpPr>
        <p:spPr bwMode="auto">
          <a:xfrm>
            <a:off x="5836444" y="1722835"/>
            <a:ext cx="265298" cy="344326"/>
          </a:xfrm>
          <a:prstGeom prst="rect">
            <a:avLst/>
          </a:prstGeom>
          <a:noFill/>
          <a:ln>
            <a:noFill/>
          </a:ln>
          <a:effectLst/>
        </p:spPr>
        <p:txBody>
          <a:bodyPr wrap="none" lIns="67866" tIns="33338" rIns="67866" bIns="33338">
            <a:spAutoFit/>
          </a:bodyPr>
          <a:lstStyle>
            <a:lvl1pPr algn="l" defTabSz="762000">
              <a:defRPr>
                <a:solidFill>
                  <a:schemeClr val="tx1"/>
                </a:solidFill>
                <a:latin typeface="Arial" charset="0"/>
                <a:ea typeface="宋体" charset="-122"/>
              </a:defRPr>
            </a:lvl1pPr>
            <a:lvl2pPr marL="571500" algn="l" defTabSz="762000">
              <a:defRPr>
                <a:solidFill>
                  <a:schemeClr val="tx1"/>
                </a:solidFill>
                <a:latin typeface="Arial" charset="0"/>
                <a:ea typeface="宋体" charset="-122"/>
              </a:defRPr>
            </a:lvl2pPr>
            <a:lvl3pPr marL="1143000" algn="l" defTabSz="762000">
              <a:defRPr>
                <a:solidFill>
                  <a:schemeClr val="tx1"/>
                </a:solidFill>
                <a:latin typeface="Arial" charset="0"/>
                <a:ea typeface="宋体" charset="-122"/>
              </a:defRPr>
            </a:lvl3pPr>
            <a:lvl4pPr marL="1714500" algn="l" defTabSz="762000">
              <a:defRPr>
                <a:solidFill>
                  <a:schemeClr val="tx1"/>
                </a:solidFill>
                <a:latin typeface="Arial" charset="0"/>
                <a:ea typeface="宋体" charset="-122"/>
              </a:defRPr>
            </a:lvl4pPr>
            <a:lvl5pPr marL="2286000" algn="l"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b="1">
                <a:solidFill>
                  <a:srgbClr val="333399"/>
                </a:solidFill>
                <a:cs typeface="+mn-cs"/>
              </a:rPr>
              <a:t>1</a:t>
            </a:r>
          </a:p>
        </p:txBody>
      </p:sp>
      <p:sp>
        <p:nvSpPr>
          <p:cNvPr id="248842" name="Rectangle 10">
            <a:extLst>
              <a:ext uri="{FF2B5EF4-FFF2-40B4-BE49-F238E27FC236}">
                <a16:creationId xmlns:a16="http://schemas.microsoft.com/office/drawing/2014/main" id="{D2C2661A-A696-E14E-B1FA-E5DDF1163517}"/>
              </a:ext>
            </a:extLst>
          </p:cNvPr>
          <p:cNvSpPr>
            <a:spLocks noChangeArrowheads="1"/>
          </p:cNvSpPr>
          <p:nvPr/>
        </p:nvSpPr>
        <p:spPr bwMode="auto">
          <a:xfrm>
            <a:off x="6432948" y="1722835"/>
            <a:ext cx="265298" cy="344326"/>
          </a:xfrm>
          <a:prstGeom prst="rect">
            <a:avLst/>
          </a:prstGeom>
          <a:noFill/>
          <a:ln>
            <a:noFill/>
          </a:ln>
          <a:effectLst/>
        </p:spPr>
        <p:txBody>
          <a:bodyPr wrap="none" lIns="67866" tIns="33338" rIns="67866" bIns="33338">
            <a:spAutoFit/>
          </a:bodyPr>
          <a:lstStyle>
            <a:lvl1pPr algn="l" defTabSz="762000">
              <a:defRPr>
                <a:solidFill>
                  <a:schemeClr val="tx1"/>
                </a:solidFill>
                <a:latin typeface="Arial" charset="0"/>
                <a:ea typeface="宋体" charset="-122"/>
              </a:defRPr>
            </a:lvl1pPr>
            <a:lvl2pPr marL="571500" algn="l" defTabSz="762000">
              <a:defRPr>
                <a:solidFill>
                  <a:schemeClr val="tx1"/>
                </a:solidFill>
                <a:latin typeface="Arial" charset="0"/>
                <a:ea typeface="宋体" charset="-122"/>
              </a:defRPr>
            </a:lvl2pPr>
            <a:lvl3pPr marL="1143000" algn="l" defTabSz="762000">
              <a:defRPr>
                <a:solidFill>
                  <a:schemeClr val="tx1"/>
                </a:solidFill>
                <a:latin typeface="Arial" charset="0"/>
                <a:ea typeface="宋体" charset="-122"/>
              </a:defRPr>
            </a:lvl3pPr>
            <a:lvl4pPr marL="1714500" algn="l" defTabSz="762000">
              <a:defRPr>
                <a:solidFill>
                  <a:schemeClr val="tx1"/>
                </a:solidFill>
                <a:latin typeface="Arial" charset="0"/>
                <a:ea typeface="宋体" charset="-122"/>
              </a:defRPr>
            </a:lvl4pPr>
            <a:lvl5pPr marL="2286000" algn="l"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b="1">
                <a:solidFill>
                  <a:srgbClr val="333399"/>
                </a:solidFill>
                <a:cs typeface="+mn-cs"/>
              </a:rPr>
              <a:t>0</a:t>
            </a:r>
          </a:p>
        </p:txBody>
      </p:sp>
      <p:sp>
        <p:nvSpPr>
          <p:cNvPr id="248843" name="Rectangle 11">
            <a:extLst>
              <a:ext uri="{FF2B5EF4-FFF2-40B4-BE49-F238E27FC236}">
                <a16:creationId xmlns:a16="http://schemas.microsoft.com/office/drawing/2014/main" id="{6BE584A0-174A-FF4A-9E09-3BE825C63E43}"/>
              </a:ext>
            </a:extLst>
          </p:cNvPr>
          <p:cNvSpPr>
            <a:spLocks noChangeArrowheads="1"/>
          </p:cNvSpPr>
          <p:nvPr/>
        </p:nvSpPr>
        <p:spPr bwMode="auto">
          <a:xfrm>
            <a:off x="7011591" y="1722835"/>
            <a:ext cx="265298" cy="344326"/>
          </a:xfrm>
          <a:prstGeom prst="rect">
            <a:avLst/>
          </a:prstGeom>
          <a:noFill/>
          <a:ln>
            <a:noFill/>
          </a:ln>
          <a:effectLst/>
        </p:spPr>
        <p:txBody>
          <a:bodyPr wrap="none" lIns="67866" tIns="33338" rIns="67866" bIns="33338">
            <a:spAutoFit/>
          </a:bodyPr>
          <a:lstStyle>
            <a:lvl1pPr algn="l" defTabSz="762000">
              <a:defRPr>
                <a:solidFill>
                  <a:schemeClr val="tx1"/>
                </a:solidFill>
                <a:latin typeface="Arial" charset="0"/>
                <a:ea typeface="宋体" charset="-122"/>
              </a:defRPr>
            </a:lvl1pPr>
            <a:lvl2pPr marL="571500" algn="l" defTabSz="762000">
              <a:defRPr>
                <a:solidFill>
                  <a:schemeClr val="tx1"/>
                </a:solidFill>
                <a:latin typeface="Arial" charset="0"/>
                <a:ea typeface="宋体" charset="-122"/>
              </a:defRPr>
            </a:lvl2pPr>
            <a:lvl3pPr marL="1143000" algn="l" defTabSz="762000">
              <a:defRPr>
                <a:solidFill>
                  <a:schemeClr val="tx1"/>
                </a:solidFill>
                <a:latin typeface="Arial" charset="0"/>
                <a:ea typeface="宋体" charset="-122"/>
              </a:defRPr>
            </a:lvl3pPr>
            <a:lvl4pPr marL="1714500" algn="l" defTabSz="762000">
              <a:defRPr>
                <a:solidFill>
                  <a:schemeClr val="tx1"/>
                </a:solidFill>
                <a:latin typeface="Arial" charset="0"/>
                <a:ea typeface="宋体" charset="-122"/>
              </a:defRPr>
            </a:lvl4pPr>
            <a:lvl5pPr marL="2286000" algn="l"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b="1">
                <a:solidFill>
                  <a:srgbClr val="333399"/>
                </a:solidFill>
                <a:cs typeface="+mn-cs"/>
              </a:rPr>
              <a:t>0</a:t>
            </a:r>
          </a:p>
        </p:txBody>
      </p:sp>
      <p:sp>
        <p:nvSpPr>
          <p:cNvPr id="248844" name="Freeform 12">
            <a:extLst>
              <a:ext uri="{FF2B5EF4-FFF2-40B4-BE49-F238E27FC236}">
                <a16:creationId xmlns:a16="http://schemas.microsoft.com/office/drawing/2014/main" id="{77A47AF4-7C6B-7A4B-8415-5F85B2E38676}"/>
              </a:ext>
            </a:extLst>
          </p:cNvPr>
          <p:cNvSpPr>
            <a:spLocks/>
          </p:cNvSpPr>
          <p:nvPr/>
        </p:nvSpPr>
        <p:spPr bwMode="auto">
          <a:xfrm>
            <a:off x="2289573" y="1641872"/>
            <a:ext cx="5144690" cy="433388"/>
          </a:xfrm>
          <a:custGeom>
            <a:avLst/>
            <a:gdLst>
              <a:gd name="T0" fmla="*/ 0 w 4321"/>
              <a:gd name="T1" fmla="*/ 576663 h 487"/>
              <a:gd name="T2" fmla="*/ 757237 w 4321"/>
              <a:gd name="T3" fmla="*/ 576663 h 487"/>
              <a:gd name="T4" fmla="*/ 757237 w 4321"/>
              <a:gd name="T5" fmla="*/ 0 h 487"/>
              <a:gd name="T6" fmla="*/ 1528762 w 4321"/>
              <a:gd name="T7" fmla="*/ 0 h 487"/>
              <a:gd name="T8" fmla="*/ 1528762 w 4321"/>
              <a:gd name="T9" fmla="*/ 576663 h 487"/>
              <a:gd name="T10" fmla="*/ 3057525 w 4321"/>
              <a:gd name="T11" fmla="*/ 576663 h 487"/>
              <a:gd name="T12" fmla="*/ 3057525 w 4321"/>
              <a:gd name="T13" fmla="*/ 0 h 487"/>
              <a:gd name="T14" fmla="*/ 5329237 w 4321"/>
              <a:gd name="T15" fmla="*/ 0 h 487"/>
              <a:gd name="T16" fmla="*/ 5329237 w 4321"/>
              <a:gd name="T17" fmla="*/ 576663 h 487"/>
              <a:gd name="T18" fmla="*/ 6858000 w 4321"/>
              <a:gd name="T19" fmla="*/ 576663 h 48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321" h="487">
                <a:moveTo>
                  <a:pt x="0" y="486"/>
                </a:moveTo>
                <a:lnTo>
                  <a:pt x="477" y="486"/>
                </a:lnTo>
                <a:lnTo>
                  <a:pt x="477" y="0"/>
                </a:lnTo>
                <a:lnTo>
                  <a:pt x="963" y="0"/>
                </a:lnTo>
                <a:lnTo>
                  <a:pt x="963" y="486"/>
                </a:lnTo>
                <a:lnTo>
                  <a:pt x="1926" y="486"/>
                </a:lnTo>
                <a:lnTo>
                  <a:pt x="1926" y="0"/>
                </a:lnTo>
                <a:lnTo>
                  <a:pt x="3357" y="0"/>
                </a:lnTo>
                <a:lnTo>
                  <a:pt x="3357" y="486"/>
                </a:lnTo>
                <a:lnTo>
                  <a:pt x="4320" y="486"/>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45" name="Freeform 13">
            <a:extLst>
              <a:ext uri="{FF2B5EF4-FFF2-40B4-BE49-F238E27FC236}">
                <a16:creationId xmlns:a16="http://schemas.microsoft.com/office/drawing/2014/main" id="{46E0E78A-FCAC-9142-BF29-7A0B979E9114}"/>
              </a:ext>
            </a:extLst>
          </p:cNvPr>
          <p:cNvSpPr>
            <a:spLocks/>
          </p:cNvSpPr>
          <p:nvPr/>
        </p:nvSpPr>
        <p:spPr bwMode="auto">
          <a:xfrm>
            <a:off x="7433073" y="2074069"/>
            <a:ext cx="1190" cy="1191"/>
          </a:xfrm>
          <a:custGeom>
            <a:avLst/>
            <a:gdLst>
              <a:gd name="T0" fmla="*/ 0 w 1"/>
              <a:gd name="T1" fmla="*/ 0 h 1"/>
              <a:gd name="T2" fmla="*/ 0 w 1"/>
              <a:gd name="T3" fmla="*/ 0 h 1"/>
              <a:gd name="T4" fmla="*/ 0 60000 65536"/>
              <a:gd name="T5" fmla="*/ 0 60000 65536"/>
            </a:gdLst>
            <a:ahLst/>
            <a:cxnLst>
              <a:cxn ang="T4">
                <a:pos x="T0" y="T1"/>
              </a:cxn>
              <a:cxn ang="T5">
                <a:pos x="T2" y="T3"/>
              </a:cxn>
            </a:cxnLst>
            <a:rect l="0" t="0" r="r" b="b"/>
            <a:pathLst>
              <a:path w="1" h="1">
                <a:moveTo>
                  <a:pt x="0" y="0"/>
                </a:moveTo>
                <a:lnTo>
                  <a:pt x="0"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46" name="Freeform 14">
            <a:extLst>
              <a:ext uri="{FF2B5EF4-FFF2-40B4-BE49-F238E27FC236}">
                <a16:creationId xmlns:a16="http://schemas.microsoft.com/office/drawing/2014/main" id="{C3310E6C-D1AC-B24F-854E-8AF9133E99E2}"/>
              </a:ext>
            </a:extLst>
          </p:cNvPr>
          <p:cNvSpPr>
            <a:spLocks/>
          </p:cNvSpPr>
          <p:nvPr/>
        </p:nvSpPr>
        <p:spPr bwMode="auto">
          <a:xfrm>
            <a:off x="2299097" y="2633663"/>
            <a:ext cx="565547" cy="1191"/>
          </a:xfrm>
          <a:custGeom>
            <a:avLst/>
            <a:gdLst>
              <a:gd name="T0" fmla="*/ 0 w 475"/>
              <a:gd name="T1" fmla="*/ 0 h 1"/>
              <a:gd name="T2" fmla="*/ 754062 w 475"/>
              <a:gd name="T3" fmla="*/ 1588 h 1"/>
              <a:gd name="T4" fmla="*/ 0 60000 65536"/>
              <a:gd name="T5" fmla="*/ 0 60000 65536"/>
            </a:gdLst>
            <a:ahLst/>
            <a:cxnLst>
              <a:cxn ang="T4">
                <a:pos x="T0" y="T1"/>
              </a:cxn>
              <a:cxn ang="T5">
                <a:pos x="T2" y="T3"/>
              </a:cxn>
            </a:cxnLst>
            <a:rect l="0" t="0" r="r" b="b"/>
            <a:pathLst>
              <a:path w="475" h="1">
                <a:moveTo>
                  <a:pt x="0" y="0"/>
                </a:moveTo>
                <a:lnTo>
                  <a:pt x="475" y="1"/>
                </a:lnTo>
              </a:path>
            </a:pathLst>
          </a:custGeom>
          <a:noFill/>
          <a:ln w="38100" cmpd="sng">
            <a:solidFill>
              <a:schemeClr val="tx2"/>
            </a:solidFill>
            <a:round/>
            <a:headEnd/>
            <a:tailEnd/>
          </a:ln>
          <a:effectLst/>
        </p:spPr>
        <p:txBody>
          <a:bodyPr wrap="none" anchor="ctr"/>
          <a:lstStyle/>
          <a:p>
            <a:pPr>
              <a:defRPr/>
            </a:pPr>
            <a:endParaRPr lang="zh-CN" altLang="en-US">
              <a:cs typeface="+mn-cs"/>
            </a:endParaRPr>
          </a:p>
        </p:txBody>
      </p:sp>
      <p:sp>
        <p:nvSpPr>
          <p:cNvPr id="248847" name="Freeform 15">
            <a:extLst>
              <a:ext uri="{FF2B5EF4-FFF2-40B4-BE49-F238E27FC236}">
                <a16:creationId xmlns:a16="http://schemas.microsoft.com/office/drawing/2014/main" id="{3C79DB16-2892-2740-A08A-1AC8987F5ACD}"/>
              </a:ext>
            </a:extLst>
          </p:cNvPr>
          <p:cNvSpPr>
            <a:spLocks/>
          </p:cNvSpPr>
          <p:nvPr/>
        </p:nvSpPr>
        <p:spPr bwMode="auto">
          <a:xfrm>
            <a:off x="3432573" y="2631282"/>
            <a:ext cx="1153715" cy="3572"/>
          </a:xfrm>
          <a:custGeom>
            <a:avLst/>
            <a:gdLst>
              <a:gd name="T0" fmla="*/ 0 w 969"/>
              <a:gd name="T1" fmla="*/ 4763 h 3"/>
              <a:gd name="T2" fmla="*/ 1538287 w 969"/>
              <a:gd name="T3" fmla="*/ 0 h 3"/>
              <a:gd name="T4" fmla="*/ 0 60000 65536"/>
              <a:gd name="T5" fmla="*/ 0 60000 65536"/>
            </a:gdLst>
            <a:ahLst/>
            <a:cxnLst>
              <a:cxn ang="T4">
                <a:pos x="T0" y="T1"/>
              </a:cxn>
              <a:cxn ang="T5">
                <a:pos x="T2" y="T3"/>
              </a:cxn>
            </a:cxnLst>
            <a:rect l="0" t="0" r="r" b="b"/>
            <a:pathLst>
              <a:path w="969" h="3">
                <a:moveTo>
                  <a:pt x="0" y="3"/>
                </a:moveTo>
                <a:lnTo>
                  <a:pt x="969" y="0"/>
                </a:lnTo>
              </a:path>
            </a:pathLst>
          </a:custGeom>
          <a:noFill/>
          <a:ln w="38100" cmpd="sng">
            <a:solidFill>
              <a:schemeClr val="tx2"/>
            </a:solidFill>
            <a:round/>
            <a:headEnd/>
            <a:tailEnd/>
          </a:ln>
          <a:effectLst/>
        </p:spPr>
        <p:txBody>
          <a:bodyPr wrap="none" anchor="ctr"/>
          <a:lstStyle/>
          <a:p>
            <a:pPr>
              <a:defRPr/>
            </a:pPr>
            <a:endParaRPr lang="zh-CN" altLang="en-US">
              <a:cs typeface="+mn-cs"/>
            </a:endParaRPr>
          </a:p>
        </p:txBody>
      </p:sp>
      <p:sp>
        <p:nvSpPr>
          <p:cNvPr id="248848" name="Line 16">
            <a:extLst>
              <a:ext uri="{FF2B5EF4-FFF2-40B4-BE49-F238E27FC236}">
                <a16:creationId xmlns:a16="http://schemas.microsoft.com/office/drawing/2014/main" id="{31A792FB-C8CB-634B-A14B-901FB3DD7AAE}"/>
              </a:ext>
            </a:extLst>
          </p:cNvPr>
          <p:cNvSpPr>
            <a:spLocks noChangeShapeType="1"/>
          </p:cNvSpPr>
          <p:nvPr/>
        </p:nvSpPr>
        <p:spPr bwMode="auto">
          <a:xfrm>
            <a:off x="6296026" y="2633663"/>
            <a:ext cx="1127522" cy="0"/>
          </a:xfrm>
          <a:prstGeom prst="line">
            <a:avLst/>
          </a:prstGeom>
          <a:noFill/>
          <a:ln w="38100">
            <a:solidFill>
              <a:schemeClr val="tx2"/>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248849" name="Freeform 17">
            <a:extLst>
              <a:ext uri="{FF2B5EF4-FFF2-40B4-BE49-F238E27FC236}">
                <a16:creationId xmlns:a16="http://schemas.microsoft.com/office/drawing/2014/main" id="{4D02528A-AEC1-4949-B55C-12478F54001C}"/>
              </a:ext>
            </a:extLst>
          </p:cNvPr>
          <p:cNvSpPr>
            <a:spLocks/>
          </p:cNvSpPr>
          <p:nvPr/>
        </p:nvSpPr>
        <p:spPr bwMode="auto">
          <a:xfrm>
            <a:off x="5724525" y="2305050"/>
            <a:ext cx="39291" cy="323850"/>
          </a:xfrm>
          <a:custGeom>
            <a:avLst/>
            <a:gdLst>
              <a:gd name="T0" fmla="*/ 0 w 33"/>
              <a:gd name="T1" fmla="*/ 430610 h 363"/>
              <a:gd name="T2" fmla="*/ 31750 w 33"/>
              <a:gd name="T3" fmla="*/ 64235 h 363"/>
              <a:gd name="T4" fmla="*/ 33338 w 33"/>
              <a:gd name="T5" fmla="*/ 45202 h 363"/>
              <a:gd name="T6" fmla="*/ 34925 w 33"/>
              <a:gd name="T7" fmla="*/ 29738 h 363"/>
              <a:gd name="T8" fmla="*/ 38100 w 33"/>
              <a:gd name="T9" fmla="*/ 17843 h 363"/>
              <a:gd name="T10" fmla="*/ 42863 w 33"/>
              <a:gd name="T11" fmla="*/ 7137 h 363"/>
              <a:gd name="T12" fmla="*/ 50800 w 33"/>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50" name="Freeform 18">
            <a:extLst>
              <a:ext uri="{FF2B5EF4-FFF2-40B4-BE49-F238E27FC236}">
                <a16:creationId xmlns:a16="http://schemas.microsoft.com/office/drawing/2014/main" id="{F933B7BD-8DA1-0D47-BA0B-AE23E99AE812}"/>
              </a:ext>
            </a:extLst>
          </p:cNvPr>
          <p:cNvSpPr>
            <a:spLocks/>
          </p:cNvSpPr>
          <p:nvPr/>
        </p:nvSpPr>
        <p:spPr bwMode="auto">
          <a:xfrm>
            <a:off x="5763816" y="2308623"/>
            <a:ext cx="104775" cy="631031"/>
          </a:xfrm>
          <a:custGeom>
            <a:avLst/>
            <a:gdLst>
              <a:gd name="T0" fmla="*/ 0 w 88"/>
              <a:gd name="T1" fmla="*/ 0 h 530"/>
              <a:gd name="T2" fmla="*/ 11113 w 88"/>
              <a:gd name="T3" fmla="*/ 4763 h 530"/>
              <a:gd name="T4" fmla="*/ 19050 w 88"/>
              <a:gd name="T5" fmla="*/ 19050 h 530"/>
              <a:gd name="T6" fmla="*/ 22225 w 88"/>
              <a:gd name="T7" fmla="*/ 39688 h 530"/>
              <a:gd name="T8" fmla="*/ 23813 w 88"/>
              <a:gd name="T9" fmla="*/ 69850 h 530"/>
              <a:gd name="T10" fmla="*/ 68263 w 88"/>
              <a:gd name="T11" fmla="*/ 774700 h 530"/>
              <a:gd name="T12" fmla="*/ 71438 w 88"/>
              <a:gd name="T13" fmla="*/ 812800 h 530"/>
              <a:gd name="T14" fmla="*/ 74613 w 88"/>
              <a:gd name="T15" fmla="*/ 825500 h 530"/>
              <a:gd name="T16" fmla="*/ 84138 w 88"/>
              <a:gd name="T17" fmla="*/ 836613 h 530"/>
              <a:gd name="T18" fmla="*/ 90488 w 88"/>
              <a:gd name="T19" fmla="*/ 841375 h 530"/>
              <a:gd name="T20" fmla="*/ 100013 w 88"/>
              <a:gd name="T21" fmla="*/ 831850 h 530"/>
              <a:gd name="T22" fmla="*/ 106363 w 88"/>
              <a:gd name="T23" fmla="*/ 812800 h 530"/>
              <a:gd name="T24" fmla="*/ 139700 w 88"/>
              <a:gd name="T25" fmla="*/ 430213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8"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8" y="271"/>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51" name="Freeform 19">
            <a:extLst>
              <a:ext uri="{FF2B5EF4-FFF2-40B4-BE49-F238E27FC236}">
                <a16:creationId xmlns:a16="http://schemas.microsoft.com/office/drawing/2014/main" id="{D1838279-3280-804B-A250-D2EF8F03668E}"/>
              </a:ext>
            </a:extLst>
          </p:cNvPr>
          <p:cNvSpPr>
            <a:spLocks/>
          </p:cNvSpPr>
          <p:nvPr/>
        </p:nvSpPr>
        <p:spPr bwMode="auto">
          <a:xfrm>
            <a:off x="5866210" y="2305050"/>
            <a:ext cx="38100" cy="323850"/>
          </a:xfrm>
          <a:custGeom>
            <a:avLst/>
            <a:gdLst>
              <a:gd name="T0" fmla="*/ 0 w 32"/>
              <a:gd name="T1" fmla="*/ 430610 h 363"/>
              <a:gd name="T2" fmla="*/ 30163 w 32"/>
              <a:gd name="T3" fmla="*/ 64235 h 363"/>
              <a:gd name="T4" fmla="*/ 31750 w 32"/>
              <a:gd name="T5" fmla="*/ 45202 h 363"/>
              <a:gd name="T6" fmla="*/ 33338 w 32"/>
              <a:gd name="T7" fmla="*/ 29738 h 363"/>
              <a:gd name="T8" fmla="*/ 36513 w 32"/>
              <a:gd name="T9" fmla="*/ 17843 h 363"/>
              <a:gd name="T10" fmla="*/ 42863 w 32"/>
              <a:gd name="T11" fmla="*/ 7137 h 363"/>
              <a:gd name="T12" fmla="*/ 49213 w 32"/>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52" name="Freeform 20">
            <a:extLst>
              <a:ext uri="{FF2B5EF4-FFF2-40B4-BE49-F238E27FC236}">
                <a16:creationId xmlns:a16="http://schemas.microsoft.com/office/drawing/2014/main" id="{23DFFB81-24C3-D940-9AD5-1396FA692C44}"/>
              </a:ext>
            </a:extLst>
          </p:cNvPr>
          <p:cNvSpPr>
            <a:spLocks/>
          </p:cNvSpPr>
          <p:nvPr/>
        </p:nvSpPr>
        <p:spPr bwMode="auto">
          <a:xfrm>
            <a:off x="5904310" y="2308623"/>
            <a:ext cx="100013" cy="631031"/>
          </a:xfrm>
          <a:custGeom>
            <a:avLst/>
            <a:gdLst>
              <a:gd name="T0" fmla="*/ 0 w 84"/>
              <a:gd name="T1" fmla="*/ 0 h 530"/>
              <a:gd name="T2" fmla="*/ 11113 w 84"/>
              <a:gd name="T3" fmla="*/ 4763 h 530"/>
              <a:gd name="T4" fmla="*/ 19050 w 84"/>
              <a:gd name="T5" fmla="*/ 19050 h 530"/>
              <a:gd name="T6" fmla="*/ 22225 w 84"/>
              <a:gd name="T7" fmla="*/ 39688 h 530"/>
              <a:gd name="T8" fmla="*/ 23813 w 84"/>
              <a:gd name="T9" fmla="*/ 69850 h 530"/>
              <a:gd name="T10" fmla="*/ 66675 w 84"/>
              <a:gd name="T11" fmla="*/ 774700 h 530"/>
              <a:gd name="T12" fmla="*/ 71438 w 84"/>
              <a:gd name="T13" fmla="*/ 812800 h 530"/>
              <a:gd name="T14" fmla="*/ 74613 w 84"/>
              <a:gd name="T15" fmla="*/ 825500 h 530"/>
              <a:gd name="T16" fmla="*/ 82550 w 84"/>
              <a:gd name="T17" fmla="*/ 836613 h 530"/>
              <a:gd name="T18" fmla="*/ 90488 w 84"/>
              <a:gd name="T19" fmla="*/ 841375 h 530"/>
              <a:gd name="T20" fmla="*/ 98425 w 84"/>
              <a:gd name="T21" fmla="*/ 831850 h 530"/>
              <a:gd name="T22" fmla="*/ 104775 w 84"/>
              <a:gd name="T23" fmla="*/ 812800 h 530"/>
              <a:gd name="T24" fmla="*/ 133350 w 84"/>
              <a:gd name="T25" fmla="*/ 430213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4"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4" y="271"/>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8932" name="Group 21">
            <a:extLst>
              <a:ext uri="{FF2B5EF4-FFF2-40B4-BE49-F238E27FC236}">
                <a16:creationId xmlns:a16="http://schemas.microsoft.com/office/drawing/2014/main" id="{82213796-D984-3A4A-8482-9C7166AEFF60}"/>
              </a:ext>
            </a:extLst>
          </p:cNvPr>
          <p:cNvGrpSpPr>
            <a:grpSpLocks/>
          </p:cNvGrpSpPr>
          <p:nvPr/>
        </p:nvGrpSpPr>
        <p:grpSpPr bwMode="auto">
          <a:xfrm>
            <a:off x="6005513" y="2300288"/>
            <a:ext cx="140494" cy="635794"/>
            <a:chOff x="4075" y="1309"/>
            <a:chExt cx="118" cy="713"/>
          </a:xfrm>
        </p:grpSpPr>
        <p:sp>
          <p:nvSpPr>
            <p:cNvPr id="248854" name="Freeform 22">
              <a:extLst>
                <a:ext uri="{FF2B5EF4-FFF2-40B4-BE49-F238E27FC236}">
                  <a16:creationId xmlns:a16="http://schemas.microsoft.com/office/drawing/2014/main" id="{F774C18C-144B-8249-A180-D07FCD35799C}"/>
                </a:ext>
              </a:extLst>
            </p:cNvPr>
            <p:cNvSpPr>
              <a:spLocks/>
            </p:cNvSpPr>
            <p:nvPr/>
          </p:nvSpPr>
          <p:spPr bwMode="auto">
            <a:xfrm>
              <a:off x="4075" y="1309"/>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55" name="Freeform 23">
              <a:extLst>
                <a:ext uri="{FF2B5EF4-FFF2-40B4-BE49-F238E27FC236}">
                  <a16:creationId xmlns:a16="http://schemas.microsoft.com/office/drawing/2014/main" id="{4B940C24-57C9-D14E-90F6-F5D662BAF86F}"/>
                </a:ext>
              </a:extLst>
            </p:cNvPr>
            <p:cNvSpPr>
              <a:spLocks/>
            </p:cNvSpPr>
            <p:nvPr/>
          </p:nvSpPr>
          <p:spPr bwMode="auto">
            <a:xfrm>
              <a:off x="4109"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sp>
        <p:nvSpPr>
          <p:cNvPr id="248856" name="Freeform 24">
            <a:extLst>
              <a:ext uri="{FF2B5EF4-FFF2-40B4-BE49-F238E27FC236}">
                <a16:creationId xmlns:a16="http://schemas.microsoft.com/office/drawing/2014/main" id="{A605A13B-4391-4E4F-9B45-C023A9FB20DF}"/>
              </a:ext>
            </a:extLst>
          </p:cNvPr>
          <p:cNvSpPr>
            <a:spLocks/>
          </p:cNvSpPr>
          <p:nvPr/>
        </p:nvSpPr>
        <p:spPr bwMode="auto">
          <a:xfrm>
            <a:off x="6146007" y="2300288"/>
            <a:ext cx="41672" cy="323850"/>
          </a:xfrm>
          <a:custGeom>
            <a:avLst/>
            <a:gdLst>
              <a:gd name="T0" fmla="*/ 0 w 35"/>
              <a:gd name="T1" fmla="*/ 430610 h 363"/>
              <a:gd name="T2" fmla="*/ 33338 w 35"/>
              <a:gd name="T3" fmla="*/ 64235 h 363"/>
              <a:gd name="T4" fmla="*/ 34925 w 35"/>
              <a:gd name="T5" fmla="*/ 45202 h 363"/>
              <a:gd name="T6" fmla="*/ 36513 w 35"/>
              <a:gd name="T7" fmla="*/ 29738 h 363"/>
              <a:gd name="T8" fmla="*/ 39688 w 35"/>
              <a:gd name="T9" fmla="*/ 17843 h 363"/>
              <a:gd name="T10" fmla="*/ 46038 w 35"/>
              <a:gd name="T11" fmla="*/ 7137 h 363"/>
              <a:gd name="T12" fmla="*/ 53975 w 3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57" name="Freeform 25">
            <a:extLst>
              <a:ext uri="{FF2B5EF4-FFF2-40B4-BE49-F238E27FC236}">
                <a16:creationId xmlns:a16="http://schemas.microsoft.com/office/drawing/2014/main" id="{F6406F5B-87E1-0944-B674-9F1DED203882}"/>
              </a:ext>
            </a:extLst>
          </p:cNvPr>
          <p:cNvSpPr>
            <a:spLocks/>
          </p:cNvSpPr>
          <p:nvPr/>
        </p:nvSpPr>
        <p:spPr bwMode="auto">
          <a:xfrm>
            <a:off x="6187678" y="2303860"/>
            <a:ext cx="98822" cy="631031"/>
          </a:xfrm>
          <a:custGeom>
            <a:avLst/>
            <a:gdLst>
              <a:gd name="T0" fmla="*/ 0 w 83"/>
              <a:gd name="T1" fmla="*/ 0 h 530"/>
              <a:gd name="T2" fmla="*/ 11112 w 83"/>
              <a:gd name="T3" fmla="*/ 4763 h 530"/>
              <a:gd name="T4" fmla="*/ 19050 w 83"/>
              <a:gd name="T5" fmla="*/ 19050 h 530"/>
              <a:gd name="T6" fmla="*/ 20637 w 83"/>
              <a:gd name="T7" fmla="*/ 39688 h 530"/>
              <a:gd name="T8" fmla="*/ 23812 w 83"/>
              <a:gd name="T9" fmla="*/ 69850 h 530"/>
              <a:gd name="T10" fmla="*/ 66675 w 83"/>
              <a:gd name="T11" fmla="*/ 774700 h 530"/>
              <a:gd name="T12" fmla="*/ 69850 w 83"/>
              <a:gd name="T13" fmla="*/ 812800 h 530"/>
              <a:gd name="T14" fmla="*/ 73025 w 83"/>
              <a:gd name="T15" fmla="*/ 825500 h 530"/>
              <a:gd name="T16" fmla="*/ 82550 w 83"/>
              <a:gd name="T17" fmla="*/ 836613 h 530"/>
              <a:gd name="T18" fmla="*/ 88900 w 83"/>
              <a:gd name="T19" fmla="*/ 841375 h 530"/>
              <a:gd name="T20" fmla="*/ 98425 w 83"/>
              <a:gd name="T21" fmla="*/ 831850 h 530"/>
              <a:gd name="T22" fmla="*/ 103187 w 83"/>
              <a:gd name="T23" fmla="*/ 812800 h 530"/>
              <a:gd name="T24" fmla="*/ 131762 w 83"/>
              <a:gd name="T25" fmla="*/ 441325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3"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3" y="278"/>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58" name="Freeform 26">
            <a:extLst>
              <a:ext uri="{FF2B5EF4-FFF2-40B4-BE49-F238E27FC236}">
                <a16:creationId xmlns:a16="http://schemas.microsoft.com/office/drawing/2014/main" id="{1D74A923-FA1E-8549-886C-AC09D5E97A4B}"/>
              </a:ext>
            </a:extLst>
          </p:cNvPr>
          <p:cNvSpPr>
            <a:spLocks/>
          </p:cNvSpPr>
          <p:nvPr/>
        </p:nvSpPr>
        <p:spPr bwMode="auto">
          <a:xfrm>
            <a:off x="5158979" y="2305050"/>
            <a:ext cx="39290" cy="323850"/>
          </a:xfrm>
          <a:custGeom>
            <a:avLst/>
            <a:gdLst>
              <a:gd name="T0" fmla="*/ 0 w 33"/>
              <a:gd name="T1" fmla="*/ 430610 h 363"/>
              <a:gd name="T2" fmla="*/ 31750 w 33"/>
              <a:gd name="T3" fmla="*/ 64235 h 363"/>
              <a:gd name="T4" fmla="*/ 33337 w 33"/>
              <a:gd name="T5" fmla="*/ 45202 h 363"/>
              <a:gd name="T6" fmla="*/ 34925 w 33"/>
              <a:gd name="T7" fmla="*/ 29738 h 363"/>
              <a:gd name="T8" fmla="*/ 38100 w 33"/>
              <a:gd name="T9" fmla="*/ 17843 h 363"/>
              <a:gd name="T10" fmla="*/ 42862 w 33"/>
              <a:gd name="T11" fmla="*/ 7137 h 363"/>
              <a:gd name="T12" fmla="*/ 50800 w 33"/>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59" name="Freeform 27">
            <a:extLst>
              <a:ext uri="{FF2B5EF4-FFF2-40B4-BE49-F238E27FC236}">
                <a16:creationId xmlns:a16="http://schemas.microsoft.com/office/drawing/2014/main" id="{1F009986-B037-AA4C-A2AD-4A55F6EA213F}"/>
              </a:ext>
            </a:extLst>
          </p:cNvPr>
          <p:cNvSpPr>
            <a:spLocks/>
          </p:cNvSpPr>
          <p:nvPr/>
        </p:nvSpPr>
        <p:spPr bwMode="auto">
          <a:xfrm>
            <a:off x="5198269" y="2308623"/>
            <a:ext cx="102394" cy="631031"/>
          </a:xfrm>
          <a:custGeom>
            <a:avLst/>
            <a:gdLst>
              <a:gd name="T0" fmla="*/ 0 w 86"/>
              <a:gd name="T1" fmla="*/ 0 h 530"/>
              <a:gd name="T2" fmla="*/ 11113 w 86"/>
              <a:gd name="T3" fmla="*/ 4763 h 530"/>
              <a:gd name="T4" fmla="*/ 19050 w 86"/>
              <a:gd name="T5" fmla="*/ 19050 h 530"/>
              <a:gd name="T6" fmla="*/ 22225 w 86"/>
              <a:gd name="T7" fmla="*/ 39688 h 530"/>
              <a:gd name="T8" fmla="*/ 23813 w 86"/>
              <a:gd name="T9" fmla="*/ 69850 h 530"/>
              <a:gd name="T10" fmla="*/ 68263 w 86"/>
              <a:gd name="T11" fmla="*/ 774700 h 530"/>
              <a:gd name="T12" fmla="*/ 71438 w 86"/>
              <a:gd name="T13" fmla="*/ 812800 h 530"/>
              <a:gd name="T14" fmla="*/ 74613 w 86"/>
              <a:gd name="T15" fmla="*/ 825500 h 530"/>
              <a:gd name="T16" fmla="*/ 84138 w 86"/>
              <a:gd name="T17" fmla="*/ 836613 h 530"/>
              <a:gd name="T18" fmla="*/ 90488 w 86"/>
              <a:gd name="T19" fmla="*/ 841375 h 530"/>
              <a:gd name="T20" fmla="*/ 100013 w 86"/>
              <a:gd name="T21" fmla="*/ 831850 h 530"/>
              <a:gd name="T22" fmla="*/ 106363 w 86"/>
              <a:gd name="T23" fmla="*/ 812800 h 530"/>
              <a:gd name="T24" fmla="*/ 136525 w 86"/>
              <a:gd name="T25" fmla="*/ 425450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6" y="268"/>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60" name="Freeform 28">
            <a:extLst>
              <a:ext uri="{FF2B5EF4-FFF2-40B4-BE49-F238E27FC236}">
                <a16:creationId xmlns:a16="http://schemas.microsoft.com/office/drawing/2014/main" id="{69364865-E492-9646-8190-2C98565ED56D}"/>
              </a:ext>
            </a:extLst>
          </p:cNvPr>
          <p:cNvSpPr>
            <a:spLocks/>
          </p:cNvSpPr>
          <p:nvPr/>
        </p:nvSpPr>
        <p:spPr bwMode="auto">
          <a:xfrm>
            <a:off x="5300663" y="2305050"/>
            <a:ext cx="38100" cy="323850"/>
          </a:xfrm>
          <a:custGeom>
            <a:avLst/>
            <a:gdLst>
              <a:gd name="T0" fmla="*/ 0 w 32"/>
              <a:gd name="T1" fmla="*/ 430610 h 363"/>
              <a:gd name="T2" fmla="*/ 30163 w 32"/>
              <a:gd name="T3" fmla="*/ 64235 h 363"/>
              <a:gd name="T4" fmla="*/ 31750 w 32"/>
              <a:gd name="T5" fmla="*/ 45202 h 363"/>
              <a:gd name="T6" fmla="*/ 33338 w 32"/>
              <a:gd name="T7" fmla="*/ 29738 h 363"/>
              <a:gd name="T8" fmla="*/ 36513 w 32"/>
              <a:gd name="T9" fmla="*/ 17843 h 363"/>
              <a:gd name="T10" fmla="*/ 42863 w 32"/>
              <a:gd name="T11" fmla="*/ 7137 h 363"/>
              <a:gd name="T12" fmla="*/ 49213 w 32"/>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61" name="Freeform 29">
            <a:extLst>
              <a:ext uri="{FF2B5EF4-FFF2-40B4-BE49-F238E27FC236}">
                <a16:creationId xmlns:a16="http://schemas.microsoft.com/office/drawing/2014/main" id="{8A21B20E-18B9-C647-AEAD-806BCF18659A}"/>
              </a:ext>
            </a:extLst>
          </p:cNvPr>
          <p:cNvSpPr>
            <a:spLocks/>
          </p:cNvSpPr>
          <p:nvPr/>
        </p:nvSpPr>
        <p:spPr bwMode="auto">
          <a:xfrm>
            <a:off x="5338762" y="2308623"/>
            <a:ext cx="101204" cy="631031"/>
          </a:xfrm>
          <a:custGeom>
            <a:avLst/>
            <a:gdLst>
              <a:gd name="T0" fmla="*/ 0 w 85"/>
              <a:gd name="T1" fmla="*/ 0 h 530"/>
              <a:gd name="T2" fmla="*/ 11113 w 85"/>
              <a:gd name="T3" fmla="*/ 4763 h 530"/>
              <a:gd name="T4" fmla="*/ 19050 w 85"/>
              <a:gd name="T5" fmla="*/ 19050 h 530"/>
              <a:gd name="T6" fmla="*/ 22225 w 85"/>
              <a:gd name="T7" fmla="*/ 39688 h 530"/>
              <a:gd name="T8" fmla="*/ 23813 w 85"/>
              <a:gd name="T9" fmla="*/ 69850 h 530"/>
              <a:gd name="T10" fmla="*/ 66675 w 85"/>
              <a:gd name="T11" fmla="*/ 774700 h 530"/>
              <a:gd name="T12" fmla="*/ 71438 w 85"/>
              <a:gd name="T13" fmla="*/ 812800 h 530"/>
              <a:gd name="T14" fmla="*/ 74613 w 85"/>
              <a:gd name="T15" fmla="*/ 825500 h 530"/>
              <a:gd name="T16" fmla="*/ 82550 w 85"/>
              <a:gd name="T17" fmla="*/ 836613 h 530"/>
              <a:gd name="T18" fmla="*/ 90488 w 85"/>
              <a:gd name="T19" fmla="*/ 841375 h 530"/>
              <a:gd name="T20" fmla="*/ 98425 w 85"/>
              <a:gd name="T21" fmla="*/ 831850 h 530"/>
              <a:gd name="T22" fmla="*/ 104775 w 85"/>
              <a:gd name="T23" fmla="*/ 812800 h 530"/>
              <a:gd name="T24" fmla="*/ 134938 w 85"/>
              <a:gd name="T25" fmla="*/ 430213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5"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5" y="271"/>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8939" name="Group 30">
            <a:extLst>
              <a:ext uri="{FF2B5EF4-FFF2-40B4-BE49-F238E27FC236}">
                <a16:creationId xmlns:a16="http://schemas.microsoft.com/office/drawing/2014/main" id="{03B9DAC1-90F0-C647-96FD-B7ACC3E79B23}"/>
              </a:ext>
            </a:extLst>
          </p:cNvPr>
          <p:cNvGrpSpPr>
            <a:grpSpLocks/>
          </p:cNvGrpSpPr>
          <p:nvPr/>
        </p:nvGrpSpPr>
        <p:grpSpPr bwMode="auto">
          <a:xfrm>
            <a:off x="5439966" y="2300288"/>
            <a:ext cx="282178" cy="635794"/>
            <a:chOff x="3600" y="1309"/>
            <a:chExt cx="237" cy="713"/>
          </a:xfrm>
        </p:grpSpPr>
        <p:grpSp>
          <p:nvGrpSpPr>
            <p:cNvPr id="39073" name="Group 31">
              <a:extLst>
                <a:ext uri="{FF2B5EF4-FFF2-40B4-BE49-F238E27FC236}">
                  <a16:creationId xmlns:a16="http://schemas.microsoft.com/office/drawing/2014/main" id="{B314DE59-4846-C14D-99EE-393809B7440C}"/>
                </a:ext>
              </a:extLst>
            </p:cNvPr>
            <p:cNvGrpSpPr>
              <a:grpSpLocks/>
            </p:cNvGrpSpPr>
            <p:nvPr/>
          </p:nvGrpSpPr>
          <p:grpSpPr bwMode="auto">
            <a:xfrm>
              <a:off x="3600" y="1309"/>
              <a:ext cx="118" cy="713"/>
              <a:chOff x="3600" y="1309"/>
              <a:chExt cx="118" cy="713"/>
            </a:xfrm>
          </p:grpSpPr>
          <p:sp>
            <p:nvSpPr>
              <p:cNvPr id="248864" name="Freeform 32">
                <a:extLst>
                  <a:ext uri="{FF2B5EF4-FFF2-40B4-BE49-F238E27FC236}">
                    <a16:creationId xmlns:a16="http://schemas.microsoft.com/office/drawing/2014/main" id="{4EE9902A-512F-5347-AA7E-5A2153765A6C}"/>
                  </a:ext>
                </a:extLst>
              </p:cNvPr>
              <p:cNvSpPr>
                <a:spLocks/>
              </p:cNvSpPr>
              <p:nvPr/>
            </p:nvSpPr>
            <p:spPr bwMode="auto">
              <a:xfrm>
                <a:off x="3600" y="1309"/>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65" name="Freeform 33">
                <a:extLst>
                  <a:ext uri="{FF2B5EF4-FFF2-40B4-BE49-F238E27FC236}">
                    <a16:creationId xmlns:a16="http://schemas.microsoft.com/office/drawing/2014/main" id="{34004052-BC0C-9E48-A7F4-375ED03E0AD3}"/>
                  </a:ext>
                </a:extLst>
              </p:cNvPr>
              <p:cNvSpPr>
                <a:spLocks/>
              </p:cNvSpPr>
              <p:nvPr/>
            </p:nvSpPr>
            <p:spPr bwMode="auto">
              <a:xfrm>
                <a:off x="3634"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grpSp>
          <p:nvGrpSpPr>
            <p:cNvPr id="39074" name="Group 34">
              <a:extLst>
                <a:ext uri="{FF2B5EF4-FFF2-40B4-BE49-F238E27FC236}">
                  <a16:creationId xmlns:a16="http://schemas.microsoft.com/office/drawing/2014/main" id="{BFF879E0-7C68-E649-B68C-5A539D63CD29}"/>
                </a:ext>
              </a:extLst>
            </p:cNvPr>
            <p:cNvGrpSpPr>
              <a:grpSpLocks/>
            </p:cNvGrpSpPr>
            <p:nvPr/>
          </p:nvGrpSpPr>
          <p:grpSpPr bwMode="auto">
            <a:xfrm>
              <a:off x="3718" y="1309"/>
              <a:ext cx="119" cy="713"/>
              <a:chOff x="3718" y="1309"/>
              <a:chExt cx="119" cy="713"/>
            </a:xfrm>
          </p:grpSpPr>
          <p:sp>
            <p:nvSpPr>
              <p:cNvPr id="248867" name="Freeform 35">
                <a:extLst>
                  <a:ext uri="{FF2B5EF4-FFF2-40B4-BE49-F238E27FC236}">
                    <a16:creationId xmlns:a16="http://schemas.microsoft.com/office/drawing/2014/main" id="{0463F329-6746-1D49-BB45-411836C7B9E8}"/>
                  </a:ext>
                </a:extLst>
              </p:cNvPr>
              <p:cNvSpPr>
                <a:spLocks/>
              </p:cNvSpPr>
              <p:nvPr/>
            </p:nvSpPr>
            <p:spPr bwMode="auto">
              <a:xfrm>
                <a:off x="3718" y="1309"/>
                <a:ext cx="35" cy="363"/>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68" name="Freeform 36">
                <a:extLst>
                  <a:ext uri="{FF2B5EF4-FFF2-40B4-BE49-F238E27FC236}">
                    <a16:creationId xmlns:a16="http://schemas.microsoft.com/office/drawing/2014/main" id="{F970F05D-414B-DC43-B7B2-154A597CB143}"/>
                  </a:ext>
                </a:extLst>
              </p:cNvPr>
              <p:cNvSpPr>
                <a:spLocks/>
              </p:cNvSpPr>
              <p:nvPr/>
            </p:nvSpPr>
            <p:spPr bwMode="auto">
              <a:xfrm>
                <a:off x="3753"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grpSp>
      <p:sp>
        <p:nvSpPr>
          <p:cNvPr id="248869" name="Freeform 37">
            <a:extLst>
              <a:ext uri="{FF2B5EF4-FFF2-40B4-BE49-F238E27FC236}">
                <a16:creationId xmlns:a16="http://schemas.microsoft.com/office/drawing/2014/main" id="{312B0CA2-46B2-C046-BE6B-1BF6A024DA43}"/>
              </a:ext>
            </a:extLst>
          </p:cNvPr>
          <p:cNvSpPr>
            <a:spLocks/>
          </p:cNvSpPr>
          <p:nvPr/>
        </p:nvSpPr>
        <p:spPr bwMode="auto">
          <a:xfrm>
            <a:off x="4582717" y="2305050"/>
            <a:ext cx="39290" cy="323850"/>
          </a:xfrm>
          <a:custGeom>
            <a:avLst/>
            <a:gdLst>
              <a:gd name="T0" fmla="*/ 0 w 33"/>
              <a:gd name="T1" fmla="*/ 430610 h 363"/>
              <a:gd name="T2" fmla="*/ 31750 w 33"/>
              <a:gd name="T3" fmla="*/ 64235 h 363"/>
              <a:gd name="T4" fmla="*/ 33337 w 33"/>
              <a:gd name="T5" fmla="*/ 45202 h 363"/>
              <a:gd name="T6" fmla="*/ 34925 w 33"/>
              <a:gd name="T7" fmla="*/ 29738 h 363"/>
              <a:gd name="T8" fmla="*/ 38100 w 33"/>
              <a:gd name="T9" fmla="*/ 17843 h 363"/>
              <a:gd name="T10" fmla="*/ 42862 w 33"/>
              <a:gd name="T11" fmla="*/ 7137 h 363"/>
              <a:gd name="T12" fmla="*/ 50800 w 33"/>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70" name="Freeform 38">
            <a:extLst>
              <a:ext uri="{FF2B5EF4-FFF2-40B4-BE49-F238E27FC236}">
                <a16:creationId xmlns:a16="http://schemas.microsoft.com/office/drawing/2014/main" id="{9098C194-13E8-0C4C-8B08-4935190BCD72}"/>
              </a:ext>
            </a:extLst>
          </p:cNvPr>
          <p:cNvSpPr>
            <a:spLocks/>
          </p:cNvSpPr>
          <p:nvPr/>
        </p:nvSpPr>
        <p:spPr bwMode="auto">
          <a:xfrm>
            <a:off x="4622007" y="2308623"/>
            <a:ext cx="103585" cy="631031"/>
          </a:xfrm>
          <a:custGeom>
            <a:avLst/>
            <a:gdLst>
              <a:gd name="T0" fmla="*/ 0 w 87"/>
              <a:gd name="T1" fmla="*/ 0 h 530"/>
              <a:gd name="T2" fmla="*/ 11113 w 87"/>
              <a:gd name="T3" fmla="*/ 4763 h 530"/>
              <a:gd name="T4" fmla="*/ 19050 w 87"/>
              <a:gd name="T5" fmla="*/ 19050 h 530"/>
              <a:gd name="T6" fmla="*/ 22225 w 87"/>
              <a:gd name="T7" fmla="*/ 39688 h 530"/>
              <a:gd name="T8" fmla="*/ 23813 w 87"/>
              <a:gd name="T9" fmla="*/ 69850 h 530"/>
              <a:gd name="T10" fmla="*/ 68263 w 87"/>
              <a:gd name="T11" fmla="*/ 774700 h 530"/>
              <a:gd name="T12" fmla="*/ 71438 w 87"/>
              <a:gd name="T13" fmla="*/ 812800 h 530"/>
              <a:gd name="T14" fmla="*/ 74613 w 87"/>
              <a:gd name="T15" fmla="*/ 825500 h 530"/>
              <a:gd name="T16" fmla="*/ 84138 w 87"/>
              <a:gd name="T17" fmla="*/ 836613 h 530"/>
              <a:gd name="T18" fmla="*/ 90488 w 87"/>
              <a:gd name="T19" fmla="*/ 841375 h 530"/>
              <a:gd name="T20" fmla="*/ 100013 w 87"/>
              <a:gd name="T21" fmla="*/ 831850 h 530"/>
              <a:gd name="T22" fmla="*/ 106363 w 87"/>
              <a:gd name="T23" fmla="*/ 812800 h 530"/>
              <a:gd name="T24" fmla="*/ 138113 w 87"/>
              <a:gd name="T25" fmla="*/ 420688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7"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7" y="265"/>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71" name="Freeform 39">
            <a:extLst>
              <a:ext uri="{FF2B5EF4-FFF2-40B4-BE49-F238E27FC236}">
                <a16:creationId xmlns:a16="http://schemas.microsoft.com/office/drawing/2014/main" id="{76CE3463-9A7B-7C47-9FCB-8E78047A5059}"/>
              </a:ext>
            </a:extLst>
          </p:cNvPr>
          <p:cNvSpPr>
            <a:spLocks/>
          </p:cNvSpPr>
          <p:nvPr/>
        </p:nvSpPr>
        <p:spPr bwMode="auto">
          <a:xfrm>
            <a:off x="4724400" y="2305050"/>
            <a:ext cx="38100" cy="323850"/>
          </a:xfrm>
          <a:custGeom>
            <a:avLst/>
            <a:gdLst>
              <a:gd name="T0" fmla="*/ 0 w 32"/>
              <a:gd name="T1" fmla="*/ 430610 h 363"/>
              <a:gd name="T2" fmla="*/ 30163 w 32"/>
              <a:gd name="T3" fmla="*/ 64235 h 363"/>
              <a:gd name="T4" fmla="*/ 31750 w 32"/>
              <a:gd name="T5" fmla="*/ 45202 h 363"/>
              <a:gd name="T6" fmla="*/ 33338 w 32"/>
              <a:gd name="T7" fmla="*/ 29738 h 363"/>
              <a:gd name="T8" fmla="*/ 36513 w 32"/>
              <a:gd name="T9" fmla="*/ 17843 h 363"/>
              <a:gd name="T10" fmla="*/ 42863 w 32"/>
              <a:gd name="T11" fmla="*/ 7137 h 363"/>
              <a:gd name="T12" fmla="*/ 49213 w 32"/>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72" name="Freeform 40">
            <a:extLst>
              <a:ext uri="{FF2B5EF4-FFF2-40B4-BE49-F238E27FC236}">
                <a16:creationId xmlns:a16="http://schemas.microsoft.com/office/drawing/2014/main" id="{F7E09233-B0D9-0547-A753-1A99A217D5DF}"/>
              </a:ext>
            </a:extLst>
          </p:cNvPr>
          <p:cNvSpPr>
            <a:spLocks/>
          </p:cNvSpPr>
          <p:nvPr/>
        </p:nvSpPr>
        <p:spPr bwMode="auto">
          <a:xfrm>
            <a:off x="4762500" y="2308623"/>
            <a:ext cx="102394" cy="631031"/>
          </a:xfrm>
          <a:custGeom>
            <a:avLst/>
            <a:gdLst>
              <a:gd name="T0" fmla="*/ 0 w 86"/>
              <a:gd name="T1" fmla="*/ 0 h 530"/>
              <a:gd name="T2" fmla="*/ 11113 w 86"/>
              <a:gd name="T3" fmla="*/ 4763 h 530"/>
              <a:gd name="T4" fmla="*/ 19050 w 86"/>
              <a:gd name="T5" fmla="*/ 19050 h 530"/>
              <a:gd name="T6" fmla="*/ 22225 w 86"/>
              <a:gd name="T7" fmla="*/ 39688 h 530"/>
              <a:gd name="T8" fmla="*/ 23813 w 86"/>
              <a:gd name="T9" fmla="*/ 69850 h 530"/>
              <a:gd name="T10" fmla="*/ 68263 w 86"/>
              <a:gd name="T11" fmla="*/ 774700 h 530"/>
              <a:gd name="T12" fmla="*/ 71438 w 86"/>
              <a:gd name="T13" fmla="*/ 812800 h 530"/>
              <a:gd name="T14" fmla="*/ 74613 w 86"/>
              <a:gd name="T15" fmla="*/ 825500 h 530"/>
              <a:gd name="T16" fmla="*/ 84138 w 86"/>
              <a:gd name="T17" fmla="*/ 836613 h 530"/>
              <a:gd name="T18" fmla="*/ 90488 w 86"/>
              <a:gd name="T19" fmla="*/ 841375 h 530"/>
              <a:gd name="T20" fmla="*/ 100013 w 86"/>
              <a:gd name="T21" fmla="*/ 831850 h 530"/>
              <a:gd name="T22" fmla="*/ 106363 w 86"/>
              <a:gd name="T23" fmla="*/ 812800 h 530"/>
              <a:gd name="T24" fmla="*/ 136525 w 86"/>
              <a:gd name="T25" fmla="*/ 434975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6" y="274"/>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8944" name="Group 41">
            <a:extLst>
              <a:ext uri="{FF2B5EF4-FFF2-40B4-BE49-F238E27FC236}">
                <a16:creationId xmlns:a16="http://schemas.microsoft.com/office/drawing/2014/main" id="{D3614AFF-67EE-B148-89F4-CB7F642EA393}"/>
              </a:ext>
            </a:extLst>
          </p:cNvPr>
          <p:cNvGrpSpPr>
            <a:grpSpLocks/>
          </p:cNvGrpSpPr>
          <p:nvPr/>
        </p:nvGrpSpPr>
        <p:grpSpPr bwMode="auto">
          <a:xfrm>
            <a:off x="4864894" y="2300288"/>
            <a:ext cx="139304" cy="635794"/>
            <a:chOff x="3117" y="1309"/>
            <a:chExt cx="117" cy="713"/>
          </a:xfrm>
        </p:grpSpPr>
        <p:sp>
          <p:nvSpPr>
            <p:cNvPr id="248874" name="Freeform 42">
              <a:extLst>
                <a:ext uri="{FF2B5EF4-FFF2-40B4-BE49-F238E27FC236}">
                  <a16:creationId xmlns:a16="http://schemas.microsoft.com/office/drawing/2014/main" id="{2D88E4BB-99B6-734E-BB62-F1DF22289C43}"/>
                </a:ext>
              </a:extLst>
            </p:cNvPr>
            <p:cNvSpPr>
              <a:spLocks/>
            </p:cNvSpPr>
            <p:nvPr/>
          </p:nvSpPr>
          <p:spPr bwMode="auto">
            <a:xfrm>
              <a:off x="3117" y="1309"/>
              <a:ext cx="33" cy="363"/>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75" name="Freeform 43">
              <a:extLst>
                <a:ext uri="{FF2B5EF4-FFF2-40B4-BE49-F238E27FC236}">
                  <a16:creationId xmlns:a16="http://schemas.microsoft.com/office/drawing/2014/main" id="{F92415D6-5847-B946-B218-527426E56D49}"/>
                </a:ext>
              </a:extLst>
            </p:cNvPr>
            <p:cNvSpPr>
              <a:spLocks/>
            </p:cNvSpPr>
            <p:nvPr/>
          </p:nvSpPr>
          <p:spPr bwMode="auto">
            <a:xfrm>
              <a:off x="3150"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sp>
        <p:nvSpPr>
          <p:cNvPr id="248876" name="Freeform 44">
            <a:extLst>
              <a:ext uri="{FF2B5EF4-FFF2-40B4-BE49-F238E27FC236}">
                <a16:creationId xmlns:a16="http://schemas.microsoft.com/office/drawing/2014/main" id="{B771AE11-F155-E644-9D81-69BBDAD5ACE6}"/>
              </a:ext>
            </a:extLst>
          </p:cNvPr>
          <p:cNvSpPr>
            <a:spLocks/>
          </p:cNvSpPr>
          <p:nvPr/>
        </p:nvSpPr>
        <p:spPr bwMode="auto">
          <a:xfrm>
            <a:off x="5004197" y="2300288"/>
            <a:ext cx="41672" cy="323850"/>
          </a:xfrm>
          <a:custGeom>
            <a:avLst/>
            <a:gdLst>
              <a:gd name="T0" fmla="*/ 0 w 35"/>
              <a:gd name="T1" fmla="*/ 430610 h 363"/>
              <a:gd name="T2" fmla="*/ 33337 w 35"/>
              <a:gd name="T3" fmla="*/ 64235 h 363"/>
              <a:gd name="T4" fmla="*/ 34925 w 35"/>
              <a:gd name="T5" fmla="*/ 45202 h 363"/>
              <a:gd name="T6" fmla="*/ 36512 w 35"/>
              <a:gd name="T7" fmla="*/ 29738 h 363"/>
              <a:gd name="T8" fmla="*/ 39687 w 35"/>
              <a:gd name="T9" fmla="*/ 17843 h 363"/>
              <a:gd name="T10" fmla="*/ 46037 w 35"/>
              <a:gd name="T11" fmla="*/ 7137 h 363"/>
              <a:gd name="T12" fmla="*/ 53975 w 3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77" name="Freeform 45">
            <a:extLst>
              <a:ext uri="{FF2B5EF4-FFF2-40B4-BE49-F238E27FC236}">
                <a16:creationId xmlns:a16="http://schemas.microsoft.com/office/drawing/2014/main" id="{13B2E900-8A08-D242-A241-AAA1A865E2D2}"/>
              </a:ext>
            </a:extLst>
          </p:cNvPr>
          <p:cNvSpPr>
            <a:spLocks/>
          </p:cNvSpPr>
          <p:nvPr/>
        </p:nvSpPr>
        <p:spPr bwMode="auto">
          <a:xfrm>
            <a:off x="5045869" y="2303860"/>
            <a:ext cx="108347" cy="631031"/>
          </a:xfrm>
          <a:custGeom>
            <a:avLst/>
            <a:gdLst>
              <a:gd name="T0" fmla="*/ 0 w 91"/>
              <a:gd name="T1" fmla="*/ 0 h 530"/>
              <a:gd name="T2" fmla="*/ 11113 w 91"/>
              <a:gd name="T3" fmla="*/ 4763 h 530"/>
              <a:gd name="T4" fmla="*/ 19050 w 91"/>
              <a:gd name="T5" fmla="*/ 19050 h 530"/>
              <a:gd name="T6" fmla="*/ 20638 w 91"/>
              <a:gd name="T7" fmla="*/ 39688 h 530"/>
              <a:gd name="T8" fmla="*/ 23813 w 91"/>
              <a:gd name="T9" fmla="*/ 69850 h 530"/>
              <a:gd name="T10" fmla="*/ 66675 w 91"/>
              <a:gd name="T11" fmla="*/ 774700 h 530"/>
              <a:gd name="T12" fmla="*/ 69850 w 91"/>
              <a:gd name="T13" fmla="*/ 812800 h 530"/>
              <a:gd name="T14" fmla="*/ 73025 w 91"/>
              <a:gd name="T15" fmla="*/ 825500 h 530"/>
              <a:gd name="T16" fmla="*/ 82550 w 91"/>
              <a:gd name="T17" fmla="*/ 836613 h 530"/>
              <a:gd name="T18" fmla="*/ 88900 w 91"/>
              <a:gd name="T19" fmla="*/ 841375 h 530"/>
              <a:gd name="T20" fmla="*/ 98425 w 91"/>
              <a:gd name="T21" fmla="*/ 831850 h 530"/>
              <a:gd name="T22" fmla="*/ 103188 w 91"/>
              <a:gd name="T23" fmla="*/ 812800 h 530"/>
              <a:gd name="T24" fmla="*/ 144463 w 91"/>
              <a:gd name="T25" fmla="*/ 446088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1"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91" y="281"/>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78" name="Freeform 46">
            <a:extLst>
              <a:ext uri="{FF2B5EF4-FFF2-40B4-BE49-F238E27FC236}">
                <a16:creationId xmlns:a16="http://schemas.microsoft.com/office/drawing/2014/main" id="{5CAF1782-051F-BC47-B90C-3F2AB35C2C8C}"/>
              </a:ext>
            </a:extLst>
          </p:cNvPr>
          <p:cNvSpPr>
            <a:spLocks/>
          </p:cNvSpPr>
          <p:nvPr/>
        </p:nvSpPr>
        <p:spPr bwMode="auto">
          <a:xfrm>
            <a:off x="2857500" y="3157538"/>
            <a:ext cx="45244" cy="345281"/>
          </a:xfrm>
          <a:custGeom>
            <a:avLst/>
            <a:gdLst>
              <a:gd name="T0" fmla="*/ 0 w 38"/>
              <a:gd name="T1" fmla="*/ 460375 h 290"/>
              <a:gd name="T2" fmla="*/ 41275 w 38"/>
              <a:gd name="T3" fmla="*/ 63500 h 290"/>
              <a:gd name="T4" fmla="*/ 42863 w 38"/>
              <a:gd name="T5" fmla="*/ 44450 h 290"/>
              <a:gd name="T6" fmla="*/ 44450 w 38"/>
              <a:gd name="T7" fmla="*/ 30163 h 290"/>
              <a:gd name="T8" fmla="*/ 47625 w 38"/>
              <a:gd name="T9" fmla="*/ 17463 h 290"/>
              <a:gd name="T10" fmla="*/ 52388 w 38"/>
              <a:gd name="T11" fmla="*/ 6350 h 290"/>
              <a:gd name="T12" fmla="*/ 60325 w 38"/>
              <a:gd name="T13" fmla="*/ 0 h 29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8" h="290">
                <a:moveTo>
                  <a:pt x="0" y="290"/>
                </a:moveTo>
                <a:lnTo>
                  <a:pt x="26" y="40"/>
                </a:lnTo>
                <a:lnTo>
                  <a:pt x="27" y="28"/>
                </a:lnTo>
                <a:lnTo>
                  <a:pt x="28" y="19"/>
                </a:lnTo>
                <a:lnTo>
                  <a:pt x="30" y="11"/>
                </a:lnTo>
                <a:lnTo>
                  <a:pt x="33" y="4"/>
                </a:lnTo>
                <a:lnTo>
                  <a:pt x="38"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79" name="Freeform 47">
            <a:extLst>
              <a:ext uri="{FF2B5EF4-FFF2-40B4-BE49-F238E27FC236}">
                <a16:creationId xmlns:a16="http://schemas.microsoft.com/office/drawing/2014/main" id="{11EDAFB6-E25D-A74E-B55B-EC200BB23D9F}"/>
              </a:ext>
            </a:extLst>
          </p:cNvPr>
          <p:cNvSpPr>
            <a:spLocks/>
          </p:cNvSpPr>
          <p:nvPr/>
        </p:nvSpPr>
        <p:spPr bwMode="auto">
          <a:xfrm>
            <a:off x="2903935" y="3161110"/>
            <a:ext cx="103584" cy="632222"/>
          </a:xfrm>
          <a:custGeom>
            <a:avLst/>
            <a:gdLst>
              <a:gd name="T0" fmla="*/ 0 w 87"/>
              <a:gd name="T1" fmla="*/ 0 h 709"/>
              <a:gd name="T2" fmla="*/ 11112 w 87"/>
              <a:gd name="T3" fmla="*/ 4756 h 709"/>
              <a:gd name="T4" fmla="*/ 19050 w 87"/>
              <a:gd name="T5" fmla="*/ 19023 h 709"/>
              <a:gd name="T6" fmla="*/ 22225 w 87"/>
              <a:gd name="T7" fmla="*/ 39235 h 709"/>
              <a:gd name="T8" fmla="*/ 25400 w 87"/>
              <a:gd name="T9" fmla="*/ 70148 h 709"/>
              <a:gd name="T10" fmla="*/ 68262 w 87"/>
              <a:gd name="T11" fmla="*/ 774003 h 709"/>
              <a:gd name="T12" fmla="*/ 73025 w 87"/>
              <a:gd name="T13" fmla="*/ 813238 h 709"/>
              <a:gd name="T14" fmla="*/ 76200 w 87"/>
              <a:gd name="T15" fmla="*/ 825128 h 709"/>
              <a:gd name="T16" fmla="*/ 84137 w 87"/>
              <a:gd name="T17" fmla="*/ 837017 h 709"/>
              <a:gd name="T18" fmla="*/ 92075 w 87"/>
              <a:gd name="T19" fmla="*/ 841773 h 709"/>
              <a:gd name="T20" fmla="*/ 101600 w 87"/>
              <a:gd name="T21" fmla="*/ 832261 h 709"/>
              <a:gd name="T22" fmla="*/ 107950 w 87"/>
              <a:gd name="T23" fmla="*/ 813238 h 709"/>
              <a:gd name="T24" fmla="*/ 136525 w 87"/>
              <a:gd name="T25" fmla="*/ 451799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7" h="709">
                <a:moveTo>
                  <a:pt x="0" y="0"/>
                </a:moveTo>
                <a:lnTo>
                  <a:pt x="7" y="4"/>
                </a:lnTo>
                <a:lnTo>
                  <a:pt x="12" y="16"/>
                </a:lnTo>
                <a:lnTo>
                  <a:pt x="14" y="33"/>
                </a:lnTo>
                <a:lnTo>
                  <a:pt x="16" y="59"/>
                </a:lnTo>
                <a:lnTo>
                  <a:pt x="43" y="651"/>
                </a:lnTo>
                <a:lnTo>
                  <a:pt x="46" y="684"/>
                </a:lnTo>
                <a:lnTo>
                  <a:pt x="48" y="694"/>
                </a:lnTo>
                <a:lnTo>
                  <a:pt x="53" y="704"/>
                </a:lnTo>
                <a:lnTo>
                  <a:pt x="58" y="708"/>
                </a:lnTo>
                <a:lnTo>
                  <a:pt x="64" y="700"/>
                </a:lnTo>
                <a:lnTo>
                  <a:pt x="68" y="684"/>
                </a:lnTo>
                <a:lnTo>
                  <a:pt x="86"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8949" name="Group 48">
            <a:extLst>
              <a:ext uri="{FF2B5EF4-FFF2-40B4-BE49-F238E27FC236}">
                <a16:creationId xmlns:a16="http://schemas.microsoft.com/office/drawing/2014/main" id="{2920FD56-7081-D640-9E42-B41437C51BA4}"/>
              </a:ext>
            </a:extLst>
          </p:cNvPr>
          <p:cNvGrpSpPr>
            <a:grpSpLocks/>
          </p:cNvGrpSpPr>
          <p:nvPr/>
        </p:nvGrpSpPr>
        <p:grpSpPr bwMode="auto">
          <a:xfrm>
            <a:off x="3007519" y="3157538"/>
            <a:ext cx="141685" cy="635794"/>
            <a:chOff x="1557" y="2272"/>
            <a:chExt cx="119" cy="713"/>
          </a:xfrm>
        </p:grpSpPr>
        <p:sp>
          <p:nvSpPr>
            <p:cNvPr id="248881" name="Freeform 49">
              <a:extLst>
                <a:ext uri="{FF2B5EF4-FFF2-40B4-BE49-F238E27FC236}">
                  <a16:creationId xmlns:a16="http://schemas.microsoft.com/office/drawing/2014/main" id="{D0D55799-0E5C-7E49-968A-0DD4B5645868}"/>
                </a:ext>
              </a:extLst>
            </p:cNvPr>
            <p:cNvSpPr>
              <a:spLocks/>
            </p:cNvSpPr>
            <p:nvPr/>
          </p:nvSpPr>
          <p:spPr bwMode="auto">
            <a:xfrm>
              <a:off x="1557" y="2272"/>
              <a:ext cx="33" cy="363"/>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82" name="Freeform 50">
              <a:extLst>
                <a:ext uri="{FF2B5EF4-FFF2-40B4-BE49-F238E27FC236}">
                  <a16:creationId xmlns:a16="http://schemas.microsoft.com/office/drawing/2014/main" id="{E2A21BD4-0AC5-0D49-9C3B-42F2B496F074}"/>
                </a:ext>
              </a:extLst>
            </p:cNvPr>
            <p:cNvSpPr>
              <a:spLocks/>
            </p:cNvSpPr>
            <p:nvPr/>
          </p:nvSpPr>
          <p:spPr bwMode="auto">
            <a:xfrm>
              <a:off x="1590" y="2276"/>
              <a:ext cx="86" cy="709"/>
            </a:xfrm>
            <a:custGeom>
              <a:avLst/>
              <a:gdLst>
                <a:gd name="T0" fmla="*/ 0 w 86"/>
                <a:gd name="T1" fmla="*/ 0 h 709"/>
                <a:gd name="T2" fmla="*/ 7 w 86"/>
                <a:gd name="T3" fmla="*/ 4 h 709"/>
                <a:gd name="T4" fmla="*/ 12 w 86"/>
                <a:gd name="T5" fmla="*/ 16 h 709"/>
                <a:gd name="T6" fmla="*/ 14 w 86"/>
                <a:gd name="T7" fmla="*/ 33 h 709"/>
                <a:gd name="T8" fmla="*/ 15 w 86"/>
                <a:gd name="T9" fmla="*/ 59 h 709"/>
                <a:gd name="T10" fmla="*/ 43 w 86"/>
                <a:gd name="T11" fmla="*/ 651 h 709"/>
                <a:gd name="T12" fmla="*/ 45 w 86"/>
                <a:gd name="T13" fmla="*/ 684 h 709"/>
                <a:gd name="T14" fmla="*/ 47 w 86"/>
                <a:gd name="T15" fmla="*/ 694 h 709"/>
                <a:gd name="T16" fmla="*/ 53 w 86"/>
                <a:gd name="T17" fmla="*/ 704 h 709"/>
                <a:gd name="T18" fmla="*/ 57 w 86"/>
                <a:gd name="T19" fmla="*/ 708 h 709"/>
                <a:gd name="T20" fmla="*/ 63 w 86"/>
                <a:gd name="T21" fmla="*/ 700 h 709"/>
                <a:gd name="T22" fmla="*/ 67 w 86"/>
                <a:gd name="T23" fmla="*/ 684 h 709"/>
                <a:gd name="T24" fmla="*/ 85 w 86"/>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09">
                  <a:moveTo>
                    <a:pt x="0" y="0"/>
                  </a:moveTo>
                  <a:lnTo>
                    <a:pt x="7" y="4"/>
                  </a:lnTo>
                  <a:lnTo>
                    <a:pt x="12" y="16"/>
                  </a:lnTo>
                  <a:lnTo>
                    <a:pt x="14" y="33"/>
                  </a:lnTo>
                  <a:lnTo>
                    <a:pt x="15" y="59"/>
                  </a:lnTo>
                  <a:lnTo>
                    <a:pt x="43" y="651"/>
                  </a:lnTo>
                  <a:lnTo>
                    <a:pt x="45" y="684"/>
                  </a:lnTo>
                  <a:lnTo>
                    <a:pt x="47" y="694"/>
                  </a:lnTo>
                  <a:lnTo>
                    <a:pt x="53" y="704"/>
                  </a:lnTo>
                  <a:lnTo>
                    <a:pt x="57" y="708"/>
                  </a:lnTo>
                  <a:lnTo>
                    <a:pt x="63" y="700"/>
                  </a:lnTo>
                  <a:lnTo>
                    <a:pt x="67" y="684"/>
                  </a:lnTo>
                  <a:lnTo>
                    <a:pt x="85"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sp>
        <p:nvSpPr>
          <p:cNvPr id="248883" name="Freeform 51">
            <a:extLst>
              <a:ext uri="{FF2B5EF4-FFF2-40B4-BE49-F238E27FC236}">
                <a16:creationId xmlns:a16="http://schemas.microsoft.com/office/drawing/2014/main" id="{D6DB50C9-98DF-334D-A69B-D9A7BC12D00C}"/>
              </a:ext>
            </a:extLst>
          </p:cNvPr>
          <p:cNvSpPr>
            <a:spLocks/>
          </p:cNvSpPr>
          <p:nvPr/>
        </p:nvSpPr>
        <p:spPr bwMode="auto">
          <a:xfrm>
            <a:off x="3146822" y="3152775"/>
            <a:ext cx="41672" cy="350044"/>
          </a:xfrm>
          <a:custGeom>
            <a:avLst/>
            <a:gdLst>
              <a:gd name="T0" fmla="*/ 0 w 35"/>
              <a:gd name="T1" fmla="*/ 466725 h 294"/>
              <a:gd name="T2" fmla="*/ 34925 w 35"/>
              <a:gd name="T3" fmla="*/ 63500 h 294"/>
              <a:gd name="T4" fmla="*/ 38100 w 35"/>
              <a:gd name="T5" fmla="*/ 44450 h 294"/>
              <a:gd name="T6" fmla="*/ 39687 w 35"/>
              <a:gd name="T7" fmla="*/ 30163 h 294"/>
              <a:gd name="T8" fmla="*/ 41275 w 35"/>
              <a:gd name="T9" fmla="*/ 17463 h 294"/>
              <a:gd name="T10" fmla="*/ 47625 w 35"/>
              <a:gd name="T11" fmla="*/ 6350 h 294"/>
              <a:gd name="T12" fmla="*/ 55562 w 35"/>
              <a:gd name="T13" fmla="*/ 0 h 29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 h="294">
                <a:moveTo>
                  <a:pt x="0" y="294"/>
                </a:moveTo>
                <a:lnTo>
                  <a:pt x="22" y="40"/>
                </a:lnTo>
                <a:lnTo>
                  <a:pt x="24" y="28"/>
                </a:lnTo>
                <a:lnTo>
                  <a:pt x="25" y="19"/>
                </a:lnTo>
                <a:lnTo>
                  <a:pt x="26" y="11"/>
                </a:lnTo>
                <a:lnTo>
                  <a:pt x="30" y="4"/>
                </a:lnTo>
                <a:lnTo>
                  <a:pt x="35"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84" name="Freeform 52">
            <a:extLst>
              <a:ext uri="{FF2B5EF4-FFF2-40B4-BE49-F238E27FC236}">
                <a16:creationId xmlns:a16="http://schemas.microsoft.com/office/drawing/2014/main" id="{2300D187-F58B-E647-B94D-4AC9EE45AC41}"/>
              </a:ext>
            </a:extLst>
          </p:cNvPr>
          <p:cNvSpPr>
            <a:spLocks/>
          </p:cNvSpPr>
          <p:nvPr/>
        </p:nvSpPr>
        <p:spPr bwMode="auto">
          <a:xfrm>
            <a:off x="3189685" y="3156347"/>
            <a:ext cx="101203" cy="632222"/>
          </a:xfrm>
          <a:custGeom>
            <a:avLst/>
            <a:gdLst>
              <a:gd name="T0" fmla="*/ 0 w 85"/>
              <a:gd name="T1" fmla="*/ 0 h 709"/>
              <a:gd name="T2" fmla="*/ 11112 w 85"/>
              <a:gd name="T3" fmla="*/ 4756 h 709"/>
              <a:gd name="T4" fmla="*/ 19050 w 85"/>
              <a:gd name="T5" fmla="*/ 19023 h 709"/>
              <a:gd name="T6" fmla="*/ 22225 w 85"/>
              <a:gd name="T7" fmla="*/ 39235 h 709"/>
              <a:gd name="T8" fmla="*/ 23812 w 85"/>
              <a:gd name="T9" fmla="*/ 70148 h 709"/>
              <a:gd name="T10" fmla="*/ 66675 w 85"/>
              <a:gd name="T11" fmla="*/ 774003 h 709"/>
              <a:gd name="T12" fmla="*/ 71437 w 85"/>
              <a:gd name="T13" fmla="*/ 813238 h 709"/>
              <a:gd name="T14" fmla="*/ 74612 w 85"/>
              <a:gd name="T15" fmla="*/ 825128 h 709"/>
              <a:gd name="T16" fmla="*/ 82550 w 85"/>
              <a:gd name="T17" fmla="*/ 837017 h 709"/>
              <a:gd name="T18" fmla="*/ 90487 w 85"/>
              <a:gd name="T19" fmla="*/ 841773 h 709"/>
              <a:gd name="T20" fmla="*/ 98425 w 85"/>
              <a:gd name="T21" fmla="*/ 832261 h 709"/>
              <a:gd name="T22" fmla="*/ 104775 w 85"/>
              <a:gd name="T23" fmla="*/ 813238 h 709"/>
              <a:gd name="T24" fmla="*/ 133350 w 85"/>
              <a:gd name="T25" fmla="*/ 451799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5" h="709">
                <a:moveTo>
                  <a:pt x="0" y="0"/>
                </a:moveTo>
                <a:lnTo>
                  <a:pt x="7" y="4"/>
                </a:lnTo>
                <a:lnTo>
                  <a:pt x="12" y="16"/>
                </a:lnTo>
                <a:lnTo>
                  <a:pt x="14" y="33"/>
                </a:lnTo>
                <a:lnTo>
                  <a:pt x="15" y="59"/>
                </a:lnTo>
                <a:lnTo>
                  <a:pt x="42" y="651"/>
                </a:lnTo>
                <a:lnTo>
                  <a:pt x="45" y="684"/>
                </a:lnTo>
                <a:lnTo>
                  <a:pt x="47" y="694"/>
                </a:lnTo>
                <a:lnTo>
                  <a:pt x="52" y="704"/>
                </a:lnTo>
                <a:lnTo>
                  <a:pt x="57" y="708"/>
                </a:lnTo>
                <a:lnTo>
                  <a:pt x="62" y="700"/>
                </a:lnTo>
                <a:lnTo>
                  <a:pt x="66" y="684"/>
                </a:lnTo>
                <a:lnTo>
                  <a:pt x="84"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85" name="Freeform 53">
            <a:extLst>
              <a:ext uri="{FF2B5EF4-FFF2-40B4-BE49-F238E27FC236}">
                <a16:creationId xmlns:a16="http://schemas.microsoft.com/office/drawing/2014/main" id="{9023B3A4-9D95-4F47-9F01-2789177CF31A}"/>
              </a:ext>
            </a:extLst>
          </p:cNvPr>
          <p:cNvSpPr>
            <a:spLocks/>
          </p:cNvSpPr>
          <p:nvPr/>
        </p:nvSpPr>
        <p:spPr bwMode="auto">
          <a:xfrm>
            <a:off x="3289697" y="3152775"/>
            <a:ext cx="41672" cy="332185"/>
          </a:xfrm>
          <a:custGeom>
            <a:avLst/>
            <a:gdLst>
              <a:gd name="T0" fmla="*/ 0 w 35"/>
              <a:gd name="T1" fmla="*/ 442913 h 279"/>
              <a:gd name="T2" fmla="*/ 34925 w 35"/>
              <a:gd name="T3" fmla="*/ 63500 h 279"/>
              <a:gd name="T4" fmla="*/ 36512 w 35"/>
              <a:gd name="T5" fmla="*/ 44450 h 279"/>
              <a:gd name="T6" fmla="*/ 38100 w 35"/>
              <a:gd name="T7" fmla="*/ 30163 h 279"/>
              <a:gd name="T8" fmla="*/ 41275 w 35"/>
              <a:gd name="T9" fmla="*/ 17463 h 279"/>
              <a:gd name="T10" fmla="*/ 47625 w 35"/>
              <a:gd name="T11" fmla="*/ 6350 h 279"/>
              <a:gd name="T12" fmla="*/ 55562 w 35"/>
              <a:gd name="T13" fmla="*/ 0 h 27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 h="279">
                <a:moveTo>
                  <a:pt x="0" y="279"/>
                </a:moveTo>
                <a:lnTo>
                  <a:pt x="22" y="40"/>
                </a:lnTo>
                <a:lnTo>
                  <a:pt x="23" y="28"/>
                </a:lnTo>
                <a:lnTo>
                  <a:pt x="24" y="19"/>
                </a:lnTo>
                <a:lnTo>
                  <a:pt x="26" y="11"/>
                </a:lnTo>
                <a:lnTo>
                  <a:pt x="30" y="4"/>
                </a:lnTo>
                <a:lnTo>
                  <a:pt x="35"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86" name="Freeform 54">
            <a:extLst>
              <a:ext uri="{FF2B5EF4-FFF2-40B4-BE49-F238E27FC236}">
                <a16:creationId xmlns:a16="http://schemas.microsoft.com/office/drawing/2014/main" id="{5D058BB7-D05D-D148-91EB-3BA7C30D404E}"/>
              </a:ext>
            </a:extLst>
          </p:cNvPr>
          <p:cNvSpPr>
            <a:spLocks/>
          </p:cNvSpPr>
          <p:nvPr/>
        </p:nvSpPr>
        <p:spPr bwMode="auto">
          <a:xfrm>
            <a:off x="3332560" y="3156348"/>
            <a:ext cx="114300" cy="631031"/>
          </a:xfrm>
          <a:custGeom>
            <a:avLst/>
            <a:gdLst>
              <a:gd name="T0" fmla="*/ 0 w 96"/>
              <a:gd name="T1" fmla="*/ 0 h 530"/>
              <a:gd name="T2" fmla="*/ 11113 w 96"/>
              <a:gd name="T3" fmla="*/ 4763 h 530"/>
              <a:gd name="T4" fmla="*/ 19050 w 96"/>
              <a:gd name="T5" fmla="*/ 19050 h 530"/>
              <a:gd name="T6" fmla="*/ 22225 w 96"/>
              <a:gd name="T7" fmla="*/ 39688 h 530"/>
              <a:gd name="T8" fmla="*/ 23813 w 96"/>
              <a:gd name="T9" fmla="*/ 69850 h 530"/>
              <a:gd name="T10" fmla="*/ 66675 w 96"/>
              <a:gd name="T11" fmla="*/ 774700 h 530"/>
              <a:gd name="T12" fmla="*/ 71438 w 96"/>
              <a:gd name="T13" fmla="*/ 812800 h 530"/>
              <a:gd name="T14" fmla="*/ 74613 w 96"/>
              <a:gd name="T15" fmla="*/ 825500 h 530"/>
              <a:gd name="T16" fmla="*/ 82550 w 96"/>
              <a:gd name="T17" fmla="*/ 836613 h 530"/>
              <a:gd name="T18" fmla="*/ 90488 w 96"/>
              <a:gd name="T19" fmla="*/ 841375 h 530"/>
              <a:gd name="T20" fmla="*/ 98425 w 96"/>
              <a:gd name="T21" fmla="*/ 831850 h 530"/>
              <a:gd name="T22" fmla="*/ 104775 w 96"/>
              <a:gd name="T23" fmla="*/ 812800 h 530"/>
              <a:gd name="T24" fmla="*/ 152400 w 96"/>
              <a:gd name="T25" fmla="*/ 452438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6"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96" y="285"/>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87" name="Freeform 55">
            <a:extLst>
              <a:ext uri="{FF2B5EF4-FFF2-40B4-BE49-F238E27FC236}">
                <a16:creationId xmlns:a16="http://schemas.microsoft.com/office/drawing/2014/main" id="{05F1BD15-2554-2542-A29D-5EB039CBE2A5}"/>
              </a:ext>
            </a:extLst>
          </p:cNvPr>
          <p:cNvSpPr>
            <a:spLocks/>
          </p:cNvSpPr>
          <p:nvPr/>
        </p:nvSpPr>
        <p:spPr bwMode="auto">
          <a:xfrm>
            <a:off x="5720954" y="3159919"/>
            <a:ext cx="39290" cy="323850"/>
          </a:xfrm>
          <a:custGeom>
            <a:avLst/>
            <a:gdLst>
              <a:gd name="T0" fmla="*/ 0 w 33"/>
              <a:gd name="T1" fmla="*/ 430610 h 363"/>
              <a:gd name="T2" fmla="*/ 31750 w 33"/>
              <a:gd name="T3" fmla="*/ 64235 h 363"/>
              <a:gd name="T4" fmla="*/ 33337 w 33"/>
              <a:gd name="T5" fmla="*/ 45202 h 363"/>
              <a:gd name="T6" fmla="*/ 34925 w 33"/>
              <a:gd name="T7" fmla="*/ 29738 h 363"/>
              <a:gd name="T8" fmla="*/ 38100 w 33"/>
              <a:gd name="T9" fmla="*/ 17843 h 363"/>
              <a:gd name="T10" fmla="*/ 42862 w 33"/>
              <a:gd name="T11" fmla="*/ 7137 h 363"/>
              <a:gd name="T12" fmla="*/ 50800 w 33"/>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88" name="Freeform 56">
            <a:extLst>
              <a:ext uri="{FF2B5EF4-FFF2-40B4-BE49-F238E27FC236}">
                <a16:creationId xmlns:a16="http://schemas.microsoft.com/office/drawing/2014/main" id="{070FB216-8279-E541-BFDC-0CEAAF3FB7FE}"/>
              </a:ext>
            </a:extLst>
          </p:cNvPr>
          <p:cNvSpPr>
            <a:spLocks/>
          </p:cNvSpPr>
          <p:nvPr/>
        </p:nvSpPr>
        <p:spPr bwMode="auto">
          <a:xfrm>
            <a:off x="5760244" y="3163492"/>
            <a:ext cx="101204" cy="631031"/>
          </a:xfrm>
          <a:custGeom>
            <a:avLst/>
            <a:gdLst>
              <a:gd name="T0" fmla="*/ 0 w 85"/>
              <a:gd name="T1" fmla="*/ 0 h 530"/>
              <a:gd name="T2" fmla="*/ 11113 w 85"/>
              <a:gd name="T3" fmla="*/ 4763 h 530"/>
              <a:gd name="T4" fmla="*/ 19050 w 85"/>
              <a:gd name="T5" fmla="*/ 19050 h 530"/>
              <a:gd name="T6" fmla="*/ 22225 w 85"/>
              <a:gd name="T7" fmla="*/ 39688 h 530"/>
              <a:gd name="T8" fmla="*/ 23813 w 85"/>
              <a:gd name="T9" fmla="*/ 69850 h 530"/>
              <a:gd name="T10" fmla="*/ 68263 w 85"/>
              <a:gd name="T11" fmla="*/ 774700 h 530"/>
              <a:gd name="T12" fmla="*/ 71438 w 85"/>
              <a:gd name="T13" fmla="*/ 812800 h 530"/>
              <a:gd name="T14" fmla="*/ 74613 w 85"/>
              <a:gd name="T15" fmla="*/ 825500 h 530"/>
              <a:gd name="T16" fmla="*/ 84138 w 85"/>
              <a:gd name="T17" fmla="*/ 836613 h 530"/>
              <a:gd name="T18" fmla="*/ 90488 w 85"/>
              <a:gd name="T19" fmla="*/ 841375 h 530"/>
              <a:gd name="T20" fmla="*/ 100013 w 85"/>
              <a:gd name="T21" fmla="*/ 831850 h 530"/>
              <a:gd name="T22" fmla="*/ 106363 w 85"/>
              <a:gd name="T23" fmla="*/ 812800 h 530"/>
              <a:gd name="T24" fmla="*/ 134938 w 85"/>
              <a:gd name="T25" fmla="*/ 428625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5"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5" y="27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89" name="Freeform 57">
            <a:extLst>
              <a:ext uri="{FF2B5EF4-FFF2-40B4-BE49-F238E27FC236}">
                <a16:creationId xmlns:a16="http://schemas.microsoft.com/office/drawing/2014/main" id="{6E7C19F2-FE83-514F-9445-9EA05A1008C1}"/>
              </a:ext>
            </a:extLst>
          </p:cNvPr>
          <p:cNvSpPr>
            <a:spLocks/>
          </p:cNvSpPr>
          <p:nvPr/>
        </p:nvSpPr>
        <p:spPr bwMode="auto">
          <a:xfrm>
            <a:off x="5862638" y="3159919"/>
            <a:ext cx="38100" cy="323850"/>
          </a:xfrm>
          <a:custGeom>
            <a:avLst/>
            <a:gdLst>
              <a:gd name="T0" fmla="*/ 0 w 32"/>
              <a:gd name="T1" fmla="*/ 430610 h 363"/>
              <a:gd name="T2" fmla="*/ 30163 w 32"/>
              <a:gd name="T3" fmla="*/ 64235 h 363"/>
              <a:gd name="T4" fmla="*/ 31750 w 32"/>
              <a:gd name="T5" fmla="*/ 45202 h 363"/>
              <a:gd name="T6" fmla="*/ 33338 w 32"/>
              <a:gd name="T7" fmla="*/ 29738 h 363"/>
              <a:gd name="T8" fmla="*/ 36513 w 32"/>
              <a:gd name="T9" fmla="*/ 17843 h 363"/>
              <a:gd name="T10" fmla="*/ 42863 w 32"/>
              <a:gd name="T11" fmla="*/ 7137 h 363"/>
              <a:gd name="T12" fmla="*/ 49213 w 32"/>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90" name="Freeform 58">
            <a:extLst>
              <a:ext uri="{FF2B5EF4-FFF2-40B4-BE49-F238E27FC236}">
                <a16:creationId xmlns:a16="http://schemas.microsoft.com/office/drawing/2014/main" id="{1E18C855-BF59-0141-999B-B09D3BE1E843}"/>
              </a:ext>
            </a:extLst>
          </p:cNvPr>
          <p:cNvSpPr>
            <a:spLocks/>
          </p:cNvSpPr>
          <p:nvPr/>
        </p:nvSpPr>
        <p:spPr bwMode="auto">
          <a:xfrm>
            <a:off x="5900738" y="3163492"/>
            <a:ext cx="103585" cy="631031"/>
          </a:xfrm>
          <a:custGeom>
            <a:avLst/>
            <a:gdLst>
              <a:gd name="T0" fmla="*/ 0 w 87"/>
              <a:gd name="T1" fmla="*/ 0 h 530"/>
              <a:gd name="T2" fmla="*/ 11113 w 87"/>
              <a:gd name="T3" fmla="*/ 4763 h 530"/>
              <a:gd name="T4" fmla="*/ 19050 w 87"/>
              <a:gd name="T5" fmla="*/ 19050 h 530"/>
              <a:gd name="T6" fmla="*/ 22225 w 87"/>
              <a:gd name="T7" fmla="*/ 39688 h 530"/>
              <a:gd name="T8" fmla="*/ 23813 w 87"/>
              <a:gd name="T9" fmla="*/ 69850 h 530"/>
              <a:gd name="T10" fmla="*/ 66675 w 87"/>
              <a:gd name="T11" fmla="*/ 774700 h 530"/>
              <a:gd name="T12" fmla="*/ 71438 w 87"/>
              <a:gd name="T13" fmla="*/ 812800 h 530"/>
              <a:gd name="T14" fmla="*/ 74613 w 87"/>
              <a:gd name="T15" fmla="*/ 825500 h 530"/>
              <a:gd name="T16" fmla="*/ 82550 w 87"/>
              <a:gd name="T17" fmla="*/ 836613 h 530"/>
              <a:gd name="T18" fmla="*/ 90488 w 87"/>
              <a:gd name="T19" fmla="*/ 841375 h 530"/>
              <a:gd name="T20" fmla="*/ 98425 w 87"/>
              <a:gd name="T21" fmla="*/ 831850 h 530"/>
              <a:gd name="T22" fmla="*/ 104775 w 87"/>
              <a:gd name="T23" fmla="*/ 812800 h 530"/>
              <a:gd name="T24" fmla="*/ 138113 w 87"/>
              <a:gd name="T25" fmla="*/ 419100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7"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7" y="264"/>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91" name="Freeform 59">
            <a:extLst>
              <a:ext uri="{FF2B5EF4-FFF2-40B4-BE49-F238E27FC236}">
                <a16:creationId xmlns:a16="http://schemas.microsoft.com/office/drawing/2014/main" id="{3695A1F6-0875-8A43-97E4-CDA7E26947D7}"/>
              </a:ext>
            </a:extLst>
          </p:cNvPr>
          <p:cNvSpPr>
            <a:spLocks/>
          </p:cNvSpPr>
          <p:nvPr/>
        </p:nvSpPr>
        <p:spPr bwMode="auto">
          <a:xfrm>
            <a:off x="6001942" y="3155156"/>
            <a:ext cx="40481" cy="323850"/>
          </a:xfrm>
          <a:custGeom>
            <a:avLst/>
            <a:gdLst>
              <a:gd name="T0" fmla="*/ 0 w 34"/>
              <a:gd name="T1" fmla="*/ 430610 h 363"/>
              <a:gd name="T2" fmla="*/ 31750 w 34"/>
              <a:gd name="T3" fmla="*/ 64235 h 363"/>
              <a:gd name="T4" fmla="*/ 34925 w 34"/>
              <a:gd name="T5" fmla="*/ 45202 h 363"/>
              <a:gd name="T6" fmla="*/ 36513 w 34"/>
              <a:gd name="T7" fmla="*/ 29738 h 363"/>
              <a:gd name="T8" fmla="*/ 38100 w 34"/>
              <a:gd name="T9" fmla="*/ 17843 h 363"/>
              <a:gd name="T10" fmla="*/ 44450 w 34"/>
              <a:gd name="T11" fmla="*/ 7137 h 363"/>
              <a:gd name="T12" fmla="*/ 52388 w 3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92" name="Freeform 60">
            <a:extLst>
              <a:ext uri="{FF2B5EF4-FFF2-40B4-BE49-F238E27FC236}">
                <a16:creationId xmlns:a16="http://schemas.microsoft.com/office/drawing/2014/main" id="{67F70F20-6F47-7F43-970B-8C631E988DC8}"/>
              </a:ext>
            </a:extLst>
          </p:cNvPr>
          <p:cNvSpPr>
            <a:spLocks/>
          </p:cNvSpPr>
          <p:nvPr/>
        </p:nvSpPr>
        <p:spPr bwMode="auto">
          <a:xfrm>
            <a:off x="6042423" y="3158729"/>
            <a:ext cx="101203" cy="631031"/>
          </a:xfrm>
          <a:custGeom>
            <a:avLst/>
            <a:gdLst>
              <a:gd name="T0" fmla="*/ 0 w 85"/>
              <a:gd name="T1" fmla="*/ 0 h 530"/>
              <a:gd name="T2" fmla="*/ 11112 w 85"/>
              <a:gd name="T3" fmla="*/ 4763 h 530"/>
              <a:gd name="T4" fmla="*/ 19050 w 85"/>
              <a:gd name="T5" fmla="*/ 19050 h 530"/>
              <a:gd name="T6" fmla="*/ 20637 w 85"/>
              <a:gd name="T7" fmla="*/ 39688 h 530"/>
              <a:gd name="T8" fmla="*/ 23812 w 85"/>
              <a:gd name="T9" fmla="*/ 69850 h 530"/>
              <a:gd name="T10" fmla="*/ 66675 w 85"/>
              <a:gd name="T11" fmla="*/ 774700 h 530"/>
              <a:gd name="T12" fmla="*/ 69850 w 85"/>
              <a:gd name="T13" fmla="*/ 812800 h 530"/>
              <a:gd name="T14" fmla="*/ 73025 w 85"/>
              <a:gd name="T15" fmla="*/ 825500 h 530"/>
              <a:gd name="T16" fmla="*/ 82550 w 85"/>
              <a:gd name="T17" fmla="*/ 836613 h 530"/>
              <a:gd name="T18" fmla="*/ 88900 w 85"/>
              <a:gd name="T19" fmla="*/ 841375 h 530"/>
              <a:gd name="T20" fmla="*/ 98425 w 85"/>
              <a:gd name="T21" fmla="*/ 831850 h 530"/>
              <a:gd name="T22" fmla="*/ 103187 w 85"/>
              <a:gd name="T23" fmla="*/ 812800 h 530"/>
              <a:gd name="T24" fmla="*/ 134937 w 85"/>
              <a:gd name="T25" fmla="*/ 434975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5"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5" y="274"/>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8960" name="Group 61">
            <a:extLst>
              <a:ext uri="{FF2B5EF4-FFF2-40B4-BE49-F238E27FC236}">
                <a16:creationId xmlns:a16="http://schemas.microsoft.com/office/drawing/2014/main" id="{46837B53-4EC0-AC43-8438-767CEAB5A443}"/>
              </a:ext>
            </a:extLst>
          </p:cNvPr>
          <p:cNvGrpSpPr>
            <a:grpSpLocks/>
          </p:cNvGrpSpPr>
          <p:nvPr/>
        </p:nvGrpSpPr>
        <p:grpSpPr bwMode="auto">
          <a:xfrm>
            <a:off x="6142435" y="3155157"/>
            <a:ext cx="141684" cy="635794"/>
            <a:chOff x="4190" y="2269"/>
            <a:chExt cx="119" cy="713"/>
          </a:xfrm>
        </p:grpSpPr>
        <p:sp>
          <p:nvSpPr>
            <p:cNvPr id="248894" name="Freeform 62">
              <a:extLst>
                <a:ext uri="{FF2B5EF4-FFF2-40B4-BE49-F238E27FC236}">
                  <a16:creationId xmlns:a16="http://schemas.microsoft.com/office/drawing/2014/main" id="{846D992C-88A2-AB44-87A3-D06457F81308}"/>
                </a:ext>
              </a:extLst>
            </p:cNvPr>
            <p:cNvSpPr>
              <a:spLocks/>
            </p:cNvSpPr>
            <p:nvPr/>
          </p:nvSpPr>
          <p:spPr bwMode="auto">
            <a:xfrm>
              <a:off x="4190" y="2269"/>
              <a:ext cx="35" cy="363"/>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95" name="Freeform 63">
              <a:extLst>
                <a:ext uri="{FF2B5EF4-FFF2-40B4-BE49-F238E27FC236}">
                  <a16:creationId xmlns:a16="http://schemas.microsoft.com/office/drawing/2014/main" id="{FCB3E4C7-216C-3242-AFA9-CE595769A885}"/>
                </a:ext>
              </a:extLst>
            </p:cNvPr>
            <p:cNvSpPr>
              <a:spLocks/>
            </p:cNvSpPr>
            <p:nvPr/>
          </p:nvSpPr>
          <p:spPr bwMode="auto">
            <a:xfrm>
              <a:off x="4225" y="227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sp>
        <p:nvSpPr>
          <p:cNvPr id="248896" name="Freeform 64">
            <a:extLst>
              <a:ext uri="{FF2B5EF4-FFF2-40B4-BE49-F238E27FC236}">
                <a16:creationId xmlns:a16="http://schemas.microsoft.com/office/drawing/2014/main" id="{40E70BFE-4F80-5A4A-8E81-4150B2ED5F0D}"/>
              </a:ext>
            </a:extLst>
          </p:cNvPr>
          <p:cNvSpPr>
            <a:spLocks/>
          </p:cNvSpPr>
          <p:nvPr/>
        </p:nvSpPr>
        <p:spPr bwMode="auto">
          <a:xfrm>
            <a:off x="5155406" y="3159919"/>
            <a:ext cx="39291" cy="323850"/>
          </a:xfrm>
          <a:custGeom>
            <a:avLst/>
            <a:gdLst>
              <a:gd name="T0" fmla="*/ 0 w 33"/>
              <a:gd name="T1" fmla="*/ 430610 h 363"/>
              <a:gd name="T2" fmla="*/ 31750 w 33"/>
              <a:gd name="T3" fmla="*/ 64235 h 363"/>
              <a:gd name="T4" fmla="*/ 33338 w 33"/>
              <a:gd name="T5" fmla="*/ 45202 h 363"/>
              <a:gd name="T6" fmla="*/ 34925 w 33"/>
              <a:gd name="T7" fmla="*/ 29738 h 363"/>
              <a:gd name="T8" fmla="*/ 38100 w 33"/>
              <a:gd name="T9" fmla="*/ 17843 h 363"/>
              <a:gd name="T10" fmla="*/ 42863 w 33"/>
              <a:gd name="T11" fmla="*/ 7137 h 363"/>
              <a:gd name="T12" fmla="*/ 50800 w 33"/>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97" name="Freeform 65">
            <a:extLst>
              <a:ext uri="{FF2B5EF4-FFF2-40B4-BE49-F238E27FC236}">
                <a16:creationId xmlns:a16="http://schemas.microsoft.com/office/drawing/2014/main" id="{6A57161B-D944-854C-9F37-999465CCE5EF}"/>
              </a:ext>
            </a:extLst>
          </p:cNvPr>
          <p:cNvSpPr>
            <a:spLocks/>
          </p:cNvSpPr>
          <p:nvPr/>
        </p:nvSpPr>
        <p:spPr bwMode="auto">
          <a:xfrm>
            <a:off x="5194698" y="3163492"/>
            <a:ext cx="105965" cy="631031"/>
          </a:xfrm>
          <a:custGeom>
            <a:avLst/>
            <a:gdLst>
              <a:gd name="T0" fmla="*/ 0 w 89"/>
              <a:gd name="T1" fmla="*/ 0 h 530"/>
              <a:gd name="T2" fmla="*/ 11112 w 89"/>
              <a:gd name="T3" fmla="*/ 4763 h 530"/>
              <a:gd name="T4" fmla="*/ 19050 w 89"/>
              <a:gd name="T5" fmla="*/ 19050 h 530"/>
              <a:gd name="T6" fmla="*/ 22225 w 89"/>
              <a:gd name="T7" fmla="*/ 39688 h 530"/>
              <a:gd name="T8" fmla="*/ 23812 w 89"/>
              <a:gd name="T9" fmla="*/ 69850 h 530"/>
              <a:gd name="T10" fmla="*/ 68262 w 89"/>
              <a:gd name="T11" fmla="*/ 774700 h 530"/>
              <a:gd name="T12" fmla="*/ 71437 w 89"/>
              <a:gd name="T13" fmla="*/ 812800 h 530"/>
              <a:gd name="T14" fmla="*/ 74612 w 89"/>
              <a:gd name="T15" fmla="*/ 825500 h 530"/>
              <a:gd name="T16" fmla="*/ 84137 w 89"/>
              <a:gd name="T17" fmla="*/ 836613 h 530"/>
              <a:gd name="T18" fmla="*/ 90487 w 89"/>
              <a:gd name="T19" fmla="*/ 841375 h 530"/>
              <a:gd name="T20" fmla="*/ 100012 w 89"/>
              <a:gd name="T21" fmla="*/ 831850 h 530"/>
              <a:gd name="T22" fmla="*/ 106362 w 89"/>
              <a:gd name="T23" fmla="*/ 812800 h 530"/>
              <a:gd name="T24" fmla="*/ 141287 w 89"/>
              <a:gd name="T25" fmla="*/ 419100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9"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9" y="264"/>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98" name="Freeform 66">
            <a:extLst>
              <a:ext uri="{FF2B5EF4-FFF2-40B4-BE49-F238E27FC236}">
                <a16:creationId xmlns:a16="http://schemas.microsoft.com/office/drawing/2014/main" id="{B684DC14-751B-5C4A-8E3B-9D22578660A9}"/>
              </a:ext>
            </a:extLst>
          </p:cNvPr>
          <p:cNvSpPr>
            <a:spLocks/>
          </p:cNvSpPr>
          <p:nvPr/>
        </p:nvSpPr>
        <p:spPr bwMode="auto">
          <a:xfrm>
            <a:off x="5297091" y="3159919"/>
            <a:ext cx="38100" cy="323850"/>
          </a:xfrm>
          <a:custGeom>
            <a:avLst/>
            <a:gdLst>
              <a:gd name="T0" fmla="*/ 0 w 32"/>
              <a:gd name="T1" fmla="*/ 430610 h 363"/>
              <a:gd name="T2" fmla="*/ 30163 w 32"/>
              <a:gd name="T3" fmla="*/ 64235 h 363"/>
              <a:gd name="T4" fmla="*/ 31750 w 32"/>
              <a:gd name="T5" fmla="*/ 45202 h 363"/>
              <a:gd name="T6" fmla="*/ 33338 w 32"/>
              <a:gd name="T7" fmla="*/ 29738 h 363"/>
              <a:gd name="T8" fmla="*/ 36513 w 32"/>
              <a:gd name="T9" fmla="*/ 17843 h 363"/>
              <a:gd name="T10" fmla="*/ 42863 w 32"/>
              <a:gd name="T11" fmla="*/ 7137 h 363"/>
              <a:gd name="T12" fmla="*/ 49213 w 32"/>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899" name="Freeform 67">
            <a:extLst>
              <a:ext uri="{FF2B5EF4-FFF2-40B4-BE49-F238E27FC236}">
                <a16:creationId xmlns:a16="http://schemas.microsoft.com/office/drawing/2014/main" id="{8274EC9C-821C-944B-AFE1-941400E5BAFB}"/>
              </a:ext>
            </a:extLst>
          </p:cNvPr>
          <p:cNvSpPr>
            <a:spLocks/>
          </p:cNvSpPr>
          <p:nvPr/>
        </p:nvSpPr>
        <p:spPr bwMode="auto">
          <a:xfrm>
            <a:off x="5335191" y="3163492"/>
            <a:ext cx="101203" cy="631031"/>
          </a:xfrm>
          <a:custGeom>
            <a:avLst/>
            <a:gdLst>
              <a:gd name="T0" fmla="*/ 0 w 85"/>
              <a:gd name="T1" fmla="*/ 0 h 530"/>
              <a:gd name="T2" fmla="*/ 11112 w 85"/>
              <a:gd name="T3" fmla="*/ 4763 h 530"/>
              <a:gd name="T4" fmla="*/ 19050 w 85"/>
              <a:gd name="T5" fmla="*/ 19050 h 530"/>
              <a:gd name="T6" fmla="*/ 22225 w 85"/>
              <a:gd name="T7" fmla="*/ 39688 h 530"/>
              <a:gd name="T8" fmla="*/ 23812 w 85"/>
              <a:gd name="T9" fmla="*/ 69850 h 530"/>
              <a:gd name="T10" fmla="*/ 66675 w 85"/>
              <a:gd name="T11" fmla="*/ 774700 h 530"/>
              <a:gd name="T12" fmla="*/ 71437 w 85"/>
              <a:gd name="T13" fmla="*/ 812800 h 530"/>
              <a:gd name="T14" fmla="*/ 74612 w 85"/>
              <a:gd name="T15" fmla="*/ 825500 h 530"/>
              <a:gd name="T16" fmla="*/ 82550 w 85"/>
              <a:gd name="T17" fmla="*/ 836613 h 530"/>
              <a:gd name="T18" fmla="*/ 90487 w 85"/>
              <a:gd name="T19" fmla="*/ 841375 h 530"/>
              <a:gd name="T20" fmla="*/ 98425 w 85"/>
              <a:gd name="T21" fmla="*/ 831850 h 530"/>
              <a:gd name="T22" fmla="*/ 104775 w 85"/>
              <a:gd name="T23" fmla="*/ 812800 h 530"/>
              <a:gd name="T24" fmla="*/ 134937 w 85"/>
              <a:gd name="T25" fmla="*/ 419100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5"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5" y="264"/>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00" name="Freeform 68">
            <a:extLst>
              <a:ext uri="{FF2B5EF4-FFF2-40B4-BE49-F238E27FC236}">
                <a16:creationId xmlns:a16="http://schemas.microsoft.com/office/drawing/2014/main" id="{E6A9F993-80B7-C949-8265-C4A4DA9D1196}"/>
              </a:ext>
            </a:extLst>
          </p:cNvPr>
          <p:cNvSpPr>
            <a:spLocks/>
          </p:cNvSpPr>
          <p:nvPr/>
        </p:nvSpPr>
        <p:spPr bwMode="auto">
          <a:xfrm>
            <a:off x="5436394" y="3155156"/>
            <a:ext cx="40481" cy="323850"/>
          </a:xfrm>
          <a:custGeom>
            <a:avLst/>
            <a:gdLst>
              <a:gd name="T0" fmla="*/ 0 w 34"/>
              <a:gd name="T1" fmla="*/ 430610 h 363"/>
              <a:gd name="T2" fmla="*/ 31750 w 34"/>
              <a:gd name="T3" fmla="*/ 64235 h 363"/>
              <a:gd name="T4" fmla="*/ 34925 w 34"/>
              <a:gd name="T5" fmla="*/ 45202 h 363"/>
              <a:gd name="T6" fmla="*/ 36513 w 34"/>
              <a:gd name="T7" fmla="*/ 29738 h 363"/>
              <a:gd name="T8" fmla="*/ 38100 w 34"/>
              <a:gd name="T9" fmla="*/ 17843 h 363"/>
              <a:gd name="T10" fmla="*/ 44450 w 34"/>
              <a:gd name="T11" fmla="*/ 7137 h 363"/>
              <a:gd name="T12" fmla="*/ 52388 w 3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01" name="Freeform 69">
            <a:extLst>
              <a:ext uri="{FF2B5EF4-FFF2-40B4-BE49-F238E27FC236}">
                <a16:creationId xmlns:a16="http://schemas.microsoft.com/office/drawing/2014/main" id="{582F15F3-DAB6-DE41-A769-420F3097F988}"/>
              </a:ext>
            </a:extLst>
          </p:cNvPr>
          <p:cNvSpPr>
            <a:spLocks/>
          </p:cNvSpPr>
          <p:nvPr/>
        </p:nvSpPr>
        <p:spPr bwMode="auto">
          <a:xfrm>
            <a:off x="5476875" y="3158729"/>
            <a:ext cx="102394" cy="631031"/>
          </a:xfrm>
          <a:custGeom>
            <a:avLst/>
            <a:gdLst>
              <a:gd name="T0" fmla="*/ 0 w 86"/>
              <a:gd name="T1" fmla="*/ 0 h 530"/>
              <a:gd name="T2" fmla="*/ 11113 w 86"/>
              <a:gd name="T3" fmla="*/ 4763 h 530"/>
              <a:gd name="T4" fmla="*/ 19050 w 86"/>
              <a:gd name="T5" fmla="*/ 19050 h 530"/>
              <a:gd name="T6" fmla="*/ 20638 w 86"/>
              <a:gd name="T7" fmla="*/ 39688 h 530"/>
              <a:gd name="T8" fmla="*/ 23813 w 86"/>
              <a:gd name="T9" fmla="*/ 69850 h 530"/>
              <a:gd name="T10" fmla="*/ 66675 w 86"/>
              <a:gd name="T11" fmla="*/ 774700 h 530"/>
              <a:gd name="T12" fmla="*/ 69850 w 86"/>
              <a:gd name="T13" fmla="*/ 812800 h 530"/>
              <a:gd name="T14" fmla="*/ 73025 w 86"/>
              <a:gd name="T15" fmla="*/ 825500 h 530"/>
              <a:gd name="T16" fmla="*/ 82550 w 86"/>
              <a:gd name="T17" fmla="*/ 836613 h 530"/>
              <a:gd name="T18" fmla="*/ 88900 w 86"/>
              <a:gd name="T19" fmla="*/ 841375 h 530"/>
              <a:gd name="T20" fmla="*/ 98425 w 86"/>
              <a:gd name="T21" fmla="*/ 831850 h 530"/>
              <a:gd name="T22" fmla="*/ 103188 w 86"/>
              <a:gd name="T23" fmla="*/ 812800 h 530"/>
              <a:gd name="T24" fmla="*/ 136525 w 86"/>
              <a:gd name="T25" fmla="*/ 434975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6" y="274"/>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8967" name="Group 70">
            <a:extLst>
              <a:ext uri="{FF2B5EF4-FFF2-40B4-BE49-F238E27FC236}">
                <a16:creationId xmlns:a16="http://schemas.microsoft.com/office/drawing/2014/main" id="{FDF87A8F-B889-0543-BF8D-8047A5F6DEA4}"/>
              </a:ext>
            </a:extLst>
          </p:cNvPr>
          <p:cNvGrpSpPr>
            <a:grpSpLocks/>
          </p:cNvGrpSpPr>
          <p:nvPr/>
        </p:nvGrpSpPr>
        <p:grpSpPr bwMode="auto">
          <a:xfrm>
            <a:off x="5576888" y="3155157"/>
            <a:ext cx="141685" cy="635794"/>
            <a:chOff x="3715" y="2269"/>
            <a:chExt cx="119" cy="713"/>
          </a:xfrm>
        </p:grpSpPr>
        <p:sp>
          <p:nvSpPr>
            <p:cNvPr id="248903" name="Freeform 71">
              <a:extLst>
                <a:ext uri="{FF2B5EF4-FFF2-40B4-BE49-F238E27FC236}">
                  <a16:creationId xmlns:a16="http://schemas.microsoft.com/office/drawing/2014/main" id="{A8D09861-31F6-0C48-AEEB-4286EB948FD2}"/>
                </a:ext>
              </a:extLst>
            </p:cNvPr>
            <p:cNvSpPr>
              <a:spLocks/>
            </p:cNvSpPr>
            <p:nvPr/>
          </p:nvSpPr>
          <p:spPr bwMode="auto">
            <a:xfrm>
              <a:off x="3715" y="2269"/>
              <a:ext cx="35" cy="363"/>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04" name="Freeform 72">
              <a:extLst>
                <a:ext uri="{FF2B5EF4-FFF2-40B4-BE49-F238E27FC236}">
                  <a16:creationId xmlns:a16="http://schemas.microsoft.com/office/drawing/2014/main" id="{B5E7E039-024C-974A-AAE5-AA6E4E7E8BDC}"/>
                </a:ext>
              </a:extLst>
            </p:cNvPr>
            <p:cNvSpPr>
              <a:spLocks/>
            </p:cNvSpPr>
            <p:nvPr/>
          </p:nvSpPr>
          <p:spPr bwMode="auto">
            <a:xfrm>
              <a:off x="3750" y="227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sp>
        <p:nvSpPr>
          <p:cNvPr id="248905" name="Freeform 73">
            <a:extLst>
              <a:ext uri="{FF2B5EF4-FFF2-40B4-BE49-F238E27FC236}">
                <a16:creationId xmlns:a16="http://schemas.microsoft.com/office/drawing/2014/main" id="{0767ABD5-43C4-9247-BA06-D40FD8FE6AA8}"/>
              </a:ext>
            </a:extLst>
          </p:cNvPr>
          <p:cNvSpPr>
            <a:spLocks/>
          </p:cNvSpPr>
          <p:nvPr/>
        </p:nvSpPr>
        <p:spPr bwMode="auto">
          <a:xfrm>
            <a:off x="4579144" y="3159919"/>
            <a:ext cx="39291" cy="323850"/>
          </a:xfrm>
          <a:custGeom>
            <a:avLst/>
            <a:gdLst>
              <a:gd name="T0" fmla="*/ 0 w 33"/>
              <a:gd name="T1" fmla="*/ 430610 h 363"/>
              <a:gd name="T2" fmla="*/ 31750 w 33"/>
              <a:gd name="T3" fmla="*/ 64235 h 363"/>
              <a:gd name="T4" fmla="*/ 33338 w 33"/>
              <a:gd name="T5" fmla="*/ 45202 h 363"/>
              <a:gd name="T6" fmla="*/ 34925 w 33"/>
              <a:gd name="T7" fmla="*/ 29738 h 363"/>
              <a:gd name="T8" fmla="*/ 38100 w 33"/>
              <a:gd name="T9" fmla="*/ 17843 h 363"/>
              <a:gd name="T10" fmla="*/ 42863 w 33"/>
              <a:gd name="T11" fmla="*/ 7137 h 363"/>
              <a:gd name="T12" fmla="*/ 50800 w 33"/>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06" name="Freeform 74">
            <a:extLst>
              <a:ext uri="{FF2B5EF4-FFF2-40B4-BE49-F238E27FC236}">
                <a16:creationId xmlns:a16="http://schemas.microsoft.com/office/drawing/2014/main" id="{FE187A1A-5352-0C4E-8511-673077623C00}"/>
              </a:ext>
            </a:extLst>
          </p:cNvPr>
          <p:cNvSpPr>
            <a:spLocks/>
          </p:cNvSpPr>
          <p:nvPr/>
        </p:nvSpPr>
        <p:spPr bwMode="auto">
          <a:xfrm>
            <a:off x="4618435" y="3163492"/>
            <a:ext cx="103584" cy="631031"/>
          </a:xfrm>
          <a:custGeom>
            <a:avLst/>
            <a:gdLst>
              <a:gd name="T0" fmla="*/ 0 w 87"/>
              <a:gd name="T1" fmla="*/ 0 h 530"/>
              <a:gd name="T2" fmla="*/ 11112 w 87"/>
              <a:gd name="T3" fmla="*/ 4763 h 530"/>
              <a:gd name="T4" fmla="*/ 19050 w 87"/>
              <a:gd name="T5" fmla="*/ 19050 h 530"/>
              <a:gd name="T6" fmla="*/ 22225 w 87"/>
              <a:gd name="T7" fmla="*/ 39688 h 530"/>
              <a:gd name="T8" fmla="*/ 23812 w 87"/>
              <a:gd name="T9" fmla="*/ 69850 h 530"/>
              <a:gd name="T10" fmla="*/ 68262 w 87"/>
              <a:gd name="T11" fmla="*/ 774700 h 530"/>
              <a:gd name="T12" fmla="*/ 71437 w 87"/>
              <a:gd name="T13" fmla="*/ 812800 h 530"/>
              <a:gd name="T14" fmla="*/ 74612 w 87"/>
              <a:gd name="T15" fmla="*/ 825500 h 530"/>
              <a:gd name="T16" fmla="*/ 84137 w 87"/>
              <a:gd name="T17" fmla="*/ 836613 h 530"/>
              <a:gd name="T18" fmla="*/ 90487 w 87"/>
              <a:gd name="T19" fmla="*/ 841375 h 530"/>
              <a:gd name="T20" fmla="*/ 100012 w 87"/>
              <a:gd name="T21" fmla="*/ 831850 h 530"/>
              <a:gd name="T22" fmla="*/ 106362 w 87"/>
              <a:gd name="T23" fmla="*/ 812800 h 530"/>
              <a:gd name="T24" fmla="*/ 138112 w 87"/>
              <a:gd name="T25" fmla="*/ 438150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7"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7" y="276"/>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07" name="Freeform 75">
            <a:extLst>
              <a:ext uri="{FF2B5EF4-FFF2-40B4-BE49-F238E27FC236}">
                <a16:creationId xmlns:a16="http://schemas.microsoft.com/office/drawing/2014/main" id="{192E4E5C-C1C5-4C41-83DE-C507947528FF}"/>
              </a:ext>
            </a:extLst>
          </p:cNvPr>
          <p:cNvSpPr>
            <a:spLocks/>
          </p:cNvSpPr>
          <p:nvPr/>
        </p:nvSpPr>
        <p:spPr bwMode="auto">
          <a:xfrm>
            <a:off x="4720829" y="3159919"/>
            <a:ext cx="38100" cy="323850"/>
          </a:xfrm>
          <a:custGeom>
            <a:avLst/>
            <a:gdLst>
              <a:gd name="T0" fmla="*/ 0 w 32"/>
              <a:gd name="T1" fmla="*/ 430610 h 363"/>
              <a:gd name="T2" fmla="*/ 30163 w 32"/>
              <a:gd name="T3" fmla="*/ 64235 h 363"/>
              <a:gd name="T4" fmla="*/ 31750 w 32"/>
              <a:gd name="T5" fmla="*/ 45202 h 363"/>
              <a:gd name="T6" fmla="*/ 33338 w 32"/>
              <a:gd name="T7" fmla="*/ 29738 h 363"/>
              <a:gd name="T8" fmla="*/ 36513 w 32"/>
              <a:gd name="T9" fmla="*/ 17843 h 363"/>
              <a:gd name="T10" fmla="*/ 42863 w 32"/>
              <a:gd name="T11" fmla="*/ 7137 h 363"/>
              <a:gd name="T12" fmla="*/ 49213 w 32"/>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08" name="Freeform 76">
            <a:extLst>
              <a:ext uri="{FF2B5EF4-FFF2-40B4-BE49-F238E27FC236}">
                <a16:creationId xmlns:a16="http://schemas.microsoft.com/office/drawing/2014/main" id="{369C434A-EFF0-EF47-9D3B-E65B47D71543}"/>
              </a:ext>
            </a:extLst>
          </p:cNvPr>
          <p:cNvSpPr>
            <a:spLocks/>
          </p:cNvSpPr>
          <p:nvPr/>
        </p:nvSpPr>
        <p:spPr bwMode="auto">
          <a:xfrm>
            <a:off x="4758929" y="3163492"/>
            <a:ext cx="102394" cy="631031"/>
          </a:xfrm>
          <a:custGeom>
            <a:avLst/>
            <a:gdLst>
              <a:gd name="T0" fmla="*/ 0 w 86"/>
              <a:gd name="T1" fmla="*/ 0 h 530"/>
              <a:gd name="T2" fmla="*/ 11113 w 86"/>
              <a:gd name="T3" fmla="*/ 4763 h 530"/>
              <a:gd name="T4" fmla="*/ 19050 w 86"/>
              <a:gd name="T5" fmla="*/ 19050 h 530"/>
              <a:gd name="T6" fmla="*/ 22225 w 86"/>
              <a:gd name="T7" fmla="*/ 39688 h 530"/>
              <a:gd name="T8" fmla="*/ 23813 w 86"/>
              <a:gd name="T9" fmla="*/ 69850 h 530"/>
              <a:gd name="T10" fmla="*/ 68263 w 86"/>
              <a:gd name="T11" fmla="*/ 774700 h 530"/>
              <a:gd name="T12" fmla="*/ 71438 w 86"/>
              <a:gd name="T13" fmla="*/ 812800 h 530"/>
              <a:gd name="T14" fmla="*/ 74613 w 86"/>
              <a:gd name="T15" fmla="*/ 825500 h 530"/>
              <a:gd name="T16" fmla="*/ 84138 w 86"/>
              <a:gd name="T17" fmla="*/ 836613 h 530"/>
              <a:gd name="T18" fmla="*/ 90488 w 86"/>
              <a:gd name="T19" fmla="*/ 841375 h 530"/>
              <a:gd name="T20" fmla="*/ 100013 w 86"/>
              <a:gd name="T21" fmla="*/ 831850 h 530"/>
              <a:gd name="T22" fmla="*/ 106363 w 86"/>
              <a:gd name="T23" fmla="*/ 812800 h 530"/>
              <a:gd name="T24" fmla="*/ 136525 w 86"/>
              <a:gd name="T25" fmla="*/ 409575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6" y="258"/>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09" name="Freeform 77">
            <a:extLst>
              <a:ext uri="{FF2B5EF4-FFF2-40B4-BE49-F238E27FC236}">
                <a16:creationId xmlns:a16="http://schemas.microsoft.com/office/drawing/2014/main" id="{5F89780C-9A4B-694E-8D39-AB7C5B7B510D}"/>
              </a:ext>
            </a:extLst>
          </p:cNvPr>
          <p:cNvSpPr>
            <a:spLocks/>
          </p:cNvSpPr>
          <p:nvPr/>
        </p:nvSpPr>
        <p:spPr bwMode="auto">
          <a:xfrm>
            <a:off x="4861323" y="3155156"/>
            <a:ext cx="39290" cy="323850"/>
          </a:xfrm>
          <a:custGeom>
            <a:avLst/>
            <a:gdLst>
              <a:gd name="T0" fmla="*/ 0 w 33"/>
              <a:gd name="T1" fmla="*/ 430610 h 363"/>
              <a:gd name="T2" fmla="*/ 31750 w 33"/>
              <a:gd name="T3" fmla="*/ 64235 h 363"/>
              <a:gd name="T4" fmla="*/ 33337 w 33"/>
              <a:gd name="T5" fmla="*/ 45202 h 363"/>
              <a:gd name="T6" fmla="*/ 34925 w 33"/>
              <a:gd name="T7" fmla="*/ 29738 h 363"/>
              <a:gd name="T8" fmla="*/ 38100 w 33"/>
              <a:gd name="T9" fmla="*/ 17843 h 363"/>
              <a:gd name="T10" fmla="*/ 42862 w 33"/>
              <a:gd name="T11" fmla="*/ 7137 h 363"/>
              <a:gd name="T12" fmla="*/ 50800 w 33"/>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10" name="Freeform 78">
            <a:extLst>
              <a:ext uri="{FF2B5EF4-FFF2-40B4-BE49-F238E27FC236}">
                <a16:creationId xmlns:a16="http://schemas.microsoft.com/office/drawing/2014/main" id="{967E8F00-336C-F343-BBEE-034DE517E8D8}"/>
              </a:ext>
            </a:extLst>
          </p:cNvPr>
          <p:cNvSpPr>
            <a:spLocks/>
          </p:cNvSpPr>
          <p:nvPr/>
        </p:nvSpPr>
        <p:spPr bwMode="auto">
          <a:xfrm>
            <a:off x="4900613" y="3158729"/>
            <a:ext cx="103585" cy="631031"/>
          </a:xfrm>
          <a:custGeom>
            <a:avLst/>
            <a:gdLst>
              <a:gd name="T0" fmla="*/ 0 w 87"/>
              <a:gd name="T1" fmla="*/ 0 h 530"/>
              <a:gd name="T2" fmla="*/ 11113 w 87"/>
              <a:gd name="T3" fmla="*/ 4763 h 530"/>
              <a:gd name="T4" fmla="*/ 19050 w 87"/>
              <a:gd name="T5" fmla="*/ 19050 h 530"/>
              <a:gd name="T6" fmla="*/ 20638 w 87"/>
              <a:gd name="T7" fmla="*/ 39688 h 530"/>
              <a:gd name="T8" fmla="*/ 23813 w 87"/>
              <a:gd name="T9" fmla="*/ 69850 h 530"/>
              <a:gd name="T10" fmla="*/ 66675 w 87"/>
              <a:gd name="T11" fmla="*/ 774700 h 530"/>
              <a:gd name="T12" fmla="*/ 69850 w 87"/>
              <a:gd name="T13" fmla="*/ 812800 h 530"/>
              <a:gd name="T14" fmla="*/ 73025 w 87"/>
              <a:gd name="T15" fmla="*/ 825500 h 530"/>
              <a:gd name="T16" fmla="*/ 82550 w 87"/>
              <a:gd name="T17" fmla="*/ 836613 h 530"/>
              <a:gd name="T18" fmla="*/ 88900 w 87"/>
              <a:gd name="T19" fmla="*/ 841375 h 530"/>
              <a:gd name="T20" fmla="*/ 98425 w 87"/>
              <a:gd name="T21" fmla="*/ 831850 h 530"/>
              <a:gd name="T22" fmla="*/ 103188 w 87"/>
              <a:gd name="T23" fmla="*/ 812800 h 530"/>
              <a:gd name="T24" fmla="*/ 138113 w 87"/>
              <a:gd name="T25" fmla="*/ 420688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7"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7" y="265"/>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11" name="Freeform 79">
            <a:extLst>
              <a:ext uri="{FF2B5EF4-FFF2-40B4-BE49-F238E27FC236}">
                <a16:creationId xmlns:a16="http://schemas.microsoft.com/office/drawing/2014/main" id="{E880BBFF-FFA6-D146-9254-4A425C77FA2A}"/>
              </a:ext>
            </a:extLst>
          </p:cNvPr>
          <p:cNvSpPr>
            <a:spLocks/>
          </p:cNvSpPr>
          <p:nvPr/>
        </p:nvSpPr>
        <p:spPr bwMode="auto">
          <a:xfrm>
            <a:off x="5000626" y="3155156"/>
            <a:ext cx="41672" cy="323850"/>
          </a:xfrm>
          <a:custGeom>
            <a:avLst/>
            <a:gdLst>
              <a:gd name="T0" fmla="*/ 0 w 35"/>
              <a:gd name="T1" fmla="*/ 430610 h 363"/>
              <a:gd name="T2" fmla="*/ 33338 w 35"/>
              <a:gd name="T3" fmla="*/ 64235 h 363"/>
              <a:gd name="T4" fmla="*/ 34925 w 35"/>
              <a:gd name="T5" fmla="*/ 45202 h 363"/>
              <a:gd name="T6" fmla="*/ 36513 w 35"/>
              <a:gd name="T7" fmla="*/ 29738 h 363"/>
              <a:gd name="T8" fmla="*/ 39688 w 35"/>
              <a:gd name="T9" fmla="*/ 17843 h 363"/>
              <a:gd name="T10" fmla="*/ 46038 w 35"/>
              <a:gd name="T11" fmla="*/ 7137 h 363"/>
              <a:gd name="T12" fmla="*/ 53975 w 3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12" name="Freeform 80">
            <a:extLst>
              <a:ext uri="{FF2B5EF4-FFF2-40B4-BE49-F238E27FC236}">
                <a16:creationId xmlns:a16="http://schemas.microsoft.com/office/drawing/2014/main" id="{EA2A9F38-8ED3-B744-840B-DEBAE9890582}"/>
              </a:ext>
            </a:extLst>
          </p:cNvPr>
          <p:cNvSpPr>
            <a:spLocks/>
          </p:cNvSpPr>
          <p:nvPr/>
        </p:nvSpPr>
        <p:spPr bwMode="auto">
          <a:xfrm>
            <a:off x="5042298" y="3158729"/>
            <a:ext cx="111919" cy="631031"/>
          </a:xfrm>
          <a:custGeom>
            <a:avLst/>
            <a:gdLst>
              <a:gd name="T0" fmla="*/ 0 w 94"/>
              <a:gd name="T1" fmla="*/ 0 h 530"/>
              <a:gd name="T2" fmla="*/ 11113 w 94"/>
              <a:gd name="T3" fmla="*/ 4763 h 530"/>
              <a:gd name="T4" fmla="*/ 19050 w 94"/>
              <a:gd name="T5" fmla="*/ 19050 h 530"/>
              <a:gd name="T6" fmla="*/ 20638 w 94"/>
              <a:gd name="T7" fmla="*/ 39688 h 530"/>
              <a:gd name="T8" fmla="*/ 23813 w 94"/>
              <a:gd name="T9" fmla="*/ 69850 h 530"/>
              <a:gd name="T10" fmla="*/ 66675 w 94"/>
              <a:gd name="T11" fmla="*/ 774700 h 530"/>
              <a:gd name="T12" fmla="*/ 69850 w 94"/>
              <a:gd name="T13" fmla="*/ 812800 h 530"/>
              <a:gd name="T14" fmla="*/ 73025 w 94"/>
              <a:gd name="T15" fmla="*/ 825500 h 530"/>
              <a:gd name="T16" fmla="*/ 82550 w 94"/>
              <a:gd name="T17" fmla="*/ 836613 h 530"/>
              <a:gd name="T18" fmla="*/ 88900 w 94"/>
              <a:gd name="T19" fmla="*/ 841375 h 530"/>
              <a:gd name="T20" fmla="*/ 98425 w 94"/>
              <a:gd name="T21" fmla="*/ 831850 h 530"/>
              <a:gd name="T22" fmla="*/ 103188 w 94"/>
              <a:gd name="T23" fmla="*/ 812800 h 530"/>
              <a:gd name="T24" fmla="*/ 149225 w 94"/>
              <a:gd name="T25" fmla="*/ 434975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4"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94" y="274"/>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8976" name="Group 81">
            <a:extLst>
              <a:ext uri="{FF2B5EF4-FFF2-40B4-BE49-F238E27FC236}">
                <a16:creationId xmlns:a16="http://schemas.microsoft.com/office/drawing/2014/main" id="{F93D1894-825B-2842-B6F4-1F933D1EDB58}"/>
              </a:ext>
            </a:extLst>
          </p:cNvPr>
          <p:cNvGrpSpPr>
            <a:grpSpLocks/>
          </p:cNvGrpSpPr>
          <p:nvPr/>
        </p:nvGrpSpPr>
        <p:grpSpPr bwMode="auto">
          <a:xfrm>
            <a:off x="2291953" y="3168253"/>
            <a:ext cx="566738" cy="633413"/>
            <a:chOff x="956" y="2283"/>
            <a:chExt cx="476" cy="711"/>
          </a:xfrm>
        </p:grpSpPr>
        <p:sp>
          <p:nvSpPr>
            <p:cNvPr id="248914" name="Freeform 82">
              <a:extLst>
                <a:ext uri="{FF2B5EF4-FFF2-40B4-BE49-F238E27FC236}">
                  <a16:creationId xmlns:a16="http://schemas.microsoft.com/office/drawing/2014/main" id="{33C13F3A-433E-564A-96A4-C1B86E02B3DC}"/>
                </a:ext>
              </a:extLst>
            </p:cNvPr>
            <p:cNvSpPr>
              <a:spLocks/>
            </p:cNvSpPr>
            <p:nvPr/>
          </p:nvSpPr>
          <p:spPr bwMode="auto">
            <a:xfrm>
              <a:off x="956" y="2284"/>
              <a:ext cx="65" cy="362"/>
            </a:xfrm>
            <a:custGeom>
              <a:avLst/>
              <a:gdLst>
                <a:gd name="T0" fmla="*/ 0 w 65"/>
                <a:gd name="T1" fmla="*/ 361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15" name="Freeform 83">
              <a:extLst>
                <a:ext uri="{FF2B5EF4-FFF2-40B4-BE49-F238E27FC236}">
                  <a16:creationId xmlns:a16="http://schemas.microsoft.com/office/drawing/2014/main" id="{65905470-4B97-B145-AB3B-8290EA78DAD8}"/>
                </a:ext>
              </a:extLst>
            </p:cNvPr>
            <p:cNvSpPr>
              <a:spLocks/>
            </p:cNvSpPr>
            <p:nvPr/>
          </p:nvSpPr>
          <p:spPr bwMode="auto">
            <a:xfrm>
              <a:off x="1022" y="2283"/>
              <a:ext cx="171" cy="711"/>
            </a:xfrm>
            <a:custGeom>
              <a:avLst/>
              <a:gdLst>
                <a:gd name="T0" fmla="*/ 0 w 171"/>
                <a:gd name="T1" fmla="*/ 0 h 711"/>
                <a:gd name="T2" fmla="*/ 14 w 171"/>
                <a:gd name="T3" fmla="*/ 4 h 711"/>
                <a:gd name="T4" fmla="*/ 24 w 171"/>
                <a:gd name="T5" fmla="*/ 16 h 711"/>
                <a:gd name="T6" fmla="*/ 28 w 171"/>
                <a:gd name="T7" fmla="*/ 33 h 711"/>
                <a:gd name="T8" fmla="*/ 31 w 171"/>
                <a:gd name="T9" fmla="*/ 59 h 711"/>
                <a:gd name="T10" fmla="*/ 85 w 171"/>
                <a:gd name="T11" fmla="*/ 653 h 711"/>
                <a:gd name="T12" fmla="*/ 90 w 171"/>
                <a:gd name="T13" fmla="*/ 686 h 711"/>
                <a:gd name="T14" fmla="*/ 95 w 171"/>
                <a:gd name="T15" fmla="*/ 696 h 711"/>
                <a:gd name="T16" fmla="*/ 106 w 171"/>
                <a:gd name="T17" fmla="*/ 706 h 711"/>
                <a:gd name="T18" fmla="*/ 115 w 171"/>
                <a:gd name="T19" fmla="*/ 710 h 711"/>
                <a:gd name="T20" fmla="*/ 126 w 171"/>
                <a:gd name="T21" fmla="*/ 702 h 711"/>
                <a:gd name="T22" fmla="*/ 134 w 171"/>
                <a:gd name="T23" fmla="*/ 686 h 711"/>
                <a:gd name="T24" fmla="*/ 170 w 171"/>
                <a:gd name="T25" fmla="*/ 381 h 7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1" h="711">
                  <a:moveTo>
                    <a:pt x="0" y="0"/>
                  </a:moveTo>
                  <a:lnTo>
                    <a:pt x="14" y="4"/>
                  </a:lnTo>
                  <a:lnTo>
                    <a:pt x="24" y="16"/>
                  </a:lnTo>
                  <a:lnTo>
                    <a:pt x="28" y="33"/>
                  </a:lnTo>
                  <a:lnTo>
                    <a:pt x="31" y="59"/>
                  </a:lnTo>
                  <a:lnTo>
                    <a:pt x="85" y="653"/>
                  </a:lnTo>
                  <a:lnTo>
                    <a:pt x="90" y="686"/>
                  </a:lnTo>
                  <a:lnTo>
                    <a:pt x="95" y="696"/>
                  </a:lnTo>
                  <a:lnTo>
                    <a:pt x="106" y="706"/>
                  </a:lnTo>
                  <a:lnTo>
                    <a:pt x="115" y="710"/>
                  </a:lnTo>
                  <a:lnTo>
                    <a:pt x="126" y="702"/>
                  </a:lnTo>
                  <a:lnTo>
                    <a:pt x="134" y="686"/>
                  </a:lnTo>
                  <a:lnTo>
                    <a:pt x="170" y="381"/>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16" name="Freeform 84">
              <a:extLst>
                <a:ext uri="{FF2B5EF4-FFF2-40B4-BE49-F238E27FC236}">
                  <a16:creationId xmlns:a16="http://schemas.microsoft.com/office/drawing/2014/main" id="{2A9C7047-196F-3D49-89D9-3027889F56E3}"/>
                </a:ext>
              </a:extLst>
            </p:cNvPr>
            <p:cNvSpPr>
              <a:spLocks/>
            </p:cNvSpPr>
            <p:nvPr/>
          </p:nvSpPr>
          <p:spPr bwMode="auto">
            <a:xfrm>
              <a:off x="1194" y="2290"/>
              <a:ext cx="66" cy="365"/>
            </a:xfrm>
            <a:custGeom>
              <a:avLst/>
              <a:gdLst>
                <a:gd name="T0" fmla="*/ 0 w 66"/>
                <a:gd name="T1" fmla="*/ 364 h 363"/>
                <a:gd name="T2" fmla="*/ 40 w 66"/>
                <a:gd name="T3" fmla="*/ 54 h 363"/>
                <a:gd name="T4" fmla="*/ 43 w 66"/>
                <a:gd name="T5" fmla="*/ 38 h 363"/>
                <a:gd name="T6" fmla="*/ 44 w 66"/>
                <a:gd name="T7" fmla="*/ 25 h 363"/>
                <a:gd name="T8" fmla="*/ 48 w 66"/>
                <a:gd name="T9" fmla="*/ 15 h 363"/>
                <a:gd name="T10" fmla="*/ 56 w 66"/>
                <a:gd name="T11" fmla="*/ 6 h 363"/>
                <a:gd name="T12" fmla="*/ 65 w 66"/>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363">
                  <a:moveTo>
                    <a:pt x="0" y="362"/>
                  </a:moveTo>
                  <a:lnTo>
                    <a:pt x="40" y="54"/>
                  </a:lnTo>
                  <a:lnTo>
                    <a:pt x="43" y="38"/>
                  </a:lnTo>
                  <a:lnTo>
                    <a:pt x="44" y="25"/>
                  </a:lnTo>
                  <a:lnTo>
                    <a:pt x="48" y="15"/>
                  </a:lnTo>
                  <a:lnTo>
                    <a:pt x="56" y="6"/>
                  </a:lnTo>
                  <a:lnTo>
                    <a:pt x="65"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17" name="Freeform 85">
              <a:extLst>
                <a:ext uri="{FF2B5EF4-FFF2-40B4-BE49-F238E27FC236}">
                  <a16:creationId xmlns:a16="http://schemas.microsoft.com/office/drawing/2014/main" id="{B7736258-1E82-E449-A84B-1CB7ED288D67}"/>
                </a:ext>
              </a:extLst>
            </p:cNvPr>
            <p:cNvSpPr>
              <a:spLocks/>
            </p:cNvSpPr>
            <p:nvPr/>
          </p:nvSpPr>
          <p:spPr bwMode="auto">
            <a:xfrm>
              <a:off x="1261" y="2284"/>
              <a:ext cx="171" cy="710"/>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2 h 709"/>
                <a:gd name="T12" fmla="*/ 90 w 171"/>
                <a:gd name="T13" fmla="*/ 685 h 709"/>
                <a:gd name="T14" fmla="*/ 95 w 171"/>
                <a:gd name="T15" fmla="*/ 695 h 709"/>
                <a:gd name="T16" fmla="*/ 106 w 171"/>
                <a:gd name="T17" fmla="*/ 705 h 709"/>
                <a:gd name="T18" fmla="*/ 115 w 171"/>
                <a:gd name="T19" fmla="*/ 709 h 709"/>
                <a:gd name="T20" fmla="*/ 126 w 171"/>
                <a:gd name="T21" fmla="*/ 701 h 709"/>
                <a:gd name="T22" fmla="*/ 134 w 171"/>
                <a:gd name="T23" fmla="*/ 685 h 709"/>
                <a:gd name="T24" fmla="*/ 170 w 171"/>
                <a:gd name="T25" fmla="*/ 381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grpSp>
        <p:nvGrpSpPr>
          <p:cNvPr id="38977" name="Group 86">
            <a:extLst>
              <a:ext uri="{FF2B5EF4-FFF2-40B4-BE49-F238E27FC236}">
                <a16:creationId xmlns:a16="http://schemas.microsoft.com/office/drawing/2014/main" id="{138EF780-AD4A-F74D-BD69-583AFA27ED4A}"/>
              </a:ext>
            </a:extLst>
          </p:cNvPr>
          <p:cNvGrpSpPr>
            <a:grpSpLocks/>
          </p:cNvGrpSpPr>
          <p:nvPr/>
        </p:nvGrpSpPr>
        <p:grpSpPr bwMode="auto">
          <a:xfrm>
            <a:off x="3450431" y="3157538"/>
            <a:ext cx="566738" cy="635794"/>
            <a:chOff x="1929" y="2272"/>
            <a:chExt cx="476" cy="713"/>
          </a:xfrm>
        </p:grpSpPr>
        <p:grpSp>
          <p:nvGrpSpPr>
            <p:cNvPr id="39055" name="Group 87">
              <a:extLst>
                <a:ext uri="{FF2B5EF4-FFF2-40B4-BE49-F238E27FC236}">
                  <a16:creationId xmlns:a16="http://schemas.microsoft.com/office/drawing/2014/main" id="{D50EBA85-79EB-E746-9F7C-872B527AFE3C}"/>
                </a:ext>
              </a:extLst>
            </p:cNvPr>
            <p:cNvGrpSpPr>
              <a:grpSpLocks/>
            </p:cNvGrpSpPr>
            <p:nvPr/>
          </p:nvGrpSpPr>
          <p:grpSpPr bwMode="auto">
            <a:xfrm>
              <a:off x="1929" y="2272"/>
              <a:ext cx="238" cy="713"/>
              <a:chOff x="1929" y="2272"/>
              <a:chExt cx="238" cy="713"/>
            </a:xfrm>
          </p:grpSpPr>
          <p:sp>
            <p:nvSpPr>
              <p:cNvPr id="248920" name="Freeform 88">
                <a:extLst>
                  <a:ext uri="{FF2B5EF4-FFF2-40B4-BE49-F238E27FC236}">
                    <a16:creationId xmlns:a16="http://schemas.microsoft.com/office/drawing/2014/main" id="{DFC19637-D00B-6543-BA93-3A2ADC48A801}"/>
                  </a:ext>
                </a:extLst>
              </p:cNvPr>
              <p:cNvSpPr>
                <a:spLocks/>
              </p:cNvSpPr>
              <p:nvPr/>
            </p:nvSpPr>
            <p:spPr bwMode="auto">
              <a:xfrm>
                <a:off x="1929" y="2272"/>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21" name="Freeform 89">
                <a:extLst>
                  <a:ext uri="{FF2B5EF4-FFF2-40B4-BE49-F238E27FC236}">
                    <a16:creationId xmlns:a16="http://schemas.microsoft.com/office/drawing/2014/main" id="{EFA421A0-B8CB-A945-BB7F-9F8BAF3A550E}"/>
                  </a:ext>
                </a:extLst>
              </p:cNvPr>
              <p:cNvSpPr>
                <a:spLocks/>
              </p:cNvSpPr>
              <p:nvPr/>
            </p:nvSpPr>
            <p:spPr bwMode="auto">
              <a:xfrm>
                <a:off x="1995" y="2276"/>
                <a:ext cx="172" cy="709"/>
              </a:xfrm>
              <a:custGeom>
                <a:avLst/>
                <a:gdLst>
                  <a:gd name="T0" fmla="*/ 0 w 172"/>
                  <a:gd name="T1" fmla="*/ 0 h 709"/>
                  <a:gd name="T2" fmla="*/ 14 w 172"/>
                  <a:gd name="T3" fmla="*/ 4 h 709"/>
                  <a:gd name="T4" fmla="*/ 24 w 172"/>
                  <a:gd name="T5" fmla="*/ 16 h 709"/>
                  <a:gd name="T6" fmla="*/ 28 w 172"/>
                  <a:gd name="T7" fmla="*/ 33 h 709"/>
                  <a:gd name="T8" fmla="*/ 31 w 172"/>
                  <a:gd name="T9" fmla="*/ 59 h 709"/>
                  <a:gd name="T10" fmla="*/ 86 w 172"/>
                  <a:gd name="T11" fmla="*/ 651 h 709"/>
                  <a:gd name="T12" fmla="*/ 91 w 172"/>
                  <a:gd name="T13" fmla="*/ 684 h 709"/>
                  <a:gd name="T14" fmla="*/ 95 w 172"/>
                  <a:gd name="T15" fmla="*/ 694 h 709"/>
                  <a:gd name="T16" fmla="*/ 106 w 172"/>
                  <a:gd name="T17" fmla="*/ 704 h 709"/>
                  <a:gd name="T18" fmla="*/ 115 w 172"/>
                  <a:gd name="T19" fmla="*/ 708 h 709"/>
                  <a:gd name="T20" fmla="*/ 127 w 172"/>
                  <a:gd name="T21" fmla="*/ 700 h 709"/>
                  <a:gd name="T22" fmla="*/ 135 w 172"/>
                  <a:gd name="T23" fmla="*/ 684 h 709"/>
                  <a:gd name="T24" fmla="*/ 171 w 172"/>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09">
                    <a:moveTo>
                      <a:pt x="0" y="0"/>
                    </a:moveTo>
                    <a:lnTo>
                      <a:pt x="14" y="4"/>
                    </a:lnTo>
                    <a:lnTo>
                      <a:pt x="24" y="16"/>
                    </a:lnTo>
                    <a:lnTo>
                      <a:pt x="28" y="33"/>
                    </a:lnTo>
                    <a:lnTo>
                      <a:pt x="31" y="59"/>
                    </a:lnTo>
                    <a:lnTo>
                      <a:pt x="86" y="651"/>
                    </a:lnTo>
                    <a:lnTo>
                      <a:pt x="91" y="684"/>
                    </a:lnTo>
                    <a:lnTo>
                      <a:pt x="95" y="694"/>
                    </a:lnTo>
                    <a:lnTo>
                      <a:pt x="106" y="704"/>
                    </a:lnTo>
                    <a:lnTo>
                      <a:pt x="115" y="708"/>
                    </a:lnTo>
                    <a:lnTo>
                      <a:pt x="127" y="700"/>
                    </a:lnTo>
                    <a:lnTo>
                      <a:pt x="135" y="684"/>
                    </a:lnTo>
                    <a:lnTo>
                      <a:pt x="171"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grpSp>
          <p:nvGrpSpPr>
            <p:cNvPr id="39056" name="Group 90">
              <a:extLst>
                <a:ext uri="{FF2B5EF4-FFF2-40B4-BE49-F238E27FC236}">
                  <a16:creationId xmlns:a16="http://schemas.microsoft.com/office/drawing/2014/main" id="{5F6AF48B-0848-A749-9D2C-592CA11A39F3}"/>
                </a:ext>
              </a:extLst>
            </p:cNvPr>
            <p:cNvGrpSpPr>
              <a:grpSpLocks/>
            </p:cNvGrpSpPr>
            <p:nvPr/>
          </p:nvGrpSpPr>
          <p:grpSpPr bwMode="auto">
            <a:xfrm>
              <a:off x="2169" y="2272"/>
              <a:ext cx="236" cy="713"/>
              <a:chOff x="2169" y="2272"/>
              <a:chExt cx="236" cy="713"/>
            </a:xfrm>
          </p:grpSpPr>
          <p:sp>
            <p:nvSpPr>
              <p:cNvPr id="248923" name="Freeform 91">
                <a:extLst>
                  <a:ext uri="{FF2B5EF4-FFF2-40B4-BE49-F238E27FC236}">
                    <a16:creationId xmlns:a16="http://schemas.microsoft.com/office/drawing/2014/main" id="{DCDFAD3A-5E48-E34B-A378-ED135F98B0AE}"/>
                  </a:ext>
                </a:extLst>
              </p:cNvPr>
              <p:cNvSpPr>
                <a:spLocks/>
              </p:cNvSpPr>
              <p:nvPr/>
            </p:nvSpPr>
            <p:spPr bwMode="auto">
              <a:xfrm>
                <a:off x="2169" y="2272"/>
                <a:ext cx="64" cy="363"/>
              </a:xfrm>
              <a:custGeom>
                <a:avLst/>
                <a:gdLst>
                  <a:gd name="T0" fmla="*/ 0 w 64"/>
                  <a:gd name="T1" fmla="*/ 362 h 363"/>
                  <a:gd name="T2" fmla="*/ 39 w 64"/>
                  <a:gd name="T3" fmla="*/ 54 h 363"/>
                  <a:gd name="T4" fmla="*/ 41 w 64"/>
                  <a:gd name="T5" fmla="*/ 38 h 363"/>
                  <a:gd name="T6" fmla="*/ 43 w 64"/>
                  <a:gd name="T7" fmla="*/ 25 h 363"/>
                  <a:gd name="T8" fmla="*/ 46 w 64"/>
                  <a:gd name="T9" fmla="*/ 15 h 363"/>
                  <a:gd name="T10" fmla="*/ 54 w 64"/>
                  <a:gd name="T11" fmla="*/ 6 h 363"/>
                  <a:gd name="T12" fmla="*/ 63 w 6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24" name="Freeform 92">
                <a:extLst>
                  <a:ext uri="{FF2B5EF4-FFF2-40B4-BE49-F238E27FC236}">
                    <a16:creationId xmlns:a16="http://schemas.microsoft.com/office/drawing/2014/main" id="{FC9B29E8-9623-F745-B89D-F652D2A804B3}"/>
                  </a:ext>
                </a:extLst>
              </p:cNvPr>
              <p:cNvSpPr>
                <a:spLocks/>
              </p:cNvSpPr>
              <p:nvPr/>
            </p:nvSpPr>
            <p:spPr bwMode="auto">
              <a:xfrm>
                <a:off x="2234" y="2276"/>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grpSp>
      <p:sp>
        <p:nvSpPr>
          <p:cNvPr id="248925" name="Freeform 93">
            <a:extLst>
              <a:ext uri="{FF2B5EF4-FFF2-40B4-BE49-F238E27FC236}">
                <a16:creationId xmlns:a16="http://schemas.microsoft.com/office/drawing/2014/main" id="{929F4AB1-5BEC-4541-A6C3-AC8B4E29B9AD}"/>
              </a:ext>
            </a:extLst>
          </p:cNvPr>
          <p:cNvSpPr>
            <a:spLocks/>
          </p:cNvSpPr>
          <p:nvPr/>
        </p:nvSpPr>
        <p:spPr bwMode="auto">
          <a:xfrm>
            <a:off x="4014787" y="3152775"/>
            <a:ext cx="80963" cy="350044"/>
          </a:xfrm>
          <a:custGeom>
            <a:avLst/>
            <a:gdLst>
              <a:gd name="T0" fmla="*/ 0 w 68"/>
              <a:gd name="T1" fmla="*/ 466725 h 294"/>
              <a:gd name="T2" fmla="*/ 68263 w 68"/>
              <a:gd name="T3" fmla="*/ 63500 h 294"/>
              <a:gd name="T4" fmla="*/ 71438 w 68"/>
              <a:gd name="T5" fmla="*/ 44450 h 294"/>
              <a:gd name="T6" fmla="*/ 74613 w 68"/>
              <a:gd name="T7" fmla="*/ 30163 h 294"/>
              <a:gd name="T8" fmla="*/ 80963 w 68"/>
              <a:gd name="T9" fmla="*/ 17463 h 294"/>
              <a:gd name="T10" fmla="*/ 92075 w 68"/>
              <a:gd name="T11" fmla="*/ 6350 h 294"/>
              <a:gd name="T12" fmla="*/ 107950 w 68"/>
              <a:gd name="T13" fmla="*/ 0 h 29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8" h="294">
                <a:moveTo>
                  <a:pt x="0" y="294"/>
                </a:moveTo>
                <a:lnTo>
                  <a:pt x="43" y="40"/>
                </a:lnTo>
                <a:lnTo>
                  <a:pt x="45" y="28"/>
                </a:lnTo>
                <a:lnTo>
                  <a:pt x="47" y="19"/>
                </a:lnTo>
                <a:lnTo>
                  <a:pt x="51" y="11"/>
                </a:lnTo>
                <a:lnTo>
                  <a:pt x="58" y="4"/>
                </a:lnTo>
                <a:lnTo>
                  <a:pt x="68"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26" name="Freeform 94">
            <a:extLst>
              <a:ext uri="{FF2B5EF4-FFF2-40B4-BE49-F238E27FC236}">
                <a16:creationId xmlns:a16="http://schemas.microsoft.com/office/drawing/2014/main" id="{B02BF669-9A20-FB40-877F-773347740A2A}"/>
              </a:ext>
            </a:extLst>
          </p:cNvPr>
          <p:cNvSpPr>
            <a:spLocks/>
          </p:cNvSpPr>
          <p:nvPr/>
        </p:nvSpPr>
        <p:spPr bwMode="auto">
          <a:xfrm>
            <a:off x="4098131" y="3156347"/>
            <a:ext cx="200025" cy="632222"/>
          </a:xfrm>
          <a:custGeom>
            <a:avLst/>
            <a:gdLst>
              <a:gd name="T0" fmla="*/ 0 w 168"/>
              <a:gd name="T1" fmla="*/ 0 h 709"/>
              <a:gd name="T2" fmla="*/ 22225 w 168"/>
              <a:gd name="T3" fmla="*/ 4756 h 709"/>
              <a:gd name="T4" fmla="*/ 38100 w 168"/>
              <a:gd name="T5" fmla="*/ 19023 h 709"/>
              <a:gd name="T6" fmla="*/ 42863 w 168"/>
              <a:gd name="T7" fmla="*/ 39235 h 709"/>
              <a:gd name="T8" fmla="*/ 47625 w 168"/>
              <a:gd name="T9" fmla="*/ 70148 h 709"/>
              <a:gd name="T10" fmla="*/ 133350 w 168"/>
              <a:gd name="T11" fmla="*/ 774003 h 709"/>
              <a:gd name="T12" fmla="*/ 141288 w 168"/>
              <a:gd name="T13" fmla="*/ 813238 h 709"/>
              <a:gd name="T14" fmla="*/ 147638 w 168"/>
              <a:gd name="T15" fmla="*/ 825128 h 709"/>
              <a:gd name="T16" fmla="*/ 165100 w 168"/>
              <a:gd name="T17" fmla="*/ 837017 h 709"/>
              <a:gd name="T18" fmla="*/ 179388 w 168"/>
              <a:gd name="T19" fmla="*/ 841773 h 709"/>
              <a:gd name="T20" fmla="*/ 196850 w 168"/>
              <a:gd name="T21" fmla="*/ 832261 h 709"/>
              <a:gd name="T22" fmla="*/ 209550 w 168"/>
              <a:gd name="T23" fmla="*/ 813238 h 709"/>
              <a:gd name="T24" fmla="*/ 265113 w 168"/>
              <a:gd name="T25" fmla="*/ 451799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27" name="Freeform 95">
            <a:extLst>
              <a:ext uri="{FF2B5EF4-FFF2-40B4-BE49-F238E27FC236}">
                <a16:creationId xmlns:a16="http://schemas.microsoft.com/office/drawing/2014/main" id="{1D7E5019-8FDA-644A-A2A8-8C623127BA22}"/>
              </a:ext>
            </a:extLst>
          </p:cNvPr>
          <p:cNvSpPr>
            <a:spLocks/>
          </p:cNvSpPr>
          <p:nvPr/>
        </p:nvSpPr>
        <p:spPr bwMode="auto">
          <a:xfrm>
            <a:off x="4296966" y="3152776"/>
            <a:ext cx="84534" cy="346472"/>
          </a:xfrm>
          <a:custGeom>
            <a:avLst/>
            <a:gdLst>
              <a:gd name="T0" fmla="*/ 0 w 71"/>
              <a:gd name="T1" fmla="*/ 461963 h 291"/>
              <a:gd name="T2" fmla="*/ 71437 w 71"/>
              <a:gd name="T3" fmla="*/ 63500 h 291"/>
              <a:gd name="T4" fmla="*/ 76200 w 71"/>
              <a:gd name="T5" fmla="*/ 44450 h 291"/>
              <a:gd name="T6" fmla="*/ 79375 w 71"/>
              <a:gd name="T7" fmla="*/ 30163 h 291"/>
              <a:gd name="T8" fmla="*/ 84137 w 71"/>
              <a:gd name="T9" fmla="*/ 17463 h 291"/>
              <a:gd name="T10" fmla="*/ 96837 w 71"/>
              <a:gd name="T11" fmla="*/ 6350 h 291"/>
              <a:gd name="T12" fmla="*/ 112712 w 71"/>
              <a:gd name="T13" fmla="*/ 0 h 29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1" h="291">
                <a:moveTo>
                  <a:pt x="0" y="291"/>
                </a:moveTo>
                <a:lnTo>
                  <a:pt x="45" y="40"/>
                </a:lnTo>
                <a:lnTo>
                  <a:pt x="48" y="28"/>
                </a:lnTo>
                <a:lnTo>
                  <a:pt x="50" y="19"/>
                </a:lnTo>
                <a:lnTo>
                  <a:pt x="53" y="11"/>
                </a:lnTo>
                <a:lnTo>
                  <a:pt x="61" y="4"/>
                </a:lnTo>
                <a:lnTo>
                  <a:pt x="71"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28" name="Freeform 96">
            <a:extLst>
              <a:ext uri="{FF2B5EF4-FFF2-40B4-BE49-F238E27FC236}">
                <a16:creationId xmlns:a16="http://schemas.microsoft.com/office/drawing/2014/main" id="{579DFA3E-DE8F-B348-A578-990CCEE61C52}"/>
              </a:ext>
            </a:extLst>
          </p:cNvPr>
          <p:cNvSpPr>
            <a:spLocks/>
          </p:cNvSpPr>
          <p:nvPr/>
        </p:nvSpPr>
        <p:spPr bwMode="auto">
          <a:xfrm>
            <a:off x="4383881" y="3156348"/>
            <a:ext cx="195263" cy="631031"/>
          </a:xfrm>
          <a:custGeom>
            <a:avLst/>
            <a:gdLst>
              <a:gd name="T0" fmla="*/ 0 w 164"/>
              <a:gd name="T1" fmla="*/ 0 h 530"/>
              <a:gd name="T2" fmla="*/ 22225 w 164"/>
              <a:gd name="T3" fmla="*/ 4763 h 530"/>
              <a:gd name="T4" fmla="*/ 38100 w 164"/>
              <a:gd name="T5" fmla="*/ 19050 h 530"/>
              <a:gd name="T6" fmla="*/ 42863 w 164"/>
              <a:gd name="T7" fmla="*/ 39688 h 530"/>
              <a:gd name="T8" fmla="*/ 47625 w 164"/>
              <a:gd name="T9" fmla="*/ 69850 h 530"/>
              <a:gd name="T10" fmla="*/ 133350 w 164"/>
              <a:gd name="T11" fmla="*/ 774700 h 530"/>
              <a:gd name="T12" fmla="*/ 141288 w 164"/>
              <a:gd name="T13" fmla="*/ 812800 h 530"/>
              <a:gd name="T14" fmla="*/ 147638 w 164"/>
              <a:gd name="T15" fmla="*/ 825500 h 530"/>
              <a:gd name="T16" fmla="*/ 165100 w 164"/>
              <a:gd name="T17" fmla="*/ 836613 h 530"/>
              <a:gd name="T18" fmla="*/ 179388 w 164"/>
              <a:gd name="T19" fmla="*/ 841375 h 530"/>
              <a:gd name="T20" fmla="*/ 196850 w 164"/>
              <a:gd name="T21" fmla="*/ 831850 h 530"/>
              <a:gd name="T22" fmla="*/ 209550 w 164"/>
              <a:gd name="T23" fmla="*/ 812800 h 530"/>
              <a:gd name="T24" fmla="*/ 260350 w 164"/>
              <a:gd name="T25" fmla="*/ 447675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4" h="530">
                <a:moveTo>
                  <a:pt x="0" y="0"/>
                </a:moveTo>
                <a:lnTo>
                  <a:pt x="14" y="3"/>
                </a:lnTo>
                <a:lnTo>
                  <a:pt x="24" y="12"/>
                </a:lnTo>
                <a:lnTo>
                  <a:pt x="27" y="25"/>
                </a:lnTo>
                <a:lnTo>
                  <a:pt x="30" y="44"/>
                </a:lnTo>
                <a:lnTo>
                  <a:pt x="84" y="488"/>
                </a:lnTo>
                <a:lnTo>
                  <a:pt x="89" y="512"/>
                </a:lnTo>
                <a:lnTo>
                  <a:pt x="93" y="520"/>
                </a:lnTo>
                <a:lnTo>
                  <a:pt x="104" y="527"/>
                </a:lnTo>
                <a:lnTo>
                  <a:pt x="113" y="530"/>
                </a:lnTo>
                <a:lnTo>
                  <a:pt x="124" y="524"/>
                </a:lnTo>
                <a:lnTo>
                  <a:pt x="132" y="512"/>
                </a:lnTo>
                <a:lnTo>
                  <a:pt x="164" y="282"/>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29" name="Freeform 97">
            <a:extLst>
              <a:ext uri="{FF2B5EF4-FFF2-40B4-BE49-F238E27FC236}">
                <a16:creationId xmlns:a16="http://schemas.microsoft.com/office/drawing/2014/main" id="{4A0E073E-0F4B-CF43-864D-C2C064B7B4A1}"/>
              </a:ext>
            </a:extLst>
          </p:cNvPr>
          <p:cNvSpPr>
            <a:spLocks/>
          </p:cNvSpPr>
          <p:nvPr/>
        </p:nvSpPr>
        <p:spPr bwMode="auto">
          <a:xfrm>
            <a:off x="6286500" y="3159919"/>
            <a:ext cx="77391" cy="323850"/>
          </a:xfrm>
          <a:custGeom>
            <a:avLst/>
            <a:gdLst>
              <a:gd name="T0" fmla="*/ 0 w 65"/>
              <a:gd name="T1" fmla="*/ 430610 h 363"/>
              <a:gd name="T2" fmla="*/ 63500 w 65"/>
              <a:gd name="T3" fmla="*/ 64235 h 363"/>
              <a:gd name="T4" fmla="*/ 66675 w 65"/>
              <a:gd name="T5" fmla="*/ 45202 h 363"/>
              <a:gd name="T6" fmla="*/ 69850 w 65"/>
              <a:gd name="T7" fmla="*/ 29738 h 363"/>
              <a:gd name="T8" fmla="*/ 74613 w 65"/>
              <a:gd name="T9" fmla="*/ 17843 h 363"/>
              <a:gd name="T10" fmla="*/ 87313 w 65"/>
              <a:gd name="T11" fmla="*/ 7137 h 363"/>
              <a:gd name="T12" fmla="*/ 101600 w 6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30" name="Freeform 98">
            <a:extLst>
              <a:ext uri="{FF2B5EF4-FFF2-40B4-BE49-F238E27FC236}">
                <a16:creationId xmlns:a16="http://schemas.microsoft.com/office/drawing/2014/main" id="{A83C2EFE-7398-3D44-8FCF-CBAFB574517C}"/>
              </a:ext>
            </a:extLst>
          </p:cNvPr>
          <p:cNvSpPr>
            <a:spLocks/>
          </p:cNvSpPr>
          <p:nvPr/>
        </p:nvSpPr>
        <p:spPr bwMode="auto">
          <a:xfrm>
            <a:off x="6365082" y="3163492"/>
            <a:ext cx="207169" cy="631031"/>
          </a:xfrm>
          <a:custGeom>
            <a:avLst/>
            <a:gdLst>
              <a:gd name="T0" fmla="*/ 0 w 174"/>
              <a:gd name="T1" fmla="*/ 0 h 530"/>
              <a:gd name="T2" fmla="*/ 22225 w 174"/>
              <a:gd name="T3" fmla="*/ 4763 h 530"/>
              <a:gd name="T4" fmla="*/ 38100 w 174"/>
              <a:gd name="T5" fmla="*/ 19050 h 530"/>
              <a:gd name="T6" fmla="*/ 44450 w 174"/>
              <a:gd name="T7" fmla="*/ 39688 h 530"/>
              <a:gd name="T8" fmla="*/ 49213 w 174"/>
              <a:gd name="T9" fmla="*/ 69850 h 530"/>
              <a:gd name="T10" fmla="*/ 136525 w 174"/>
              <a:gd name="T11" fmla="*/ 774700 h 530"/>
              <a:gd name="T12" fmla="*/ 144463 w 174"/>
              <a:gd name="T13" fmla="*/ 812800 h 530"/>
              <a:gd name="T14" fmla="*/ 150813 w 174"/>
              <a:gd name="T15" fmla="*/ 825500 h 530"/>
              <a:gd name="T16" fmla="*/ 168275 w 174"/>
              <a:gd name="T17" fmla="*/ 836613 h 530"/>
              <a:gd name="T18" fmla="*/ 182563 w 174"/>
              <a:gd name="T19" fmla="*/ 841375 h 530"/>
              <a:gd name="T20" fmla="*/ 201613 w 174"/>
              <a:gd name="T21" fmla="*/ 831850 h 530"/>
              <a:gd name="T22" fmla="*/ 214313 w 174"/>
              <a:gd name="T23" fmla="*/ 812800 h 530"/>
              <a:gd name="T24" fmla="*/ 276225 w 174"/>
              <a:gd name="T25" fmla="*/ 414338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4" h="530">
                <a:moveTo>
                  <a:pt x="0" y="0"/>
                </a:moveTo>
                <a:lnTo>
                  <a:pt x="14" y="3"/>
                </a:lnTo>
                <a:lnTo>
                  <a:pt x="24" y="12"/>
                </a:lnTo>
                <a:lnTo>
                  <a:pt x="28" y="25"/>
                </a:lnTo>
                <a:lnTo>
                  <a:pt x="31" y="44"/>
                </a:lnTo>
                <a:lnTo>
                  <a:pt x="86" y="488"/>
                </a:lnTo>
                <a:lnTo>
                  <a:pt x="91" y="512"/>
                </a:lnTo>
                <a:lnTo>
                  <a:pt x="95" y="520"/>
                </a:lnTo>
                <a:lnTo>
                  <a:pt x="106" y="527"/>
                </a:lnTo>
                <a:lnTo>
                  <a:pt x="115" y="530"/>
                </a:lnTo>
                <a:lnTo>
                  <a:pt x="127" y="524"/>
                </a:lnTo>
                <a:lnTo>
                  <a:pt x="135" y="512"/>
                </a:lnTo>
                <a:lnTo>
                  <a:pt x="174" y="261"/>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31" name="Freeform 99">
            <a:extLst>
              <a:ext uri="{FF2B5EF4-FFF2-40B4-BE49-F238E27FC236}">
                <a16:creationId xmlns:a16="http://schemas.microsoft.com/office/drawing/2014/main" id="{628D172D-2048-8047-8E66-1A03BA7D846D}"/>
              </a:ext>
            </a:extLst>
          </p:cNvPr>
          <p:cNvSpPr>
            <a:spLocks/>
          </p:cNvSpPr>
          <p:nvPr/>
        </p:nvSpPr>
        <p:spPr bwMode="auto">
          <a:xfrm>
            <a:off x="6572250" y="3159919"/>
            <a:ext cx="76200" cy="323850"/>
          </a:xfrm>
          <a:custGeom>
            <a:avLst/>
            <a:gdLst>
              <a:gd name="T0" fmla="*/ 0 w 64"/>
              <a:gd name="T1" fmla="*/ 430610 h 363"/>
              <a:gd name="T2" fmla="*/ 61913 w 64"/>
              <a:gd name="T3" fmla="*/ 64235 h 363"/>
              <a:gd name="T4" fmla="*/ 65088 w 64"/>
              <a:gd name="T5" fmla="*/ 45202 h 363"/>
              <a:gd name="T6" fmla="*/ 68263 w 64"/>
              <a:gd name="T7" fmla="*/ 29738 h 363"/>
              <a:gd name="T8" fmla="*/ 73025 w 64"/>
              <a:gd name="T9" fmla="*/ 17843 h 363"/>
              <a:gd name="T10" fmla="*/ 85725 w 64"/>
              <a:gd name="T11" fmla="*/ 7137 h 363"/>
              <a:gd name="T12" fmla="*/ 100013 w 6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32" name="Freeform 100">
            <a:extLst>
              <a:ext uri="{FF2B5EF4-FFF2-40B4-BE49-F238E27FC236}">
                <a16:creationId xmlns:a16="http://schemas.microsoft.com/office/drawing/2014/main" id="{9DF4E3AF-6D13-3A42-8EEB-FB59A2C7B1CB}"/>
              </a:ext>
            </a:extLst>
          </p:cNvPr>
          <p:cNvSpPr>
            <a:spLocks/>
          </p:cNvSpPr>
          <p:nvPr/>
        </p:nvSpPr>
        <p:spPr bwMode="auto">
          <a:xfrm>
            <a:off x="6649641" y="3163492"/>
            <a:ext cx="208359" cy="631031"/>
          </a:xfrm>
          <a:custGeom>
            <a:avLst/>
            <a:gdLst>
              <a:gd name="T0" fmla="*/ 0 w 175"/>
              <a:gd name="T1" fmla="*/ 0 h 530"/>
              <a:gd name="T2" fmla="*/ 22225 w 175"/>
              <a:gd name="T3" fmla="*/ 4763 h 530"/>
              <a:gd name="T4" fmla="*/ 38100 w 175"/>
              <a:gd name="T5" fmla="*/ 19050 h 530"/>
              <a:gd name="T6" fmla="*/ 44450 w 175"/>
              <a:gd name="T7" fmla="*/ 39688 h 530"/>
              <a:gd name="T8" fmla="*/ 49212 w 175"/>
              <a:gd name="T9" fmla="*/ 69850 h 530"/>
              <a:gd name="T10" fmla="*/ 134937 w 175"/>
              <a:gd name="T11" fmla="*/ 774700 h 530"/>
              <a:gd name="T12" fmla="*/ 142875 w 175"/>
              <a:gd name="T13" fmla="*/ 812800 h 530"/>
              <a:gd name="T14" fmla="*/ 150812 w 175"/>
              <a:gd name="T15" fmla="*/ 825500 h 530"/>
              <a:gd name="T16" fmla="*/ 168275 w 175"/>
              <a:gd name="T17" fmla="*/ 836613 h 530"/>
              <a:gd name="T18" fmla="*/ 182562 w 175"/>
              <a:gd name="T19" fmla="*/ 841375 h 530"/>
              <a:gd name="T20" fmla="*/ 200025 w 175"/>
              <a:gd name="T21" fmla="*/ 831850 h 530"/>
              <a:gd name="T22" fmla="*/ 212725 w 175"/>
              <a:gd name="T23" fmla="*/ 812800 h 530"/>
              <a:gd name="T24" fmla="*/ 277812 w 175"/>
              <a:gd name="T25" fmla="*/ 409575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5" h="530">
                <a:moveTo>
                  <a:pt x="0" y="0"/>
                </a:moveTo>
                <a:lnTo>
                  <a:pt x="14" y="3"/>
                </a:lnTo>
                <a:lnTo>
                  <a:pt x="24" y="12"/>
                </a:lnTo>
                <a:lnTo>
                  <a:pt x="28" y="25"/>
                </a:lnTo>
                <a:lnTo>
                  <a:pt x="31" y="44"/>
                </a:lnTo>
                <a:lnTo>
                  <a:pt x="85" y="488"/>
                </a:lnTo>
                <a:lnTo>
                  <a:pt x="90" y="512"/>
                </a:lnTo>
                <a:lnTo>
                  <a:pt x="95" y="520"/>
                </a:lnTo>
                <a:lnTo>
                  <a:pt x="106" y="527"/>
                </a:lnTo>
                <a:lnTo>
                  <a:pt x="115" y="530"/>
                </a:lnTo>
                <a:lnTo>
                  <a:pt x="126" y="524"/>
                </a:lnTo>
                <a:lnTo>
                  <a:pt x="134" y="512"/>
                </a:lnTo>
                <a:lnTo>
                  <a:pt x="175" y="258"/>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33" name="Freeform 101">
            <a:extLst>
              <a:ext uri="{FF2B5EF4-FFF2-40B4-BE49-F238E27FC236}">
                <a16:creationId xmlns:a16="http://schemas.microsoft.com/office/drawing/2014/main" id="{9DBC6365-A71B-E94A-B6E7-0BB90C445E4A}"/>
              </a:ext>
            </a:extLst>
          </p:cNvPr>
          <p:cNvSpPr>
            <a:spLocks/>
          </p:cNvSpPr>
          <p:nvPr/>
        </p:nvSpPr>
        <p:spPr bwMode="auto">
          <a:xfrm>
            <a:off x="6853238" y="3155156"/>
            <a:ext cx="79772" cy="323850"/>
          </a:xfrm>
          <a:custGeom>
            <a:avLst/>
            <a:gdLst>
              <a:gd name="T0" fmla="*/ 0 w 67"/>
              <a:gd name="T1" fmla="*/ 430610 h 363"/>
              <a:gd name="T2" fmla="*/ 65088 w 67"/>
              <a:gd name="T3" fmla="*/ 64235 h 363"/>
              <a:gd name="T4" fmla="*/ 68263 w 67"/>
              <a:gd name="T5" fmla="*/ 45202 h 363"/>
              <a:gd name="T6" fmla="*/ 71438 w 67"/>
              <a:gd name="T7" fmla="*/ 29738 h 363"/>
              <a:gd name="T8" fmla="*/ 77788 w 67"/>
              <a:gd name="T9" fmla="*/ 17843 h 363"/>
              <a:gd name="T10" fmla="*/ 88900 w 67"/>
              <a:gd name="T11" fmla="*/ 7137 h 363"/>
              <a:gd name="T12" fmla="*/ 104775 w 67"/>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7" h="363">
                <a:moveTo>
                  <a:pt x="0" y="362"/>
                </a:moveTo>
                <a:lnTo>
                  <a:pt x="41" y="54"/>
                </a:lnTo>
                <a:lnTo>
                  <a:pt x="43" y="38"/>
                </a:lnTo>
                <a:lnTo>
                  <a:pt x="45" y="25"/>
                </a:lnTo>
                <a:lnTo>
                  <a:pt x="49" y="15"/>
                </a:lnTo>
                <a:lnTo>
                  <a:pt x="56" y="6"/>
                </a:lnTo>
                <a:lnTo>
                  <a:pt x="66"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34" name="Freeform 102">
            <a:extLst>
              <a:ext uri="{FF2B5EF4-FFF2-40B4-BE49-F238E27FC236}">
                <a16:creationId xmlns:a16="http://schemas.microsoft.com/office/drawing/2014/main" id="{C7511079-A74B-1740-B4F0-B6135F6CD162}"/>
              </a:ext>
            </a:extLst>
          </p:cNvPr>
          <p:cNvSpPr>
            <a:spLocks/>
          </p:cNvSpPr>
          <p:nvPr/>
        </p:nvSpPr>
        <p:spPr bwMode="auto">
          <a:xfrm>
            <a:off x="6934201" y="3158729"/>
            <a:ext cx="202406" cy="631031"/>
          </a:xfrm>
          <a:custGeom>
            <a:avLst/>
            <a:gdLst>
              <a:gd name="T0" fmla="*/ 0 w 170"/>
              <a:gd name="T1" fmla="*/ 0 h 530"/>
              <a:gd name="T2" fmla="*/ 22225 w 170"/>
              <a:gd name="T3" fmla="*/ 4763 h 530"/>
              <a:gd name="T4" fmla="*/ 38100 w 170"/>
              <a:gd name="T5" fmla="*/ 19050 h 530"/>
              <a:gd name="T6" fmla="*/ 42863 w 170"/>
              <a:gd name="T7" fmla="*/ 39688 h 530"/>
              <a:gd name="T8" fmla="*/ 47625 w 170"/>
              <a:gd name="T9" fmla="*/ 69850 h 530"/>
              <a:gd name="T10" fmla="*/ 133350 w 170"/>
              <a:gd name="T11" fmla="*/ 774700 h 530"/>
              <a:gd name="T12" fmla="*/ 141288 w 170"/>
              <a:gd name="T13" fmla="*/ 812800 h 530"/>
              <a:gd name="T14" fmla="*/ 147638 w 170"/>
              <a:gd name="T15" fmla="*/ 825500 h 530"/>
              <a:gd name="T16" fmla="*/ 165100 w 170"/>
              <a:gd name="T17" fmla="*/ 836613 h 530"/>
              <a:gd name="T18" fmla="*/ 179388 w 170"/>
              <a:gd name="T19" fmla="*/ 841375 h 530"/>
              <a:gd name="T20" fmla="*/ 196850 w 170"/>
              <a:gd name="T21" fmla="*/ 831850 h 530"/>
              <a:gd name="T22" fmla="*/ 209550 w 170"/>
              <a:gd name="T23" fmla="*/ 812800 h 530"/>
              <a:gd name="T24" fmla="*/ 269875 w 170"/>
              <a:gd name="T25" fmla="*/ 420688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0" h="530">
                <a:moveTo>
                  <a:pt x="0" y="0"/>
                </a:moveTo>
                <a:lnTo>
                  <a:pt x="14" y="3"/>
                </a:lnTo>
                <a:lnTo>
                  <a:pt x="24" y="12"/>
                </a:lnTo>
                <a:lnTo>
                  <a:pt x="27" y="25"/>
                </a:lnTo>
                <a:lnTo>
                  <a:pt x="30" y="44"/>
                </a:lnTo>
                <a:lnTo>
                  <a:pt x="84" y="488"/>
                </a:lnTo>
                <a:lnTo>
                  <a:pt x="89" y="512"/>
                </a:lnTo>
                <a:lnTo>
                  <a:pt x="93" y="520"/>
                </a:lnTo>
                <a:lnTo>
                  <a:pt x="104" y="527"/>
                </a:lnTo>
                <a:lnTo>
                  <a:pt x="113" y="530"/>
                </a:lnTo>
                <a:lnTo>
                  <a:pt x="124" y="524"/>
                </a:lnTo>
                <a:lnTo>
                  <a:pt x="132" y="512"/>
                </a:lnTo>
                <a:lnTo>
                  <a:pt x="170" y="265"/>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8988" name="Group 103">
            <a:extLst>
              <a:ext uri="{FF2B5EF4-FFF2-40B4-BE49-F238E27FC236}">
                <a16:creationId xmlns:a16="http://schemas.microsoft.com/office/drawing/2014/main" id="{5EF993ED-3B9A-9B4C-8DA0-433F3A724DC8}"/>
              </a:ext>
            </a:extLst>
          </p:cNvPr>
          <p:cNvGrpSpPr>
            <a:grpSpLocks/>
          </p:cNvGrpSpPr>
          <p:nvPr/>
        </p:nvGrpSpPr>
        <p:grpSpPr bwMode="auto">
          <a:xfrm>
            <a:off x="7136607" y="3155157"/>
            <a:ext cx="283369" cy="635794"/>
            <a:chOff x="5025" y="2269"/>
            <a:chExt cx="238" cy="713"/>
          </a:xfrm>
        </p:grpSpPr>
        <p:sp>
          <p:nvSpPr>
            <p:cNvPr id="248936" name="Freeform 104">
              <a:extLst>
                <a:ext uri="{FF2B5EF4-FFF2-40B4-BE49-F238E27FC236}">
                  <a16:creationId xmlns:a16="http://schemas.microsoft.com/office/drawing/2014/main" id="{91D5AB11-9325-7346-B35F-5A1F19850A22}"/>
                </a:ext>
              </a:extLst>
            </p:cNvPr>
            <p:cNvSpPr>
              <a:spLocks/>
            </p:cNvSpPr>
            <p:nvPr/>
          </p:nvSpPr>
          <p:spPr bwMode="auto">
            <a:xfrm>
              <a:off x="5025" y="2269"/>
              <a:ext cx="69" cy="363"/>
            </a:xfrm>
            <a:custGeom>
              <a:avLst/>
              <a:gdLst>
                <a:gd name="T0" fmla="*/ 0 w 69"/>
                <a:gd name="T1" fmla="*/ 362 h 363"/>
                <a:gd name="T2" fmla="*/ 42 w 69"/>
                <a:gd name="T3" fmla="*/ 54 h 363"/>
                <a:gd name="T4" fmla="*/ 45 w 69"/>
                <a:gd name="T5" fmla="*/ 38 h 363"/>
                <a:gd name="T6" fmla="*/ 47 w 69"/>
                <a:gd name="T7" fmla="*/ 25 h 363"/>
                <a:gd name="T8" fmla="*/ 50 w 69"/>
                <a:gd name="T9" fmla="*/ 15 h 363"/>
                <a:gd name="T10" fmla="*/ 58 w 69"/>
                <a:gd name="T11" fmla="*/ 6 h 363"/>
                <a:gd name="T12" fmla="*/ 68 w 69"/>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9" h="363">
                  <a:moveTo>
                    <a:pt x="0" y="362"/>
                  </a:moveTo>
                  <a:lnTo>
                    <a:pt x="42" y="54"/>
                  </a:lnTo>
                  <a:lnTo>
                    <a:pt x="45" y="38"/>
                  </a:lnTo>
                  <a:lnTo>
                    <a:pt x="47" y="25"/>
                  </a:lnTo>
                  <a:lnTo>
                    <a:pt x="50" y="15"/>
                  </a:lnTo>
                  <a:lnTo>
                    <a:pt x="58" y="6"/>
                  </a:lnTo>
                  <a:lnTo>
                    <a:pt x="68"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37" name="Freeform 105">
              <a:extLst>
                <a:ext uri="{FF2B5EF4-FFF2-40B4-BE49-F238E27FC236}">
                  <a16:creationId xmlns:a16="http://schemas.microsoft.com/office/drawing/2014/main" id="{4F1A668A-E8B0-5D44-A181-1B0DDFB57AF4}"/>
                </a:ext>
              </a:extLst>
            </p:cNvPr>
            <p:cNvSpPr>
              <a:spLocks/>
            </p:cNvSpPr>
            <p:nvPr/>
          </p:nvSpPr>
          <p:spPr bwMode="auto">
            <a:xfrm>
              <a:off x="5095" y="2273"/>
              <a:ext cx="168" cy="709"/>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grpSp>
        <p:nvGrpSpPr>
          <p:cNvPr id="38989" name="Group 106">
            <a:extLst>
              <a:ext uri="{FF2B5EF4-FFF2-40B4-BE49-F238E27FC236}">
                <a16:creationId xmlns:a16="http://schemas.microsoft.com/office/drawing/2014/main" id="{2B3C5B4D-BCB8-8B47-84D2-07E806557177}"/>
              </a:ext>
            </a:extLst>
          </p:cNvPr>
          <p:cNvGrpSpPr>
            <a:grpSpLocks/>
          </p:cNvGrpSpPr>
          <p:nvPr/>
        </p:nvGrpSpPr>
        <p:grpSpPr bwMode="auto">
          <a:xfrm>
            <a:off x="2277666" y="4029075"/>
            <a:ext cx="282178" cy="635794"/>
            <a:chOff x="944" y="3250"/>
            <a:chExt cx="237" cy="713"/>
          </a:xfrm>
        </p:grpSpPr>
        <p:sp>
          <p:nvSpPr>
            <p:cNvPr id="248939" name="Freeform 107">
              <a:extLst>
                <a:ext uri="{FF2B5EF4-FFF2-40B4-BE49-F238E27FC236}">
                  <a16:creationId xmlns:a16="http://schemas.microsoft.com/office/drawing/2014/main" id="{EC9683C0-7779-7B45-AAA6-B9ED1CE15505}"/>
                </a:ext>
              </a:extLst>
            </p:cNvPr>
            <p:cNvSpPr>
              <a:spLocks/>
            </p:cNvSpPr>
            <p:nvPr/>
          </p:nvSpPr>
          <p:spPr bwMode="auto">
            <a:xfrm>
              <a:off x="944" y="3250"/>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40" name="Freeform 108">
              <a:extLst>
                <a:ext uri="{FF2B5EF4-FFF2-40B4-BE49-F238E27FC236}">
                  <a16:creationId xmlns:a16="http://schemas.microsoft.com/office/drawing/2014/main" id="{C78FC748-6798-5A42-A21F-6C1A5FD86BB5}"/>
                </a:ext>
              </a:extLst>
            </p:cNvPr>
            <p:cNvSpPr>
              <a:spLocks/>
            </p:cNvSpPr>
            <p:nvPr/>
          </p:nvSpPr>
          <p:spPr bwMode="auto">
            <a:xfrm>
              <a:off x="1010" y="3254"/>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sp>
        <p:nvSpPr>
          <p:cNvPr id="248941" name="Freeform 109">
            <a:extLst>
              <a:ext uri="{FF2B5EF4-FFF2-40B4-BE49-F238E27FC236}">
                <a16:creationId xmlns:a16="http://schemas.microsoft.com/office/drawing/2014/main" id="{90039341-954F-764E-AB24-30FE3007749D}"/>
              </a:ext>
            </a:extLst>
          </p:cNvPr>
          <p:cNvSpPr>
            <a:spLocks/>
          </p:cNvSpPr>
          <p:nvPr/>
        </p:nvSpPr>
        <p:spPr bwMode="auto">
          <a:xfrm>
            <a:off x="2561035" y="4029075"/>
            <a:ext cx="78581" cy="323850"/>
          </a:xfrm>
          <a:custGeom>
            <a:avLst/>
            <a:gdLst>
              <a:gd name="T0" fmla="*/ 0 w 66"/>
              <a:gd name="T1" fmla="*/ 430610 h 363"/>
              <a:gd name="T2" fmla="*/ 63500 w 66"/>
              <a:gd name="T3" fmla="*/ 64235 h 363"/>
              <a:gd name="T4" fmla="*/ 68263 w 66"/>
              <a:gd name="T5" fmla="*/ 45202 h 363"/>
              <a:gd name="T6" fmla="*/ 69850 w 66"/>
              <a:gd name="T7" fmla="*/ 29738 h 363"/>
              <a:gd name="T8" fmla="*/ 76200 w 66"/>
              <a:gd name="T9" fmla="*/ 17843 h 363"/>
              <a:gd name="T10" fmla="*/ 88900 w 66"/>
              <a:gd name="T11" fmla="*/ 7137 h 363"/>
              <a:gd name="T12" fmla="*/ 103188 w 66"/>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363">
                <a:moveTo>
                  <a:pt x="0" y="362"/>
                </a:moveTo>
                <a:lnTo>
                  <a:pt x="40" y="54"/>
                </a:lnTo>
                <a:lnTo>
                  <a:pt x="43" y="38"/>
                </a:lnTo>
                <a:lnTo>
                  <a:pt x="44" y="25"/>
                </a:lnTo>
                <a:lnTo>
                  <a:pt x="48" y="15"/>
                </a:lnTo>
                <a:lnTo>
                  <a:pt x="56" y="6"/>
                </a:lnTo>
                <a:lnTo>
                  <a:pt x="65"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42" name="Freeform 110">
            <a:extLst>
              <a:ext uri="{FF2B5EF4-FFF2-40B4-BE49-F238E27FC236}">
                <a16:creationId xmlns:a16="http://schemas.microsoft.com/office/drawing/2014/main" id="{AF3DFF16-7AFC-C445-866F-DDF010B128B2}"/>
              </a:ext>
            </a:extLst>
          </p:cNvPr>
          <p:cNvSpPr>
            <a:spLocks/>
          </p:cNvSpPr>
          <p:nvPr/>
        </p:nvSpPr>
        <p:spPr bwMode="auto">
          <a:xfrm>
            <a:off x="2640806" y="4031457"/>
            <a:ext cx="220266" cy="632222"/>
          </a:xfrm>
          <a:custGeom>
            <a:avLst/>
            <a:gdLst>
              <a:gd name="T0" fmla="*/ 0 w 185"/>
              <a:gd name="T1" fmla="*/ 1588 h 531"/>
              <a:gd name="T2" fmla="*/ 12700 w 185"/>
              <a:gd name="T3" fmla="*/ 0 h 531"/>
              <a:gd name="T4" fmla="*/ 38100 w 185"/>
              <a:gd name="T5" fmla="*/ 20638 h 531"/>
              <a:gd name="T6" fmla="*/ 44450 w 185"/>
              <a:gd name="T7" fmla="*/ 41275 h 531"/>
              <a:gd name="T8" fmla="*/ 49213 w 185"/>
              <a:gd name="T9" fmla="*/ 71438 h 531"/>
              <a:gd name="T10" fmla="*/ 134938 w 185"/>
              <a:gd name="T11" fmla="*/ 776288 h 531"/>
              <a:gd name="T12" fmla="*/ 142875 w 185"/>
              <a:gd name="T13" fmla="*/ 814388 h 531"/>
              <a:gd name="T14" fmla="*/ 150813 w 185"/>
              <a:gd name="T15" fmla="*/ 827088 h 531"/>
              <a:gd name="T16" fmla="*/ 168275 w 185"/>
              <a:gd name="T17" fmla="*/ 838200 h 531"/>
              <a:gd name="T18" fmla="*/ 182563 w 185"/>
              <a:gd name="T19" fmla="*/ 842963 h 531"/>
              <a:gd name="T20" fmla="*/ 200025 w 185"/>
              <a:gd name="T21" fmla="*/ 833438 h 531"/>
              <a:gd name="T22" fmla="*/ 212725 w 185"/>
              <a:gd name="T23" fmla="*/ 814388 h 531"/>
              <a:gd name="T24" fmla="*/ 293688 w 185"/>
              <a:gd name="T25" fmla="*/ 409575 h 5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85" h="531">
                <a:moveTo>
                  <a:pt x="0" y="1"/>
                </a:moveTo>
                <a:lnTo>
                  <a:pt x="8" y="0"/>
                </a:lnTo>
                <a:lnTo>
                  <a:pt x="24" y="13"/>
                </a:lnTo>
                <a:lnTo>
                  <a:pt x="28" y="26"/>
                </a:lnTo>
                <a:lnTo>
                  <a:pt x="31" y="45"/>
                </a:lnTo>
                <a:lnTo>
                  <a:pt x="85" y="489"/>
                </a:lnTo>
                <a:lnTo>
                  <a:pt x="90" y="513"/>
                </a:lnTo>
                <a:lnTo>
                  <a:pt x="95" y="521"/>
                </a:lnTo>
                <a:lnTo>
                  <a:pt x="106" y="528"/>
                </a:lnTo>
                <a:lnTo>
                  <a:pt x="115" y="531"/>
                </a:lnTo>
                <a:lnTo>
                  <a:pt x="126" y="525"/>
                </a:lnTo>
                <a:lnTo>
                  <a:pt x="134" y="513"/>
                </a:lnTo>
                <a:lnTo>
                  <a:pt x="185" y="258"/>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8992" name="Group 111">
            <a:extLst>
              <a:ext uri="{FF2B5EF4-FFF2-40B4-BE49-F238E27FC236}">
                <a16:creationId xmlns:a16="http://schemas.microsoft.com/office/drawing/2014/main" id="{12F63EB4-B5B0-654A-8872-679140FC7AA3}"/>
              </a:ext>
            </a:extLst>
          </p:cNvPr>
          <p:cNvGrpSpPr>
            <a:grpSpLocks/>
          </p:cNvGrpSpPr>
          <p:nvPr/>
        </p:nvGrpSpPr>
        <p:grpSpPr bwMode="auto">
          <a:xfrm>
            <a:off x="2863454" y="4029075"/>
            <a:ext cx="282178" cy="635794"/>
            <a:chOff x="1436" y="3250"/>
            <a:chExt cx="237" cy="713"/>
          </a:xfrm>
        </p:grpSpPr>
        <p:sp>
          <p:nvSpPr>
            <p:cNvPr id="248944" name="Freeform 112">
              <a:extLst>
                <a:ext uri="{FF2B5EF4-FFF2-40B4-BE49-F238E27FC236}">
                  <a16:creationId xmlns:a16="http://schemas.microsoft.com/office/drawing/2014/main" id="{20901555-FB06-674B-9882-032C973C5C09}"/>
                </a:ext>
              </a:extLst>
            </p:cNvPr>
            <p:cNvSpPr>
              <a:spLocks/>
            </p:cNvSpPr>
            <p:nvPr/>
          </p:nvSpPr>
          <p:spPr bwMode="auto">
            <a:xfrm>
              <a:off x="1436" y="3600"/>
              <a:ext cx="65" cy="363"/>
            </a:xfrm>
            <a:custGeom>
              <a:avLst/>
              <a:gdLst>
                <a:gd name="T0" fmla="*/ 0 w 65"/>
                <a:gd name="T1" fmla="*/ 0 h 363"/>
                <a:gd name="T2" fmla="*/ 40 w 65"/>
                <a:gd name="T3" fmla="*/ 308 h 363"/>
                <a:gd name="T4" fmla="*/ 42 w 65"/>
                <a:gd name="T5" fmla="*/ 324 h 363"/>
                <a:gd name="T6" fmla="*/ 44 w 65"/>
                <a:gd name="T7" fmla="*/ 337 h 363"/>
                <a:gd name="T8" fmla="*/ 47 w 65"/>
                <a:gd name="T9" fmla="*/ 347 h 363"/>
                <a:gd name="T10" fmla="*/ 55 w 65"/>
                <a:gd name="T11" fmla="*/ 356 h 363"/>
                <a:gd name="T12" fmla="*/ 64 w 65"/>
                <a:gd name="T13" fmla="*/ 362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5" h="363">
                  <a:moveTo>
                    <a:pt x="0" y="0"/>
                  </a:moveTo>
                  <a:lnTo>
                    <a:pt x="40" y="308"/>
                  </a:lnTo>
                  <a:lnTo>
                    <a:pt x="42" y="324"/>
                  </a:lnTo>
                  <a:lnTo>
                    <a:pt x="44" y="337"/>
                  </a:lnTo>
                  <a:lnTo>
                    <a:pt x="47" y="347"/>
                  </a:lnTo>
                  <a:lnTo>
                    <a:pt x="55" y="356"/>
                  </a:lnTo>
                  <a:lnTo>
                    <a:pt x="64" y="362"/>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45" name="Freeform 113">
              <a:extLst>
                <a:ext uri="{FF2B5EF4-FFF2-40B4-BE49-F238E27FC236}">
                  <a16:creationId xmlns:a16="http://schemas.microsoft.com/office/drawing/2014/main" id="{2C296903-D6D2-C140-AEBB-72605EFD4F14}"/>
                </a:ext>
              </a:extLst>
            </p:cNvPr>
            <p:cNvSpPr>
              <a:spLocks/>
            </p:cNvSpPr>
            <p:nvPr/>
          </p:nvSpPr>
          <p:spPr bwMode="auto">
            <a:xfrm>
              <a:off x="1502" y="3250"/>
              <a:ext cx="171" cy="709"/>
            </a:xfrm>
            <a:custGeom>
              <a:avLst/>
              <a:gdLst>
                <a:gd name="T0" fmla="*/ 0 w 171"/>
                <a:gd name="T1" fmla="*/ 708 h 709"/>
                <a:gd name="T2" fmla="*/ 14 w 171"/>
                <a:gd name="T3" fmla="*/ 704 h 709"/>
                <a:gd name="T4" fmla="*/ 24 w 171"/>
                <a:gd name="T5" fmla="*/ 692 h 709"/>
                <a:gd name="T6" fmla="*/ 28 w 171"/>
                <a:gd name="T7" fmla="*/ 675 h 709"/>
                <a:gd name="T8" fmla="*/ 31 w 171"/>
                <a:gd name="T9" fmla="*/ 649 h 709"/>
                <a:gd name="T10" fmla="*/ 85 w 171"/>
                <a:gd name="T11" fmla="*/ 57 h 709"/>
                <a:gd name="T12" fmla="*/ 90 w 171"/>
                <a:gd name="T13" fmla="*/ 24 h 709"/>
                <a:gd name="T14" fmla="*/ 95 w 171"/>
                <a:gd name="T15" fmla="*/ 14 h 709"/>
                <a:gd name="T16" fmla="*/ 106 w 171"/>
                <a:gd name="T17" fmla="*/ 4 h 709"/>
                <a:gd name="T18" fmla="*/ 115 w 171"/>
                <a:gd name="T19" fmla="*/ 0 h 709"/>
                <a:gd name="T20" fmla="*/ 126 w 171"/>
                <a:gd name="T21" fmla="*/ 8 h 709"/>
                <a:gd name="T22" fmla="*/ 134 w 171"/>
                <a:gd name="T23" fmla="*/ 24 h 709"/>
                <a:gd name="T24" fmla="*/ 170 w 171"/>
                <a:gd name="T25" fmla="*/ 328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1" h="709">
                  <a:moveTo>
                    <a:pt x="0" y="708"/>
                  </a:moveTo>
                  <a:lnTo>
                    <a:pt x="14" y="704"/>
                  </a:lnTo>
                  <a:lnTo>
                    <a:pt x="24" y="692"/>
                  </a:lnTo>
                  <a:lnTo>
                    <a:pt x="28" y="675"/>
                  </a:lnTo>
                  <a:lnTo>
                    <a:pt x="31" y="649"/>
                  </a:lnTo>
                  <a:lnTo>
                    <a:pt x="85" y="57"/>
                  </a:lnTo>
                  <a:lnTo>
                    <a:pt x="90" y="24"/>
                  </a:lnTo>
                  <a:lnTo>
                    <a:pt x="95" y="14"/>
                  </a:lnTo>
                  <a:lnTo>
                    <a:pt x="106" y="4"/>
                  </a:lnTo>
                  <a:lnTo>
                    <a:pt x="115" y="0"/>
                  </a:lnTo>
                  <a:lnTo>
                    <a:pt x="126" y="8"/>
                  </a:lnTo>
                  <a:lnTo>
                    <a:pt x="134" y="24"/>
                  </a:lnTo>
                  <a:lnTo>
                    <a:pt x="170" y="328"/>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sp>
        <p:nvSpPr>
          <p:cNvPr id="248946" name="Freeform 114">
            <a:extLst>
              <a:ext uri="{FF2B5EF4-FFF2-40B4-BE49-F238E27FC236}">
                <a16:creationId xmlns:a16="http://schemas.microsoft.com/office/drawing/2014/main" id="{9C0A74F2-57C0-D440-B3E4-D32FD8355143}"/>
              </a:ext>
            </a:extLst>
          </p:cNvPr>
          <p:cNvSpPr>
            <a:spLocks/>
          </p:cNvSpPr>
          <p:nvPr/>
        </p:nvSpPr>
        <p:spPr bwMode="auto">
          <a:xfrm>
            <a:off x="3146823" y="4341019"/>
            <a:ext cx="78581" cy="323850"/>
          </a:xfrm>
          <a:custGeom>
            <a:avLst/>
            <a:gdLst>
              <a:gd name="T0" fmla="*/ 0 w 66"/>
              <a:gd name="T1" fmla="*/ 0 h 363"/>
              <a:gd name="T2" fmla="*/ 63500 w 66"/>
              <a:gd name="T3" fmla="*/ 366376 h 363"/>
              <a:gd name="T4" fmla="*/ 68263 w 66"/>
              <a:gd name="T5" fmla="*/ 385408 h 363"/>
              <a:gd name="T6" fmla="*/ 69850 w 66"/>
              <a:gd name="T7" fmla="*/ 400872 h 363"/>
              <a:gd name="T8" fmla="*/ 76200 w 66"/>
              <a:gd name="T9" fmla="*/ 412767 h 363"/>
              <a:gd name="T10" fmla="*/ 88900 w 66"/>
              <a:gd name="T11" fmla="*/ 423473 h 363"/>
              <a:gd name="T12" fmla="*/ 103188 w 66"/>
              <a:gd name="T13" fmla="*/ 43061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363">
                <a:moveTo>
                  <a:pt x="0" y="0"/>
                </a:moveTo>
                <a:lnTo>
                  <a:pt x="40" y="308"/>
                </a:lnTo>
                <a:lnTo>
                  <a:pt x="43" y="324"/>
                </a:lnTo>
                <a:lnTo>
                  <a:pt x="44" y="337"/>
                </a:lnTo>
                <a:lnTo>
                  <a:pt x="48" y="347"/>
                </a:lnTo>
                <a:lnTo>
                  <a:pt x="56" y="356"/>
                </a:lnTo>
                <a:lnTo>
                  <a:pt x="65" y="362"/>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47" name="Freeform 115">
            <a:extLst>
              <a:ext uri="{FF2B5EF4-FFF2-40B4-BE49-F238E27FC236}">
                <a16:creationId xmlns:a16="http://schemas.microsoft.com/office/drawing/2014/main" id="{E70B366D-984D-7F40-8063-0403AD6596D2}"/>
              </a:ext>
            </a:extLst>
          </p:cNvPr>
          <p:cNvSpPr>
            <a:spLocks/>
          </p:cNvSpPr>
          <p:nvPr/>
        </p:nvSpPr>
        <p:spPr bwMode="auto">
          <a:xfrm>
            <a:off x="3226594" y="4029076"/>
            <a:ext cx="216694" cy="631031"/>
          </a:xfrm>
          <a:custGeom>
            <a:avLst/>
            <a:gdLst>
              <a:gd name="T0" fmla="*/ 0 w 182"/>
              <a:gd name="T1" fmla="*/ 841375 h 530"/>
              <a:gd name="T2" fmla="*/ 22225 w 182"/>
              <a:gd name="T3" fmla="*/ 836613 h 530"/>
              <a:gd name="T4" fmla="*/ 38100 w 182"/>
              <a:gd name="T5" fmla="*/ 822325 h 530"/>
              <a:gd name="T6" fmla="*/ 44450 w 182"/>
              <a:gd name="T7" fmla="*/ 803275 h 530"/>
              <a:gd name="T8" fmla="*/ 49213 w 182"/>
              <a:gd name="T9" fmla="*/ 771525 h 530"/>
              <a:gd name="T10" fmla="*/ 134938 w 182"/>
              <a:gd name="T11" fmla="*/ 68263 h 530"/>
              <a:gd name="T12" fmla="*/ 142875 w 182"/>
              <a:gd name="T13" fmla="*/ 28575 h 530"/>
              <a:gd name="T14" fmla="*/ 150813 w 182"/>
              <a:gd name="T15" fmla="*/ 15875 h 530"/>
              <a:gd name="T16" fmla="*/ 168275 w 182"/>
              <a:gd name="T17" fmla="*/ 4763 h 530"/>
              <a:gd name="T18" fmla="*/ 182563 w 182"/>
              <a:gd name="T19" fmla="*/ 0 h 530"/>
              <a:gd name="T20" fmla="*/ 200025 w 182"/>
              <a:gd name="T21" fmla="*/ 9525 h 530"/>
              <a:gd name="T22" fmla="*/ 212725 w 182"/>
              <a:gd name="T23" fmla="*/ 28575 h 530"/>
              <a:gd name="T24" fmla="*/ 288925 w 182"/>
              <a:gd name="T25" fmla="*/ 460375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82" h="530">
                <a:moveTo>
                  <a:pt x="0" y="530"/>
                </a:moveTo>
                <a:lnTo>
                  <a:pt x="14" y="527"/>
                </a:lnTo>
                <a:lnTo>
                  <a:pt x="24" y="518"/>
                </a:lnTo>
                <a:lnTo>
                  <a:pt x="28" y="506"/>
                </a:lnTo>
                <a:lnTo>
                  <a:pt x="31" y="486"/>
                </a:lnTo>
                <a:lnTo>
                  <a:pt x="85" y="43"/>
                </a:lnTo>
                <a:lnTo>
                  <a:pt x="90" y="18"/>
                </a:lnTo>
                <a:lnTo>
                  <a:pt x="95" y="10"/>
                </a:lnTo>
                <a:lnTo>
                  <a:pt x="106" y="3"/>
                </a:lnTo>
                <a:lnTo>
                  <a:pt x="115" y="0"/>
                </a:lnTo>
                <a:lnTo>
                  <a:pt x="126" y="6"/>
                </a:lnTo>
                <a:lnTo>
                  <a:pt x="134" y="18"/>
                </a:lnTo>
                <a:lnTo>
                  <a:pt x="182" y="29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48" name="Freeform 116">
            <a:extLst>
              <a:ext uri="{FF2B5EF4-FFF2-40B4-BE49-F238E27FC236}">
                <a16:creationId xmlns:a16="http://schemas.microsoft.com/office/drawing/2014/main" id="{B0D26371-7CAD-9441-80C0-1A99E4A20CE2}"/>
              </a:ext>
            </a:extLst>
          </p:cNvPr>
          <p:cNvSpPr>
            <a:spLocks/>
          </p:cNvSpPr>
          <p:nvPr/>
        </p:nvSpPr>
        <p:spPr bwMode="auto">
          <a:xfrm>
            <a:off x="3450432" y="4031456"/>
            <a:ext cx="83344" cy="342900"/>
          </a:xfrm>
          <a:custGeom>
            <a:avLst/>
            <a:gdLst>
              <a:gd name="T0" fmla="*/ 0 w 70"/>
              <a:gd name="T1" fmla="*/ 457200 h 288"/>
              <a:gd name="T2" fmla="*/ 73025 w 70"/>
              <a:gd name="T3" fmla="*/ 63500 h 288"/>
              <a:gd name="T4" fmla="*/ 76200 w 70"/>
              <a:gd name="T5" fmla="*/ 44450 h 288"/>
              <a:gd name="T6" fmla="*/ 79375 w 70"/>
              <a:gd name="T7" fmla="*/ 30163 h 288"/>
              <a:gd name="T8" fmla="*/ 84138 w 70"/>
              <a:gd name="T9" fmla="*/ 17463 h 288"/>
              <a:gd name="T10" fmla="*/ 96838 w 70"/>
              <a:gd name="T11" fmla="*/ 6350 h 288"/>
              <a:gd name="T12" fmla="*/ 111125 w 70"/>
              <a:gd name="T13" fmla="*/ 0 h 28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0" h="288">
                <a:moveTo>
                  <a:pt x="0" y="288"/>
                </a:moveTo>
                <a:lnTo>
                  <a:pt x="46" y="40"/>
                </a:lnTo>
                <a:lnTo>
                  <a:pt x="48" y="28"/>
                </a:lnTo>
                <a:lnTo>
                  <a:pt x="50" y="19"/>
                </a:lnTo>
                <a:lnTo>
                  <a:pt x="53" y="11"/>
                </a:lnTo>
                <a:lnTo>
                  <a:pt x="61" y="4"/>
                </a:lnTo>
                <a:lnTo>
                  <a:pt x="70"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49" name="Freeform 117">
            <a:extLst>
              <a:ext uri="{FF2B5EF4-FFF2-40B4-BE49-F238E27FC236}">
                <a16:creationId xmlns:a16="http://schemas.microsoft.com/office/drawing/2014/main" id="{794EDE7C-756E-9C43-850C-58C161E0EB02}"/>
              </a:ext>
            </a:extLst>
          </p:cNvPr>
          <p:cNvSpPr>
            <a:spLocks/>
          </p:cNvSpPr>
          <p:nvPr/>
        </p:nvSpPr>
        <p:spPr bwMode="auto">
          <a:xfrm>
            <a:off x="3536156" y="4032647"/>
            <a:ext cx="204788" cy="632222"/>
          </a:xfrm>
          <a:custGeom>
            <a:avLst/>
            <a:gdLst>
              <a:gd name="T0" fmla="*/ 0 w 172"/>
              <a:gd name="T1" fmla="*/ 0 h 709"/>
              <a:gd name="T2" fmla="*/ 22225 w 172"/>
              <a:gd name="T3" fmla="*/ 4756 h 709"/>
              <a:gd name="T4" fmla="*/ 38100 w 172"/>
              <a:gd name="T5" fmla="*/ 19023 h 709"/>
              <a:gd name="T6" fmla="*/ 44450 w 172"/>
              <a:gd name="T7" fmla="*/ 39235 h 709"/>
              <a:gd name="T8" fmla="*/ 49213 w 172"/>
              <a:gd name="T9" fmla="*/ 70148 h 709"/>
              <a:gd name="T10" fmla="*/ 136525 w 172"/>
              <a:gd name="T11" fmla="*/ 774003 h 709"/>
              <a:gd name="T12" fmla="*/ 144463 w 172"/>
              <a:gd name="T13" fmla="*/ 813238 h 709"/>
              <a:gd name="T14" fmla="*/ 150813 w 172"/>
              <a:gd name="T15" fmla="*/ 825128 h 709"/>
              <a:gd name="T16" fmla="*/ 168275 w 172"/>
              <a:gd name="T17" fmla="*/ 837017 h 709"/>
              <a:gd name="T18" fmla="*/ 182563 w 172"/>
              <a:gd name="T19" fmla="*/ 841773 h 709"/>
              <a:gd name="T20" fmla="*/ 201613 w 172"/>
              <a:gd name="T21" fmla="*/ 832261 h 709"/>
              <a:gd name="T22" fmla="*/ 214313 w 172"/>
              <a:gd name="T23" fmla="*/ 813238 h 709"/>
              <a:gd name="T24" fmla="*/ 271463 w 172"/>
              <a:gd name="T25" fmla="*/ 451799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09">
                <a:moveTo>
                  <a:pt x="0" y="0"/>
                </a:moveTo>
                <a:lnTo>
                  <a:pt x="14" y="4"/>
                </a:lnTo>
                <a:lnTo>
                  <a:pt x="24" y="16"/>
                </a:lnTo>
                <a:lnTo>
                  <a:pt x="28" y="33"/>
                </a:lnTo>
                <a:lnTo>
                  <a:pt x="31" y="59"/>
                </a:lnTo>
                <a:lnTo>
                  <a:pt x="86" y="651"/>
                </a:lnTo>
                <a:lnTo>
                  <a:pt x="91" y="684"/>
                </a:lnTo>
                <a:lnTo>
                  <a:pt x="95" y="694"/>
                </a:lnTo>
                <a:lnTo>
                  <a:pt x="106" y="704"/>
                </a:lnTo>
                <a:lnTo>
                  <a:pt x="115" y="708"/>
                </a:lnTo>
                <a:lnTo>
                  <a:pt x="127" y="700"/>
                </a:lnTo>
                <a:lnTo>
                  <a:pt x="135" y="684"/>
                </a:lnTo>
                <a:lnTo>
                  <a:pt x="171"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50" name="Freeform 118">
            <a:extLst>
              <a:ext uri="{FF2B5EF4-FFF2-40B4-BE49-F238E27FC236}">
                <a16:creationId xmlns:a16="http://schemas.microsoft.com/office/drawing/2014/main" id="{C5552E8D-AE04-3E48-B6A8-83FAB135F7FA}"/>
              </a:ext>
            </a:extLst>
          </p:cNvPr>
          <p:cNvSpPr>
            <a:spLocks/>
          </p:cNvSpPr>
          <p:nvPr/>
        </p:nvSpPr>
        <p:spPr bwMode="auto">
          <a:xfrm>
            <a:off x="3743325" y="4039791"/>
            <a:ext cx="76200" cy="322659"/>
          </a:xfrm>
          <a:custGeom>
            <a:avLst/>
            <a:gdLst>
              <a:gd name="T0" fmla="*/ 0 w 64"/>
              <a:gd name="T1" fmla="*/ 429027 h 363"/>
              <a:gd name="T2" fmla="*/ 61913 w 64"/>
              <a:gd name="T3" fmla="*/ 63998 h 363"/>
              <a:gd name="T4" fmla="*/ 65088 w 64"/>
              <a:gd name="T5" fmla="*/ 45036 h 363"/>
              <a:gd name="T6" fmla="*/ 68263 w 64"/>
              <a:gd name="T7" fmla="*/ 29629 h 363"/>
              <a:gd name="T8" fmla="*/ 73025 w 64"/>
              <a:gd name="T9" fmla="*/ 17777 h 363"/>
              <a:gd name="T10" fmla="*/ 85725 w 64"/>
              <a:gd name="T11" fmla="*/ 7111 h 363"/>
              <a:gd name="T12" fmla="*/ 100013 w 6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51" name="Freeform 119">
            <a:extLst>
              <a:ext uri="{FF2B5EF4-FFF2-40B4-BE49-F238E27FC236}">
                <a16:creationId xmlns:a16="http://schemas.microsoft.com/office/drawing/2014/main" id="{0F3FB2BE-DC88-E348-9A11-1E6D0D05863F}"/>
              </a:ext>
            </a:extLst>
          </p:cNvPr>
          <p:cNvSpPr>
            <a:spLocks/>
          </p:cNvSpPr>
          <p:nvPr/>
        </p:nvSpPr>
        <p:spPr bwMode="auto">
          <a:xfrm>
            <a:off x="3823097" y="4037410"/>
            <a:ext cx="209550" cy="631031"/>
          </a:xfrm>
          <a:custGeom>
            <a:avLst/>
            <a:gdLst>
              <a:gd name="T0" fmla="*/ 0 w 176"/>
              <a:gd name="T1" fmla="*/ 0 h 708"/>
              <a:gd name="T2" fmla="*/ 23813 w 176"/>
              <a:gd name="T3" fmla="*/ 4754 h 708"/>
              <a:gd name="T4" fmla="*/ 39688 w 176"/>
              <a:gd name="T5" fmla="*/ 19014 h 708"/>
              <a:gd name="T6" fmla="*/ 44450 w 176"/>
              <a:gd name="T7" fmla="*/ 39217 h 708"/>
              <a:gd name="T8" fmla="*/ 50800 w 176"/>
              <a:gd name="T9" fmla="*/ 70115 h 708"/>
              <a:gd name="T10" fmla="*/ 139700 w 176"/>
              <a:gd name="T11" fmla="*/ 772449 h 708"/>
              <a:gd name="T12" fmla="*/ 147638 w 176"/>
              <a:gd name="T13" fmla="*/ 811665 h 708"/>
              <a:gd name="T14" fmla="*/ 153988 w 176"/>
              <a:gd name="T15" fmla="*/ 823549 h 708"/>
              <a:gd name="T16" fmla="*/ 173038 w 176"/>
              <a:gd name="T17" fmla="*/ 835433 h 708"/>
              <a:gd name="T18" fmla="*/ 187325 w 176"/>
              <a:gd name="T19" fmla="*/ 840187 h 708"/>
              <a:gd name="T20" fmla="*/ 206375 w 176"/>
              <a:gd name="T21" fmla="*/ 830680 h 708"/>
              <a:gd name="T22" fmla="*/ 219075 w 176"/>
              <a:gd name="T23" fmla="*/ 811665 h 708"/>
              <a:gd name="T24" fmla="*/ 277813 w 176"/>
              <a:gd name="T25" fmla="*/ 450397 h 7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6" h="708">
                <a:moveTo>
                  <a:pt x="0" y="0"/>
                </a:moveTo>
                <a:lnTo>
                  <a:pt x="15" y="4"/>
                </a:lnTo>
                <a:lnTo>
                  <a:pt x="25" y="16"/>
                </a:lnTo>
                <a:lnTo>
                  <a:pt x="28" y="33"/>
                </a:lnTo>
                <a:lnTo>
                  <a:pt x="32" y="59"/>
                </a:lnTo>
                <a:lnTo>
                  <a:pt x="88" y="650"/>
                </a:lnTo>
                <a:lnTo>
                  <a:pt x="93" y="683"/>
                </a:lnTo>
                <a:lnTo>
                  <a:pt x="97" y="693"/>
                </a:lnTo>
                <a:lnTo>
                  <a:pt x="109" y="703"/>
                </a:lnTo>
                <a:lnTo>
                  <a:pt x="118" y="707"/>
                </a:lnTo>
                <a:lnTo>
                  <a:pt x="130" y="699"/>
                </a:lnTo>
                <a:lnTo>
                  <a:pt x="138" y="683"/>
                </a:lnTo>
                <a:lnTo>
                  <a:pt x="175" y="379"/>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52" name="Freeform 120">
            <a:extLst>
              <a:ext uri="{FF2B5EF4-FFF2-40B4-BE49-F238E27FC236}">
                <a16:creationId xmlns:a16="http://schemas.microsoft.com/office/drawing/2014/main" id="{14F8C992-09AE-714B-ACF7-9B92255358C2}"/>
              </a:ext>
            </a:extLst>
          </p:cNvPr>
          <p:cNvSpPr>
            <a:spLocks/>
          </p:cNvSpPr>
          <p:nvPr/>
        </p:nvSpPr>
        <p:spPr bwMode="auto">
          <a:xfrm>
            <a:off x="4033838" y="4044554"/>
            <a:ext cx="79772" cy="323850"/>
          </a:xfrm>
          <a:custGeom>
            <a:avLst/>
            <a:gdLst>
              <a:gd name="T0" fmla="*/ 0 w 67"/>
              <a:gd name="T1" fmla="*/ 430610 h 363"/>
              <a:gd name="T2" fmla="*/ 65088 w 67"/>
              <a:gd name="T3" fmla="*/ 64235 h 363"/>
              <a:gd name="T4" fmla="*/ 68263 w 67"/>
              <a:gd name="T5" fmla="*/ 45202 h 363"/>
              <a:gd name="T6" fmla="*/ 71438 w 67"/>
              <a:gd name="T7" fmla="*/ 29738 h 363"/>
              <a:gd name="T8" fmla="*/ 77788 w 67"/>
              <a:gd name="T9" fmla="*/ 17843 h 363"/>
              <a:gd name="T10" fmla="*/ 88900 w 67"/>
              <a:gd name="T11" fmla="*/ 7137 h 363"/>
              <a:gd name="T12" fmla="*/ 104775 w 67"/>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7" h="363">
                <a:moveTo>
                  <a:pt x="0" y="362"/>
                </a:moveTo>
                <a:lnTo>
                  <a:pt x="41" y="54"/>
                </a:lnTo>
                <a:lnTo>
                  <a:pt x="43" y="38"/>
                </a:lnTo>
                <a:lnTo>
                  <a:pt x="45" y="25"/>
                </a:lnTo>
                <a:lnTo>
                  <a:pt x="49" y="15"/>
                </a:lnTo>
                <a:lnTo>
                  <a:pt x="56" y="6"/>
                </a:lnTo>
                <a:lnTo>
                  <a:pt x="66"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53" name="Freeform 121">
            <a:extLst>
              <a:ext uri="{FF2B5EF4-FFF2-40B4-BE49-F238E27FC236}">
                <a16:creationId xmlns:a16="http://schemas.microsoft.com/office/drawing/2014/main" id="{B881432F-74B5-E14E-A396-EC33A0603DEA}"/>
              </a:ext>
            </a:extLst>
          </p:cNvPr>
          <p:cNvSpPr>
            <a:spLocks/>
          </p:cNvSpPr>
          <p:nvPr/>
        </p:nvSpPr>
        <p:spPr bwMode="auto">
          <a:xfrm>
            <a:off x="4118372" y="4043363"/>
            <a:ext cx="200025" cy="631031"/>
          </a:xfrm>
          <a:custGeom>
            <a:avLst/>
            <a:gdLst>
              <a:gd name="T0" fmla="*/ 0 w 168"/>
              <a:gd name="T1" fmla="*/ 0 h 709"/>
              <a:gd name="T2" fmla="*/ 22225 w 168"/>
              <a:gd name="T3" fmla="*/ 4747 h 709"/>
              <a:gd name="T4" fmla="*/ 38100 w 168"/>
              <a:gd name="T5" fmla="*/ 18987 h 709"/>
              <a:gd name="T6" fmla="*/ 42863 w 168"/>
              <a:gd name="T7" fmla="*/ 39161 h 709"/>
              <a:gd name="T8" fmla="*/ 47625 w 168"/>
              <a:gd name="T9" fmla="*/ 70016 h 709"/>
              <a:gd name="T10" fmla="*/ 133350 w 168"/>
              <a:gd name="T11" fmla="*/ 772546 h 709"/>
              <a:gd name="T12" fmla="*/ 141288 w 168"/>
              <a:gd name="T13" fmla="*/ 811707 h 709"/>
              <a:gd name="T14" fmla="*/ 147638 w 168"/>
              <a:gd name="T15" fmla="*/ 823574 h 709"/>
              <a:gd name="T16" fmla="*/ 165100 w 168"/>
              <a:gd name="T17" fmla="*/ 835441 h 709"/>
              <a:gd name="T18" fmla="*/ 179388 w 168"/>
              <a:gd name="T19" fmla="*/ 840188 h 709"/>
              <a:gd name="T20" fmla="*/ 196850 w 168"/>
              <a:gd name="T21" fmla="*/ 830695 h 709"/>
              <a:gd name="T22" fmla="*/ 209550 w 168"/>
              <a:gd name="T23" fmla="*/ 811707 h 709"/>
              <a:gd name="T24" fmla="*/ 265113 w 168"/>
              <a:gd name="T25" fmla="*/ 450949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54" name="Freeform 122">
            <a:extLst>
              <a:ext uri="{FF2B5EF4-FFF2-40B4-BE49-F238E27FC236}">
                <a16:creationId xmlns:a16="http://schemas.microsoft.com/office/drawing/2014/main" id="{5D8E871A-00A6-104C-ACB0-DC7AC4DEBB26}"/>
              </a:ext>
            </a:extLst>
          </p:cNvPr>
          <p:cNvSpPr>
            <a:spLocks/>
          </p:cNvSpPr>
          <p:nvPr/>
        </p:nvSpPr>
        <p:spPr bwMode="auto">
          <a:xfrm>
            <a:off x="4319587" y="4044554"/>
            <a:ext cx="82154" cy="323850"/>
          </a:xfrm>
          <a:custGeom>
            <a:avLst/>
            <a:gdLst>
              <a:gd name="T0" fmla="*/ 0 w 69"/>
              <a:gd name="T1" fmla="*/ 430610 h 363"/>
              <a:gd name="T2" fmla="*/ 66675 w 69"/>
              <a:gd name="T3" fmla="*/ 64235 h 363"/>
              <a:gd name="T4" fmla="*/ 71438 w 69"/>
              <a:gd name="T5" fmla="*/ 45202 h 363"/>
              <a:gd name="T6" fmla="*/ 74613 w 69"/>
              <a:gd name="T7" fmla="*/ 29738 h 363"/>
              <a:gd name="T8" fmla="*/ 79375 w 69"/>
              <a:gd name="T9" fmla="*/ 17843 h 363"/>
              <a:gd name="T10" fmla="*/ 92075 w 69"/>
              <a:gd name="T11" fmla="*/ 7137 h 363"/>
              <a:gd name="T12" fmla="*/ 107950 w 69"/>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9" h="363">
                <a:moveTo>
                  <a:pt x="0" y="362"/>
                </a:moveTo>
                <a:lnTo>
                  <a:pt x="42" y="54"/>
                </a:lnTo>
                <a:lnTo>
                  <a:pt x="45" y="38"/>
                </a:lnTo>
                <a:lnTo>
                  <a:pt x="47" y="25"/>
                </a:lnTo>
                <a:lnTo>
                  <a:pt x="50" y="15"/>
                </a:lnTo>
                <a:lnTo>
                  <a:pt x="58" y="6"/>
                </a:lnTo>
                <a:lnTo>
                  <a:pt x="68"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55" name="Freeform 123">
            <a:extLst>
              <a:ext uri="{FF2B5EF4-FFF2-40B4-BE49-F238E27FC236}">
                <a16:creationId xmlns:a16="http://schemas.microsoft.com/office/drawing/2014/main" id="{FCF300C7-11DE-F844-B82F-1AB6D5A47FAC}"/>
              </a:ext>
            </a:extLst>
          </p:cNvPr>
          <p:cNvSpPr>
            <a:spLocks/>
          </p:cNvSpPr>
          <p:nvPr/>
        </p:nvSpPr>
        <p:spPr bwMode="auto">
          <a:xfrm>
            <a:off x="4405313" y="4040982"/>
            <a:ext cx="200025" cy="632222"/>
          </a:xfrm>
          <a:custGeom>
            <a:avLst/>
            <a:gdLst>
              <a:gd name="T0" fmla="*/ 0 w 168"/>
              <a:gd name="T1" fmla="*/ 0 h 709"/>
              <a:gd name="T2" fmla="*/ 22225 w 168"/>
              <a:gd name="T3" fmla="*/ 4756 h 709"/>
              <a:gd name="T4" fmla="*/ 38100 w 168"/>
              <a:gd name="T5" fmla="*/ 19023 h 709"/>
              <a:gd name="T6" fmla="*/ 42863 w 168"/>
              <a:gd name="T7" fmla="*/ 39235 h 709"/>
              <a:gd name="T8" fmla="*/ 47625 w 168"/>
              <a:gd name="T9" fmla="*/ 70148 h 709"/>
              <a:gd name="T10" fmla="*/ 133350 w 168"/>
              <a:gd name="T11" fmla="*/ 774004 h 709"/>
              <a:gd name="T12" fmla="*/ 141288 w 168"/>
              <a:gd name="T13" fmla="*/ 813239 h 709"/>
              <a:gd name="T14" fmla="*/ 147638 w 168"/>
              <a:gd name="T15" fmla="*/ 825129 h 709"/>
              <a:gd name="T16" fmla="*/ 165100 w 168"/>
              <a:gd name="T17" fmla="*/ 837018 h 709"/>
              <a:gd name="T18" fmla="*/ 179388 w 168"/>
              <a:gd name="T19" fmla="*/ 841774 h 709"/>
              <a:gd name="T20" fmla="*/ 196850 w 168"/>
              <a:gd name="T21" fmla="*/ 832262 h 709"/>
              <a:gd name="T22" fmla="*/ 209550 w 168"/>
              <a:gd name="T23" fmla="*/ 813239 h 709"/>
              <a:gd name="T24" fmla="*/ 265113 w 168"/>
              <a:gd name="T25" fmla="*/ 45180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9003" name="Group 124">
            <a:extLst>
              <a:ext uri="{FF2B5EF4-FFF2-40B4-BE49-F238E27FC236}">
                <a16:creationId xmlns:a16="http://schemas.microsoft.com/office/drawing/2014/main" id="{D85E814D-4C57-E54E-8E3A-03D477A1BC6D}"/>
              </a:ext>
            </a:extLst>
          </p:cNvPr>
          <p:cNvGrpSpPr>
            <a:grpSpLocks/>
          </p:cNvGrpSpPr>
          <p:nvPr/>
        </p:nvGrpSpPr>
        <p:grpSpPr bwMode="auto">
          <a:xfrm>
            <a:off x="4604147" y="4043362"/>
            <a:ext cx="279797" cy="634604"/>
            <a:chOff x="2898" y="3265"/>
            <a:chExt cx="235" cy="713"/>
          </a:xfrm>
        </p:grpSpPr>
        <p:sp>
          <p:nvSpPr>
            <p:cNvPr id="248957" name="Freeform 125">
              <a:extLst>
                <a:ext uri="{FF2B5EF4-FFF2-40B4-BE49-F238E27FC236}">
                  <a16:creationId xmlns:a16="http://schemas.microsoft.com/office/drawing/2014/main" id="{A3A78E46-F03C-4F43-BD85-96AEC820835D}"/>
                </a:ext>
              </a:extLst>
            </p:cNvPr>
            <p:cNvSpPr>
              <a:spLocks/>
            </p:cNvSpPr>
            <p:nvPr/>
          </p:nvSpPr>
          <p:spPr bwMode="auto">
            <a:xfrm>
              <a:off x="2898" y="3615"/>
              <a:ext cx="64" cy="363"/>
            </a:xfrm>
            <a:custGeom>
              <a:avLst/>
              <a:gdLst>
                <a:gd name="T0" fmla="*/ 0 w 64"/>
                <a:gd name="T1" fmla="*/ 0 h 363"/>
                <a:gd name="T2" fmla="*/ 39 w 64"/>
                <a:gd name="T3" fmla="*/ 308 h 363"/>
                <a:gd name="T4" fmla="*/ 41 w 64"/>
                <a:gd name="T5" fmla="*/ 324 h 363"/>
                <a:gd name="T6" fmla="*/ 43 w 64"/>
                <a:gd name="T7" fmla="*/ 337 h 363"/>
                <a:gd name="T8" fmla="*/ 46 w 64"/>
                <a:gd name="T9" fmla="*/ 347 h 363"/>
                <a:gd name="T10" fmla="*/ 54 w 64"/>
                <a:gd name="T11" fmla="*/ 356 h 363"/>
                <a:gd name="T12" fmla="*/ 63 w 64"/>
                <a:gd name="T13" fmla="*/ 362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4" h="363">
                  <a:moveTo>
                    <a:pt x="0" y="0"/>
                  </a:moveTo>
                  <a:lnTo>
                    <a:pt x="39" y="308"/>
                  </a:lnTo>
                  <a:lnTo>
                    <a:pt x="41" y="324"/>
                  </a:lnTo>
                  <a:lnTo>
                    <a:pt x="43" y="337"/>
                  </a:lnTo>
                  <a:lnTo>
                    <a:pt x="46" y="347"/>
                  </a:lnTo>
                  <a:lnTo>
                    <a:pt x="54" y="356"/>
                  </a:lnTo>
                  <a:lnTo>
                    <a:pt x="63" y="362"/>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58" name="Freeform 126">
              <a:extLst>
                <a:ext uri="{FF2B5EF4-FFF2-40B4-BE49-F238E27FC236}">
                  <a16:creationId xmlns:a16="http://schemas.microsoft.com/office/drawing/2014/main" id="{ABCA2D62-2524-7941-8C27-9AF2BFB2920A}"/>
                </a:ext>
              </a:extLst>
            </p:cNvPr>
            <p:cNvSpPr>
              <a:spLocks/>
            </p:cNvSpPr>
            <p:nvPr/>
          </p:nvSpPr>
          <p:spPr bwMode="auto">
            <a:xfrm>
              <a:off x="2963" y="3265"/>
              <a:ext cx="170" cy="709"/>
            </a:xfrm>
            <a:custGeom>
              <a:avLst/>
              <a:gdLst>
                <a:gd name="T0" fmla="*/ 0 w 170"/>
                <a:gd name="T1" fmla="*/ 708 h 709"/>
                <a:gd name="T2" fmla="*/ 14 w 170"/>
                <a:gd name="T3" fmla="*/ 704 h 709"/>
                <a:gd name="T4" fmla="*/ 24 w 170"/>
                <a:gd name="T5" fmla="*/ 692 h 709"/>
                <a:gd name="T6" fmla="*/ 27 w 170"/>
                <a:gd name="T7" fmla="*/ 675 h 709"/>
                <a:gd name="T8" fmla="*/ 31 w 170"/>
                <a:gd name="T9" fmla="*/ 649 h 709"/>
                <a:gd name="T10" fmla="*/ 85 w 170"/>
                <a:gd name="T11" fmla="*/ 57 h 709"/>
                <a:gd name="T12" fmla="*/ 90 w 170"/>
                <a:gd name="T13" fmla="*/ 24 h 709"/>
                <a:gd name="T14" fmla="*/ 94 w 170"/>
                <a:gd name="T15" fmla="*/ 14 h 709"/>
                <a:gd name="T16" fmla="*/ 105 w 170"/>
                <a:gd name="T17" fmla="*/ 4 h 709"/>
                <a:gd name="T18" fmla="*/ 114 w 170"/>
                <a:gd name="T19" fmla="*/ 0 h 709"/>
                <a:gd name="T20" fmla="*/ 126 w 170"/>
                <a:gd name="T21" fmla="*/ 8 h 709"/>
                <a:gd name="T22" fmla="*/ 133 w 170"/>
                <a:gd name="T23" fmla="*/ 24 h 709"/>
                <a:gd name="T24" fmla="*/ 169 w 170"/>
                <a:gd name="T25" fmla="*/ 328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0" h="709">
                  <a:moveTo>
                    <a:pt x="0" y="708"/>
                  </a:moveTo>
                  <a:lnTo>
                    <a:pt x="14" y="704"/>
                  </a:lnTo>
                  <a:lnTo>
                    <a:pt x="24" y="692"/>
                  </a:lnTo>
                  <a:lnTo>
                    <a:pt x="27" y="675"/>
                  </a:lnTo>
                  <a:lnTo>
                    <a:pt x="31" y="649"/>
                  </a:lnTo>
                  <a:lnTo>
                    <a:pt x="85" y="57"/>
                  </a:lnTo>
                  <a:lnTo>
                    <a:pt x="90" y="24"/>
                  </a:lnTo>
                  <a:lnTo>
                    <a:pt x="94" y="14"/>
                  </a:lnTo>
                  <a:lnTo>
                    <a:pt x="105" y="4"/>
                  </a:lnTo>
                  <a:lnTo>
                    <a:pt x="114" y="0"/>
                  </a:lnTo>
                  <a:lnTo>
                    <a:pt x="126" y="8"/>
                  </a:lnTo>
                  <a:lnTo>
                    <a:pt x="133" y="24"/>
                  </a:lnTo>
                  <a:lnTo>
                    <a:pt x="169" y="328"/>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sp>
        <p:nvSpPr>
          <p:cNvPr id="248959" name="Freeform 127">
            <a:extLst>
              <a:ext uri="{FF2B5EF4-FFF2-40B4-BE49-F238E27FC236}">
                <a16:creationId xmlns:a16="http://schemas.microsoft.com/office/drawing/2014/main" id="{675B6D6F-2793-474F-9451-C5C4A34F5C2E}"/>
              </a:ext>
            </a:extLst>
          </p:cNvPr>
          <p:cNvSpPr>
            <a:spLocks/>
          </p:cNvSpPr>
          <p:nvPr/>
        </p:nvSpPr>
        <p:spPr bwMode="auto">
          <a:xfrm>
            <a:off x="4882754" y="4343400"/>
            <a:ext cx="75009" cy="323850"/>
          </a:xfrm>
          <a:custGeom>
            <a:avLst/>
            <a:gdLst>
              <a:gd name="T0" fmla="*/ 0 w 63"/>
              <a:gd name="T1" fmla="*/ 0 h 363"/>
              <a:gd name="T2" fmla="*/ 60325 w 63"/>
              <a:gd name="T3" fmla="*/ 366376 h 363"/>
              <a:gd name="T4" fmla="*/ 65087 w 63"/>
              <a:gd name="T5" fmla="*/ 385408 h 363"/>
              <a:gd name="T6" fmla="*/ 66675 w 63"/>
              <a:gd name="T7" fmla="*/ 400872 h 363"/>
              <a:gd name="T8" fmla="*/ 73025 w 63"/>
              <a:gd name="T9" fmla="*/ 412767 h 363"/>
              <a:gd name="T10" fmla="*/ 84137 w 63"/>
              <a:gd name="T11" fmla="*/ 423473 h 363"/>
              <a:gd name="T12" fmla="*/ 98425 w 63"/>
              <a:gd name="T13" fmla="*/ 43061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 h="363">
                <a:moveTo>
                  <a:pt x="0" y="0"/>
                </a:moveTo>
                <a:lnTo>
                  <a:pt x="38" y="308"/>
                </a:lnTo>
                <a:lnTo>
                  <a:pt x="41" y="324"/>
                </a:lnTo>
                <a:lnTo>
                  <a:pt x="42" y="337"/>
                </a:lnTo>
                <a:lnTo>
                  <a:pt x="46" y="347"/>
                </a:lnTo>
                <a:lnTo>
                  <a:pt x="53" y="356"/>
                </a:lnTo>
                <a:lnTo>
                  <a:pt x="62" y="362"/>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60" name="Freeform 128">
            <a:extLst>
              <a:ext uri="{FF2B5EF4-FFF2-40B4-BE49-F238E27FC236}">
                <a16:creationId xmlns:a16="http://schemas.microsoft.com/office/drawing/2014/main" id="{636E598E-EBFB-1848-8B15-FCF346760893}"/>
              </a:ext>
            </a:extLst>
          </p:cNvPr>
          <p:cNvSpPr>
            <a:spLocks/>
          </p:cNvSpPr>
          <p:nvPr/>
        </p:nvSpPr>
        <p:spPr bwMode="auto">
          <a:xfrm>
            <a:off x="4958954" y="4043363"/>
            <a:ext cx="201215" cy="631031"/>
          </a:xfrm>
          <a:custGeom>
            <a:avLst/>
            <a:gdLst>
              <a:gd name="T0" fmla="*/ 0 w 169"/>
              <a:gd name="T1" fmla="*/ 840188 h 709"/>
              <a:gd name="T2" fmla="*/ 22225 w 169"/>
              <a:gd name="T3" fmla="*/ 835441 h 709"/>
              <a:gd name="T4" fmla="*/ 38100 w 169"/>
              <a:gd name="T5" fmla="*/ 821201 h 709"/>
              <a:gd name="T6" fmla="*/ 42862 w 169"/>
              <a:gd name="T7" fmla="*/ 801027 h 709"/>
              <a:gd name="T8" fmla="*/ 49212 w 169"/>
              <a:gd name="T9" fmla="*/ 770173 h 709"/>
              <a:gd name="T10" fmla="*/ 133350 w 169"/>
              <a:gd name="T11" fmla="*/ 67642 h 709"/>
              <a:gd name="T12" fmla="*/ 141287 w 169"/>
              <a:gd name="T13" fmla="*/ 28481 h 709"/>
              <a:gd name="T14" fmla="*/ 149225 w 169"/>
              <a:gd name="T15" fmla="*/ 16614 h 709"/>
              <a:gd name="T16" fmla="*/ 165100 w 169"/>
              <a:gd name="T17" fmla="*/ 4747 h 709"/>
              <a:gd name="T18" fmla="*/ 179387 w 169"/>
              <a:gd name="T19" fmla="*/ 0 h 709"/>
              <a:gd name="T20" fmla="*/ 198437 w 169"/>
              <a:gd name="T21" fmla="*/ 9494 h 709"/>
              <a:gd name="T22" fmla="*/ 209550 w 169"/>
              <a:gd name="T23" fmla="*/ 28481 h 709"/>
              <a:gd name="T24" fmla="*/ 266700 w 169"/>
              <a:gd name="T25" fmla="*/ 38924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9" h="709">
                <a:moveTo>
                  <a:pt x="0" y="708"/>
                </a:moveTo>
                <a:lnTo>
                  <a:pt x="14" y="704"/>
                </a:lnTo>
                <a:lnTo>
                  <a:pt x="24" y="692"/>
                </a:lnTo>
                <a:lnTo>
                  <a:pt x="27" y="675"/>
                </a:lnTo>
                <a:lnTo>
                  <a:pt x="31" y="649"/>
                </a:lnTo>
                <a:lnTo>
                  <a:pt x="84" y="57"/>
                </a:lnTo>
                <a:lnTo>
                  <a:pt x="89" y="24"/>
                </a:lnTo>
                <a:lnTo>
                  <a:pt x="94" y="14"/>
                </a:lnTo>
                <a:lnTo>
                  <a:pt x="104" y="4"/>
                </a:lnTo>
                <a:lnTo>
                  <a:pt x="113" y="0"/>
                </a:lnTo>
                <a:lnTo>
                  <a:pt x="125" y="8"/>
                </a:lnTo>
                <a:lnTo>
                  <a:pt x="132" y="24"/>
                </a:lnTo>
                <a:lnTo>
                  <a:pt x="168" y="328"/>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9006" name="Group 129">
            <a:extLst>
              <a:ext uri="{FF2B5EF4-FFF2-40B4-BE49-F238E27FC236}">
                <a16:creationId xmlns:a16="http://schemas.microsoft.com/office/drawing/2014/main" id="{31C40A95-E579-1648-8641-D4152CD0C7E6}"/>
              </a:ext>
            </a:extLst>
          </p:cNvPr>
          <p:cNvGrpSpPr>
            <a:grpSpLocks/>
          </p:cNvGrpSpPr>
          <p:nvPr/>
        </p:nvGrpSpPr>
        <p:grpSpPr bwMode="auto">
          <a:xfrm>
            <a:off x="5160169" y="4035029"/>
            <a:ext cx="559594" cy="634603"/>
            <a:chOff x="3365" y="3256"/>
            <a:chExt cx="470" cy="713"/>
          </a:xfrm>
        </p:grpSpPr>
        <p:grpSp>
          <p:nvGrpSpPr>
            <p:cNvPr id="39041" name="Group 130">
              <a:extLst>
                <a:ext uri="{FF2B5EF4-FFF2-40B4-BE49-F238E27FC236}">
                  <a16:creationId xmlns:a16="http://schemas.microsoft.com/office/drawing/2014/main" id="{08A8D5E0-EADD-BB41-904F-1BE21347D98C}"/>
                </a:ext>
              </a:extLst>
            </p:cNvPr>
            <p:cNvGrpSpPr>
              <a:grpSpLocks/>
            </p:cNvGrpSpPr>
            <p:nvPr/>
          </p:nvGrpSpPr>
          <p:grpSpPr bwMode="auto">
            <a:xfrm>
              <a:off x="3365" y="3256"/>
              <a:ext cx="233" cy="713"/>
              <a:chOff x="3365" y="3256"/>
              <a:chExt cx="233" cy="713"/>
            </a:xfrm>
          </p:grpSpPr>
          <p:sp>
            <p:nvSpPr>
              <p:cNvPr id="248963" name="Freeform 131">
                <a:extLst>
                  <a:ext uri="{FF2B5EF4-FFF2-40B4-BE49-F238E27FC236}">
                    <a16:creationId xmlns:a16="http://schemas.microsoft.com/office/drawing/2014/main" id="{3898F088-80B5-3F45-A011-EE55AAB28701}"/>
                  </a:ext>
                </a:extLst>
              </p:cNvPr>
              <p:cNvSpPr>
                <a:spLocks/>
              </p:cNvSpPr>
              <p:nvPr/>
            </p:nvSpPr>
            <p:spPr bwMode="auto">
              <a:xfrm>
                <a:off x="3365" y="3606"/>
                <a:ext cx="66" cy="363"/>
              </a:xfrm>
              <a:custGeom>
                <a:avLst/>
                <a:gdLst>
                  <a:gd name="T0" fmla="*/ 0 w 66"/>
                  <a:gd name="T1" fmla="*/ 0 h 363"/>
                  <a:gd name="T2" fmla="*/ 40 w 66"/>
                  <a:gd name="T3" fmla="*/ 308 h 363"/>
                  <a:gd name="T4" fmla="*/ 43 w 66"/>
                  <a:gd name="T5" fmla="*/ 324 h 363"/>
                  <a:gd name="T6" fmla="*/ 44 w 66"/>
                  <a:gd name="T7" fmla="*/ 337 h 363"/>
                  <a:gd name="T8" fmla="*/ 48 w 66"/>
                  <a:gd name="T9" fmla="*/ 347 h 363"/>
                  <a:gd name="T10" fmla="*/ 56 w 66"/>
                  <a:gd name="T11" fmla="*/ 356 h 363"/>
                  <a:gd name="T12" fmla="*/ 65 w 66"/>
                  <a:gd name="T13" fmla="*/ 362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363">
                    <a:moveTo>
                      <a:pt x="0" y="0"/>
                    </a:moveTo>
                    <a:lnTo>
                      <a:pt x="40" y="308"/>
                    </a:lnTo>
                    <a:lnTo>
                      <a:pt x="43" y="324"/>
                    </a:lnTo>
                    <a:lnTo>
                      <a:pt x="44" y="337"/>
                    </a:lnTo>
                    <a:lnTo>
                      <a:pt x="48" y="347"/>
                    </a:lnTo>
                    <a:lnTo>
                      <a:pt x="56" y="356"/>
                    </a:lnTo>
                    <a:lnTo>
                      <a:pt x="65" y="362"/>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64" name="Freeform 132">
                <a:extLst>
                  <a:ext uri="{FF2B5EF4-FFF2-40B4-BE49-F238E27FC236}">
                    <a16:creationId xmlns:a16="http://schemas.microsoft.com/office/drawing/2014/main" id="{708A8C65-09AA-244F-B117-A957D0B789FA}"/>
                  </a:ext>
                </a:extLst>
              </p:cNvPr>
              <p:cNvSpPr>
                <a:spLocks/>
              </p:cNvSpPr>
              <p:nvPr/>
            </p:nvSpPr>
            <p:spPr bwMode="auto">
              <a:xfrm>
                <a:off x="3432" y="3256"/>
                <a:ext cx="166" cy="709"/>
              </a:xfrm>
              <a:custGeom>
                <a:avLst/>
                <a:gdLst>
                  <a:gd name="T0" fmla="*/ 0 w 166"/>
                  <a:gd name="T1" fmla="*/ 708 h 709"/>
                  <a:gd name="T2" fmla="*/ 14 w 166"/>
                  <a:gd name="T3" fmla="*/ 704 h 709"/>
                  <a:gd name="T4" fmla="*/ 24 w 166"/>
                  <a:gd name="T5" fmla="*/ 692 h 709"/>
                  <a:gd name="T6" fmla="*/ 27 w 166"/>
                  <a:gd name="T7" fmla="*/ 675 h 709"/>
                  <a:gd name="T8" fmla="*/ 30 w 166"/>
                  <a:gd name="T9" fmla="*/ 649 h 709"/>
                  <a:gd name="T10" fmla="*/ 83 w 166"/>
                  <a:gd name="T11" fmla="*/ 57 h 709"/>
                  <a:gd name="T12" fmla="*/ 88 w 166"/>
                  <a:gd name="T13" fmla="*/ 24 h 709"/>
                  <a:gd name="T14" fmla="*/ 92 w 166"/>
                  <a:gd name="T15" fmla="*/ 14 h 709"/>
                  <a:gd name="T16" fmla="*/ 102 w 166"/>
                  <a:gd name="T17" fmla="*/ 4 h 709"/>
                  <a:gd name="T18" fmla="*/ 111 w 166"/>
                  <a:gd name="T19" fmla="*/ 0 h 709"/>
                  <a:gd name="T20" fmla="*/ 123 w 166"/>
                  <a:gd name="T21" fmla="*/ 8 h 709"/>
                  <a:gd name="T22" fmla="*/ 130 w 166"/>
                  <a:gd name="T23" fmla="*/ 24 h 709"/>
                  <a:gd name="T24" fmla="*/ 165 w 166"/>
                  <a:gd name="T25" fmla="*/ 328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6" h="709">
                    <a:moveTo>
                      <a:pt x="0" y="708"/>
                    </a:moveTo>
                    <a:lnTo>
                      <a:pt x="14" y="704"/>
                    </a:lnTo>
                    <a:lnTo>
                      <a:pt x="24" y="692"/>
                    </a:lnTo>
                    <a:lnTo>
                      <a:pt x="27" y="675"/>
                    </a:lnTo>
                    <a:lnTo>
                      <a:pt x="30" y="649"/>
                    </a:lnTo>
                    <a:lnTo>
                      <a:pt x="83" y="57"/>
                    </a:lnTo>
                    <a:lnTo>
                      <a:pt x="88" y="24"/>
                    </a:lnTo>
                    <a:lnTo>
                      <a:pt x="92" y="14"/>
                    </a:lnTo>
                    <a:lnTo>
                      <a:pt x="102" y="4"/>
                    </a:lnTo>
                    <a:lnTo>
                      <a:pt x="111" y="0"/>
                    </a:lnTo>
                    <a:lnTo>
                      <a:pt x="123" y="8"/>
                    </a:lnTo>
                    <a:lnTo>
                      <a:pt x="130" y="24"/>
                    </a:lnTo>
                    <a:lnTo>
                      <a:pt x="165" y="328"/>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grpSp>
          <p:nvGrpSpPr>
            <p:cNvPr id="39042" name="Group 133">
              <a:extLst>
                <a:ext uri="{FF2B5EF4-FFF2-40B4-BE49-F238E27FC236}">
                  <a16:creationId xmlns:a16="http://schemas.microsoft.com/office/drawing/2014/main" id="{1222DE4B-1E0E-7641-9451-BEEE8E0714E6}"/>
                </a:ext>
              </a:extLst>
            </p:cNvPr>
            <p:cNvGrpSpPr>
              <a:grpSpLocks/>
            </p:cNvGrpSpPr>
            <p:nvPr/>
          </p:nvGrpSpPr>
          <p:grpSpPr bwMode="auto">
            <a:xfrm>
              <a:off x="3600" y="3256"/>
              <a:ext cx="235" cy="713"/>
              <a:chOff x="3600" y="3256"/>
              <a:chExt cx="235" cy="713"/>
            </a:xfrm>
          </p:grpSpPr>
          <p:sp>
            <p:nvSpPr>
              <p:cNvPr id="248966" name="Freeform 134">
                <a:extLst>
                  <a:ext uri="{FF2B5EF4-FFF2-40B4-BE49-F238E27FC236}">
                    <a16:creationId xmlns:a16="http://schemas.microsoft.com/office/drawing/2014/main" id="{C8073B55-9362-F745-A7DA-0BDB995B7507}"/>
                  </a:ext>
                </a:extLst>
              </p:cNvPr>
              <p:cNvSpPr>
                <a:spLocks/>
              </p:cNvSpPr>
              <p:nvPr/>
            </p:nvSpPr>
            <p:spPr bwMode="auto">
              <a:xfrm>
                <a:off x="3600" y="3606"/>
                <a:ext cx="68" cy="363"/>
              </a:xfrm>
              <a:custGeom>
                <a:avLst/>
                <a:gdLst>
                  <a:gd name="T0" fmla="*/ 0 w 68"/>
                  <a:gd name="T1" fmla="*/ 0 h 363"/>
                  <a:gd name="T2" fmla="*/ 41 w 68"/>
                  <a:gd name="T3" fmla="*/ 308 h 363"/>
                  <a:gd name="T4" fmla="*/ 44 w 68"/>
                  <a:gd name="T5" fmla="*/ 324 h 363"/>
                  <a:gd name="T6" fmla="*/ 46 w 68"/>
                  <a:gd name="T7" fmla="*/ 337 h 363"/>
                  <a:gd name="T8" fmla="*/ 49 w 68"/>
                  <a:gd name="T9" fmla="*/ 347 h 363"/>
                  <a:gd name="T10" fmla="*/ 57 w 68"/>
                  <a:gd name="T11" fmla="*/ 356 h 363"/>
                  <a:gd name="T12" fmla="*/ 67 w 68"/>
                  <a:gd name="T13" fmla="*/ 362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8" h="363">
                    <a:moveTo>
                      <a:pt x="0" y="0"/>
                    </a:moveTo>
                    <a:lnTo>
                      <a:pt x="41" y="308"/>
                    </a:lnTo>
                    <a:lnTo>
                      <a:pt x="44" y="324"/>
                    </a:lnTo>
                    <a:lnTo>
                      <a:pt x="46" y="337"/>
                    </a:lnTo>
                    <a:lnTo>
                      <a:pt x="49" y="347"/>
                    </a:lnTo>
                    <a:lnTo>
                      <a:pt x="57" y="356"/>
                    </a:lnTo>
                    <a:lnTo>
                      <a:pt x="67" y="362"/>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67" name="Freeform 135">
                <a:extLst>
                  <a:ext uri="{FF2B5EF4-FFF2-40B4-BE49-F238E27FC236}">
                    <a16:creationId xmlns:a16="http://schemas.microsoft.com/office/drawing/2014/main" id="{0498FC56-F845-D446-B359-F7D60C6390FE}"/>
                  </a:ext>
                </a:extLst>
              </p:cNvPr>
              <p:cNvSpPr>
                <a:spLocks/>
              </p:cNvSpPr>
              <p:nvPr/>
            </p:nvSpPr>
            <p:spPr bwMode="auto">
              <a:xfrm>
                <a:off x="3669" y="3256"/>
                <a:ext cx="166" cy="709"/>
              </a:xfrm>
              <a:custGeom>
                <a:avLst/>
                <a:gdLst>
                  <a:gd name="T0" fmla="*/ 0 w 166"/>
                  <a:gd name="T1" fmla="*/ 708 h 709"/>
                  <a:gd name="T2" fmla="*/ 14 w 166"/>
                  <a:gd name="T3" fmla="*/ 704 h 709"/>
                  <a:gd name="T4" fmla="*/ 24 w 166"/>
                  <a:gd name="T5" fmla="*/ 692 h 709"/>
                  <a:gd name="T6" fmla="*/ 27 w 166"/>
                  <a:gd name="T7" fmla="*/ 675 h 709"/>
                  <a:gd name="T8" fmla="*/ 30 w 166"/>
                  <a:gd name="T9" fmla="*/ 649 h 709"/>
                  <a:gd name="T10" fmla="*/ 83 w 166"/>
                  <a:gd name="T11" fmla="*/ 57 h 709"/>
                  <a:gd name="T12" fmla="*/ 88 w 166"/>
                  <a:gd name="T13" fmla="*/ 24 h 709"/>
                  <a:gd name="T14" fmla="*/ 92 w 166"/>
                  <a:gd name="T15" fmla="*/ 14 h 709"/>
                  <a:gd name="T16" fmla="*/ 102 w 166"/>
                  <a:gd name="T17" fmla="*/ 4 h 709"/>
                  <a:gd name="T18" fmla="*/ 111 w 166"/>
                  <a:gd name="T19" fmla="*/ 0 h 709"/>
                  <a:gd name="T20" fmla="*/ 123 w 166"/>
                  <a:gd name="T21" fmla="*/ 8 h 709"/>
                  <a:gd name="T22" fmla="*/ 130 w 166"/>
                  <a:gd name="T23" fmla="*/ 24 h 709"/>
                  <a:gd name="T24" fmla="*/ 165 w 166"/>
                  <a:gd name="T25" fmla="*/ 328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6" h="709">
                    <a:moveTo>
                      <a:pt x="0" y="708"/>
                    </a:moveTo>
                    <a:lnTo>
                      <a:pt x="14" y="704"/>
                    </a:lnTo>
                    <a:lnTo>
                      <a:pt x="24" y="692"/>
                    </a:lnTo>
                    <a:lnTo>
                      <a:pt x="27" y="675"/>
                    </a:lnTo>
                    <a:lnTo>
                      <a:pt x="30" y="649"/>
                    </a:lnTo>
                    <a:lnTo>
                      <a:pt x="83" y="57"/>
                    </a:lnTo>
                    <a:lnTo>
                      <a:pt x="88" y="24"/>
                    </a:lnTo>
                    <a:lnTo>
                      <a:pt x="92" y="14"/>
                    </a:lnTo>
                    <a:lnTo>
                      <a:pt x="102" y="4"/>
                    </a:lnTo>
                    <a:lnTo>
                      <a:pt x="111" y="0"/>
                    </a:lnTo>
                    <a:lnTo>
                      <a:pt x="123" y="8"/>
                    </a:lnTo>
                    <a:lnTo>
                      <a:pt x="130" y="24"/>
                    </a:lnTo>
                    <a:lnTo>
                      <a:pt x="165" y="328"/>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grpSp>
      <p:grpSp>
        <p:nvGrpSpPr>
          <p:cNvPr id="39007" name="Group 136">
            <a:extLst>
              <a:ext uri="{FF2B5EF4-FFF2-40B4-BE49-F238E27FC236}">
                <a16:creationId xmlns:a16="http://schemas.microsoft.com/office/drawing/2014/main" id="{F2B502A9-CD9F-A041-8467-EA72C98D4C29}"/>
              </a:ext>
            </a:extLst>
          </p:cNvPr>
          <p:cNvGrpSpPr>
            <a:grpSpLocks/>
          </p:cNvGrpSpPr>
          <p:nvPr/>
        </p:nvGrpSpPr>
        <p:grpSpPr bwMode="auto">
          <a:xfrm>
            <a:off x="5717382" y="4026694"/>
            <a:ext cx="278606" cy="635794"/>
            <a:chOff x="3833" y="3247"/>
            <a:chExt cx="234" cy="713"/>
          </a:xfrm>
        </p:grpSpPr>
        <p:sp>
          <p:nvSpPr>
            <p:cNvPr id="248969" name="Freeform 137">
              <a:extLst>
                <a:ext uri="{FF2B5EF4-FFF2-40B4-BE49-F238E27FC236}">
                  <a16:creationId xmlns:a16="http://schemas.microsoft.com/office/drawing/2014/main" id="{6D939439-F743-F842-8177-14E8157C180B}"/>
                </a:ext>
              </a:extLst>
            </p:cNvPr>
            <p:cNvSpPr>
              <a:spLocks/>
            </p:cNvSpPr>
            <p:nvPr/>
          </p:nvSpPr>
          <p:spPr bwMode="auto">
            <a:xfrm>
              <a:off x="3833" y="3597"/>
              <a:ext cx="64" cy="363"/>
            </a:xfrm>
            <a:custGeom>
              <a:avLst/>
              <a:gdLst>
                <a:gd name="T0" fmla="*/ 0 w 64"/>
                <a:gd name="T1" fmla="*/ 0 h 363"/>
                <a:gd name="T2" fmla="*/ 39 w 64"/>
                <a:gd name="T3" fmla="*/ 308 h 363"/>
                <a:gd name="T4" fmla="*/ 41 w 64"/>
                <a:gd name="T5" fmla="*/ 324 h 363"/>
                <a:gd name="T6" fmla="*/ 43 w 64"/>
                <a:gd name="T7" fmla="*/ 337 h 363"/>
                <a:gd name="T8" fmla="*/ 46 w 64"/>
                <a:gd name="T9" fmla="*/ 347 h 363"/>
                <a:gd name="T10" fmla="*/ 54 w 64"/>
                <a:gd name="T11" fmla="*/ 356 h 363"/>
                <a:gd name="T12" fmla="*/ 63 w 64"/>
                <a:gd name="T13" fmla="*/ 362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4" h="363">
                  <a:moveTo>
                    <a:pt x="0" y="0"/>
                  </a:moveTo>
                  <a:lnTo>
                    <a:pt x="39" y="308"/>
                  </a:lnTo>
                  <a:lnTo>
                    <a:pt x="41" y="324"/>
                  </a:lnTo>
                  <a:lnTo>
                    <a:pt x="43" y="337"/>
                  </a:lnTo>
                  <a:lnTo>
                    <a:pt x="46" y="347"/>
                  </a:lnTo>
                  <a:lnTo>
                    <a:pt x="54" y="356"/>
                  </a:lnTo>
                  <a:lnTo>
                    <a:pt x="63" y="362"/>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70" name="Freeform 138">
              <a:extLst>
                <a:ext uri="{FF2B5EF4-FFF2-40B4-BE49-F238E27FC236}">
                  <a16:creationId xmlns:a16="http://schemas.microsoft.com/office/drawing/2014/main" id="{4EF9B9E7-11F5-C34C-B903-680715E58A6B}"/>
                </a:ext>
              </a:extLst>
            </p:cNvPr>
            <p:cNvSpPr>
              <a:spLocks/>
            </p:cNvSpPr>
            <p:nvPr/>
          </p:nvSpPr>
          <p:spPr bwMode="auto">
            <a:xfrm>
              <a:off x="3898" y="3247"/>
              <a:ext cx="169" cy="709"/>
            </a:xfrm>
            <a:custGeom>
              <a:avLst/>
              <a:gdLst>
                <a:gd name="T0" fmla="*/ 0 w 169"/>
                <a:gd name="T1" fmla="*/ 708 h 709"/>
                <a:gd name="T2" fmla="*/ 14 w 169"/>
                <a:gd name="T3" fmla="*/ 704 h 709"/>
                <a:gd name="T4" fmla="*/ 24 w 169"/>
                <a:gd name="T5" fmla="*/ 692 h 709"/>
                <a:gd name="T6" fmla="*/ 27 w 169"/>
                <a:gd name="T7" fmla="*/ 675 h 709"/>
                <a:gd name="T8" fmla="*/ 31 w 169"/>
                <a:gd name="T9" fmla="*/ 649 h 709"/>
                <a:gd name="T10" fmla="*/ 84 w 169"/>
                <a:gd name="T11" fmla="*/ 57 h 709"/>
                <a:gd name="T12" fmla="*/ 89 w 169"/>
                <a:gd name="T13" fmla="*/ 24 h 709"/>
                <a:gd name="T14" fmla="*/ 94 w 169"/>
                <a:gd name="T15" fmla="*/ 14 h 709"/>
                <a:gd name="T16" fmla="*/ 104 w 169"/>
                <a:gd name="T17" fmla="*/ 4 h 709"/>
                <a:gd name="T18" fmla="*/ 113 w 169"/>
                <a:gd name="T19" fmla="*/ 0 h 709"/>
                <a:gd name="T20" fmla="*/ 125 w 169"/>
                <a:gd name="T21" fmla="*/ 8 h 709"/>
                <a:gd name="T22" fmla="*/ 132 w 169"/>
                <a:gd name="T23" fmla="*/ 24 h 709"/>
                <a:gd name="T24" fmla="*/ 168 w 169"/>
                <a:gd name="T25" fmla="*/ 328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9" h="709">
                  <a:moveTo>
                    <a:pt x="0" y="708"/>
                  </a:moveTo>
                  <a:lnTo>
                    <a:pt x="14" y="704"/>
                  </a:lnTo>
                  <a:lnTo>
                    <a:pt x="24" y="692"/>
                  </a:lnTo>
                  <a:lnTo>
                    <a:pt x="27" y="675"/>
                  </a:lnTo>
                  <a:lnTo>
                    <a:pt x="31" y="649"/>
                  </a:lnTo>
                  <a:lnTo>
                    <a:pt x="84" y="57"/>
                  </a:lnTo>
                  <a:lnTo>
                    <a:pt x="89" y="24"/>
                  </a:lnTo>
                  <a:lnTo>
                    <a:pt x="94" y="14"/>
                  </a:lnTo>
                  <a:lnTo>
                    <a:pt x="104" y="4"/>
                  </a:lnTo>
                  <a:lnTo>
                    <a:pt x="113" y="0"/>
                  </a:lnTo>
                  <a:lnTo>
                    <a:pt x="125" y="8"/>
                  </a:lnTo>
                  <a:lnTo>
                    <a:pt x="132" y="24"/>
                  </a:lnTo>
                  <a:lnTo>
                    <a:pt x="168" y="328"/>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sp>
        <p:nvSpPr>
          <p:cNvPr id="248971" name="Freeform 139">
            <a:extLst>
              <a:ext uri="{FF2B5EF4-FFF2-40B4-BE49-F238E27FC236}">
                <a16:creationId xmlns:a16="http://schemas.microsoft.com/office/drawing/2014/main" id="{BFA861CD-1E58-6B45-B819-00F06C1D26C1}"/>
              </a:ext>
            </a:extLst>
          </p:cNvPr>
          <p:cNvSpPr>
            <a:spLocks/>
          </p:cNvSpPr>
          <p:nvPr/>
        </p:nvSpPr>
        <p:spPr bwMode="auto">
          <a:xfrm>
            <a:off x="5997179" y="4338638"/>
            <a:ext cx="76200" cy="322660"/>
          </a:xfrm>
          <a:custGeom>
            <a:avLst/>
            <a:gdLst>
              <a:gd name="T0" fmla="*/ 0 w 64"/>
              <a:gd name="T1" fmla="*/ 0 h 271"/>
              <a:gd name="T2" fmla="*/ 63500 w 64"/>
              <a:gd name="T3" fmla="*/ 366713 h 271"/>
              <a:gd name="T4" fmla="*/ 66675 w 64"/>
              <a:gd name="T5" fmla="*/ 385763 h 271"/>
              <a:gd name="T6" fmla="*/ 69850 w 64"/>
              <a:gd name="T7" fmla="*/ 401638 h 271"/>
              <a:gd name="T8" fmla="*/ 87313 w 64"/>
              <a:gd name="T9" fmla="*/ 423863 h 271"/>
              <a:gd name="T10" fmla="*/ 101600 w 64"/>
              <a:gd name="T11" fmla="*/ 430213 h 27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 h="271">
                <a:moveTo>
                  <a:pt x="0" y="0"/>
                </a:moveTo>
                <a:lnTo>
                  <a:pt x="40" y="231"/>
                </a:lnTo>
                <a:lnTo>
                  <a:pt x="42" y="243"/>
                </a:lnTo>
                <a:lnTo>
                  <a:pt x="44" y="253"/>
                </a:lnTo>
                <a:lnTo>
                  <a:pt x="55" y="267"/>
                </a:lnTo>
                <a:lnTo>
                  <a:pt x="64" y="271"/>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72" name="Freeform 140">
            <a:extLst>
              <a:ext uri="{FF2B5EF4-FFF2-40B4-BE49-F238E27FC236}">
                <a16:creationId xmlns:a16="http://schemas.microsoft.com/office/drawing/2014/main" id="{D9E3872D-D24B-BE49-BA01-ACFA1FE29538}"/>
              </a:ext>
            </a:extLst>
          </p:cNvPr>
          <p:cNvSpPr>
            <a:spLocks/>
          </p:cNvSpPr>
          <p:nvPr/>
        </p:nvSpPr>
        <p:spPr bwMode="auto">
          <a:xfrm>
            <a:off x="6075760" y="4026694"/>
            <a:ext cx="210740" cy="631031"/>
          </a:xfrm>
          <a:custGeom>
            <a:avLst/>
            <a:gdLst>
              <a:gd name="T0" fmla="*/ 0 w 177"/>
              <a:gd name="T1" fmla="*/ 841375 h 530"/>
              <a:gd name="T2" fmla="*/ 22225 w 177"/>
              <a:gd name="T3" fmla="*/ 836613 h 530"/>
              <a:gd name="T4" fmla="*/ 38100 w 177"/>
              <a:gd name="T5" fmla="*/ 822325 h 530"/>
              <a:gd name="T6" fmla="*/ 42862 w 177"/>
              <a:gd name="T7" fmla="*/ 803275 h 530"/>
              <a:gd name="T8" fmla="*/ 49212 w 177"/>
              <a:gd name="T9" fmla="*/ 771525 h 530"/>
              <a:gd name="T10" fmla="*/ 133350 w 177"/>
              <a:gd name="T11" fmla="*/ 68263 h 530"/>
              <a:gd name="T12" fmla="*/ 141287 w 177"/>
              <a:gd name="T13" fmla="*/ 28575 h 530"/>
              <a:gd name="T14" fmla="*/ 149225 w 177"/>
              <a:gd name="T15" fmla="*/ 15875 h 530"/>
              <a:gd name="T16" fmla="*/ 165100 w 177"/>
              <a:gd name="T17" fmla="*/ 4763 h 530"/>
              <a:gd name="T18" fmla="*/ 179387 w 177"/>
              <a:gd name="T19" fmla="*/ 0 h 530"/>
              <a:gd name="T20" fmla="*/ 198437 w 177"/>
              <a:gd name="T21" fmla="*/ 9525 h 530"/>
              <a:gd name="T22" fmla="*/ 209550 w 177"/>
              <a:gd name="T23" fmla="*/ 28575 h 530"/>
              <a:gd name="T24" fmla="*/ 280987 w 177"/>
              <a:gd name="T25" fmla="*/ 444500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7" h="530">
                <a:moveTo>
                  <a:pt x="0" y="530"/>
                </a:moveTo>
                <a:lnTo>
                  <a:pt x="14" y="527"/>
                </a:lnTo>
                <a:lnTo>
                  <a:pt x="24" y="518"/>
                </a:lnTo>
                <a:lnTo>
                  <a:pt x="27" y="506"/>
                </a:lnTo>
                <a:lnTo>
                  <a:pt x="31" y="486"/>
                </a:lnTo>
                <a:lnTo>
                  <a:pt x="84" y="43"/>
                </a:lnTo>
                <a:lnTo>
                  <a:pt x="89" y="18"/>
                </a:lnTo>
                <a:lnTo>
                  <a:pt x="94" y="10"/>
                </a:lnTo>
                <a:lnTo>
                  <a:pt x="104" y="3"/>
                </a:lnTo>
                <a:lnTo>
                  <a:pt x="113" y="0"/>
                </a:lnTo>
                <a:lnTo>
                  <a:pt x="125" y="6"/>
                </a:lnTo>
                <a:lnTo>
                  <a:pt x="132" y="18"/>
                </a:lnTo>
                <a:lnTo>
                  <a:pt x="177" y="2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9010" name="Group 141">
            <a:extLst>
              <a:ext uri="{FF2B5EF4-FFF2-40B4-BE49-F238E27FC236}">
                <a16:creationId xmlns:a16="http://schemas.microsoft.com/office/drawing/2014/main" id="{46E07714-E952-9243-B907-23FDF27618E0}"/>
              </a:ext>
            </a:extLst>
          </p:cNvPr>
          <p:cNvGrpSpPr>
            <a:grpSpLocks/>
          </p:cNvGrpSpPr>
          <p:nvPr/>
        </p:nvGrpSpPr>
        <p:grpSpPr bwMode="auto">
          <a:xfrm>
            <a:off x="6293644" y="4029075"/>
            <a:ext cx="566738" cy="635794"/>
            <a:chOff x="4317" y="3250"/>
            <a:chExt cx="476" cy="713"/>
          </a:xfrm>
        </p:grpSpPr>
        <p:grpSp>
          <p:nvGrpSpPr>
            <p:cNvPr id="39033" name="Group 142">
              <a:extLst>
                <a:ext uri="{FF2B5EF4-FFF2-40B4-BE49-F238E27FC236}">
                  <a16:creationId xmlns:a16="http://schemas.microsoft.com/office/drawing/2014/main" id="{E23759CD-66D5-C840-B3FC-2362601B183E}"/>
                </a:ext>
              </a:extLst>
            </p:cNvPr>
            <p:cNvGrpSpPr>
              <a:grpSpLocks/>
            </p:cNvGrpSpPr>
            <p:nvPr/>
          </p:nvGrpSpPr>
          <p:grpSpPr bwMode="auto">
            <a:xfrm>
              <a:off x="4317" y="3250"/>
              <a:ext cx="238" cy="713"/>
              <a:chOff x="4317" y="3250"/>
              <a:chExt cx="238" cy="713"/>
            </a:xfrm>
          </p:grpSpPr>
          <p:sp>
            <p:nvSpPr>
              <p:cNvPr id="248975" name="Freeform 143">
                <a:extLst>
                  <a:ext uri="{FF2B5EF4-FFF2-40B4-BE49-F238E27FC236}">
                    <a16:creationId xmlns:a16="http://schemas.microsoft.com/office/drawing/2014/main" id="{ADBB6437-8682-8E40-90D6-D888856459BD}"/>
                  </a:ext>
                </a:extLst>
              </p:cNvPr>
              <p:cNvSpPr>
                <a:spLocks/>
              </p:cNvSpPr>
              <p:nvPr/>
            </p:nvSpPr>
            <p:spPr bwMode="auto">
              <a:xfrm>
                <a:off x="4317" y="3250"/>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76" name="Freeform 144">
                <a:extLst>
                  <a:ext uri="{FF2B5EF4-FFF2-40B4-BE49-F238E27FC236}">
                    <a16:creationId xmlns:a16="http://schemas.microsoft.com/office/drawing/2014/main" id="{519B2069-B2FE-9140-BA6E-3EA918C5D83B}"/>
                  </a:ext>
                </a:extLst>
              </p:cNvPr>
              <p:cNvSpPr>
                <a:spLocks/>
              </p:cNvSpPr>
              <p:nvPr/>
            </p:nvSpPr>
            <p:spPr bwMode="auto">
              <a:xfrm>
                <a:off x="4383" y="3254"/>
                <a:ext cx="172" cy="709"/>
              </a:xfrm>
              <a:custGeom>
                <a:avLst/>
                <a:gdLst>
                  <a:gd name="T0" fmla="*/ 0 w 172"/>
                  <a:gd name="T1" fmla="*/ 0 h 709"/>
                  <a:gd name="T2" fmla="*/ 14 w 172"/>
                  <a:gd name="T3" fmla="*/ 4 h 709"/>
                  <a:gd name="T4" fmla="*/ 24 w 172"/>
                  <a:gd name="T5" fmla="*/ 16 h 709"/>
                  <a:gd name="T6" fmla="*/ 28 w 172"/>
                  <a:gd name="T7" fmla="*/ 33 h 709"/>
                  <a:gd name="T8" fmla="*/ 31 w 172"/>
                  <a:gd name="T9" fmla="*/ 59 h 709"/>
                  <a:gd name="T10" fmla="*/ 86 w 172"/>
                  <a:gd name="T11" fmla="*/ 651 h 709"/>
                  <a:gd name="T12" fmla="*/ 91 w 172"/>
                  <a:gd name="T13" fmla="*/ 684 h 709"/>
                  <a:gd name="T14" fmla="*/ 95 w 172"/>
                  <a:gd name="T15" fmla="*/ 694 h 709"/>
                  <a:gd name="T16" fmla="*/ 106 w 172"/>
                  <a:gd name="T17" fmla="*/ 704 h 709"/>
                  <a:gd name="T18" fmla="*/ 115 w 172"/>
                  <a:gd name="T19" fmla="*/ 708 h 709"/>
                  <a:gd name="T20" fmla="*/ 127 w 172"/>
                  <a:gd name="T21" fmla="*/ 700 h 709"/>
                  <a:gd name="T22" fmla="*/ 135 w 172"/>
                  <a:gd name="T23" fmla="*/ 684 h 709"/>
                  <a:gd name="T24" fmla="*/ 171 w 172"/>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09">
                    <a:moveTo>
                      <a:pt x="0" y="0"/>
                    </a:moveTo>
                    <a:lnTo>
                      <a:pt x="14" y="4"/>
                    </a:lnTo>
                    <a:lnTo>
                      <a:pt x="24" y="16"/>
                    </a:lnTo>
                    <a:lnTo>
                      <a:pt x="28" y="33"/>
                    </a:lnTo>
                    <a:lnTo>
                      <a:pt x="31" y="59"/>
                    </a:lnTo>
                    <a:lnTo>
                      <a:pt x="86" y="651"/>
                    </a:lnTo>
                    <a:lnTo>
                      <a:pt x="91" y="684"/>
                    </a:lnTo>
                    <a:lnTo>
                      <a:pt x="95" y="694"/>
                    </a:lnTo>
                    <a:lnTo>
                      <a:pt x="106" y="704"/>
                    </a:lnTo>
                    <a:lnTo>
                      <a:pt x="115" y="708"/>
                    </a:lnTo>
                    <a:lnTo>
                      <a:pt x="127" y="700"/>
                    </a:lnTo>
                    <a:lnTo>
                      <a:pt x="135" y="684"/>
                    </a:lnTo>
                    <a:lnTo>
                      <a:pt x="171"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grpSp>
          <p:nvGrpSpPr>
            <p:cNvPr id="39034" name="Group 145">
              <a:extLst>
                <a:ext uri="{FF2B5EF4-FFF2-40B4-BE49-F238E27FC236}">
                  <a16:creationId xmlns:a16="http://schemas.microsoft.com/office/drawing/2014/main" id="{D8393521-3D46-504B-A303-623859EF2FE8}"/>
                </a:ext>
              </a:extLst>
            </p:cNvPr>
            <p:cNvGrpSpPr>
              <a:grpSpLocks/>
            </p:cNvGrpSpPr>
            <p:nvPr/>
          </p:nvGrpSpPr>
          <p:grpSpPr bwMode="auto">
            <a:xfrm>
              <a:off x="4557" y="3250"/>
              <a:ext cx="236" cy="713"/>
              <a:chOff x="4557" y="3250"/>
              <a:chExt cx="236" cy="713"/>
            </a:xfrm>
          </p:grpSpPr>
          <p:sp>
            <p:nvSpPr>
              <p:cNvPr id="248978" name="Freeform 146">
                <a:extLst>
                  <a:ext uri="{FF2B5EF4-FFF2-40B4-BE49-F238E27FC236}">
                    <a16:creationId xmlns:a16="http://schemas.microsoft.com/office/drawing/2014/main" id="{845EFB94-FE54-9C4C-B6A8-3636F14E3B9B}"/>
                  </a:ext>
                </a:extLst>
              </p:cNvPr>
              <p:cNvSpPr>
                <a:spLocks/>
              </p:cNvSpPr>
              <p:nvPr/>
            </p:nvSpPr>
            <p:spPr bwMode="auto">
              <a:xfrm>
                <a:off x="4557" y="3250"/>
                <a:ext cx="64" cy="363"/>
              </a:xfrm>
              <a:custGeom>
                <a:avLst/>
                <a:gdLst>
                  <a:gd name="T0" fmla="*/ 0 w 64"/>
                  <a:gd name="T1" fmla="*/ 362 h 363"/>
                  <a:gd name="T2" fmla="*/ 39 w 64"/>
                  <a:gd name="T3" fmla="*/ 54 h 363"/>
                  <a:gd name="T4" fmla="*/ 41 w 64"/>
                  <a:gd name="T5" fmla="*/ 38 h 363"/>
                  <a:gd name="T6" fmla="*/ 43 w 64"/>
                  <a:gd name="T7" fmla="*/ 25 h 363"/>
                  <a:gd name="T8" fmla="*/ 46 w 64"/>
                  <a:gd name="T9" fmla="*/ 15 h 363"/>
                  <a:gd name="T10" fmla="*/ 54 w 64"/>
                  <a:gd name="T11" fmla="*/ 6 h 363"/>
                  <a:gd name="T12" fmla="*/ 63 w 6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79" name="Freeform 147">
                <a:extLst>
                  <a:ext uri="{FF2B5EF4-FFF2-40B4-BE49-F238E27FC236}">
                    <a16:creationId xmlns:a16="http://schemas.microsoft.com/office/drawing/2014/main" id="{AD911D12-1457-5244-A1DB-3A256874BDC7}"/>
                  </a:ext>
                </a:extLst>
              </p:cNvPr>
              <p:cNvSpPr>
                <a:spLocks/>
              </p:cNvSpPr>
              <p:nvPr/>
            </p:nvSpPr>
            <p:spPr bwMode="auto">
              <a:xfrm>
                <a:off x="4622" y="3254"/>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grpSp>
      <p:sp>
        <p:nvSpPr>
          <p:cNvPr id="248980" name="Freeform 148">
            <a:extLst>
              <a:ext uri="{FF2B5EF4-FFF2-40B4-BE49-F238E27FC236}">
                <a16:creationId xmlns:a16="http://schemas.microsoft.com/office/drawing/2014/main" id="{A89CF052-5667-7B46-8AC5-72236D9763E5}"/>
              </a:ext>
            </a:extLst>
          </p:cNvPr>
          <p:cNvSpPr>
            <a:spLocks/>
          </p:cNvSpPr>
          <p:nvPr/>
        </p:nvSpPr>
        <p:spPr bwMode="auto">
          <a:xfrm>
            <a:off x="6854429" y="4024312"/>
            <a:ext cx="84534" cy="367904"/>
          </a:xfrm>
          <a:custGeom>
            <a:avLst/>
            <a:gdLst>
              <a:gd name="T0" fmla="*/ 0 w 71"/>
              <a:gd name="T1" fmla="*/ 490538 h 309"/>
              <a:gd name="T2" fmla="*/ 73025 w 71"/>
              <a:gd name="T3" fmla="*/ 63500 h 309"/>
              <a:gd name="T4" fmla="*/ 76200 w 71"/>
              <a:gd name="T5" fmla="*/ 44450 h 309"/>
              <a:gd name="T6" fmla="*/ 79375 w 71"/>
              <a:gd name="T7" fmla="*/ 30163 h 309"/>
              <a:gd name="T8" fmla="*/ 85725 w 71"/>
              <a:gd name="T9" fmla="*/ 17463 h 309"/>
              <a:gd name="T10" fmla="*/ 96837 w 71"/>
              <a:gd name="T11" fmla="*/ 6350 h 309"/>
              <a:gd name="T12" fmla="*/ 112712 w 71"/>
              <a:gd name="T13" fmla="*/ 0 h 30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1" h="309">
                <a:moveTo>
                  <a:pt x="0" y="309"/>
                </a:moveTo>
                <a:lnTo>
                  <a:pt x="46" y="40"/>
                </a:lnTo>
                <a:lnTo>
                  <a:pt x="48" y="28"/>
                </a:lnTo>
                <a:lnTo>
                  <a:pt x="50" y="19"/>
                </a:lnTo>
                <a:lnTo>
                  <a:pt x="54" y="11"/>
                </a:lnTo>
                <a:lnTo>
                  <a:pt x="61" y="4"/>
                </a:lnTo>
                <a:lnTo>
                  <a:pt x="71"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81" name="Freeform 149">
            <a:extLst>
              <a:ext uri="{FF2B5EF4-FFF2-40B4-BE49-F238E27FC236}">
                <a16:creationId xmlns:a16="http://schemas.microsoft.com/office/drawing/2014/main" id="{0418DD45-9986-A64C-885C-14B09122A925}"/>
              </a:ext>
            </a:extLst>
          </p:cNvPr>
          <p:cNvSpPr>
            <a:spLocks/>
          </p:cNvSpPr>
          <p:nvPr/>
        </p:nvSpPr>
        <p:spPr bwMode="auto">
          <a:xfrm>
            <a:off x="6941344" y="4027885"/>
            <a:ext cx="202406" cy="631031"/>
          </a:xfrm>
          <a:custGeom>
            <a:avLst/>
            <a:gdLst>
              <a:gd name="T0" fmla="*/ 0 w 170"/>
              <a:gd name="T1" fmla="*/ 0 h 530"/>
              <a:gd name="T2" fmla="*/ 22225 w 170"/>
              <a:gd name="T3" fmla="*/ 4763 h 530"/>
              <a:gd name="T4" fmla="*/ 38100 w 170"/>
              <a:gd name="T5" fmla="*/ 19050 h 530"/>
              <a:gd name="T6" fmla="*/ 42863 w 170"/>
              <a:gd name="T7" fmla="*/ 39688 h 530"/>
              <a:gd name="T8" fmla="*/ 47625 w 170"/>
              <a:gd name="T9" fmla="*/ 69850 h 530"/>
              <a:gd name="T10" fmla="*/ 133350 w 170"/>
              <a:gd name="T11" fmla="*/ 774700 h 530"/>
              <a:gd name="T12" fmla="*/ 141288 w 170"/>
              <a:gd name="T13" fmla="*/ 812800 h 530"/>
              <a:gd name="T14" fmla="*/ 147638 w 170"/>
              <a:gd name="T15" fmla="*/ 825500 h 530"/>
              <a:gd name="T16" fmla="*/ 165100 w 170"/>
              <a:gd name="T17" fmla="*/ 836613 h 530"/>
              <a:gd name="T18" fmla="*/ 179388 w 170"/>
              <a:gd name="T19" fmla="*/ 841375 h 530"/>
              <a:gd name="T20" fmla="*/ 196850 w 170"/>
              <a:gd name="T21" fmla="*/ 831850 h 530"/>
              <a:gd name="T22" fmla="*/ 209550 w 170"/>
              <a:gd name="T23" fmla="*/ 812800 h 530"/>
              <a:gd name="T24" fmla="*/ 269875 w 170"/>
              <a:gd name="T25" fmla="*/ 423863 h 5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0" h="530">
                <a:moveTo>
                  <a:pt x="0" y="0"/>
                </a:moveTo>
                <a:lnTo>
                  <a:pt x="14" y="3"/>
                </a:lnTo>
                <a:lnTo>
                  <a:pt x="24" y="12"/>
                </a:lnTo>
                <a:lnTo>
                  <a:pt x="27" y="25"/>
                </a:lnTo>
                <a:lnTo>
                  <a:pt x="30" y="44"/>
                </a:lnTo>
                <a:lnTo>
                  <a:pt x="84" y="488"/>
                </a:lnTo>
                <a:lnTo>
                  <a:pt x="89" y="512"/>
                </a:lnTo>
                <a:lnTo>
                  <a:pt x="93" y="520"/>
                </a:lnTo>
                <a:lnTo>
                  <a:pt x="104" y="527"/>
                </a:lnTo>
                <a:lnTo>
                  <a:pt x="113" y="530"/>
                </a:lnTo>
                <a:lnTo>
                  <a:pt x="124" y="524"/>
                </a:lnTo>
                <a:lnTo>
                  <a:pt x="132" y="512"/>
                </a:lnTo>
                <a:lnTo>
                  <a:pt x="170" y="267"/>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nvGrpSpPr>
          <p:cNvPr id="39013" name="Group 150">
            <a:extLst>
              <a:ext uri="{FF2B5EF4-FFF2-40B4-BE49-F238E27FC236}">
                <a16:creationId xmlns:a16="http://schemas.microsoft.com/office/drawing/2014/main" id="{2FE8FE2B-CC1D-E444-A4B5-654C55CD1F9A}"/>
              </a:ext>
            </a:extLst>
          </p:cNvPr>
          <p:cNvGrpSpPr>
            <a:grpSpLocks/>
          </p:cNvGrpSpPr>
          <p:nvPr/>
        </p:nvGrpSpPr>
        <p:grpSpPr bwMode="auto">
          <a:xfrm>
            <a:off x="7143750" y="4024313"/>
            <a:ext cx="283369" cy="635794"/>
            <a:chOff x="5031" y="3244"/>
            <a:chExt cx="238" cy="713"/>
          </a:xfrm>
        </p:grpSpPr>
        <p:sp>
          <p:nvSpPr>
            <p:cNvPr id="248983" name="Freeform 151">
              <a:extLst>
                <a:ext uri="{FF2B5EF4-FFF2-40B4-BE49-F238E27FC236}">
                  <a16:creationId xmlns:a16="http://schemas.microsoft.com/office/drawing/2014/main" id="{198C6361-4785-304D-B9B5-27DCA355040A}"/>
                </a:ext>
              </a:extLst>
            </p:cNvPr>
            <p:cNvSpPr>
              <a:spLocks/>
            </p:cNvSpPr>
            <p:nvPr/>
          </p:nvSpPr>
          <p:spPr bwMode="auto">
            <a:xfrm>
              <a:off x="5031" y="3244"/>
              <a:ext cx="69" cy="363"/>
            </a:xfrm>
            <a:custGeom>
              <a:avLst/>
              <a:gdLst>
                <a:gd name="T0" fmla="*/ 0 w 69"/>
                <a:gd name="T1" fmla="*/ 362 h 363"/>
                <a:gd name="T2" fmla="*/ 42 w 69"/>
                <a:gd name="T3" fmla="*/ 54 h 363"/>
                <a:gd name="T4" fmla="*/ 45 w 69"/>
                <a:gd name="T5" fmla="*/ 38 h 363"/>
                <a:gd name="T6" fmla="*/ 47 w 69"/>
                <a:gd name="T7" fmla="*/ 25 h 363"/>
                <a:gd name="T8" fmla="*/ 50 w 69"/>
                <a:gd name="T9" fmla="*/ 15 h 363"/>
                <a:gd name="T10" fmla="*/ 58 w 69"/>
                <a:gd name="T11" fmla="*/ 6 h 363"/>
                <a:gd name="T12" fmla="*/ 68 w 69"/>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9" h="363">
                  <a:moveTo>
                    <a:pt x="0" y="362"/>
                  </a:moveTo>
                  <a:lnTo>
                    <a:pt x="42" y="54"/>
                  </a:lnTo>
                  <a:lnTo>
                    <a:pt x="45" y="38"/>
                  </a:lnTo>
                  <a:lnTo>
                    <a:pt x="47" y="25"/>
                  </a:lnTo>
                  <a:lnTo>
                    <a:pt x="50" y="15"/>
                  </a:lnTo>
                  <a:lnTo>
                    <a:pt x="58" y="6"/>
                  </a:lnTo>
                  <a:lnTo>
                    <a:pt x="68"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84" name="Freeform 152">
              <a:extLst>
                <a:ext uri="{FF2B5EF4-FFF2-40B4-BE49-F238E27FC236}">
                  <a16:creationId xmlns:a16="http://schemas.microsoft.com/office/drawing/2014/main" id="{09C8CFB3-9F14-7A42-A4CC-B64DB0A1AF47}"/>
                </a:ext>
              </a:extLst>
            </p:cNvPr>
            <p:cNvSpPr>
              <a:spLocks/>
            </p:cNvSpPr>
            <p:nvPr/>
          </p:nvSpPr>
          <p:spPr bwMode="auto">
            <a:xfrm>
              <a:off x="5101" y="3248"/>
              <a:ext cx="168" cy="709"/>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sp>
        <p:nvSpPr>
          <p:cNvPr id="39014" name="Rectangle 153">
            <a:extLst>
              <a:ext uri="{FF2B5EF4-FFF2-40B4-BE49-F238E27FC236}">
                <a16:creationId xmlns:a16="http://schemas.microsoft.com/office/drawing/2014/main" id="{01668912-A7E0-064D-9323-EA0B899DE9A1}"/>
              </a:ext>
            </a:extLst>
          </p:cNvPr>
          <p:cNvSpPr>
            <a:spLocks noChangeArrowheads="1"/>
          </p:cNvSpPr>
          <p:nvPr/>
        </p:nvSpPr>
        <p:spPr bwMode="auto">
          <a:xfrm>
            <a:off x="1169194" y="1750219"/>
            <a:ext cx="1060387"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ea typeface="宋体" panose="02010600030101010101" pitchFamily="2" charset="-122"/>
              </a:rPr>
              <a:t>基带信号</a:t>
            </a:r>
          </a:p>
        </p:txBody>
      </p:sp>
      <p:sp>
        <p:nvSpPr>
          <p:cNvPr id="39015" name="Rectangle 154">
            <a:extLst>
              <a:ext uri="{FF2B5EF4-FFF2-40B4-BE49-F238E27FC236}">
                <a16:creationId xmlns:a16="http://schemas.microsoft.com/office/drawing/2014/main" id="{3C6B7A00-92F1-7C49-8B62-E55F0545C188}"/>
              </a:ext>
            </a:extLst>
          </p:cNvPr>
          <p:cNvSpPr>
            <a:spLocks noChangeArrowheads="1"/>
          </p:cNvSpPr>
          <p:nvPr/>
        </p:nvSpPr>
        <p:spPr bwMode="auto">
          <a:xfrm>
            <a:off x="1290638" y="2509838"/>
            <a:ext cx="59872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ea typeface="宋体" panose="02010600030101010101" pitchFamily="2" charset="-122"/>
              </a:rPr>
              <a:t>调幅</a:t>
            </a:r>
          </a:p>
        </p:txBody>
      </p:sp>
      <p:sp>
        <p:nvSpPr>
          <p:cNvPr id="39016" name="Rectangle 155">
            <a:extLst>
              <a:ext uri="{FF2B5EF4-FFF2-40B4-BE49-F238E27FC236}">
                <a16:creationId xmlns:a16="http://schemas.microsoft.com/office/drawing/2014/main" id="{7DFDD92D-0CC7-8A4C-8CBB-D5CEDE1C9F34}"/>
              </a:ext>
            </a:extLst>
          </p:cNvPr>
          <p:cNvSpPr>
            <a:spLocks noChangeArrowheads="1"/>
          </p:cNvSpPr>
          <p:nvPr/>
        </p:nvSpPr>
        <p:spPr bwMode="auto">
          <a:xfrm>
            <a:off x="1290638" y="3343276"/>
            <a:ext cx="59872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ea typeface="宋体" panose="02010600030101010101" pitchFamily="2" charset="-122"/>
              </a:rPr>
              <a:t>调频</a:t>
            </a:r>
          </a:p>
        </p:txBody>
      </p:sp>
      <p:sp>
        <p:nvSpPr>
          <p:cNvPr id="39017" name="Rectangle 156">
            <a:extLst>
              <a:ext uri="{FF2B5EF4-FFF2-40B4-BE49-F238E27FC236}">
                <a16:creationId xmlns:a16="http://schemas.microsoft.com/office/drawing/2014/main" id="{1F011560-72CC-FC41-95E3-FC806CDB36EB}"/>
              </a:ext>
            </a:extLst>
          </p:cNvPr>
          <p:cNvSpPr>
            <a:spLocks noChangeArrowheads="1"/>
          </p:cNvSpPr>
          <p:nvPr/>
        </p:nvSpPr>
        <p:spPr bwMode="auto">
          <a:xfrm>
            <a:off x="1290638" y="4230292"/>
            <a:ext cx="59872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ea typeface="宋体" panose="02010600030101010101" pitchFamily="2" charset="-122"/>
              </a:rPr>
              <a:t>调相</a:t>
            </a:r>
          </a:p>
        </p:txBody>
      </p:sp>
      <p:grpSp>
        <p:nvGrpSpPr>
          <p:cNvPr id="39018" name="Group 157">
            <a:extLst>
              <a:ext uri="{FF2B5EF4-FFF2-40B4-BE49-F238E27FC236}">
                <a16:creationId xmlns:a16="http://schemas.microsoft.com/office/drawing/2014/main" id="{AD65E85B-77D9-C943-8675-B79580EF86B0}"/>
              </a:ext>
            </a:extLst>
          </p:cNvPr>
          <p:cNvGrpSpPr>
            <a:grpSpLocks/>
          </p:cNvGrpSpPr>
          <p:nvPr/>
        </p:nvGrpSpPr>
        <p:grpSpPr bwMode="auto">
          <a:xfrm>
            <a:off x="2867025" y="2306241"/>
            <a:ext cx="566738" cy="633413"/>
            <a:chOff x="1439" y="1316"/>
            <a:chExt cx="476" cy="711"/>
          </a:xfrm>
        </p:grpSpPr>
        <p:grpSp>
          <p:nvGrpSpPr>
            <p:cNvPr id="39020" name="Group 158">
              <a:extLst>
                <a:ext uri="{FF2B5EF4-FFF2-40B4-BE49-F238E27FC236}">
                  <a16:creationId xmlns:a16="http://schemas.microsoft.com/office/drawing/2014/main" id="{24327809-2763-D048-A1FF-31DA13D67387}"/>
                </a:ext>
              </a:extLst>
            </p:cNvPr>
            <p:cNvGrpSpPr>
              <a:grpSpLocks/>
            </p:cNvGrpSpPr>
            <p:nvPr/>
          </p:nvGrpSpPr>
          <p:grpSpPr bwMode="auto">
            <a:xfrm>
              <a:off x="1439" y="1316"/>
              <a:ext cx="239" cy="711"/>
              <a:chOff x="1439" y="1316"/>
              <a:chExt cx="239" cy="711"/>
            </a:xfrm>
          </p:grpSpPr>
          <p:sp>
            <p:nvSpPr>
              <p:cNvPr id="248991" name="Freeform 159">
                <a:extLst>
                  <a:ext uri="{FF2B5EF4-FFF2-40B4-BE49-F238E27FC236}">
                    <a16:creationId xmlns:a16="http://schemas.microsoft.com/office/drawing/2014/main" id="{49993E21-5C43-8041-93DF-D414CB21DAEC}"/>
                  </a:ext>
                </a:extLst>
              </p:cNvPr>
              <p:cNvSpPr>
                <a:spLocks/>
              </p:cNvSpPr>
              <p:nvPr/>
            </p:nvSpPr>
            <p:spPr bwMode="auto">
              <a:xfrm>
                <a:off x="1439" y="1317"/>
                <a:ext cx="32" cy="362"/>
              </a:xfrm>
              <a:custGeom>
                <a:avLst/>
                <a:gdLst>
                  <a:gd name="T0" fmla="*/ 0 w 32"/>
                  <a:gd name="T1" fmla="*/ 361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92" name="Freeform 160">
                <a:extLst>
                  <a:ext uri="{FF2B5EF4-FFF2-40B4-BE49-F238E27FC236}">
                    <a16:creationId xmlns:a16="http://schemas.microsoft.com/office/drawing/2014/main" id="{97026328-8DDD-184A-BEA2-EE3A17EA5132}"/>
                  </a:ext>
                </a:extLst>
              </p:cNvPr>
              <p:cNvSpPr>
                <a:spLocks/>
              </p:cNvSpPr>
              <p:nvPr/>
            </p:nvSpPr>
            <p:spPr bwMode="auto">
              <a:xfrm>
                <a:off x="1472" y="1316"/>
                <a:ext cx="86" cy="711"/>
              </a:xfrm>
              <a:custGeom>
                <a:avLst/>
                <a:gdLst>
                  <a:gd name="T0" fmla="*/ 0 w 86"/>
                  <a:gd name="T1" fmla="*/ 0 h 711"/>
                  <a:gd name="T2" fmla="*/ 7 w 86"/>
                  <a:gd name="T3" fmla="*/ 4 h 711"/>
                  <a:gd name="T4" fmla="*/ 12 w 86"/>
                  <a:gd name="T5" fmla="*/ 16 h 711"/>
                  <a:gd name="T6" fmla="*/ 14 w 86"/>
                  <a:gd name="T7" fmla="*/ 33 h 711"/>
                  <a:gd name="T8" fmla="*/ 15 w 86"/>
                  <a:gd name="T9" fmla="*/ 59 h 711"/>
                  <a:gd name="T10" fmla="*/ 43 w 86"/>
                  <a:gd name="T11" fmla="*/ 653 h 711"/>
                  <a:gd name="T12" fmla="*/ 45 w 86"/>
                  <a:gd name="T13" fmla="*/ 686 h 711"/>
                  <a:gd name="T14" fmla="*/ 47 w 86"/>
                  <a:gd name="T15" fmla="*/ 696 h 711"/>
                  <a:gd name="T16" fmla="*/ 53 w 86"/>
                  <a:gd name="T17" fmla="*/ 706 h 711"/>
                  <a:gd name="T18" fmla="*/ 57 w 86"/>
                  <a:gd name="T19" fmla="*/ 710 h 711"/>
                  <a:gd name="T20" fmla="*/ 63 w 86"/>
                  <a:gd name="T21" fmla="*/ 702 h 711"/>
                  <a:gd name="T22" fmla="*/ 67 w 86"/>
                  <a:gd name="T23" fmla="*/ 686 h 711"/>
                  <a:gd name="T24" fmla="*/ 85 w 86"/>
                  <a:gd name="T25" fmla="*/ 381 h 7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11">
                    <a:moveTo>
                      <a:pt x="0" y="0"/>
                    </a:moveTo>
                    <a:lnTo>
                      <a:pt x="7" y="4"/>
                    </a:lnTo>
                    <a:lnTo>
                      <a:pt x="12" y="16"/>
                    </a:lnTo>
                    <a:lnTo>
                      <a:pt x="14" y="33"/>
                    </a:lnTo>
                    <a:lnTo>
                      <a:pt x="15" y="59"/>
                    </a:lnTo>
                    <a:lnTo>
                      <a:pt x="43" y="653"/>
                    </a:lnTo>
                    <a:lnTo>
                      <a:pt x="45" y="686"/>
                    </a:lnTo>
                    <a:lnTo>
                      <a:pt x="47" y="696"/>
                    </a:lnTo>
                    <a:lnTo>
                      <a:pt x="53" y="706"/>
                    </a:lnTo>
                    <a:lnTo>
                      <a:pt x="57" y="710"/>
                    </a:lnTo>
                    <a:lnTo>
                      <a:pt x="63" y="702"/>
                    </a:lnTo>
                    <a:lnTo>
                      <a:pt x="67" y="686"/>
                    </a:lnTo>
                    <a:lnTo>
                      <a:pt x="85" y="381"/>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93" name="Freeform 161">
                <a:extLst>
                  <a:ext uri="{FF2B5EF4-FFF2-40B4-BE49-F238E27FC236}">
                    <a16:creationId xmlns:a16="http://schemas.microsoft.com/office/drawing/2014/main" id="{F054734E-5C7D-464B-A9D9-9FB4761FA367}"/>
                  </a:ext>
                </a:extLst>
              </p:cNvPr>
              <p:cNvSpPr>
                <a:spLocks/>
              </p:cNvSpPr>
              <p:nvPr/>
            </p:nvSpPr>
            <p:spPr bwMode="auto">
              <a:xfrm>
                <a:off x="1558" y="1323"/>
                <a:ext cx="34" cy="365"/>
              </a:xfrm>
              <a:custGeom>
                <a:avLst/>
                <a:gdLst>
                  <a:gd name="T0" fmla="*/ 0 w 34"/>
                  <a:gd name="T1" fmla="*/ 364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94" name="Freeform 162">
                <a:extLst>
                  <a:ext uri="{FF2B5EF4-FFF2-40B4-BE49-F238E27FC236}">
                    <a16:creationId xmlns:a16="http://schemas.microsoft.com/office/drawing/2014/main" id="{9DA40CC1-9A62-6242-A6B3-FF3C4BE30344}"/>
                  </a:ext>
                </a:extLst>
              </p:cNvPr>
              <p:cNvSpPr>
                <a:spLocks/>
              </p:cNvSpPr>
              <p:nvPr/>
            </p:nvSpPr>
            <p:spPr bwMode="auto">
              <a:xfrm>
                <a:off x="1592" y="1317"/>
                <a:ext cx="86" cy="710"/>
              </a:xfrm>
              <a:custGeom>
                <a:avLst/>
                <a:gdLst>
                  <a:gd name="T0" fmla="*/ 0 w 86"/>
                  <a:gd name="T1" fmla="*/ 0 h 709"/>
                  <a:gd name="T2" fmla="*/ 7 w 86"/>
                  <a:gd name="T3" fmla="*/ 4 h 709"/>
                  <a:gd name="T4" fmla="*/ 12 w 86"/>
                  <a:gd name="T5" fmla="*/ 16 h 709"/>
                  <a:gd name="T6" fmla="*/ 14 w 86"/>
                  <a:gd name="T7" fmla="*/ 33 h 709"/>
                  <a:gd name="T8" fmla="*/ 15 w 86"/>
                  <a:gd name="T9" fmla="*/ 59 h 709"/>
                  <a:gd name="T10" fmla="*/ 43 w 86"/>
                  <a:gd name="T11" fmla="*/ 652 h 709"/>
                  <a:gd name="T12" fmla="*/ 45 w 86"/>
                  <a:gd name="T13" fmla="*/ 685 h 709"/>
                  <a:gd name="T14" fmla="*/ 47 w 86"/>
                  <a:gd name="T15" fmla="*/ 695 h 709"/>
                  <a:gd name="T16" fmla="*/ 53 w 86"/>
                  <a:gd name="T17" fmla="*/ 705 h 709"/>
                  <a:gd name="T18" fmla="*/ 57 w 86"/>
                  <a:gd name="T19" fmla="*/ 709 h 709"/>
                  <a:gd name="T20" fmla="*/ 63 w 86"/>
                  <a:gd name="T21" fmla="*/ 701 h 709"/>
                  <a:gd name="T22" fmla="*/ 67 w 86"/>
                  <a:gd name="T23" fmla="*/ 685 h 709"/>
                  <a:gd name="T24" fmla="*/ 85 w 86"/>
                  <a:gd name="T25" fmla="*/ 381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09">
                    <a:moveTo>
                      <a:pt x="0" y="0"/>
                    </a:moveTo>
                    <a:lnTo>
                      <a:pt x="7" y="4"/>
                    </a:lnTo>
                    <a:lnTo>
                      <a:pt x="12" y="16"/>
                    </a:lnTo>
                    <a:lnTo>
                      <a:pt x="14" y="33"/>
                    </a:lnTo>
                    <a:lnTo>
                      <a:pt x="15" y="59"/>
                    </a:lnTo>
                    <a:lnTo>
                      <a:pt x="43" y="651"/>
                    </a:lnTo>
                    <a:lnTo>
                      <a:pt x="45" y="684"/>
                    </a:lnTo>
                    <a:lnTo>
                      <a:pt x="47" y="694"/>
                    </a:lnTo>
                    <a:lnTo>
                      <a:pt x="53" y="704"/>
                    </a:lnTo>
                    <a:lnTo>
                      <a:pt x="57" y="708"/>
                    </a:lnTo>
                    <a:lnTo>
                      <a:pt x="63" y="700"/>
                    </a:lnTo>
                    <a:lnTo>
                      <a:pt x="67" y="684"/>
                    </a:lnTo>
                    <a:lnTo>
                      <a:pt x="85"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grpSp>
          <p:nvGrpSpPr>
            <p:cNvPr id="39021" name="Group 163">
              <a:extLst>
                <a:ext uri="{FF2B5EF4-FFF2-40B4-BE49-F238E27FC236}">
                  <a16:creationId xmlns:a16="http://schemas.microsoft.com/office/drawing/2014/main" id="{FD5DBF33-3A59-DB48-8CFB-C8AD8CB51662}"/>
                </a:ext>
              </a:extLst>
            </p:cNvPr>
            <p:cNvGrpSpPr>
              <a:grpSpLocks/>
            </p:cNvGrpSpPr>
            <p:nvPr/>
          </p:nvGrpSpPr>
          <p:grpSpPr bwMode="auto">
            <a:xfrm>
              <a:off x="1676" y="1316"/>
              <a:ext cx="239" cy="711"/>
              <a:chOff x="1676" y="1316"/>
              <a:chExt cx="239" cy="711"/>
            </a:xfrm>
          </p:grpSpPr>
          <p:sp>
            <p:nvSpPr>
              <p:cNvPr id="248996" name="Freeform 164">
                <a:extLst>
                  <a:ext uri="{FF2B5EF4-FFF2-40B4-BE49-F238E27FC236}">
                    <a16:creationId xmlns:a16="http://schemas.microsoft.com/office/drawing/2014/main" id="{6BC48FCE-4361-904F-8FEB-D4C7C80FD224}"/>
                  </a:ext>
                </a:extLst>
              </p:cNvPr>
              <p:cNvSpPr>
                <a:spLocks/>
              </p:cNvSpPr>
              <p:nvPr/>
            </p:nvSpPr>
            <p:spPr bwMode="auto">
              <a:xfrm>
                <a:off x="1676" y="1317"/>
                <a:ext cx="32" cy="362"/>
              </a:xfrm>
              <a:custGeom>
                <a:avLst/>
                <a:gdLst>
                  <a:gd name="T0" fmla="*/ 0 w 32"/>
                  <a:gd name="T1" fmla="*/ 361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97" name="Freeform 165">
                <a:extLst>
                  <a:ext uri="{FF2B5EF4-FFF2-40B4-BE49-F238E27FC236}">
                    <a16:creationId xmlns:a16="http://schemas.microsoft.com/office/drawing/2014/main" id="{02AB8958-9D6C-F646-8C99-8F50BCF9DE0A}"/>
                  </a:ext>
                </a:extLst>
              </p:cNvPr>
              <p:cNvSpPr>
                <a:spLocks/>
              </p:cNvSpPr>
              <p:nvPr/>
            </p:nvSpPr>
            <p:spPr bwMode="auto">
              <a:xfrm>
                <a:off x="1709" y="1316"/>
                <a:ext cx="86" cy="711"/>
              </a:xfrm>
              <a:custGeom>
                <a:avLst/>
                <a:gdLst>
                  <a:gd name="T0" fmla="*/ 0 w 86"/>
                  <a:gd name="T1" fmla="*/ 0 h 711"/>
                  <a:gd name="T2" fmla="*/ 7 w 86"/>
                  <a:gd name="T3" fmla="*/ 4 h 711"/>
                  <a:gd name="T4" fmla="*/ 12 w 86"/>
                  <a:gd name="T5" fmla="*/ 16 h 711"/>
                  <a:gd name="T6" fmla="*/ 14 w 86"/>
                  <a:gd name="T7" fmla="*/ 33 h 711"/>
                  <a:gd name="T8" fmla="*/ 15 w 86"/>
                  <a:gd name="T9" fmla="*/ 59 h 711"/>
                  <a:gd name="T10" fmla="*/ 43 w 86"/>
                  <a:gd name="T11" fmla="*/ 653 h 711"/>
                  <a:gd name="T12" fmla="*/ 45 w 86"/>
                  <a:gd name="T13" fmla="*/ 686 h 711"/>
                  <a:gd name="T14" fmla="*/ 47 w 86"/>
                  <a:gd name="T15" fmla="*/ 696 h 711"/>
                  <a:gd name="T16" fmla="*/ 53 w 86"/>
                  <a:gd name="T17" fmla="*/ 706 h 711"/>
                  <a:gd name="T18" fmla="*/ 57 w 86"/>
                  <a:gd name="T19" fmla="*/ 710 h 711"/>
                  <a:gd name="T20" fmla="*/ 63 w 86"/>
                  <a:gd name="T21" fmla="*/ 702 h 711"/>
                  <a:gd name="T22" fmla="*/ 67 w 86"/>
                  <a:gd name="T23" fmla="*/ 686 h 711"/>
                  <a:gd name="T24" fmla="*/ 85 w 86"/>
                  <a:gd name="T25" fmla="*/ 381 h 7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11">
                    <a:moveTo>
                      <a:pt x="0" y="0"/>
                    </a:moveTo>
                    <a:lnTo>
                      <a:pt x="7" y="4"/>
                    </a:lnTo>
                    <a:lnTo>
                      <a:pt x="12" y="16"/>
                    </a:lnTo>
                    <a:lnTo>
                      <a:pt x="14" y="33"/>
                    </a:lnTo>
                    <a:lnTo>
                      <a:pt x="15" y="59"/>
                    </a:lnTo>
                    <a:lnTo>
                      <a:pt x="43" y="653"/>
                    </a:lnTo>
                    <a:lnTo>
                      <a:pt x="45" y="686"/>
                    </a:lnTo>
                    <a:lnTo>
                      <a:pt x="47" y="696"/>
                    </a:lnTo>
                    <a:lnTo>
                      <a:pt x="53" y="706"/>
                    </a:lnTo>
                    <a:lnTo>
                      <a:pt x="57" y="710"/>
                    </a:lnTo>
                    <a:lnTo>
                      <a:pt x="63" y="702"/>
                    </a:lnTo>
                    <a:lnTo>
                      <a:pt x="67" y="686"/>
                    </a:lnTo>
                    <a:lnTo>
                      <a:pt x="85" y="381"/>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98" name="Freeform 166">
                <a:extLst>
                  <a:ext uri="{FF2B5EF4-FFF2-40B4-BE49-F238E27FC236}">
                    <a16:creationId xmlns:a16="http://schemas.microsoft.com/office/drawing/2014/main" id="{7AD86FEA-78C5-B649-9EF3-A918B8EF8197}"/>
                  </a:ext>
                </a:extLst>
              </p:cNvPr>
              <p:cNvSpPr>
                <a:spLocks/>
              </p:cNvSpPr>
              <p:nvPr/>
            </p:nvSpPr>
            <p:spPr bwMode="auto">
              <a:xfrm>
                <a:off x="1795" y="1323"/>
                <a:ext cx="34" cy="365"/>
              </a:xfrm>
              <a:custGeom>
                <a:avLst/>
                <a:gdLst>
                  <a:gd name="T0" fmla="*/ 0 w 34"/>
                  <a:gd name="T1" fmla="*/ 364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sp>
            <p:nvSpPr>
              <p:cNvPr id="248999" name="Freeform 167">
                <a:extLst>
                  <a:ext uri="{FF2B5EF4-FFF2-40B4-BE49-F238E27FC236}">
                    <a16:creationId xmlns:a16="http://schemas.microsoft.com/office/drawing/2014/main" id="{AE7FD0E0-068B-BC4D-B05A-D0DE563E352E}"/>
                  </a:ext>
                </a:extLst>
              </p:cNvPr>
              <p:cNvSpPr>
                <a:spLocks/>
              </p:cNvSpPr>
              <p:nvPr/>
            </p:nvSpPr>
            <p:spPr bwMode="auto">
              <a:xfrm>
                <a:off x="1829" y="1317"/>
                <a:ext cx="86" cy="710"/>
              </a:xfrm>
              <a:custGeom>
                <a:avLst/>
                <a:gdLst>
                  <a:gd name="T0" fmla="*/ 0 w 86"/>
                  <a:gd name="T1" fmla="*/ 0 h 709"/>
                  <a:gd name="T2" fmla="*/ 7 w 86"/>
                  <a:gd name="T3" fmla="*/ 4 h 709"/>
                  <a:gd name="T4" fmla="*/ 12 w 86"/>
                  <a:gd name="T5" fmla="*/ 16 h 709"/>
                  <a:gd name="T6" fmla="*/ 14 w 86"/>
                  <a:gd name="T7" fmla="*/ 33 h 709"/>
                  <a:gd name="T8" fmla="*/ 15 w 86"/>
                  <a:gd name="T9" fmla="*/ 59 h 709"/>
                  <a:gd name="T10" fmla="*/ 43 w 86"/>
                  <a:gd name="T11" fmla="*/ 652 h 709"/>
                  <a:gd name="T12" fmla="*/ 45 w 86"/>
                  <a:gd name="T13" fmla="*/ 685 h 709"/>
                  <a:gd name="T14" fmla="*/ 47 w 86"/>
                  <a:gd name="T15" fmla="*/ 695 h 709"/>
                  <a:gd name="T16" fmla="*/ 53 w 86"/>
                  <a:gd name="T17" fmla="*/ 705 h 709"/>
                  <a:gd name="T18" fmla="*/ 57 w 86"/>
                  <a:gd name="T19" fmla="*/ 709 h 709"/>
                  <a:gd name="T20" fmla="*/ 63 w 86"/>
                  <a:gd name="T21" fmla="*/ 701 h 709"/>
                  <a:gd name="T22" fmla="*/ 67 w 86"/>
                  <a:gd name="T23" fmla="*/ 685 h 709"/>
                  <a:gd name="T24" fmla="*/ 85 w 86"/>
                  <a:gd name="T25" fmla="*/ 381 h 7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09">
                    <a:moveTo>
                      <a:pt x="0" y="0"/>
                    </a:moveTo>
                    <a:lnTo>
                      <a:pt x="7" y="4"/>
                    </a:lnTo>
                    <a:lnTo>
                      <a:pt x="12" y="16"/>
                    </a:lnTo>
                    <a:lnTo>
                      <a:pt x="14" y="33"/>
                    </a:lnTo>
                    <a:lnTo>
                      <a:pt x="15" y="59"/>
                    </a:lnTo>
                    <a:lnTo>
                      <a:pt x="43" y="651"/>
                    </a:lnTo>
                    <a:lnTo>
                      <a:pt x="45" y="684"/>
                    </a:lnTo>
                    <a:lnTo>
                      <a:pt x="47" y="694"/>
                    </a:lnTo>
                    <a:lnTo>
                      <a:pt x="53" y="704"/>
                    </a:lnTo>
                    <a:lnTo>
                      <a:pt x="57" y="708"/>
                    </a:lnTo>
                    <a:lnTo>
                      <a:pt x="63" y="700"/>
                    </a:lnTo>
                    <a:lnTo>
                      <a:pt x="67" y="684"/>
                    </a:lnTo>
                    <a:lnTo>
                      <a:pt x="85" y="380"/>
                    </a:lnTo>
                  </a:path>
                </a:pathLst>
              </a:custGeom>
              <a:noFill/>
              <a:ln w="38100" cap="rnd" cmpd="sng">
                <a:solidFill>
                  <a:schemeClr val="tx2"/>
                </a:solidFill>
                <a:prstDash val="solid"/>
                <a:round/>
                <a:headEnd type="none" w="med" len="med"/>
                <a:tailEnd type="none" w="med" len="med"/>
              </a:ln>
              <a:effectLst/>
            </p:spPr>
            <p:txBody>
              <a:bodyPr/>
              <a:lstStyle/>
              <a:p>
                <a:pPr>
                  <a:defRPr/>
                </a:pPr>
                <a:endParaRPr lang="zh-CN" altLang="en-US">
                  <a:cs typeface="+mn-cs"/>
                </a:endParaRPr>
              </a:p>
            </p:txBody>
          </p:sp>
        </p:grpSp>
        <p:sp>
          <p:nvSpPr>
            <p:cNvPr id="249000" name="Line 168">
              <a:extLst>
                <a:ext uri="{FF2B5EF4-FFF2-40B4-BE49-F238E27FC236}">
                  <a16:creationId xmlns:a16="http://schemas.microsoft.com/office/drawing/2014/main" id="{73541979-EC4D-0740-B35F-A5C1E31566D1}"/>
                </a:ext>
              </a:extLst>
            </p:cNvPr>
            <p:cNvSpPr>
              <a:spLocks noChangeShapeType="1"/>
            </p:cNvSpPr>
            <p:nvPr/>
          </p:nvSpPr>
          <p:spPr bwMode="auto">
            <a:xfrm flipV="1">
              <a:off x="1674" y="1661"/>
              <a:ext cx="3" cy="51"/>
            </a:xfrm>
            <a:prstGeom prst="line">
              <a:avLst/>
            </a:prstGeom>
            <a:noFill/>
            <a:ln w="38100">
              <a:solidFill>
                <a:schemeClr val="tx2"/>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sp>
        <p:nvSpPr>
          <p:cNvPr id="39019" name="幻灯片编号占位符 1">
            <a:extLst>
              <a:ext uri="{FF2B5EF4-FFF2-40B4-BE49-F238E27FC236}">
                <a16:creationId xmlns:a16="http://schemas.microsoft.com/office/drawing/2014/main" id="{1AD7B13B-C584-9C42-9B78-BA863170892D}"/>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A9922C2-28C8-AE4F-B2B6-A5283FC54C30}"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11</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020275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灯片编号占位符 3">
            <a:extLst>
              <a:ext uri="{FF2B5EF4-FFF2-40B4-BE49-F238E27FC236}">
                <a16:creationId xmlns:a16="http://schemas.microsoft.com/office/drawing/2014/main" id="{6BDE7F57-05B5-324F-B0EC-8F77B6D4775D}"/>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6E0138C-668C-3549-BC44-E25479B29B0B}"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12</a:t>
            </a:fld>
            <a:endParaRPr lang="en-US" altLang="zh-CN" sz="1050">
              <a:solidFill>
                <a:schemeClr val="bg2"/>
              </a:solidFill>
              <a:latin typeface="Tahoma" panose="020B0604030504040204" pitchFamily="34" charset="0"/>
              <a:ea typeface="宋体" panose="02010600030101010101" pitchFamily="2" charset="-122"/>
            </a:endParaRPr>
          </a:p>
        </p:txBody>
      </p:sp>
      <p:sp>
        <p:nvSpPr>
          <p:cNvPr id="40962" name="Rectangle 2">
            <a:extLst>
              <a:ext uri="{FF2B5EF4-FFF2-40B4-BE49-F238E27FC236}">
                <a16:creationId xmlns:a16="http://schemas.microsoft.com/office/drawing/2014/main" id="{65F6F54B-70AF-4E47-B112-EA7F254DC4CC}"/>
              </a:ext>
            </a:extLst>
          </p:cNvPr>
          <p:cNvSpPr>
            <a:spLocks noGrp="1" noChangeArrowheads="1"/>
          </p:cNvSpPr>
          <p:nvPr>
            <p:ph type="title"/>
          </p:nvPr>
        </p:nvSpPr>
        <p:spPr>
          <a:xfrm>
            <a:off x="182880" y="160735"/>
            <a:ext cx="7630002" cy="736997"/>
          </a:xfrm>
        </p:spPr>
        <p:txBody>
          <a:bodyPr/>
          <a:lstStyle/>
          <a:p>
            <a:pPr eaLnBrk="1" hangingPunct="1"/>
            <a:r>
              <a:rPr lang="zh-CN" altLang="en-US" dirty="0">
                <a:latin typeface="微软雅黑" panose="020B0503020204020204" pitchFamily="34" charset="-122"/>
                <a:ea typeface="宋体" panose="02010600030101010101" pitchFamily="2" charset="-122"/>
                <a:sym typeface="Symbol" pitchFamily="2" charset="2"/>
              </a:rPr>
              <a:t>几种最基本的调制方法</a:t>
            </a:r>
          </a:p>
        </p:txBody>
      </p:sp>
      <p:sp>
        <p:nvSpPr>
          <p:cNvPr id="40963" name="Rectangle 3">
            <a:extLst>
              <a:ext uri="{FF2B5EF4-FFF2-40B4-BE49-F238E27FC236}">
                <a16:creationId xmlns:a16="http://schemas.microsoft.com/office/drawing/2014/main" id="{599C53CE-98D0-5D43-89D5-D5CAA25CCAFC}"/>
              </a:ext>
            </a:extLst>
          </p:cNvPr>
          <p:cNvSpPr>
            <a:spLocks noGrp="1" noChangeArrowheads="1"/>
          </p:cNvSpPr>
          <p:nvPr>
            <p:ph type="body" idx="1"/>
          </p:nvPr>
        </p:nvSpPr>
        <p:spPr>
          <a:xfrm>
            <a:off x="274320" y="1062990"/>
            <a:ext cx="8652510" cy="3561398"/>
          </a:xfrm>
        </p:spPr>
        <p:txBody>
          <a:bodyPr/>
          <a:lstStyle/>
          <a:p>
            <a:pPr marL="0" indent="0" algn="just" eaLnBrk="1" hangingPunct="1">
              <a:buNone/>
            </a:pPr>
            <a:r>
              <a:rPr lang="zh-CN" altLang="en-US" sz="2100">
                <a:latin typeface="微软雅黑" panose="020B0503020204020204" pitchFamily="34" charset="-122"/>
                <a:ea typeface="宋体" panose="02010600030101010101" pitchFamily="2" charset="-122"/>
                <a:sym typeface="Symbol" pitchFamily="2" charset="2"/>
              </a:rPr>
              <a:t>所谓调制就是进行波形变换。或者更严格地讲，是进行频谱变换，将基</a:t>
            </a:r>
            <a:r>
              <a:rPr lang="zh-CN" altLang="en-US" sz="2100">
                <a:solidFill>
                  <a:srgbClr val="FF0000"/>
                </a:solidFill>
                <a:latin typeface="微软雅黑" panose="020B0503020204020204" pitchFamily="34" charset="-122"/>
                <a:ea typeface="宋体" panose="02010600030101010101" pitchFamily="2" charset="-122"/>
                <a:sym typeface="Symbol" pitchFamily="2" charset="2"/>
              </a:rPr>
              <a:t>带数字信号</a:t>
            </a:r>
            <a:r>
              <a:rPr lang="zh-CN" altLang="en-US" sz="2100">
                <a:latin typeface="微软雅黑" panose="020B0503020204020204" pitchFamily="34" charset="-122"/>
                <a:ea typeface="宋体" panose="02010600030101010101" pitchFamily="2" charset="-122"/>
                <a:sym typeface="Symbol" pitchFamily="2" charset="2"/>
              </a:rPr>
              <a:t>的频谱变换成为适合于在</a:t>
            </a:r>
            <a:r>
              <a:rPr lang="zh-CN" altLang="en-US" sz="2100">
                <a:solidFill>
                  <a:srgbClr val="FF0000"/>
                </a:solidFill>
                <a:latin typeface="微软雅黑" panose="020B0503020204020204" pitchFamily="34" charset="-122"/>
                <a:ea typeface="宋体" panose="02010600030101010101" pitchFamily="2" charset="-122"/>
                <a:sym typeface="Symbol" pitchFamily="2" charset="2"/>
              </a:rPr>
              <a:t>模拟信道</a:t>
            </a:r>
            <a:r>
              <a:rPr lang="zh-CN" altLang="en-US" sz="2100">
                <a:latin typeface="微软雅黑" panose="020B0503020204020204" pitchFamily="34" charset="-122"/>
                <a:ea typeface="宋体" panose="02010600030101010101" pitchFamily="2" charset="-122"/>
                <a:sym typeface="Symbol" pitchFamily="2" charset="2"/>
              </a:rPr>
              <a:t>中传输的频谱。最基本的调制方法有以下几种：</a:t>
            </a:r>
          </a:p>
          <a:p>
            <a:pPr marL="0" indent="0" algn="just" eaLnBrk="1" hangingPunct="1">
              <a:buNone/>
            </a:pPr>
            <a:r>
              <a:rPr lang="en-US" altLang="zh-CN" sz="2100">
                <a:solidFill>
                  <a:srgbClr val="FF0000"/>
                </a:solidFill>
                <a:latin typeface="微软雅黑" panose="020B0503020204020204" pitchFamily="34" charset="-122"/>
                <a:ea typeface="宋体" panose="02010600030101010101" pitchFamily="2" charset="-122"/>
                <a:sym typeface="Symbol" pitchFamily="2" charset="2"/>
              </a:rPr>
              <a:t>(1)</a:t>
            </a:r>
            <a:r>
              <a:rPr lang="zh-CN" altLang="en-US" sz="2100">
                <a:solidFill>
                  <a:srgbClr val="FF0000"/>
                </a:solidFill>
                <a:latin typeface="微软雅黑" panose="020B0503020204020204" pitchFamily="34" charset="-122"/>
                <a:ea typeface="宋体" panose="02010600030101010101" pitchFamily="2" charset="-122"/>
                <a:sym typeface="Symbol" pitchFamily="2" charset="2"/>
              </a:rPr>
              <a:t>调幅</a:t>
            </a:r>
            <a:r>
              <a:rPr lang="en-US" altLang="zh-CN" sz="2100">
                <a:solidFill>
                  <a:srgbClr val="FF0000"/>
                </a:solidFill>
                <a:latin typeface="微软雅黑" panose="020B0503020204020204" pitchFamily="34" charset="-122"/>
                <a:ea typeface="宋体" panose="02010600030101010101" pitchFamily="2" charset="-122"/>
                <a:sym typeface="Symbol" pitchFamily="2" charset="2"/>
              </a:rPr>
              <a:t>(AM) </a:t>
            </a:r>
            <a:r>
              <a:rPr lang="zh-CN" altLang="en-US" sz="2100">
                <a:latin typeface="微软雅黑" panose="020B0503020204020204" pitchFamily="34" charset="-122"/>
                <a:ea typeface="宋体" panose="02010600030101010101" pitchFamily="2" charset="-122"/>
                <a:sym typeface="Symbol" pitchFamily="2" charset="2"/>
              </a:rPr>
              <a:t>即载波的振幅随基带数字信号而变化。例如，</a:t>
            </a:r>
            <a:r>
              <a:rPr lang="en-US" altLang="zh-CN" sz="2100">
                <a:latin typeface="微软雅黑" panose="020B0503020204020204" pitchFamily="34" charset="-122"/>
                <a:ea typeface="宋体" panose="02010600030101010101" pitchFamily="2" charset="-122"/>
                <a:sym typeface="Symbol" pitchFamily="2" charset="2"/>
              </a:rPr>
              <a:t>0</a:t>
            </a:r>
            <a:r>
              <a:rPr lang="zh-CN" altLang="en-US" sz="2100">
                <a:latin typeface="微软雅黑" panose="020B0503020204020204" pitchFamily="34" charset="-122"/>
                <a:ea typeface="宋体" panose="02010600030101010101" pitchFamily="2" charset="-122"/>
                <a:sym typeface="Symbol" pitchFamily="2" charset="2"/>
              </a:rPr>
              <a:t>对应于无载波输出，而</a:t>
            </a:r>
            <a:r>
              <a:rPr lang="en-US" altLang="zh-CN" sz="2100">
                <a:latin typeface="微软雅黑" panose="020B0503020204020204" pitchFamily="34" charset="-122"/>
                <a:ea typeface="宋体" panose="02010600030101010101" pitchFamily="2" charset="-122"/>
                <a:sym typeface="Symbol" pitchFamily="2" charset="2"/>
              </a:rPr>
              <a:t>1</a:t>
            </a:r>
            <a:r>
              <a:rPr lang="zh-CN" altLang="en-US" sz="2100">
                <a:latin typeface="微软雅黑" panose="020B0503020204020204" pitchFamily="34" charset="-122"/>
                <a:ea typeface="宋体" panose="02010600030101010101" pitchFamily="2" charset="-122"/>
                <a:sym typeface="Symbol" pitchFamily="2" charset="2"/>
              </a:rPr>
              <a:t>对应于有载波输出。</a:t>
            </a:r>
          </a:p>
          <a:p>
            <a:pPr marL="0" indent="0" algn="just" eaLnBrk="1" hangingPunct="1">
              <a:buNone/>
            </a:pPr>
            <a:r>
              <a:rPr lang="en-US" altLang="zh-CN" sz="2100">
                <a:solidFill>
                  <a:srgbClr val="FF0000"/>
                </a:solidFill>
                <a:latin typeface="微软雅黑" panose="020B0503020204020204" pitchFamily="34" charset="-122"/>
                <a:ea typeface="宋体" panose="02010600030101010101" pitchFamily="2" charset="-122"/>
                <a:sym typeface="Symbol" pitchFamily="2" charset="2"/>
              </a:rPr>
              <a:t>(2)</a:t>
            </a:r>
            <a:r>
              <a:rPr lang="zh-CN" altLang="en-US" sz="2100">
                <a:solidFill>
                  <a:srgbClr val="FF0000"/>
                </a:solidFill>
                <a:latin typeface="微软雅黑" panose="020B0503020204020204" pitchFamily="34" charset="-122"/>
                <a:ea typeface="宋体" panose="02010600030101010101" pitchFamily="2" charset="-122"/>
                <a:sym typeface="Symbol" pitchFamily="2" charset="2"/>
              </a:rPr>
              <a:t>调频</a:t>
            </a:r>
            <a:r>
              <a:rPr lang="en-US" altLang="zh-CN" sz="2100">
                <a:solidFill>
                  <a:srgbClr val="FF0000"/>
                </a:solidFill>
                <a:latin typeface="微软雅黑" panose="020B0503020204020204" pitchFamily="34" charset="-122"/>
                <a:ea typeface="宋体" panose="02010600030101010101" pitchFamily="2" charset="-122"/>
                <a:sym typeface="Symbol" pitchFamily="2" charset="2"/>
              </a:rPr>
              <a:t>(FM) </a:t>
            </a:r>
            <a:r>
              <a:rPr lang="zh-CN" altLang="en-US" sz="2100">
                <a:latin typeface="微软雅黑" panose="020B0503020204020204" pitchFamily="34" charset="-122"/>
                <a:ea typeface="宋体" panose="02010600030101010101" pitchFamily="2" charset="-122"/>
                <a:sym typeface="Symbol" pitchFamily="2" charset="2"/>
              </a:rPr>
              <a:t>即载波的频率随基带数字信号而变化。例如，</a:t>
            </a:r>
            <a:r>
              <a:rPr lang="en-US" altLang="zh-CN" sz="2100">
                <a:latin typeface="微软雅黑" panose="020B0503020204020204" pitchFamily="34" charset="-122"/>
                <a:ea typeface="宋体" panose="02010600030101010101" pitchFamily="2" charset="-122"/>
                <a:sym typeface="Symbol" pitchFamily="2" charset="2"/>
              </a:rPr>
              <a:t>0</a:t>
            </a:r>
            <a:r>
              <a:rPr lang="zh-CN" altLang="en-US" sz="2100">
                <a:latin typeface="微软雅黑" panose="020B0503020204020204" pitchFamily="34" charset="-122"/>
                <a:ea typeface="宋体" panose="02010600030101010101" pitchFamily="2" charset="-122"/>
                <a:sym typeface="Symbol" pitchFamily="2" charset="2"/>
              </a:rPr>
              <a:t>对应于频率</a:t>
            </a:r>
            <a:r>
              <a:rPr lang="en-US" altLang="zh-CN" sz="2100">
                <a:latin typeface="微软雅黑" panose="020B0503020204020204" pitchFamily="34" charset="-122"/>
                <a:ea typeface="宋体" panose="02010600030101010101" pitchFamily="2" charset="-122"/>
                <a:sym typeface="Symbol" pitchFamily="2" charset="2"/>
              </a:rPr>
              <a:t>f1</a:t>
            </a:r>
            <a:r>
              <a:rPr lang="zh-CN" altLang="en-US" sz="2100">
                <a:latin typeface="微软雅黑" panose="020B0503020204020204" pitchFamily="34" charset="-122"/>
                <a:ea typeface="宋体" panose="02010600030101010101" pitchFamily="2" charset="-122"/>
                <a:sym typeface="Symbol" pitchFamily="2" charset="2"/>
              </a:rPr>
              <a:t>，而</a:t>
            </a:r>
            <a:r>
              <a:rPr lang="en-US" altLang="zh-CN" sz="2100">
                <a:latin typeface="微软雅黑" panose="020B0503020204020204" pitchFamily="34" charset="-122"/>
                <a:ea typeface="宋体" panose="02010600030101010101" pitchFamily="2" charset="-122"/>
                <a:sym typeface="Symbol" pitchFamily="2" charset="2"/>
              </a:rPr>
              <a:t>1</a:t>
            </a:r>
            <a:r>
              <a:rPr lang="zh-CN" altLang="en-US" sz="2100">
                <a:latin typeface="微软雅黑" panose="020B0503020204020204" pitchFamily="34" charset="-122"/>
                <a:ea typeface="宋体" panose="02010600030101010101" pitchFamily="2" charset="-122"/>
                <a:sym typeface="Symbol" pitchFamily="2" charset="2"/>
              </a:rPr>
              <a:t>对应于频率</a:t>
            </a:r>
            <a:r>
              <a:rPr lang="en-US" altLang="zh-CN" sz="2100">
                <a:latin typeface="微软雅黑" panose="020B0503020204020204" pitchFamily="34" charset="-122"/>
                <a:ea typeface="宋体" panose="02010600030101010101" pitchFamily="2" charset="-122"/>
                <a:sym typeface="Symbol" pitchFamily="2" charset="2"/>
              </a:rPr>
              <a:t>f2</a:t>
            </a:r>
            <a:r>
              <a:rPr lang="zh-CN" altLang="en-US" sz="2100">
                <a:latin typeface="微软雅黑" panose="020B0503020204020204" pitchFamily="34" charset="-122"/>
                <a:ea typeface="宋体" panose="02010600030101010101" pitchFamily="2" charset="-122"/>
                <a:sym typeface="Symbol" pitchFamily="2" charset="2"/>
              </a:rPr>
              <a:t>。</a:t>
            </a:r>
          </a:p>
          <a:p>
            <a:pPr marL="0" indent="0" algn="just" eaLnBrk="1" hangingPunct="1">
              <a:buNone/>
            </a:pPr>
            <a:r>
              <a:rPr lang="en-US" altLang="zh-CN" sz="2100">
                <a:solidFill>
                  <a:srgbClr val="FF0000"/>
                </a:solidFill>
                <a:latin typeface="微软雅黑" panose="020B0503020204020204" pitchFamily="34" charset="-122"/>
                <a:ea typeface="宋体" panose="02010600030101010101" pitchFamily="2" charset="-122"/>
                <a:sym typeface="Symbol" pitchFamily="2" charset="2"/>
              </a:rPr>
              <a:t>(3)</a:t>
            </a:r>
            <a:r>
              <a:rPr lang="zh-CN" altLang="en-US" sz="2100">
                <a:solidFill>
                  <a:srgbClr val="FF0000"/>
                </a:solidFill>
                <a:latin typeface="微软雅黑" panose="020B0503020204020204" pitchFamily="34" charset="-122"/>
                <a:ea typeface="宋体" panose="02010600030101010101" pitchFamily="2" charset="-122"/>
                <a:sym typeface="Symbol" pitchFamily="2" charset="2"/>
              </a:rPr>
              <a:t>调相</a:t>
            </a:r>
            <a:r>
              <a:rPr lang="en-US" altLang="zh-CN" sz="2100">
                <a:solidFill>
                  <a:srgbClr val="FF0000"/>
                </a:solidFill>
                <a:latin typeface="微软雅黑" panose="020B0503020204020204" pitchFamily="34" charset="-122"/>
                <a:ea typeface="宋体" panose="02010600030101010101" pitchFamily="2" charset="-122"/>
                <a:sym typeface="Symbol" pitchFamily="2" charset="2"/>
              </a:rPr>
              <a:t>(PM) </a:t>
            </a:r>
            <a:r>
              <a:rPr lang="zh-CN" altLang="en-US" sz="2100">
                <a:latin typeface="微软雅黑" panose="020B0503020204020204" pitchFamily="34" charset="-122"/>
                <a:ea typeface="宋体" panose="02010600030101010101" pitchFamily="2" charset="-122"/>
                <a:sym typeface="Symbol" pitchFamily="2" charset="2"/>
              </a:rPr>
              <a:t>即载波的初始相位随基带数字信号而变化。例如，</a:t>
            </a:r>
            <a:r>
              <a:rPr lang="en-US" altLang="zh-CN" sz="2100">
                <a:latin typeface="微软雅黑" panose="020B0503020204020204" pitchFamily="34" charset="-122"/>
                <a:ea typeface="宋体" panose="02010600030101010101" pitchFamily="2" charset="-122"/>
                <a:sym typeface="Symbol" pitchFamily="2" charset="2"/>
              </a:rPr>
              <a:t>0</a:t>
            </a:r>
            <a:r>
              <a:rPr lang="zh-CN" altLang="en-US" sz="2100">
                <a:latin typeface="微软雅黑" panose="020B0503020204020204" pitchFamily="34" charset="-122"/>
                <a:ea typeface="宋体" panose="02010600030101010101" pitchFamily="2" charset="-122"/>
                <a:sym typeface="Symbol" pitchFamily="2" charset="2"/>
              </a:rPr>
              <a:t>对应于相位</a:t>
            </a:r>
            <a:r>
              <a:rPr lang="en-US" altLang="zh-CN" sz="2100">
                <a:latin typeface="微软雅黑" panose="020B0503020204020204" pitchFamily="34" charset="-122"/>
                <a:ea typeface="宋体" panose="02010600030101010101" pitchFamily="2" charset="-122"/>
                <a:sym typeface="Symbol" pitchFamily="2" charset="2"/>
              </a:rPr>
              <a:t>0</a:t>
            </a:r>
            <a:r>
              <a:rPr lang="en-US" altLang="zh-CN" sz="2100" baseline="30000">
                <a:latin typeface="微软雅黑" panose="020B0503020204020204" pitchFamily="34" charset="-122"/>
                <a:ea typeface="宋体" panose="02010600030101010101" pitchFamily="2" charset="-122"/>
                <a:sym typeface="Symbol" pitchFamily="2" charset="2"/>
              </a:rPr>
              <a:t>o</a:t>
            </a:r>
            <a:r>
              <a:rPr lang="zh-CN" altLang="en-US" sz="2100">
                <a:latin typeface="微软雅黑" panose="020B0503020204020204" pitchFamily="34" charset="-122"/>
                <a:ea typeface="宋体" panose="02010600030101010101" pitchFamily="2" charset="-122"/>
                <a:sym typeface="Symbol" pitchFamily="2" charset="2"/>
              </a:rPr>
              <a:t>，而</a:t>
            </a:r>
            <a:r>
              <a:rPr lang="en-US" altLang="zh-CN" sz="2100">
                <a:latin typeface="微软雅黑" panose="020B0503020204020204" pitchFamily="34" charset="-122"/>
                <a:ea typeface="宋体" panose="02010600030101010101" pitchFamily="2" charset="-122"/>
                <a:sym typeface="Symbol" pitchFamily="2" charset="2"/>
              </a:rPr>
              <a:t>1</a:t>
            </a:r>
            <a:r>
              <a:rPr lang="zh-CN" altLang="en-US" sz="2100">
                <a:latin typeface="微软雅黑" panose="020B0503020204020204" pitchFamily="34" charset="-122"/>
                <a:ea typeface="宋体" panose="02010600030101010101" pitchFamily="2" charset="-122"/>
                <a:sym typeface="Symbol" pitchFamily="2" charset="2"/>
              </a:rPr>
              <a:t>对应于</a:t>
            </a:r>
            <a:r>
              <a:rPr lang="en-US" altLang="zh-CN" sz="2100">
                <a:latin typeface="微软雅黑" panose="020B0503020204020204" pitchFamily="34" charset="-122"/>
                <a:ea typeface="宋体" panose="02010600030101010101" pitchFamily="2" charset="-122"/>
                <a:sym typeface="Symbol" pitchFamily="2" charset="2"/>
              </a:rPr>
              <a:t>180</a:t>
            </a:r>
            <a:r>
              <a:rPr lang="en-US" altLang="zh-CN" sz="2100" baseline="30000">
                <a:latin typeface="微软雅黑" panose="020B0503020204020204" pitchFamily="34" charset="-122"/>
                <a:ea typeface="宋体" panose="02010600030101010101" pitchFamily="2" charset="-122"/>
                <a:sym typeface="Symbol" pitchFamily="2" charset="2"/>
              </a:rPr>
              <a:t>o</a:t>
            </a:r>
            <a:r>
              <a:rPr lang="zh-CN" altLang="en-US" sz="2100">
                <a:latin typeface="微软雅黑" panose="020B0503020204020204" pitchFamily="34" charset="-122"/>
                <a:ea typeface="宋体" panose="02010600030101010101" pitchFamily="2" charset="-122"/>
                <a:sym typeface="Symbol" pitchFamily="2" charset="2"/>
              </a:rPr>
              <a:t>。 </a:t>
            </a:r>
          </a:p>
        </p:txBody>
      </p:sp>
    </p:spTree>
    <p:extLst>
      <p:ext uri="{BB962C8B-B14F-4D97-AF65-F5344CB8AC3E}">
        <p14:creationId xmlns:p14="http://schemas.microsoft.com/office/powerpoint/2010/main" val="4350680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灯片编号占位符 3">
            <a:extLst>
              <a:ext uri="{FF2B5EF4-FFF2-40B4-BE49-F238E27FC236}">
                <a16:creationId xmlns:a16="http://schemas.microsoft.com/office/drawing/2014/main" id="{6228ECE4-47B0-6B46-B928-4A783CC757D9}"/>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082BFA6-0FE6-064F-B062-2CC00E14AF96}"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13</a:t>
            </a:fld>
            <a:endParaRPr lang="en-US" altLang="zh-CN" sz="1050">
              <a:solidFill>
                <a:schemeClr val="bg2"/>
              </a:solidFill>
              <a:latin typeface="Tahoma" panose="020B0604030504040204" pitchFamily="34" charset="0"/>
              <a:ea typeface="宋体" panose="02010600030101010101" pitchFamily="2" charset="-122"/>
            </a:endParaRPr>
          </a:p>
        </p:txBody>
      </p:sp>
      <p:sp>
        <p:nvSpPr>
          <p:cNvPr id="43010" name="Rectangle 2">
            <a:extLst>
              <a:ext uri="{FF2B5EF4-FFF2-40B4-BE49-F238E27FC236}">
                <a16:creationId xmlns:a16="http://schemas.microsoft.com/office/drawing/2014/main" id="{771B8162-1714-9846-8B0F-A76A05D2EE8B}"/>
              </a:ext>
            </a:extLst>
          </p:cNvPr>
          <p:cNvSpPr>
            <a:spLocks noGrp="1" noChangeArrowheads="1"/>
          </p:cNvSpPr>
          <p:nvPr>
            <p:ph type="title"/>
          </p:nvPr>
        </p:nvSpPr>
        <p:spPr/>
        <p:txBody>
          <a:bodyPr/>
          <a:lstStyle/>
          <a:p>
            <a:pPr eaLnBrk="1" hangingPunct="1"/>
            <a:r>
              <a:rPr lang="zh-CN" altLang="en-US" sz="3600">
                <a:latin typeface="微软雅黑" panose="020B0503020204020204" pitchFamily="34" charset="-122"/>
                <a:ea typeface="宋体" panose="02010600030101010101" pitchFamily="2" charset="-122"/>
                <a:sym typeface="Symbol" pitchFamily="2" charset="2"/>
              </a:rPr>
              <a:t>常用的三种调制技术</a:t>
            </a:r>
          </a:p>
        </p:txBody>
      </p:sp>
      <p:sp>
        <p:nvSpPr>
          <p:cNvPr id="43011" name="Rectangle 3">
            <a:extLst>
              <a:ext uri="{FF2B5EF4-FFF2-40B4-BE49-F238E27FC236}">
                <a16:creationId xmlns:a16="http://schemas.microsoft.com/office/drawing/2014/main" id="{9544A98B-12C6-FF4C-B305-838E53EF3B39}"/>
              </a:ext>
            </a:extLst>
          </p:cNvPr>
          <p:cNvSpPr>
            <a:spLocks noGrp="1" noChangeArrowheads="1"/>
          </p:cNvSpPr>
          <p:nvPr>
            <p:ph type="body" idx="1"/>
          </p:nvPr>
        </p:nvSpPr>
        <p:spPr>
          <a:xfrm>
            <a:off x="262890" y="1028700"/>
            <a:ext cx="8675626" cy="3540919"/>
          </a:xfrm>
        </p:spPr>
        <p:txBody>
          <a:bodyPr/>
          <a:lstStyle/>
          <a:p>
            <a:pPr eaLnBrk="1" hangingPunct="1"/>
            <a:r>
              <a:rPr lang="zh-CN" altLang="en-US" dirty="0">
                <a:latin typeface="微软雅黑" panose="020B0503020204020204" pitchFamily="34" charset="-122"/>
                <a:ea typeface="宋体" panose="02010600030101010101" pitchFamily="2" charset="-122"/>
              </a:rPr>
              <a:t>根据载波 </a:t>
            </a:r>
            <a:r>
              <a:rPr lang="en-US" altLang="zh-CN" dirty="0" err="1">
                <a:latin typeface="微软雅黑" panose="020B0503020204020204" pitchFamily="34" charset="-122"/>
                <a:ea typeface="宋体" panose="02010600030101010101" pitchFamily="2" charset="-122"/>
              </a:rPr>
              <a:t>Asin</a:t>
            </a:r>
            <a:r>
              <a:rPr lang="en-US" altLang="zh-CN" dirty="0">
                <a:latin typeface="微软雅黑" panose="020B0503020204020204" pitchFamily="34" charset="-122"/>
                <a:ea typeface="宋体" panose="02010600030101010101" pitchFamily="2" charset="-122"/>
              </a:rPr>
              <a:t>(</a:t>
            </a:r>
            <a:r>
              <a:rPr lang="en-US" altLang="zh-CN" dirty="0">
                <a:latin typeface="微软雅黑" panose="020B0503020204020204" pitchFamily="34" charset="-122"/>
                <a:ea typeface="宋体" panose="02010600030101010101" pitchFamily="2" charset="-122"/>
                <a:sym typeface="Symbol" pitchFamily="2" charset="2"/>
              </a:rPr>
              <a:t>t + )</a:t>
            </a:r>
            <a:r>
              <a:rPr lang="zh-CN" altLang="en-US" dirty="0">
                <a:latin typeface="微软雅黑" panose="020B0503020204020204" pitchFamily="34" charset="-122"/>
                <a:ea typeface="宋体" panose="02010600030101010101" pitchFamily="2" charset="-122"/>
                <a:sym typeface="Symbol" pitchFamily="2" charset="2"/>
              </a:rPr>
              <a:t>的三个特性：幅度、频率、相位，产生常用的三种调制技术：</a:t>
            </a:r>
            <a:endParaRPr lang="zh-CN" altLang="zh-CN" dirty="0">
              <a:latin typeface="微软雅黑" panose="020B0503020204020204" pitchFamily="34" charset="-122"/>
              <a:ea typeface="宋体" panose="02010600030101010101" pitchFamily="2" charset="-122"/>
              <a:sym typeface="Symbol" pitchFamily="2" charset="2"/>
            </a:endParaRPr>
          </a:p>
          <a:p>
            <a:pPr lvl="1" eaLnBrk="1" hangingPunct="1"/>
            <a:r>
              <a:rPr lang="zh-CN" altLang="en-US" dirty="0">
                <a:latin typeface="微软雅黑" panose="020B0503020204020204" pitchFamily="34" charset="-122"/>
                <a:ea typeface="宋体" panose="02010600030101010101" pitchFamily="2" charset="-122"/>
              </a:rPr>
              <a:t>幅移键控法 </a:t>
            </a:r>
            <a:r>
              <a:rPr lang="en-US" altLang="zh-CN" dirty="0">
                <a:latin typeface="微软雅黑" panose="020B0503020204020204" pitchFamily="34" charset="-122"/>
                <a:ea typeface="宋体" panose="02010600030101010101" pitchFamily="2" charset="-122"/>
              </a:rPr>
              <a:t>Amplitude-shift keying (ASK)</a:t>
            </a:r>
          </a:p>
          <a:p>
            <a:pPr lvl="1" eaLnBrk="1" hangingPunct="1"/>
            <a:r>
              <a:rPr lang="zh-CN" altLang="en-US" dirty="0">
                <a:latin typeface="微软雅黑" panose="020B0503020204020204" pitchFamily="34" charset="-122"/>
                <a:ea typeface="宋体" panose="02010600030101010101" pitchFamily="2" charset="-122"/>
              </a:rPr>
              <a:t>频移键控法 </a:t>
            </a:r>
            <a:r>
              <a:rPr lang="en-US" altLang="zh-CN" dirty="0">
                <a:latin typeface="微软雅黑" panose="020B0503020204020204" pitchFamily="34" charset="-122"/>
                <a:ea typeface="宋体" panose="02010600030101010101" pitchFamily="2" charset="-122"/>
              </a:rPr>
              <a:t>Frequency-shift keying (FSK)</a:t>
            </a:r>
          </a:p>
          <a:p>
            <a:pPr lvl="1" eaLnBrk="1" hangingPunct="1"/>
            <a:r>
              <a:rPr lang="zh-CN" altLang="en-US" dirty="0">
                <a:latin typeface="微软雅黑" panose="020B0503020204020204" pitchFamily="34" charset="-122"/>
                <a:ea typeface="宋体" panose="02010600030101010101" pitchFamily="2" charset="-122"/>
              </a:rPr>
              <a:t>相移键控法 </a:t>
            </a:r>
            <a:r>
              <a:rPr lang="en-US" altLang="zh-CN" dirty="0">
                <a:latin typeface="微软雅黑" panose="020B0503020204020204" pitchFamily="34" charset="-122"/>
                <a:ea typeface="宋体" panose="02010600030101010101" pitchFamily="2" charset="-122"/>
              </a:rPr>
              <a:t>Phase-shift keying (PSK) </a:t>
            </a:r>
            <a:endParaRPr lang="en-US" altLang="zh-CN" sz="1800" dirty="0">
              <a:latin typeface="微软雅黑" panose="020B0503020204020204" pitchFamily="34" charset="-122"/>
              <a:ea typeface="宋体" panose="02010600030101010101" pitchFamily="2" charset="-122"/>
            </a:endParaRPr>
          </a:p>
          <a:p>
            <a:pPr eaLnBrk="1" hangingPunct="1"/>
            <a:endParaRPr lang="en-US" altLang="zh-CN" sz="2700" dirty="0">
              <a:latin typeface="微软雅黑" panose="020B0503020204020204" pitchFamily="34" charset="-122"/>
              <a:ea typeface="宋体" panose="02010600030101010101" pitchFamily="2" charset="-122"/>
            </a:endParaRPr>
          </a:p>
        </p:txBody>
      </p:sp>
    </p:spTree>
    <p:extLst>
      <p:ext uri="{BB962C8B-B14F-4D97-AF65-F5344CB8AC3E}">
        <p14:creationId xmlns:p14="http://schemas.microsoft.com/office/powerpoint/2010/main" val="41354843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灯片编号占位符 1">
            <a:extLst>
              <a:ext uri="{FF2B5EF4-FFF2-40B4-BE49-F238E27FC236}">
                <a16:creationId xmlns:a16="http://schemas.microsoft.com/office/drawing/2014/main" id="{F2C10B82-09FA-944E-8864-38295AA1EB96}"/>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0875BBF-58B7-2041-B900-3F59EA31B055}"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14</a:t>
            </a:fld>
            <a:endParaRPr lang="en-US" altLang="zh-CN" sz="1050">
              <a:solidFill>
                <a:schemeClr val="bg2"/>
              </a:solidFill>
              <a:latin typeface="Tahoma" panose="020B0604030504040204" pitchFamily="34" charset="0"/>
              <a:ea typeface="宋体" panose="02010600030101010101" pitchFamily="2" charset="-122"/>
            </a:endParaRPr>
          </a:p>
        </p:txBody>
      </p:sp>
      <p:sp>
        <p:nvSpPr>
          <p:cNvPr id="45058" name="Rectangle 2">
            <a:extLst>
              <a:ext uri="{FF2B5EF4-FFF2-40B4-BE49-F238E27FC236}">
                <a16:creationId xmlns:a16="http://schemas.microsoft.com/office/drawing/2014/main" id="{A811B75B-6F4E-4F41-BD71-071F38B8489B}"/>
              </a:ext>
            </a:extLst>
          </p:cNvPr>
          <p:cNvSpPr>
            <a:spLocks noChangeArrowheads="1"/>
          </p:cNvSpPr>
          <p:nvPr/>
        </p:nvSpPr>
        <p:spPr bwMode="auto">
          <a:xfrm>
            <a:off x="1143000" y="685800"/>
            <a:ext cx="6858000" cy="400050"/>
          </a:xfrm>
          <a:prstGeom prst="rect">
            <a:avLst/>
          </a:prstGeom>
          <a:solidFill>
            <a:schemeClr val="bg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45059" name="Rectangle 3">
            <a:extLst>
              <a:ext uri="{FF2B5EF4-FFF2-40B4-BE49-F238E27FC236}">
                <a16:creationId xmlns:a16="http://schemas.microsoft.com/office/drawing/2014/main" id="{B28DCF32-4B07-214F-AA1C-B1CF0368BD7F}"/>
              </a:ext>
            </a:extLst>
          </p:cNvPr>
          <p:cNvSpPr>
            <a:spLocks noChangeArrowheads="1"/>
          </p:cNvSpPr>
          <p:nvPr/>
        </p:nvSpPr>
        <p:spPr bwMode="auto">
          <a:xfrm>
            <a:off x="1439467" y="4030266"/>
            <a:ext cx="3174206" cy="863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Font typeface="Wingdings" pitchFamily="2" charset="2"/>
              <a:buNone/>
            </a:pPr>
            <a:r>
              <a:rPr lang="en-US" altLang="zh-CN" sz="1800">
                <a:solidFill>
                  <a:schemeClr val="hlink"/>
                </a:solidFill>
                <a:latin typeface="微软雅黑" panose="020B0503020204020204" pitchFamily="34" charset="-122"/>
                <a:ea typeface="宋体" panose="02010600030101010101" pitchFamily="2" charset="-122"/>
              </a:rPr>
              <a:t> (a)</a:t>
            </a:r>
            <a:r>
              <a:rPr lang="en-US" altLang="zh-CN" sz="1800">
                <a:latin typeface="微软雅黑" panose="020B0503020204020204" pitchFamily="34" charset="-122"/>
                <a:ea typeface="宋体" panose="02010600030101010101" pitchFamily="2" charset="-122"/>
              </a:rPr>
              <a:t> A binary signal</a:t>
            </a:r>
          </a:p>
          <a:p>
            <a:pPr eaLnBrk="1" hangingPunct="1">
              <a:buFont typeface="Wingdings" pitchFamily="2" charset="2"/>
              <a:buNone/>
            </a:pPr>
            <a:r>
              <a:rPr lang="en-US" altLang="zh-CN" sz="1800">
                <a:solidFill>
                  <a:schemeClr val="hlink"/>
                </a:solidFill>
                <a:latin typeface="微软雅黑" panose="020B0503020204020204" pitchFamily="34" charset="-122"/>
                <a:ea typeface="宋体" panose="02010600030101010101" pitchFamily="2" charset="-122"/>
              </a:rPr>
              <a:t> (b)</a:t>
            </a:r>
            <a:r>
              <a:rPr lang="en-US" altLang="zh-CN" sz="1800">
                <a:latin typeface="微软雅黑" panose="020B0503020204020204" pitchFamily="34" charset="-122"/>
                <a:ea typeface="宋体" panose="02010600030101010101" pitchFamily="2" charset="-122"/>
              </a:rPr>
              <a:t> Amplitude modulation</a:t>
            </a:r>
          </a:p>
        </p:txBody>
      </p:sp>
      <p:sp>
        <p:nvSpPr>
          <p:cNvPr id="45060" name="Rectangle 4">
            <a:extLst>
              <a:ext uri="{FF2B5EF4-FFF2-40B4-BE49-F238E27FC236}">
                <a16:creationId xmlns:a16="http://schemas.microsoft.com/office/drawing/2014/main" id="{67654182-2F84-1444-B222-DC377F4ACF24}"/>
              </a:ext>
            </a:extLst>
          </p:cNvPr>
          <p:cNvSpPr>
            <a:spLocks noChangeArrowheads="1"/>
          </p:cNvSpPr>
          <p:nvPr/>
        </p:nvSpPr>
        <p:spPr bwMode="auto">
          <a:xfrm>
            <a:off x="4761310" y="4006454"/>
            <a:ext cx="3105150" cy="826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81000" indent="-381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buFont typeface="Wingdings" pitchFamily="2" charset="2"/>
              <a:buNone/>
            </a:pPr>
            <a:r>
              <a:rPr lang="en-US" altLang="zh-CN" sz="1800">
                <a:solidFill>
                  <a:schemeClr val="hlink"/>
                </a:solidFill>
                <a:latin typeface="微软雅黑" panose="020B0503020204020204" pitchFamily="34" charset="-122"/>
                <a:ea typeface="宋体" panose="02010600030101010101" pitchFamily="2" charset="-122"/>
              </a:rPr>
              <a:t>(c)</a:t>
            </a:r>
            <a:r>
              <a:rPr lang="en-US" altLang="zh-CN" sz="1800">
                <a:latin typeface="微软雅黑" panose="020B0503020204020204" pitchFamily="34" charset="-122"/>
                <a:ea typeface="宋体" panose="02010600030101010101" pitchFamily="2" charset="-122"/>
              </a:rPr>
              <a:t> Frequency modulation</a:t>
            </a:r>
          </a:p>
          <a:p>
            <a:pPr eaLnBrk="1" hangingPunct="1">
              <a:buFont typeface="Wingdings" pitchFamily="2" charset="2"/>
              <a:buNone/>
            </a:pPr>
            <a:r>
              <a:rPr lang="en-US" altLang="zh-CN" sz="1800">
                <a:solidFill>
                  <a:schemeClr val="hlink"/>
                </a:solidFill>
                <a:latin typeface="微软雅黑" panose="020B0503020204020204" pitchFamily="34" charset="-122"/>
                <a:ea typeface="宋体" panose="02010600030101010101" pitchFamily="2" charset="-122"/>
              </a:rPr>
              <a:t>(d)</a:t>
            </a:r>
            <a:r>
              <a:rPr lang="en-US" altLang="zh-CN" sz="1800">
                <a:latin typeface="微软雅黑" panose="020B0503020204020204" pitchFamily="34" charset="-122"/>
                <a:ea typeface="宋体" panose="02010600030101010101" pitchFamily="2" charset="-122"/>
              </a:rPr>
              <a:t> Phase modulation</a:t>
            </a:r>
          </a:p>
        </p:txBody>
      </p:sp>
      <p:pic>
        <p:nvPicPr>
          <p:cNvPr id="45061" name="Picture 5" descr="2-24">
            <a:extLst>
              <a:ext uri="{FF2B5EF4-FFF2-40B4-BE49-F238E27FC236}">
                <a16:creationId xmlns:a16="http://schemas.microsoft.com/office/drawing/2014/main" id="{190D4756-C303-0448-84F0-136F2836F7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9338" y="411956"/>
            <a:ext cx="4325541" cy="3549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324427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幻灯片编号占位符 1">
            <a:extLst>
              <a:ext uri="{FF2B5EF4-FFF2-40B4-BE49-F238E27FC236}">
                <a16:creationId xmlns:a16="http://schemas.microsoft.com/office/drawing/2014/main" id="{76E5E087-79A6-A24D-AC49-7DFF011B96B4}"/>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D0A5E48-E558-134A-BBD3-9ADFB250B6CF}"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15</a:t>
            </a:fld>
            <a:endParaRPr lang="en-US" altLang="zh-CN" sz="1050">
              <a:solidFill>
                <a:schemeClr val="bg2"/>
              </a:solidFill>
              <a:latin typeface="Tahoma" panose="020B0604030504040204" pitchFamily="34" charset="0"/>
              <a:ea typeface="宋体" panose="02010600030101010101" pitchFamily="2" charset="-122"/>
            </a:endParaRPr>
          </a:p>
        </p:txBody>
      </p:sp>
      <p:sp>
        <p:nvSpPr>
          <p:cNvPr id="47106" name="Rectangle 2">
            <a:extLst>
              <a:ext uri="{FF2B5EF4-FFF2-40B4-BE49-F238E27FC236}">
                <a16:creationId xmlns:a16="http://schemas.microsoft.com/office/drawing/2014/main" id="{B076D151-718E-A64A-95FA-F25C0C27F438}"/>
              </a:ext>
            </a:extLst>
          </p:cNvPr>
          <p:cNvSpPr txBox="1">
            <a:spLocks noChangeArrowheads="1"/>
          </p:cNvSpPr>
          <p:nvPr/>
        </p:nvSpPr>
        <p:spPr bwMode="auto">
          <a:xfrm>
            <a:off x="1277541" y="336947"/>
            <a:ext cx="6172200"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3300">
                <a:solidFill>
                  <a:schemeClr val="tx1"/>
                </a:solidFill>
                <a:latin typeface="Arial" panose="020B0604020202020204" pitchFamily="34" charset="0"/>
                <a:ea typeface="宋体" panose="02010600030101010101" pitchFamily="2" charset="-122"/>
              </a:rPr>
              <a:t>Passband Transmission</a:t>
            </a:r>
          </a:p>
        </p:txBody>
      </p:sp>
      <p:sp>
        <p:nvSpPr>
          <p:cNvPr id="47107" name="Rectangle 3">
            <a:extLst>
              <a:ext uri="{FF2B5EF4-FFF2-40B4-BE49-F238E27FC236}">
                <a16:creationId xmlns:a16="http://schemas.microsoft.com/office/drawing/2014/main" id="{6340ED89-5C44-464A-BAFC-9C94C46DC070}"/>
              </a:ext>
            </a:extLst>
          </p:cNvPr>
          <p:cNvSpPr txBox="1">
            <a:spLocks noChangeArrowheads="1"/>
          </p:cNvSpPr>
          <p:nvPr/>
        </p:nvSpPr>
        <p:spPr bwMode="auto">
          <a:xfrm>
            <a:off x="1358503" y="4286250"/>
            <a:ext cx="664249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buFontTx/>
              <a:buNone/>
            </a:pPr>
            <a:r>
              <a:rPr lang="en-US" altLang="zh-CN" sz="1800">
                <a:solidFill>
                  <a:srgbClr val="0033CC"/>
                </a:solidFill>
                <a:latin typeface="Arial" panose="020B0604020202020204" pitchFamily="34" charset="0"/>
                <a:ea typeface="宋体" panose="02010600030101010101" pitchFamily="2" charset="-122"/>
              </a:rPr>
              <a:t> </a:t>
            </a:r>
            <a:r>
              <a:rPr lang="en-US" altLang="zh-CN" sz="1800">
                <a:latin typeface="微软雅黑" panose="020B0503020204020204" pitchFamily="34" charset="-122"/>
                <a:ea typeface="宋体" panose="02010600030101010101" pitchFamily="2" charset="-122"/>
              </a:rPr>
              <a:t>Figure 2-23. </a:t>
            </a:r>
            <a:r>
              <a:rPr lang="zh-CN" altLang="en-US" sz="1800">
                <a:latin typeface="微软雅黑" panose="020B0503020204020204" pitchFamily="34" charset="-122"/>
                <a:ea typeface="宋体" panose="02010600030101010101" pitchFamily="2" charset="-122"/>
              </a:rPr>
              <a:t> </a:t>
            </a:r>
            <a:r>
              <a:rPr lang="pt-BR" altLang="zh-CN" sz="1800">
                <a:solidFill>
                  <a:srgbClr val="0033CC"/>
                </a:solidFill>
                <a:latin typeface="Arial" panose="020B0604020202020204" pitchFamily="34" charset="0"/>
                <a:ea typeface="宋体" panose="02010600030101010101" pitchFamily="2" charset="-122"/>
              </a:rPr>
              <a:t>(a) </a:t>
            </a:r>
            <a:r>
              <a:rPr lang="pt-BR" altLang="zh-CN" sz="1800">
                <a:latin typeface="Arial" panose="020B0604020202020204" pitchFamily="34" charset="0"/>
                <a:ea typeface="宋体" panose="02010600030101010101" pitchFamily="2" charset="-122"/>
              </a:rPr>
              <a:t>QPSK. </a:t>
            </a:r>
            <a:r>
              <a:rPr lang="pt-BR" altLang="zh-CN" sz="1800">
                <a:solidFill>
                  <a:srgbClr val="0033CC"/>
                </a:solidFill>
                <a:latin typeface="Arial" panose="020B0604020202020204" pitchFamily="34" charset="0"/>
                <a:ea typeface="宋体" panose="02010600030101010101" pitchFamily="2" charset="-122"/>
              </a:rPr>
              <a:t>(b) </a:t>
            </a:r>
            <a:r>
              <a:rPr lang="pt-BR" altLang="zh-CN" sz="1800">
                <a:latin typeface="Arial" panose="020B0604020202020204" pitchFamily="34" charset="0"/>
                <a:ea typeface="宋体" panose="02010600030101010101" pitchFamily="2" charset="-122"/>
              </a:rPr>
              <a:t>QAM-16. </a:t>
            </a:r>
            <a:r>
              <a:rPr lang="pt-BR" altLang="zh-CN" sz="1800">
                <a:solidFill>
                  <a:srgbClr val="0033CC"/>
                </a:solidFill>
                <a:latin typeface="Arial" panose="020B0604020202020204" pitchFamily="34" charset="0"/>
                <a:ea typeface="宋体" panose="02010600030101010101" pitchFamily="2" charset="-122"/>
              </a:rPr>
              <a:t>(c) </a:t>
            </a:r>
            <a:r>
              <a:rPr lang="pt-BR" altLang="zh-CN" sz="1800">
                <a:latin typeface="Arial" panose="020B0604020202020204" pitchFamily="34" charset="0"/>
                <a:ea typeface="宋体" panose="02010600030101010101" pitchFamily="2" charset="-122"/>
              </a:rPr>
              <a:t>QAM-64.</a:t>
            </a:r>
            <a:endParaRPr lang="en-US" altLang="zh-CN" sz="1800">
              <a:latin typeface="Arial" panose="020B0604020202020204" pitchFamily="34" charset="0"/>
              <a:ea typeface="宋体" panose="02010600030101010101" pitchFamily="2" charset="-122"/>
            </a:endParaRPr>
          </a:p>
        </p:txBody>
      </p:sp>
      <p:pic>
        <p:nvPicPr>
          <p:cNvPr id="47108" name="Picture 2">
            <a:extLst>
              <a:ext uri="{FF2B5EF4-FFF2-40B4-BE49-F238E27FC236}">
                <a16:creationId xmlns:a16="http://schemas.microsoft.com/office/drawing/2014/main" id="{F82AC777-5452-6941-8700-4E1B382B10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7351" y="1257300"/>
            <a:ext cx="5765006" cy="215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777508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灯片编号占位符 3">
            <a:extLst>
              <a:ext uri="{FF2B5EF4-FFF2-40B4-BE49-F238E27FC236}">
                <a16:creationId xmlns:a16="http://schemas.microsoft.com/office/drawing/2014/main" id="{B826EEB4-700D-494C-81E2-E266C02CBF65}"/>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7DAD899-4EA0-A440-88F7-18C35BF50CED}"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16</a:t>
            </a:fld>
            <a:endParaRPr lang="en-US" altLang="zh-CN" sz="1050">
              <a:solidFill>
                <a:schemeClr val="bg2"/>
              </a:solidFill>
              <a:latin typeface="Tahoma" panose="020B0604030504040204" pitchFamily="34" charset="0"/>
              <a:ea typeface="宋体" panose="02010600030101010101" pitchFamily="2" charset="-122"/>
            </a:endParaRPr>
          </a:p>
        </p:txBody>
      </p:sp>
      <p:sp>
        <p:nvSpPr>
          <p:cNvPr id="48130" name="Rectangle 2">
            <a:extLst>
              <a:ext uri="{FF2B5EF4-FFF2-40B4-BE49-F238E27FC236}">
                <a16:creationId xmlns:a16="http://schemas.microsoft.com/office/drawing/2014/main" id="{A0A06682-B782-3B48-AE45-6955D7CAFBF2}"/>
              </a:ext>
            </a:extLst>
          </p:cNvPr>
          <p:cNvSpPr>
            <a:spLocks noGrp="1" noChangeArrowheads="1"/>
          </p:cNvSpPr>
          <p:nvPr>
            <p:ph type="title"/>
          </p:nvPr>
        </p:nvSpPr>
        <p:spPr>
          <a:xfrm>
            <a:off x="160020" y="269081"/>
            <a:ext cx="7205187" cy="628650"/>
          </a:xfrm>
        </p:spPr>
        <p:txBody>
          <a:bodyPr/>
          <a:lstStyle/>
          <a:p>
            <a:pPr eaLnBrk="1" hangingPunct="1"/>
            <a:r>
              <a:rPr lang="zh-CN" altLang="en-US" dirty="0">
                <a:latin typeface="微软雅黑" panose="020B0503020204020204" pitchFamily="34" charset="-122"/>
                <a:ea typeface="宋体" panose="02010600030101010101" pitchFamily="2" charset="-122"/>
              </a:rPr>
              <a:t>正交调制 </a:t>
            </a:r>
            <a:r>
              <a:rPr lang="en-US" altLang="zh-CN" dirty="0">
                <a:latin typeface="微软雅黑" panose="020B0503020204020204" pitchFamily="34" charset="-122"/>
                <a:ea typeface="宋体" panose="02010600030101010101" pitchFamily="2" charset="-122"/>
              </a:rPr>
              <a:t>QAM </a:t>
            </a:r>
          </a:p>
        </p:txBody>
      </p:sp>
      <p:sp>
        <p:nvSpPr>
          <p:cNvPr id="205827" name="Rectangle 3">
            <a:extLst>
              <a:ext uri="{FF2B5EF4-FFF2-40B4-BE49-F238E27FC236}">
                <a16:creationId xmlns:a16="http://schemas.microsoft.com/office/drawing/2014/main" id="{6E92D3B9-D8C2-6444-8CA0-51EE161D9CCC}"/>
              </a:ext>
            </a:extLst>
          </p:cNvPr>
          <p:cNvSpPr>
            <a:spLocks noGrp="1" noChangeArrowheads="1"/>
          </p:cNvSpPr>
          <p:nvPr>
            <p:ph type="body" idx="1"/>
          </p:nvPr>
        </p:nvSpPr>
        <p:spPr>
          <a:xfrm>
            <a:off x="285753" y="1006081"/>
            <a:ext cx="7580708" cy="646508"/>
          </a:xfrm>
        </p:spPr>
        <p:txBody>
          <a:bodyPr/>
          <a:lstStyle/>
          <a:p>
            <a:pPr eaLnBrk="1" hangingPunct="1">
              <a:buFont typeface="Wingdings" charset="2"/>
              <a:buChar char="n"/>
              <a:defRPr/>
            </a:pPr>
            <a:r>
              <a:rPr lang="en-US" altLang="zh-CN" dirty="0">
                <a:latin typeface="微软雅黑" charset="-122"/>
                <a:cs typeface="+mn-cs"/>
              </a:rPr>
              <a:t>QAM (Quadrature Amplitude Modulation) </a:t>
            </a:r>
          </a:p>
        </p:txBody>
      </p:sp>
      <p:sp>
        <p:nvSpPr>
          <p:cNvPr id="48132" name="Line 4">
            <a:extLst>
              <a:ext uri="{FF2B5EF4-FFF2-40B4-BE49-F238E27FC236}">
                <a16:creationId xmlns:a16="http://schemas.microsoft.com/office/drawing/2014/main" id="{0918C31B-5044-2C48-A182-8163DDBEB2EA}"/>
              </a:ext>
            </a:extLst>
          </p:cNvPr>
          <p:cNvSpPr>
            <a:spLocks noChangeShapeType="1"/>
          </p:cNvSpPr>
          <p:nvPr/>
        </p:nvSpPr>
        <p:spPr bwMode="auto">
          <a:xfrm>
            <a:off x="2581275" y="1871662"/>
            <a:ext cx="0" cy="1938338"/>
          </a:xfrm>
          <a:prstGeom prst="line">
            <a:avLst/>
          </a:prstGeom>
          <a:noFill/>
          <a:ln w="28575">
            <a:solidFill>
              <a:srgbClr val="333399"/>
            </a:solidFill>
            <a:round/>
            <a:headEnd type="triangle" w="med"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33" name="Oval 5">
            <a:extLst>
              <a:ext uri="{FF2B5EF4-FFF2-40B4-BE49-F238E27FC236}">
                <a16:creationId xmlns:a16="http://schemas.microsoft.com/office/drawing/2014/main" id="{D65E0955-1228-CF41-A00B-4761977DC136}"/>
              </a:ext>
            </a:extLst>
          </p:cNvPr>
          <p:cNvSpPr>
            <a:spLocks noChangeArrowheads="1"/>
          </p:cNvSpPr>
          <p:nvPr/>
        </p:nvSpPr>
        <p:spPr bwMode="auto">
          <a:xfrm>
            <a:off x="1955007" y="3064669"/>
            <a:ext cx="55960"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34" name="Oval 6">
            <a:extLst>
              <a:ext uri="{FF2B5EF4-FFF2-40B4-BE49-F238E27FC236}">
                <a16:creationId xmlns:a16="http://schemas.microsoft.com/office/drawing/2014/main" id="{FB5470BE-7F4D-3D43-8E38-88FBFCA21514}"/>
              </a:ext>
            </a:extLst>
          </p:cNvPr>
          <p:cNvSpPr>
            <a:spLocks noChangeArrowheads="1"/>
          </p:cNvSpPr>
          <p:nvPr/>
        </p:nvSpPr>
        <p:spPr bwMode="auto">
          <a:xfrm>
            <a:off x="1955007" y="2255044"/>
            <a:ext cx="55960"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35" name="Oval 7">
            <a:extLst>
              <a:ext uri="{FF2B5EF4-FFF2-40B4-BE49-F238E27FC236}">
                <a16:creationId xmlns:a16="http://schemas.microsoft.com/office/drawing/2014/main" id="{F5378C46-282A-D842-8072-B1839DA25A23}"/>
              </a:ext>
            </a:extLst>
          </p:cNvPr>
          <p:cNvSpPr>
            <a:spLocks noChangeArrowheads="1"/>
          </p:cNvSpPr>
          <p:nvPr/>
        </p:nvSpPr>
        <p:spPr bwMode="auto">
          <a:xfrm>
            <a:off x="2765822" y="2255044"/>
            <a:ext cx="55959"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36" name="Oval 8">
            <a:extLst>
              <a:ext uri="{FF2B5EF4-FFF2-40B4-BE49-F238E27FC236}">
                <a16:creationId xmlns:a16="http://schemas.microsoft.com/office/drawing/2014/main" id="{1AAE69FE-33D6-4741-959B-CD2185500288}"/>
              </a:ext>
            </a:extLst>
          </p:cNvPr>
          <p:cNvSpPr>
            <a:spLocks noChangeArrowheads="1"/>
          </p:cNvSpPr>
          <p:nvPr/>
        </p:nvSpPr>
        <p:spPr bwMode="auto">
          <a:xfrm>
            <a:off x="2353866" y="2255044"/>
            <a:ext cx="55959"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37" name="Oval 9">
            <a:extLst>
              <a:ext uri="{FF2B5EF4-FFF2-40B4-BE49-F238E27FC236}">
                <a16:creationId xmlns:a16="http://schemas.microsoft.com/office/drawing/2014/main" id="{AAFDAD0E-17C5-B44B-B0A4-0DCD4868927A}"/>
              </a:ext>
            </a:extLst>
          </p:cNvPr>
          <p:cNvSpPr>
            <a:spLocks noChangeArrowheads="1"/>
          </p:cNvSpPr>
          <p:nvPr/>
        </p:nvSpPr>
        <p:spPr bwMode="auto">
          <a:xfrm>
            <a:off x="1955007" y="2664619"/>
            <a:ext cx="55960"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38" name="Oval 10">
            <a:extLst>
              <a:ext uri="{FF2B5EF4-FFF2-40B4-BE49-F238E27FC236}">
                <a16:creationId xmlns:a16="http://schemas.microsoft.com/office/drawing/2014/main" id="{051990C3-82D4-7C48-8859-F20ADECA29EF}"/>
              </a:ext>
            </a:extLst>
          </p:cNvPr>
          <p:cNvSpPr>
            <a:spLocks noChangeArrowheads="1"/>
          </p:cNvSpPr>
          <p:nvPr/>
        </p:nvSpPr>
        <p:spPr bwMode="auto">
          <a:xfrm>
            <a:off x="2767013" y="2663429"/>
            <a:ext cx="55960" cy="55959"/>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39" name="Oval 11">
            <a:extLst>
              <a:ext uri="{FF2B5EF4-FFF2-40B4-BE49-F238E27FC236}">
                <a16:creationId xmlns:a16="http://schemas.microsoft.com/office/drawing/2014/main" id="{1B1B83CF-9F7C-CB43-B799-DBAEF9F88A96}"/>
              </a:ext>
            </a:extLst>
          </p:cNvPr>
          <p:cNvSpPr>
            <a:spLocks noChangeArrowheads="1"/>
          </p:cNvSpPr>
          <p:nvPr/>
        </p:nvSpPr>
        <p:spPr bwMode="auto">
          <a:xfrm>
            <a:off x="2355057" y="2664619"/>
            <a:ext cx="55960"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40" name="Oval 12">
            <a:extLst>
              <a:ext uri="{FF2B5EF4-FFF2-40B4-BE49-F238E27FC236}">
                <a16:creationId xmlns:a16="http://schemas.microsoft.com/office/drawing/2014/main" id="{A169EC49-33DC-3444-9F42-60280F45A42A}"/>
              </a:ext>
            </a:extLst>
          </p:cNvPr>
          <p:cNvSpPr>
            <a:spLocks noChangeArrowheads="1"/>
          </p:cNvSpPr>
          <p:nvPr/>
        </p:nvSpPr>
        <p:spPr bwMode="auto">
          <a:xfrm>
            <a:off x="3163491" y="2255044"/>
            <a:ext cx="55959"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lang="zh-CN" altLang="en-US" sz="1500">
              <a:latin typeface="微软雅黑" panose="020B0503020204020204" pitchFamily="34" charset="-122"/>
              <a:ea typeface="宋体" panose="02010600030101010101" pitchFamily="2" charset="-122"/>
            </a:endParaRPr>
          </a:p>
        </p:txBody>
      </p:sp>
      <p:sp>
        <p:nvSpPr>
          <p:cNvPr id="48141" name="Oval 13">
            <a:extLst>
              <a:ext uri="{FF2B5EF4-FFF2-40B4-BE49-F238E27FC236}">
                <a16:creationId xmlns:a16="http://schemas.microsoft.com/office/drawing/2014/main" id="{A344520D-644C-9E42-92E0-587970256A76}"/>
              </a:ext>
            </a:extLst>
          </p:cNvPr>
          <p:cNvSpPr>
            <a:spLocks noChangeArrowheads="1"/>
          </p:cNvSpPr>
          <p:nvPr/>
        </p:nvSpPr>
        <p:spPr bwMode="auto">
          <a:xfrm>
            <a:off x="2767013" y="3063479"/>
            <a:ext cx="55960" cy="55959"/>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42" name="Oval 14">
            <a:extLst>
              <a:ext uri="{FF2B5EF4-FFF2-40B4-BE49-F238E27FC236}">
                <a16:creationId xmlns:a16="http://schemas.microsoft.com/office/drawing/2014/main" id="{50B231EF-E265-8B48-B6EA-BEA1E5ABD0B3}"/>
              </a:ext>
            </a:extLst>
          </p:cNvPr>
          <p:cNvSpPr>
            <a:spLocks noChangeArrowheads="1"/>
          </p:cNvSpPr>
          <p:nvPr/>
        </p:nvSpPr>
        <p:spPr bwMode="auto">
          <a:xfrm>
            <a:off x="2355057" y="3064669"/>
            <a:ext cx="55960"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43" name="Oval 15">
            <a:extLst>
              <a:ext uri="{FF2B5EF4-FFF2-40B4-BE49-F238E27FC236}">
                <a16:creationId xmlns:a16="http://schemas.microsoft.com/office/drawing/2014/main" id="{F7CAEF9E-A4D1-FB40-827C-BDA911C7101D}"/>
              </a:ext>
            </a:extLst>
          </p:cNvPr>
          <p:cNvSpPr>
            <a:spLocks noChangeArrowheads="1"/>
          </p:cNvSpPr>
          <p:nvPr/>
        </p:nvSpPr>
        <p:spPr bwMode="auto">
          <a:xfrm>
            <a:off x="3163491" y="2663429"/>
            <a:ext cx="55959" cy="55959"/>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44" name="Oval 16">
            <a:extLst>
              <a:ext uri="{FF2B5EF4-FFF2-40B4-BE49-F238E27FC236}">
                <a16:creationId xmlns:a16="http://schemas.microsoft.com/office/drawing/2014/main" id="{9892FABF-1194-9048-985C-C7666EBCFA6C}"/>
              </a:ext>
            </a:extLst>
          </p:cNvPr>
          <p:cNvSpPr>
            <a:spLocks noChangeArrowheads="1"/>
          </p:cNvSpPr>
          <p:nvPr/>
        </p:nvSpPr>
        <p:spPr bwMode="auto">
          <a:xfrm>
            <a:off x="2765822" y="3481388"/>
            <a:ext cx="55959"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45" name="Oval 17">
            <a:extLst>
              <a:ext uri="{FF2B5EF4-FFF2-40B4-BE49-F238E27FC236}">
                <a16:creationId xmlns:a16="http://schemas.microsoft.com/office/drawing/2014/main" id="{054A503F-FFF5-5043-B3AD-5C7A124A98C0}"/>
              </a:ext>
            </a:extLst>
          </p:cNvPr>
          <p:cNvSpPr>
            <a:spLocks noChangeArrowheads="1"/>
          </p:cNvSpPr>
          <p:nvPr/>
        </p:nvSpPr>
        <p:spPr bwMode="auto">
          <a:xfrm>
            <a:off x="1955007" y="3481388"/>
            <a:ext cx="55960"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46" name="Oval 18">
            <a:extLst>
              <a:ext uri="{FF2B5EF4-FFF2-40B4-BE49-F238E27FC236}">
                <a16:creationId xmlns:a16="http://schemas.microsoft.com/office/drawing/2014/main" id="{BA8EEA63-395F-AE4E-9C4E-EDAEC500B88E}"/>
              </a:ext>
            </a:extLst>
          </p:cNvPr>
          <p:cNvSpPr>
            <a:spLocks noChangeArrowheads="1"/>
          </p:cNvSpPr>
          <p:nvPr/>
        </p:nvSpPr>
        <p:spPr bwMode="auto">
          <a:xfrm>
            <a:off x="3163491" y="3064669"/>
            <a:ext cx="55959"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47" name="Oval 19">
            <a:extLst>
              <a:ext uri="{FF2B5EF4-FFF2-40B4-BE49-F238E27FC236}">
                <a16:creationId xmlns:a16="http://schemas.microsoft.com/office/drawing/2014/main" id="{E6FF5933-0542-3C45-B15A-2EF87F0567EF}"/>
              </a:ext>
            </a:extLst>
          </p:cNvPr>
          <p:cNvSpPr>
            <a:spLocks noChangeArrowheads="1"/>
          </p:cNvSpPr>
          <p:nvPr/>
        </p:nvSpPr>
        <p:spPr bwMode="auto">
          <a:xfrm>
            <a:off x="2353866" y="3481388"/>
            <a:ext cx="55959"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48" name="Oval 20">
            <a:extLst>
              <a:ext uri="{FF2B5EF4-FFF2-40B4-BE49-F238E27FC236}">
                <a16:creationId xmlns:a16="http://schemas.microsoft.com/office/drawing/2014/main" id="{F43CFFD7-1E84-E947-BCD7-D011F2A1F394}"/>
              </a:ext>
            </a:extLst>
          </p:cNvPr>
          <p:cNvSpPr>
            <a:spLocks noChangeArrowheads="1"/>
          </p:cNvSpPr>
          <p:nvPr/>
        </p:nvSpPr>
        <p:spPr bwMode="auto">
          <a:xfrm>
            <a:off x="3163491" y="3481388"/>
            <a:ext cx="55959" cy="55960"/>
          </a:xfrm>
          <a:prstGeom prst="ellipse">
            <a:avLst/>
          </a:prstGeom>
          <a:solidFill>
            <a:srgbClr val="333399"/>
          </a:solidFill>
          <a:ln w="9525">
            <a:solidFill>
              <a:schemeClr val="tx1"/>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48149" name="Line 21">
            <a:extLst>
              <a:ext uri="{FF2B5EF4-FFF2-40B4-BE49-F238E27FC236}">
                <a16:creationId xmlns:a16="http://schemas.microsoft.com/office/drawing/2014/main" id="{D0854826-9169-A04C-B0B5-B1D72F553631}"/>
              </a:ext>
            </a:extLst>
          </p:cNvPr>
          <p:cNvSpPr>
            <a:spLocks noChangeShapeType="1"/>
          </p:cNvSpPr>
          <p:nvPr/>
        </p:nvSpPr>
        <p:spPr bwMode="auto">
          <a:xfrm>
            <a:off x="1547813" y="2900363"/>
            <a:ext cx="1828800" cy="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50" name="Line 22">
            <a:extLst>
              <a:ext uri="{FF2B5EF4-FFF2-40B4-BE49-F238E27FC236}">
                <a16:creationId xmlns:a16="http://schemas.microsoft.com/office/drawing/2014/main" id="{D0A9A6BD-E961-3C4B-8D1F-F13301B507A9}"/>
              </a:ext>
            </a:extLst>
          </p:cNvPr>
          <p:cNvSpPr>
            <a:spLocks noChangeShapeType="1"/>
          </p:cNvSpPr>
          <p:nvPr/>
        </p:nvSpPr>
        <p:spPr bwMode="auto">
          <a:xfrm>
            <a:off x="1547813" y="2900363"/>
            <a:ext cx="205740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51" name="Line 23">
            <a:extLst>
              <a:ext uri="{FF2B5EF4-FFF2-40B4-BE49-F238E27FC236}">
                <a16:creationId xmlns:a16="http://schemas.microsoft.com/office/drawing/2014/main" id="{03B11780-6BCD-D449-9408-1366AEB5C4DF}"/>
              </a:ext>
            </a:extLst>
          </p:cNvPr>
          <p:cNvSpPr>
            <a:spLocks noChangeShapeType="1"/>
          </p:cNvSpPr>
          <p:nvPr/>
        </p:nvSpPr>
        <p:spPr bwMode="auto">
          <a:xfrm flipV="1">
            <a:off x="2581275" y="2289573"/>
            <a:ext cx="205979" cy="606028"/>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52" name="Freeform 24">
            <a:extLst>
              <a:ext uri="{FF2B5EF4-FFF2-40B4-BE49-F238E27FC236}">
                <a16:creationId xmlns:a16="http://schemas.microsoft.com/office/drawing/2014/main" id="{50A0657A-8F46-A640-831A-D34002F90A61}"/>
              </a:ext>
            </a:extLst>
          </p:cNvPr>
          <p:cNvSpPr>
            <a:spLocks/>
          </p:cNvSpPr>
          <p:nvPr/>
        </p:nvSpPr>
        <p:spPr bwMode="auto">
          <a:xfrm>
            <a:off x="2645569" y="2705100"/>
            <a:ext cx="130969" cy="195263"/>
          </a:xfrm>
          <a:custGeom>
            <a:avLst/>
            <a:gdLst>
              <a:gd name="T0" fmla="*/ 0 w 110"/>
              <a:gd name="T1" fmla="*/ 0 h 164"/>
              <a:gd name="T2" fmla="*/ 2147483646 w 110"/>
              <a:gd name="T3" fmla="*/ 2147483646 h 164"/>
              <a:gd name="T4" fmla="*/ 2147483646 w 110"/>
              <a:gd name="T5" fmla="*/ 2147483646 h 164"/>
              <a:gd name="T6" fmla="*/ 2147483646 w 110"/>
              <a:gd name="T7" fmla="*/ 2147483646 h 164"/>
              <a:gd name="T8" fmla="*/ 2147483646 w 110"/>
              <a:gd name="T9" fmla="*/ 2147483646 h 164"/>
              <a:gd name="T10" fmla="*/ 0 60000 65536"/>
              <a:gd name="T11" fmla="*/ 0 60000 65536"/>
              <a:gd name="T12" fmla="*/ 0 60000 65536"/>
              <a:gd name="T13" fmla="*/ 0 60000 65536"/>
              <a:gd name="T14" fmla="*/ 0 60000 65536"/>
              <a:gd name="T15" fmla="*/ 0 w 110"/>
              <a:gd name="T16" fmla="*/ 0 h 164"/>
              <a:gd name="T17" fmla="*/ 110 w 110"/>
              <a:gd name="T18" fmla="*/ 164 h 164"/>
            </a:gdLst>
            <a:ahLst/>
            <a:cxnLst>
              <a:cxn ang="T10">
                <a:pos x="T0" y="T1"/>
              </a:cxn>
              <a:cxn ang="T11">
                <a:pos x="T2" y="T3"/>
              </a:cxn>
              <a:cxn ang="T12">
                <a:pos x="T4" y="T5"/>
              </a:cxn>
              <a:cxn ang="T13">
                <a:pos x="T6" y="T7"/>
              </a:cxn>
              <a:cxn ang="T14">
                <a:pos x="T8" y="T9"/>
              </a:cxn>
            </a:cxnLst>
            <a:rect l="T15" t="T16" r="T17" b="T18"/>
            <a:pathLst>
              <a:path w="110" h="164">
                <a:moveTo>
                  <a:pt x="0" y="0"/>
                </a:moveTo>
                <a:cubicBezTo>
                  <a:pt x="7" y="4"/>
                  <a:pt x="30" y="13"/>
                  <a:pt x="44" y="24"/>
                </a:cubicBezTo>
                <a:cubicBezTo>
                  <a:pt x="58" y="35"/>
                  <a:pt x="76" y="51"/>
                  <a:pt x="86" y="66"/>
                </a:cubicBezTo>
                <a:cubicBezTo>
                  <a:pt x="96" y="81"/>
                  <a:pt x="100" y="96"/>
                  <a:pt x="104" y="112"/>
                </a:cubicBezTo>
                <a:cubicBezTo>
                  <a:pt x="108" y="128"/>
                  <a:pt x="109" y="153"/>
                  <a:pt x="110" y="164"/>
                </a:cubicBezTo>
              </a:path>
            </a:pathLst>
          </a:custGeom>
          <a:noFill/>
          <a:ln w="635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8153" name="Text Box 25">
            <a:extLst>
              <a:ext uri="{FF2B5EF4-FFF2-40B4-BE49-F238E27FC236}">
                <a16:creationId xmlns:a16="http://schemas.microsoft.com/office/drawing/2014/main" id="{3BFE4633-E040-9C43-BC81-DBF8034B2027}"/>
              </a:ext>
            </a:extLst>
          </p:cNvPr>
          <p:cNvSpPr txBox="1">
            <a:spLocks noChangeArrowheads="1"/>
          </p:cNvSpPr>
          <p:nvPr/>
        </p:nvSpPr>
        <p:spPr bwMode="auto">
          <a:xfrm>
            <a:off x="2558653" y="2381250"/>
            <a:ext cx="235962"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050">
                <a:latin typeface="微软雅黑" panose="020B0503020204020204" pitchFamily="34" charset="-122"/>
                <a:ea typeface="宋体" panose="02010600030101010101" pitchFamily="2" charset="-122"/>
              </a:rPr>
              <a:t>r</a:t>
            </a:r>
          </a:p>
        </p:txBody>
      </p:sp>
      <p:sp>
        <p:nvSpPr>
          <p:cNvPr id="48154" name="Text Box 26">
            <a:extLst>
              <a:ext uri="{FF2B5EF4-FFF2-40B4-BE49-F238E27FC236}">
                <a16:creationId xmlns:a16="http://schemas.microsoft.com/office/drawing/2014/main" id="{EDCD214C-428A-FA45-93CB-39C28EBE2949}"/>
              </a:ext>
            </a:extLst>
          </p:cNvPr>
          <p:cNvSpPr txBox="1">
            <a:spLocks noChangeArrowheads="1"/>
          </p:cNvSpPr>
          <p:nvPr/>
        </p:nvSpPr>
        <p:spPr bwMode="auto">
          <a:xfrm>
            <a:off x="2726531" y="2682479"/>
            <a:ext cx="26642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050">
                <a:latin typeface="微软雅黑" panose="020B0503020204020204" pitchFamily="34" charset="-122"/>
                <a:ea typeface="宋体" panose="02010600030101010101" pitchFamily="2" charset="-122"/>
                <a:sym typeface="Symbol" pitchFamily="2" charset="2"/>
              </a:rPr>
              <a:t></a:t>
            </a:r>
            <a:endParaRPr kumimoji="1" lang="en-US" altLang="zh-CN" sz="1050">
              <a:latin typeface="微软雅黑" panose="020B0503020204020204" pitchFamily="34" charset="-122"/>
              <a:ea typeface="宋体" panose="02010600030101010101" pitchFamily="2" charset="-122"/>
            </a:endParaRPr>
          </a:p>
        </p:txBody>
      </p:sp>
      <p:sp>
        <p:nvSpPr>
          <p:cNvPr id="48155" name="Text Box 27">
            <a:extLst>
              <a:ext uri="{FF2B5EF4-FFF2-40B4-BE49-F238E27FC236}">
                <a16:creationId xmlns:a16="http://schemas.microsoft.com/office/drawing/2014/main" id="{EE8372AF-9116-0E4B-B18B-606C377E2F3B}"/>
              </a:ext>
            </a:extLst>
          </p:cNvPr>
          <p:cNvSpPr txBox="1">
            <a:spLocks noChangeArrowheads="1"/>
          </p:cNvSpPr>
          <p:nvPr/>
        </p:nvSpPr>
        <p:spPr bwMode="auto">
          <a:xfrm>
            <a:off x="2590800" y="2032397"/>
            <a:ext cx="479618"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050">
                <a:latin typeface="微软雅黑" panose="020B0503020204020204" pitchFamily="34" charset="-122"/>
                <a:ea typeface="宋体" panose="02010600030101010101" pitchFamily="2" charset="-122"/>
                <a:sym typeface="Symbol" pitchFamily="2" charset="2"/>
              </a:rPr>
              <a:t>(r, )</a:t>
            </a:r>
            <a:endParaRPr kumimoji="1" lang="en-US" altLang="zh-CN" sz="1050">
              <a:latin typeface="微软雅黑" panose="020B0503020204020204" pitchFamily="34" charset="-122"/>
              <a:ea typeface="宋体" panose="02010600030101010101" pitchFamily="2" charset="-122"/>
            </a:endParaRPr>
          </a:p>
        </p:txBody>
      </p:sp>
      <p:sp>
        <p:nvSpPr>
          <p:cNvPr id="48156" name="Text Box 28">
            <a:extLst>
              <a:ext uri="{FF2B5EF4-FFF2-40B4-BE49-F238E27FC236}">
                <a16:creationId xmlns:a16="http://schemas.microsoft.com/office/drawing/2014/main" id="{5E9F5648-49C0-7448-909E-BEFDD0649E4C}"/>
              </a:ext>
            </a:extLst>
          </p:cNvPr>
          <p:cNvSpPr txBox="1">
            <a:spLocks noChangeArrowheads="1"/>
          </p:cNvSpPr>
          <p:nvPr/>
        </p:nvSpPr>
        <p:spPr bwMode="auto">
          <a:xfrm>
            <a:off x="4213623" y="1795462"/>
            <a:ext cx="436363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285750" indent="-285750" eaLnBrk="1" hangingPunct="1">
              <a:spcBef>
                <a:spcPct val="0"/>
              </a:spcBef>
              <a:buClrTx/>
              <a:buSzTx/>
            </a:pPr>
            <a:r>
              <a:rPr lang="zh-CN" altLang="en-US" sz="1800" dirty="0">
                <a:latin typeface="微软雅黑" panose="020B0503020204020204" pitchFamily="34" charset="-122"/>
                <a:ea typeface="宋体" panose="02010600030101010101" pitchFamily="2" charset="-122"/>
              </a:rPr>
              <a:t>可供选择的相位有 </a:t>
            </a:r>
            <a:r>
              <a:rPr lang="en-US" altLang="zh-CN" sz="1800" dirty="0">
                <a:latin typeface="微软雅黑" panose="020B0503020204020204" pitchFamily="34" charset="-122"/>
                <a:ea typeface="宋体" panose="02010600030101010101" pitchFamily="2" charset="-122"/>
              </a:rPr>
              <a:t>12 </a:t>
            </a:r>
            <a:r>
              <a:rPr lang="zh-CN" altLang="en-US" sz="1800" dirty="0">
                <a:latin typeface="微软雅黑" panose="020B0503020204020204" pitchFamily="34" charset="-122"/>
                <a:ea typeface="宋体" panose="02010600030101010101" pitchFamily="2" charset="-122"/>
              </a:rPr>
              <a:t>种，而对于每一种相位有 </a:t>
            </a:r>
            <a:r>
              <a:rPr lang="en-US" altLang="zh-CN" sz="1800" dirty="0">
                <a:latin typeface="微软雅黑" panose="020B0503020204020204" pitchFamily="34" charset="-122"/>
                <a:ea typeface="宋体" panose="02010600030101010101" pitchFamily="2" charset="-122"/>
              </a:rPr>
              <a:t>1 </a:t>
            </a:r>
            <a:r>
              <a:rPr lang="zh-CN" altLang="en-US" sz="1800" dirty="0">
                <a:latin typeface="微软雅黑" panose="020B0503020204020204" pitchFamily="34" charset="-122"/>
                <a:ea typeface="宋体" panose="02010600030101010101" pitchFamily="2" charset="-122"/>
              </a:rPr>
              <a:t>或 </a:t>
            </a:r>
            <a:r>
              <a:rPr lang="en-US" altLang="zh-CN" sz="1800" dirty="0">
                <a:latin typeface="微软雅黑" panose="020B0503020204020204" pitchFamily="34" charset="-122"/>
                <a:ea typeface="宋体" panose="02010600030101010101" pitchFamily="2" charset="-122"/>
              </a:rPr>
              <a:t>2 </a:t>
            </a:r>
            <a:r>
              <a:rPr lang="zh-CN" altLang="en-US" sz="1800" dirty="0">
                <a:latin typeface="微软雅黑" panose="020B0503020204020204" pitchFamily="34" charset="-122"/>
                <a:ea typeface="宋体" panose="02010600030101010101" pitchFamily="2" charset="-122"/>
              </a:rPr>
              <a:t>种振幅可供选择。 </a:t>
            </a:r>
          </a:p>
        </p:txBody>
      </p:sp>
      <p:sp>
        <p:nvSpPr>
          <p:cNvPr id="48157" name="Text Box 29">
            <a:extLst>
              <a:ext uri="{FF2B5EF4-FFF2-40B4-BE49-F238E27FC236}">
                <a16:creationId xmlns:a16="http://schemas.microsoft.com/office/drawing/2014/main" id="{FD89C06C-CD15-5941-9FF5-BDBAC19C85B0}"/>
              </a:ext>
            </a:extLst>
          </p:cNvPr>
          <p:cNvSpPr txBox="1">
            <a:spLocks noChangeArrowheads="1"/>
          </p:cNvSpPr>
          <p:nvPr/>
        </p:nvSpPr>
        <p:spPr bwMode="auto">
          <a:xfrm>
            <a:off x="4213622" y="2886670"/>
            <a:ext cx="423314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285750" indent="-285750" eaLnBrk="1" hangingPunct="1">
              <a:spcBef>
                <a:spcPct val="0"/>
              </a:spcBef>
              <a:buClrTx/>
              <a:buSzTx/>
            </a:pPr>
            <a:r>
              <a:rPr lang="zh-CN" altLang="en-US" sz="1800" dirty="0">
                <a:latin typeface="微软雅黑" panose="020B0503020204020204" pitchFamily="34" charset="-122"/>
                <a:ea typeface="宋体" panose="02010600030101010101" pitchFamily="2" charset="-122"/>
              </a:rPr>
              <a:t>由于</a:t>
            </a:r>
            <a:r>
              <a:rPr lang="en-US" altLang="zh-CN" sz="1800" dirty="0">
                <a:latin typeface="微软雅黑" panose="020B0503020204020204" pitchFamily="34" charset="-122"/>
                <a:ea typeface="宋体" panose="02010600030101010101" pitchFamily="2" charset="-122"/>
              </a:rPr>
              <a:t>4 bit </a:t>
            </a:r>
            <a:r>
              <a:rPr lang="zh-CN" altLang="en-US" sz="1800" dirty="0">
                <a:latin typeface="微软雅黑" panose="020B0503020204020204" pitchFamily="34" charset="-122"/>
                <a:ea typeface="宋体" panose="02010600030101010101" pitchFamily="2" charset="-122"/>
              </a:rPr>
              <a:t>编码共有</a:t>
            </a:r>
            <a:r>
              <a:rPr lang="en-US" altLang="zh-CN" sz="1800" dirty="0">
                <a:latin typeface="微软雅黑" panose="020B0503020204020204" pitchFamily="34" charset="-122"/>
                <a:ea typeface="宋体" panose="02010600030101010101" pitchFamily="2" charset="-122"/>
              </a:rPr>
              <a:t>16 </a:t>
            </a:r>
            <a:r>
              <a:rPr lang="zh-CN" altLang="en-US" sz="1800" dirty="0">
                <a:latin typeface="微软雅黑" panose="020B0503020204020204" pitchFamily="34" charset="-122"/>
                <a:ea typeface="宋体" panose="02010600030101010101" pitchFamily="2" charset="-122"/>
              </a:rPr>
              <a:t>种不同的组合，因此这 </a:t>
            </a:r>
            <a:r>
              <a:rPr lang="en-US" altLang="zh-CN" sz="1800" dirty="0">
                <a:latin typeface="微软雅黑" panose="020B0503020204020204" pitchFamily="34" charset="-122"/>
                <a:ea typeface="宋体" panose="02010600030101010101" pitchFamily="2" charset="-122"/>
              </a:rPr>
              <a:t>16 </a:t>
            </a:r>
            <a:r>
              <a:rPr lang="zh-CN" altLang="en-US" sz="1800" dirty="0">
                <a:latin typeface="微软雅黑" panose="020B0503020204020204" pitchFamily="34" charset="-122"/>
                <a:ea typeface="宋体" panose="02010600030101010101" pitchFamily="2" charset="-122"/>
              </a:rPr>
              <a:t>个点中的每个点可对应于一种 </a:t>
            </a:r>
            <a:r>
              <a:rPr lang="en-US" altLang="zh-CN" sz="1800" dirty="0">
                <a:latin typeface="微软雅黑" panose="020B0503020204020204" pitchFamily="34" charset="-122"/>
                <a:ea typeface="宋体" panose="02010600030101010101" pitchFamily="2" charset="-122"/>
              </a:rPr>
              <a:t>4 bit </a:t>
            </a:r>
            <a:r>
              <a:rPr lang="zh-CN" altLang="en-US" sz="1800" dirty="0">
                <a:latin typeface="微软雅黑" panose="020B0503020204020204" pitchFamily="34" charset="-122"/>
                <a:ea typeface="宋体" panose="02010600030101010101" pitchFamily="2" charset="-122"/>
              </a:rPr>
              <a:t>的编码。 </a:t>
            </a:r>
          </a:p>
        </p:txBody>
      </p:sp>
      <p:sp>
        <p:nvSpPr>
          <p:cNvPr id="48158" name="Text Box 30">
            <a:extLst>
              <a:ext uri="{FF2B5EF4-FFF2-40B4-BE49-F238E27FC236}">
                <a16:creationId xmlns:a16="http://schemas.microsoft.com/office/drawing/2014/main" id="{AA677889-B425-7941-BEAF-0FF08212E852}"/>
              </a:ext>
            </a:extLst>
          </p:cNvPr>
          <p:cNvSpPr txBox="1">
            <a:spLocks noChangeArrowheads="1"/>
          </p:cNvSpPr>
          <p:nvPr/>
        </p:nvSpPr>
        <p:spPr bwMode="auto">
          <a:xfrm>
            <a:off x="781649" y="4123818"/>
            <a:ext cx="758070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342900" indent="-342900" eaLnBrk="1" hangingPunct="1">
              <a:spcBef>
                <a:spcPct val="0"/>
              </a:spcBef>
              <a:buClrTx/>
              <a:buSzTx/>
            </a:pPr>
            <a:r>
              <a:rPr lang="zh-CN" altLang="en-US" sz="2000" dirty="0">
                <a:latin typeface="微软雅黑" panose="020B0503020204020204" pitchFamily="34" charset="-122"/>
                <a:ea typeface="宋体" panose="02010600030101010101" pitchFamily="2" charset="-122"/>
              </a:rPr>
              <a:t>若每一个码元可表示的比特数越多，则在接收端进行解调时要正确识别每一种状态就越困难。 </a:t>
            </a:r>
          </a:p>
        </p:txBody>
      </p:sp>
    </p:spTree>
    <p:extLst>
      <p:ext uri="{BB962C8B-B14F-4D97-AF65-F5344CB8AC3E}">
        <p14:creationId xmlns:p14="http://schemas.microsoft.com/office/powerpoint/2010/main" val="16565164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标题 1">
            <a:extLst>
              <a:ext uri="{FF2B5EF4-FFF2-40B4-BE49-F238E27FC236}">
                <a16:creationId xmlns:a16="http://schemas.microsoft.com/office/drawing/2014/main" id="{825AC7AD-22DF-3F44-A0A5-68E323AC8867}"/>
              </a:ext>
            </a:extLst>
          </p:cNvPr>
          <p:cNvSpPr>
            <a:spLocks noGrp="1" noChangeArrowheads="1"/>
          </p:cNvSpPr>
          <p:nvPr>
            <p:ph type="title"/>
          </p:nvPr>
        </p:nvSpPr>
        <p:spPr/>
        <p:txBody>
          <a:bodyPr/>
          <a:lstStyle/>
          <a:p>
            <a:r>
              <a:rPr lang="en-US" altLang="zh-CN">
                <a:latin typeface="微软雅黑" panose="020B0503020204020204" pitchFamily="34" charset="-122"/>
                <a:ea typeface="宋体" panose="02010600030101010101" pitchFamily="2" charset="-122"/>
              </a:rPr>
              <a:t>QAM-16</a:t>
            </a:r>
            <a:r>
              <a:rPr lang="zh-CN" altLang="en-US">
                <a:latin typeface="微软雅黑" panose="020B0503020204020204" pitchFamily="34" charset="-122"/>
                <a:ea typeface="宋体" panose="02010600030101010101" pitchFamily="2" charset="-122"/>
              </a:rPr>
              <a:t>格雷码</a:t>
            </a:r>
          </a:p>
        </p:txBody>
      </p:sp>
      <p:sp>
        <p:nvSpPr>
          <p:cNvPr id="50178" name="内容占位符 2">
            <a:extLst>
              <a:ext uri="{FF2B5EF4-FFF2-40B4-BE49-F238E27FC236}">
                <a16:creationId xmlns:a16="http://schemas.microsoft.com/office/drawing/2014/main" id="{F983ED9A-AFCA-5B49-88A7-1AC654C4F6E3}"/>
              </a:ext>
            </a:extLst>
          </p:cNvPr>
          <p:cNvSpPr>
            <a:spLocks noGrp="1" noChangeArrowheads="1"/>
          </p:cNvSpPr>
          <p:nvPr>
            <p:ph idx="1"/>
          </p:nvPr>
        </p:nvSpPr>
        <p:spPr/>
        <p:txBody>
          <a:bodyPr/>
          <a:lstStyle/>
          <a:p>
            <a:endParaRPr lang="zh-CN" altLang="en-US">
              <a:latin typeface="微软雅黑" panose="020B0503020204020204" pitchFamily="34" charset="-122"/>
              <a:ea typeface="宋体" panose="02010600030101010101" pitchFamily="2" charset="-122"/>
            </a:endParaRPr>
          </a:p>
        </p:txBody>
      </p:sp>
      <p:sp>
        <p:nvSpPr>
          <p:cNvPr id="50179" name="幻灯片编号占位符 3">
            <a:extLst>
              <a:ext uri="{FF2B5EF4-FFF2-40B4-BE49-F238E27FC236}">
                <a16:creationId xmlns:a16="http://schemas.microsoft.com/office/drawing/2014/main" id="{3CAE2F0B-F000-984D-B668-3A9F0C52FB6E}"/>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EC19ED1-8F5D-D34B-A2CD-061402A6F318}"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17</a:t>
            </a:fld>
            <a:endParaRPr lang="en-US" altLang="zh-CN" sz="1050">
              <a:solidFill>
                <a:schemeClr val="bg2"/>
              </a:solidFill>
              <a:latin typeface="Tahoma" panose="020B0604030504040204" pitchFamily="34" charset="0"/>
              <a:ea typeface="宋体" panose="02010600030101010101" pitchFamily="2" charset="-122"/>
            </a:endParaRPr>
          </a:p>
        </p:txBody>
      </p:sp>
      <p:sp>
        <p:nvSpPr>
          <p:cNvPr id="50180" name="Rectangle 3">
            <a:extLst>
              <a:ext uri="{FF2B5EF4-FFF2-40B4-BE49-F238E27FC236}">
                <a16:creationId xmlns:a16="http://schemas.microsoft.com/office/drawing/2014/main" id="{D5A8CCFF-FDFD-F34A-8CA0-CBB418F81A6C}"/>
              </a:ext>
            </a:extLst>
          </p:cNvPr>
          <p:cNvSpPr txBox="1">
            <a:spLocks noChangeArrowheads="1"/>
          </p:cNvSpPr>
          <p:nvPr/>
        </p:nvSpPr>
        <p:spPr bwMode="auto">
          <a:xfrm>
            <a:off x="1358503" y="4286250"/>
            <a:ext cx="664249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buFontTx/>
              <a:buNone/>
            </a:pPr>
            <a:r>
              <a:rPr lang="en-US" altLang="zh-CN" sz="1800">
                <a:latin typeface="微软雅黑" panose="020B0503020204020204" pitchFamily="34" charset="-122"/>
                <a:ea typeface="宋体" panose="02010600030101010101" pitchFamily="2" charset="-122"/>
              </a:rPr>
              <a:t>Figure 2-24.</a:t>
            </a:r>
            <a:r>
              <a:rPr lang="zh-CN" altLang="en-US" sz="1800">
                <a:latin typeface="微软雅黑" panose="020B0503020204020204" pitchFamily="34" charset="-122"/>
                <a:ea typeface="宋体" panose="02010600030101010101" pitchFamily="2" charset="-122"/>
              </a:rPr>
              <a:t>  </a:t>
            </a:r>
            <a:r>
              <a:rPr lang="en-US" altLang="zh-CN" sz="1800">
                <a:latin typeface="Arial" panose="020B0604020202020204" pitchFamily="34" charset="0"/>
                <a:ea typeface="宋体" panose="02010600030101010101" pitchFamily="2" charset="-122"/>
              </a:rPr>
              <a:t>Gray-coded QAM-16.</a:t>
            </a:r>
          </a:p>
        </p:txBody>
      </p:sp>
      <p:pic>
        <p:nvPicPr>
          <p:cNvPr id="50181" name="Picture 2">
            <a:extLst>
              <a:ext uri="{FF2B5EF4-FFF2-40B4-BE49-F238E27FC236}">
                <a16:creationId xmlns:a16="http://schemas.microsoft.com/office/drawing/2014/main" id="{AA8B2924-5BA7-774E-BA06-6629455166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4235" y="1294210"/>
            <a:ext cx="5811440" cy="2897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445234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灯片编号占位符 3">
            <a:extLst>
              <a:ext uri="{FF2B5EF4-FFF2-40B4-BE49-F238E27FC236}">
                <a16:creationId xmlns:a16="http://schemas.microsoft.com/office/drawing/2014/main" id="{DB3BA1F7-57B7-2041-9327-F142985D8022}"/>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9BE54B3-4517-AE4D-9B2A-3BC3A3A485CC}"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18</a:t>
            </a:fld>
            <a:endParaRPr lang="en-US" altLang="zh-CN" sz="1050">
              <a:solidFill>
                <a:schemeClr val="bg2"/>
              </a:solidFill>
              <a:latin typeface="Tahoma" panose="020B0604030504040204" pitchFamily="34" charset="0"/>
              <a:ea typeface="宋体" panose="02010600030101010101" pitchFamily="2" charset="-122"/>
            </a:endParaRPr>
          </a:p>
        </p:txBody>
      </p:sp>
      <p:sp>
        <p:nvSpPr>
          <p:cNvPr id="51202" name="Rectangle 2">
            <a:extLst>
              <a:ext uri="{FF2B5EF4-FFF2-40B4-BE49-F238E27FC236}">
                <a16:creationId xmlns:a16="http://schemas.microsoft.com/office/drawing/2014/main" id="{571C7D42-4490-D144-8368-44F15D8D9C1C}"/>
              </a:ext>
            </a:extLst>
          </p:cNvPr>
          <p:cNvSpPr>
            <a:spLocks noGrp="1" noChangeArrowheads="1"/>
          </p:cNvSpPr>
          <p:nvPr>
            <p:ph type="title"/>
          </p:nvPr>
        </p:nvSpPr>
        <p:spPr>
          <a:xfrm>
            <a:off x="194310" y="322660"/>
            <a:ext cx="6916103" cy="557450"/>
          </a:xfrm>
        </p:spPr>
        <p:txBody>
          <a:bodyPr/>
          <a:lstStyle/>
          <a:p>
            <a:pPr eaLnBrk="1" hangingPunct="1"/>
            <a:r>
              <a:rPr lang="zh-CN" altLang="en-US" dirty="0">
                <a:latin typeface="微软雅黑" panose="020B0503020204020204" pitchFamily="34" charset="-122"/>
                <a:ea typeface="宋体" panose="02010600030101010101" pitchFamily="2" charset="-122"/>
              </a:rPr>
              <a:t>调制解调器的速率 </a:t>
            </a:r>
          </a:p>
        </p:txBody>
      </p:sp>
      <p:sp>
        <p:nvSpPr>
          <p:cNvPr id="359427" name="Rectangle 3">
            <a:extLst>
              <a:ext uri="{FF2B5EF4-FFF2-40B4-BE49-F238E27FC236}">
                <a16:creationId xmlns:a16="http://schemas.microsoft.com/office/drawing/2014/main" id="{2451DD80-9576-8940-9566-33C081A42960}"/>
              </a:ext>
            </a:extLst>
          </p:cNvPr>
          <p:cNvSpPr>
            <a:spLocks noGrp="1" noChangeArrowheads="1"/>
          </p:cNvSpPr>
          <p:nvPr>
            <p:ph type="body" idx="1"/>
          </p:nvPr>
        </p:nvSpPr>
        <p:spPr>
          <a:xfrm>
            <a:off x="285750" y="1120139"/>
            <a:ext cx="8595360" cy="3395901"/>
          </a:xfrm>
        </p:spPr>
        <p:txBody>
          <a:bodyPr/>
          <a:lstStyle/>
          <a:p>
            <a:pPr eaLnBrk="1" hangingPunct="1"/>
            <a:r>
              <a:rPr lang="zh-CN" altLang="en-US" dirty="0">
                <a:latin typeface="微软雅黑" panose="020B0503020204020204" pitchFamily="34" charset="-122"/>
                <a:ea typeface="宋体" panose="02010600030101010101" pitchFamily="2" charset="-122"/>
              </a:rPr>
              <a:t>目前调制解调器的信息传输速率已很接近于香农的信道容量极限了。 </a:t>
            </a:r>
          </a:p>
          <a:p>
            <a:pPr eaLnBrk="1" hangingPunct="1"/>
            <a:r>
              <a:rPr lang="zh-CN" altLang="en-US" dirty="0">
                <a:latin typeface="微软雅黑" panose="020B0503020204020204" pitchFamily="34" charset="-122"/>
                <a:ea typeface="宋体" panose="02010600030101010101" pitchFamily="2" charset="-122"/>
              </a:rPr>
              <a:t>要提高信息传输速率，只能设法提高信噪比。 </a:t>
            </a:r>
          </a:p>
          <a:p>
            <a:pPr eaLnBrk="1" hangingPunct="1"/>
            <a:r>
              <a:rPr lang="zh-CN" altLang="en-US" dirty="0">
                <a:latin typeface="微软雅黑" panose="020B0503020204020204" pitchFamily="34" charset="-122"/>
                <a:ea typeface="宋体" panose="02010600030101010101" pitchFamily="2" charset="-122"/>
              </a:rPr>
              <a:t>在电话的用户线上，最大的噪声来自模拟到数字的</a:t>
            </a:r>
            <a:r>
              <a:rPr lang="zh-CN" altLang="en-US" dirty="0">
                <a:solidFill>
                  <a:schemeClr val="hlink"/>
                </a:solidFill>
                <a:latin typeface="微软雅黑" panose="020B0503020204020204" pitchFamily="34" charset="-122"/>
                <a:ea typeface="宋体" panose="02010600030101010101" pitchFamily="2" charset="-122"/>
              </a:rPr>
              <a:t>模数转换</a:t>
            </a:r>
            <a:r>
              <a:rPr lang="zh-CN" altLang="en-US" dirty="0">
                <a:latin typeface="微软雅黑" panose="020B0503020204020204" pitchFamily="34" charset="-122"/>
                <a:ea typeface="宋体" panose="02010600030101010101" pitchFamily="2" charset="-122"/>
              </a:rPr>
              <a:t>所带来的量化噪声。 </a:t>
            </a:r>
          </a:p>
        </p:txBody>
      </p:sp>
    </p:spTree>
    <p:extLst>
      <p:ext uri="{BB962C8B-B14F-4D97-AF65-F5344CB8AC3E}">
        <p14:creationId xmlns:p14="http://schemas.microsoft.com/office/powerpoint/2010/main" val="9142740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942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942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427"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灯片编号占位符 3">
            <a:extLst>
              <a:ext uri="{FF2B5EF4-FFF2-40B4-BE49-F238E27FC236}">
                <a16:creationId xmlns:a16="http://schemas.microsoft.com/office/drawing/2014/main" id="{98C23F2C-AD4F-D04D-94AF-06D5DAF9D55C}"/>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A000327-8075-B74E-BD0F-B5A62E4AE307}"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19</a:t>
            </a:fld>
            <a:endParaRPr lang="en-US" altLang="zh-CN" sz="1050">
              <a:solidFill>
                <a:schemeClr val="bg2"/>
              </a:solidFill>
              <a:latin typeface="Tahoma" panose="020B0604030504040204" pitchFamily="34" charset="0"/>
              <a:ea typeface="宋体" panose="02010600030101010101" pitchFamily="2" charset="-122"/>
            </a:endParaRPr>
          </a:p>
        </p:txBody>
      </p:sp>
      <p:sp>
        <p:nvSpPr>
          <p:cNvPr id="53250" name="Rectangle 2">
            <a:extLst>
              <a:ext uri="{FF2B5EF4-FFF2-40B4-BE49-F238E27FC236}">
                <a16:creationId xmlns:a16="http://schemas.microsoft.com/office/drawing/2014/main" id="{FC516862-EB74-E743-BEFE-EC236F5CDEB9}"/>
              </a:ext>
            </a:extLst>
          </p:cNvPr>
          <p:cNvSpPr>
            <a:spLocks noGrp="1" noChangeArrowheads="1"/>
          </p:cNvSpPr>
          <p:nvPr>
            <p:ph type="title"/>
          </p:nvPr>
        </p:nvSpPr>
        <p:spPr>
          <a:xfrm>
            <a:off x="182880" y="141685"/>
            <a:ext cx="6939439" cy="736997"/>
          </a:xfrm>
        </p:spPr>
        <p:txBody>
          <a:bodyPr/>
          <a:lstStyle/>
          <a:p>
            <a:pPr eaLnBrk="1" hangingPunct="1"/>
            <a:r>
              <a:rPr lang="zh-CN" altLang="en-US">
                <a:latin typeface="微软雅黑" panose="020B0503020204020204" pitchFamily="34" charset="-122"/>
                <a:ea typeface="宋体" panose="02010600030101010101" pitchFamily="2" charset="-122"/>
              </a:rPr>
              <a:t>调制解调器使用异步通信方式 </a:t>
            </a:r>
          </a:p>
        </p:txBody>
      </p:sp>
      <p:sp>
        <p:nvSpPr>
          <p:cNvPr id="365571" name="Rectangle 3">
            <a:extLst>
              <a:ext uri="{FF2B5EF4-FFF2-40B4-BE49-F238E27FC236}">
                <a16:creationId xmlns:a16="http://schemas.microsoft.com/office/drawing/2014/main" id="{59EE8FB8-BF6E-5343-A7B3-1C4E9615DE30}"/>
              </a:ext>
            </a:extLst>
          </p:cNvPr>
          <p:cNvSpPr>
            <a:spLocks noGrp="1" noChangeArrowheads="1"/>
          </p:cNvSpPr>
          <p:nvPr>
            <p:ph type="body" idx="1"/>
          </p:nvPr>
        </p:nvSpPr>
        <p:spPr>
          <a:xfrm>
            <a:off x="297180" y="1062991"/>
            <a:ext cx="8618220" cy="3614976"/>
          </a:xfrm>
        </p:spPr>
        <p:txBody>
          <a:bodyPr/>
          <a:lstStyle/>
          <a:p>
            <a:pPr eaLnBrk="1" hangingPunct="1">
              <a:lnSpc>
                <a:spcPct val="90000"/>
              </a:lnSpc>
            </a:pPr>
            <a:r>
              <a:rPr lang="zh-CN" altLang="en-US" dirty="0">
                <a:latin typeface="微软雅黑" panose="020B0503020204020204" pitchFamily="34" charset="-122"/>
                <a:ea typeface="宋体" panose="02010600030101010101" pitchFamily="2" charset="-122"/>
              </a:rPr>
              <a:t>数据通信可分为同步通信和异步通信两大类：</a:t>
            </a:r>
          </a:p>
          <a:p>
            <a:pPr lvl="1" eaLnBrk="1" hangingPunct="1">
              <a:lnSpc>
                <a:spcPct val="90000"/>
              </a:lnSpc>
            </a:pPr>
            <a:r>
              <a:rPr lang="zh-CN" altLang="en-US" dirty="0">
                <a:solidFill>
                  <a:srgbClr val="C00000"/>
                </a:solidFill>
                <a:latin typeface="微软雅黑" panose="020B0503020204020204" pitchFamily="34" charset="-122"/>
                <a:ea typeface="宋体" panose="02010600030101010101" pitchFamily="2" charset="-122"/>
              </a:rPr>
              <a:t>同步通信要求接收端时钟频率和发送端时钟频率一致。发送端发送连续的比特流。</a:t>
            </a:r>
          </a:p>
          <a:p>
            <a:pPr lvl="1" eaLnBrk="1" hangingPunct="1">
              <a:lnSpc>
                <a:spcPct val="90000"/>
              </a:lnSpc>
            </a:pPr>
            <a:r>
              <a:rPr lang="zh-CN" altLang="en-US" dirty="0">
                <a:solidFill>
                  <a:srgbClr val="C00000"/>
                </a:solidFill>
                <a:latin typeface="微软雅黑" panose="020B0503020204020204" pitchFamily="34" charset="-122"/>
                <a:ea typeface="宋体" panose="02010600030101010101" pitchFamily="2" charset="-122"/>
              </a:rPr>
              <a:t>异步通信时不要求接收端时钟和发送端时钟同步。发送端发送完一个字节后，可经过任意长的时间间隔再发送下一个字节。 </a:t>
            </a:r>
          </a:p>
          <a:p>
            <a:pPr eaLnBrk="1" hangingPunct="1">
              <a:lnSpc>
                <a:spcPct val="90000"/>
              </a:lnSpc>
            </a:pPr>
            <a:r>
              <a:rPr lang="zh-CN" altLang="en-US" dirty="0">
                <a:latin typeface="微软雅黑" panose="020B0503020204020204" pitchFamily="34" charset="-122"/>
                <a:ea typeface="宋体" panose="02010600030101010101" pitchFamily="2" charset="-122"/>
              </a:rPr>
              <a:t>异步通信的通信开销较大，但接收端可使用廉价的、具有一般精度的时钟来进行数据通信。</a:t>
            </a:r>
          </a:p>
        </p:txBody>
      </p:sp>
    </p:spTree>
    <p:extLst>
      <p:ext uri="{BB962C8B-B14F-4D97-AF65-F5344CB8AC3E}">
        <p14:creationId xmlns:p14="http://schemas.microsoft.com/office/powerpoint/2010/main" val="11929978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55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5571"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灯片编号占位符 3">
            <a:extLst>
              <a:ext uri="{FF2B5EF4-FFF2-40B4-BE49-F238E27FC236}">
                <a16:creationId xmlns:a16="http://schemas.microsoft.com/office/drawing/2014/main" id="{B563B2F1-AF28-3B46-ACF1-D2D3A4378FAC}"/>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24DCF18-0F91-AE4C-9636-E124825DED94}"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20</a:t>
            </a:fld>
            <a:endParaRPr lang="en-US" altLang="zh-CN" sz="1050">
              <a:solidFill>
                <a:schemeClr val="bg2"/>
              </a:solidFill>
              <a:latin typeface="Tahoma" panose="020B0604030504040204" pitchFamily="34" charset="0"/>
              <a:ea typeface="宋体" panose="02010600030101010101" pitchFamily="2" charset="-122"/>
            </a:endParaRPr>
          </a:p>
        </p:txBody>
      </p:sp>
      <p:sp>
        <p:nvSpPr>
          <p:cNvPr id="55298" name="Rectangle 2">
            <a:extLst>
              <a:ext uri="{FF2B5EF4-FFF2-40B4-BE49-F238E27FC236}">
                <a16:creationId xmlns:a16="http://schemas.microsoft.com/office/drawing/2014/main" id="{5291384E-C8BA-BB46-AEC8-A5138BC89B2A}"/>
              </a:ext>
            </a:extLst>
          </p:cNvPr>
          <p:cNvSpPr>
            <a:spLocks noGrp="1" noChangeArrowheads="1"/>
          </p:cNvSpPr>
          <p:nvPr>
            <p:ph type="title"/>
          </p:nvPr>
        </p:nvSpPr>
        <p:spPr>
          <a:xfrm>
            <a:off x="182880" y="232171"/>
            <a:ext cx="6939439" cy="683419"/>
          </a:xfrm>
        </p:spPr>
        <p:txBody>
          <a:bodyPr/>
          <a:lstStyle/>
          <a:p>
            <a:pPr eaLnBrk="1" hangingPunct="1"/>
            <a:r>
              <a:rPr lang="zh-CN" altLang="en-US">
                <a:latin typeface="微软雅黑" panose="020B0503020204020204" pitchFamily="34" charset="-122"/>
                <a:ea typeface="宋体" panose="02010600030101010101" pitchFamily="2" charset="-122"/>
              </a:rPr>
              <a:t>数字传输系统 </a:t>
            </a:r>
          </a:p>
        </p:txBody>
      </p:sp>
      <p:sp>
        <p:nvSpPr>
          <p:cNvPr id="55299" name="Rectangle 3">
            <a:extLst>
              <a:ext uri="{FF2B5EF4-FFF2-40B4-BE49-F238E27FC236}">
                <a16:creationId xmlns:a16="http://schemas.microsoft.com/office/drawing/2014/main" id="{2B6D39EB-28DE-074D-AFA6-D6D88FA73CD9}"/>
              </a:ext>
            </a:extLst>
          </p:cNvPr>
          <p:cNvSpPr>
            <a:spLocks noGrp="1" noChangeArrowheads="1"/>
          </p:cNvSpPr>
          <p:nvPr>
            <p:ph type="body" idx="1"/>
          </p:nvPr>
        </p:nvSpPr>
        <p:spPr>
          <a:xfrm>
            <a:off x="182880" y="1051560"/>
            <a:ext cx="8709660" cy="3518059"/>
          </a:xfrm>
        </p:spPr>
        <p:txBody>
          <a:bodyPr/>
          <a:lstStyle/>
          <a:p>
            <a:pPr eaLnBrk="1" hangingPunct="1">
              <a:lnSpc>
                <a:spcPct val="110000"/>
              </a:lnSpc>
            </a:pPr>
            <a:r>
              <a:rPr lang="zh-CN" altLang="en-US" sz="2100" dirty="0">
                <a:latin typeface="微软雅黑" panose="020B0503020204020204" pitchFamily="34" charset="-122"/>
                <a:ea typeface="宋体" panose="02010600030101010101" pitchFamily="2" charset="-122"/>
              </a:rPr>
              <a:t>现在的数字传输系统均采用</a:t>
            </a:r>
            <a:r>
              <a:rPr lang="zh-CN" altLang="en-US" sz="2100" dirty="0">
                <a:solidFill>
                  <a:schemeClr val="hlink"/>
                </a:solidFill>
                <a:latin typeface="微软雅黑" panose="020B0503020204020204" pitchFamily="34" charset="-122"/>
                <a:ea typeface="宋体" panose="02010600030101010101" pitchFamily="2" charset="-122"/>
              </a:rPr>
              <a:t>脉码调制 </a:t>
            </a:r>
            <a:r>
              <a:rPr lang="en-US" altLang="zh-CN" sz="2100" dirty="0">
                <a:latin typeface="微软雅黑" panose="020B0503020204020204" pitchFamily="34" charset="-122"/>
                <a:ea typeface="宋体" panose="02010600030101010101" pitchFamily="2" charset="-122"/>
              </a:rPr>
              <a:t>PCM (Pulse Code Modulation)</a:t>
            </a:r>
            <a:r>
              <a:rPr lang="zh-CN" altLang="en-US" sz="2100" dirty="0">
                <a:latin typeface="微软雅黑" panose="020B0503020204020204" pitchFamily="34" charset="-122"/>
                <a:ea typeface="宋体" panose="02010600030101010101" pitchFamily="2" charset="-122"/>
              </a:rPr>
              <a:t>体制。</a:t>
            </a:r>
          </a:p>
          <a:p>
            <a:pPr eaLnBrk="1" hangingPunct="1">
              <a:lnSpc>
                <a:spcPct val="110000"/>
              </a:lnSpc>
            </a:pPr>
            <a:r>
              <a:rPr lang="en-US" altLang="zh-CN" sz="2100" dirty="0">
                <a:latin typeface="微软雅黑" panose="020B0503020204020204" pitchFamily="34" charset="-122"/>
                <a:ea typeface="宋体" panose="02010600030101010101" pitchFamily="2" charset="-122"/>
              </a:rPr>
              <a:t>PCM</a:t>
            </a:r>
            <a:r>
              <a:rPr lang="zh-CN" altLang="en-US" sz="2100" dirty="0">
                <a:latin typeface="微软雅黑" panose="020B0503020204020204" pitchFamily="34" charset="-122"/>
                <a:ea typeface="宋体" panose="02010600030101010101" pitchFamily="2" charset="-122"/>
              </a:rPr>
              <a:t>最初并不是为传送计算机数据用的。它是</a:t>
            </a:r>
            <a:r>
              <a:rPr lang="zh-CN" altLang="en-US" sz="2100" dirty="0">
                <a:solidFill>
                  <a:srgbClr val="FF0000"/>
                </a:solidFill>
                <a:latin typeface="微软雅黑" panose="020B0503020204020204" pitchFamily="34" charset="-122"/>
                <a:ea typeface="宋体" panose="02010600030101010101" pitchFamily="2" charset="-122"/>
              </a:rPr>
              <a:t>为了使电话局之间一条中继线不是只传送一路电话而是可以传送几十路的电话</a:t>
            </a:r>
            <a:r>
              <a:rPr lang="zh-CN" altLang="en-US" sz="2100" dirty="0">
                <a:latin typeface="微软雅黑" panose="020B0503020204020204" pitchFamily="34" charset="-122"/>
                <a:ea typeface="宋体" panose="02010600030101010101" pitchFamily="2" charset="-122"/>
              </a:rPr>
              <a:t>。由于历史上的原因，</a:t>
            </a:r>
            <a:r>
              <a:rPr lang="en-US" altLang="zh-CN" sz="2100" dirty="0">
                <a:latin typeface="微软雅黑" panose="020B0503020204020204" pitchFamily="34" charset="-122"/>
                <a:ea typeface="宋体" panose="02010600030101010101" pitchFamily="2" charset="-122"/>
              </a:rPr>
              <a:t>PCM</a:t>
            </a:r>
            <a:r>
              <a:rPr lang="zh-CN" altLang="en-US" sz="2100" dirty="0">
                <a:latin typeface="微软雅黑" panose="020B0503020204020204" pitchFamily="34" charset="-122"/>
                <a:ea typeface="宋体" panose="02010600030101010101" pitchFamily="2" charset="-122"/>
              </a:rPr>
              <a:t>有两个互不兼容的国际标准，即北美的</a:t>
            </a:r>
            <a:r>
              <a:rPr lang="en-US" altLang="zh-CN" sz="2100" dirty="0">
                <a:latin typeface="微软雅黑" panose="020B0503020204020204" pitchFamily="34" charset="-122"/>
                <a:ea typeface="宋体" panose="02010600030101010101" pitchFamily="2" charset="-122"/>
              </a:rPr>
              <a:t>24</a:t>
            </a:r>
            <a:r>
              <a:rPr lang="zh-CN" altLang="en-US" sz="2100" dirty="0">
                <a:latin typeface="微软雅黑" panose="020B0503020204020204" pitchFamily="34" charset="-122"/>
                <a:ea typeface="宋体" panose="02010600030101010101" pitchFamily="2" charset="-122"/>
              </a:rPr>
              <a:t>路</a:t>
            </a:r>
            <a:r>
              <a:rPr lang="en-US" altLang="zh-CN" sz="2100" dirty="0">
                <a:latin typeface="微软雅黑" panose="020B0503020204020204" pitchFamily="34" charset="-122"/>
                <a:ea typeface="宋体" panose="02010600030101010101" pitchFamily="2" charset="-122"/>
              </a:rPr>
              <a:t>PCM(</a:t>
            </a:r>
            <a:r>
              <a:rPr lang="zh-CN" altLang="en-US" sz="2100" dirty="0">
                <a:latin typeface="微软雅黑" panose="020B0503020204020204" pitchFamily="34" charset="-122"/>
                <a:ea typeface="宋体" panose="02010600030101010101" pitchFamily="2" charset="-122"/>
              </a:rPr>
              <a:t>简称为</a:t>
            </a:r>
            <a:r>
              <a:rPr lang="en-US" altLang="zh-CN" sz="2100" dirty="0">
                <a:latin typeface="微软雅黑" panose="020B0503020204020204" pitchFamily="34" charset="-122"/>
                <a:ea typeface="宋体" panose="02010600030101010101" pitchFamily="2" charset="-122"/>
              </a:rPr>
              <a:t>T1)</a:t>
            </a:r>
            <a:r>
              <a:rPr lang="zh-CN" altLang="en-US" sz="2100" dirty="0">
                <a:latin typeface="微软雅黑" panose="020B0503020204020204" pitchFamily="34" charset="-122"/>
                <a:ea typeface="宋体" panose="02010600030101010101" pitchFamily="2" charset="-122"/>
              </a:rPr>
              <a:t>和欧洲的</a:t>
            </a:r>
            <a:r>
              <a:rPr lang="en-US" altLang="zh-CN" sz="2100" dirty="0">
                <a:latin typeface="微软雅黑" panose="020B0503020204020204" pitchFamily="34" charset="-122"/>
                <a:ea typeface="宋体" panose="02010600030101010101" pitchFamily="2" charset="-122"/>
              </a:rPr>
              <a:t>30</a:t>
            </a:r>
            <a:r>
              <a:rPr lang="zh-CN" altLang="en-US" sz="2100" dirty="0">
                <a:latin typeface="微软雅黑" panose="020B0503020204020204" pitchFamily="34" charset="-122"/>
                <a:ea typeface="宋体" panose="02010600030101010101" pitchFamily="2" charset="-122"/>
              </a:rPr>
              <a:t>路</a:t>
            </a:r>
            <a:r>
              <a:rPr lang="en-US" altLang="zh-CN" sz="2100" dirty="0">
                <a:latin typeface="微软雅黑" panose="020B0503020204020204" pitchFamily="34" charset="-122"/>
                <a:ea typeface="宋体" panose="02010600030101010101" pitchFamily="2" charset="-122"/>
              </a:rPr>
              <a:t>PCM(</a:t>
            </a:r>
            <a:r>
              <a:rPr lang="zh-CN" altLang="en-US" sz="2100" dirty="0">
                <a:latin typeface="微软雅黑" panose="020B0503020204020204" pitchFamily="34" charset="-122"/>
                <a:ea typeface="宋体" panose="02010600030101010101" pitchFamily="2" charset="-122"/>
              </a:rPr>
              <a:t>简称为</a:t>
            </a:r>
            <a:r>
              <a:rPr lang="en-US" altLang="zh-CN" sz="2100" dirty="0">
                <a:latin typeface="微软雅黑" panose="020B0503020204020204" pitchFamily="34" charset="-122"/>
                <a:ea typeface="宋体" panose="02010600030101010101" pitchFamily="2" charset="-122"/>
              </a:rPr>
              <a:t>E1)</a:t>
            </a:r>
            <a:r>
              <a:rPr lang="zh-CN" altLang="en-US" sz="2100" dirty="0">
                <a:latin typeface="微软雅黑" panose="020B0503020204020204" pitchFamily="34" charset="-122"/>
                <a:ea typeface="宋体" panose="02010600030101010101" pitchFamily="2" charset="-122"/>
              </a:rPr>
              <a:t>。</a:t>
            </a:r>
          </a:p>
          <a:p>
            <a:pPr eaLnBrk="1" hangingPunct="1">
              <a:lnSpc>
                <a:spcPct val="110000"/>
              </a:lnSpc>
            </a:pPr>
            <a:r>
              <a:rPr lang="en-US" altLang="zh-CN" sz="2100" dirty="0">
                <a:latin typeface="微软雅黑" panose="020B0503020204020204" pitchFamily="34" charset="-122"/>
                <a:ea typeface="宋体" panose="02010600030101010101" pitchFamily="2" charset="-122"/>
              </a:rPr>
              <a:t>T1</a:t>
            </a:r>
            <a:r>
              <a:rPr lang="zh-CN" altLang="en-US" sz="2100" dirty="0">
                <a:latin typeface="微软雅黑" panose="020B0503020204020204" pitchFamily="34" charset="-122"/>
                <a:ea typeface="宋体" panose="02010600030101010101" pitchFamily="2" charset="-122"/>
              </a:rPr>
              <a:t>的速率是</a:t>
            </a:r>
            <a:r>
              <a:rPr lang="en-US" altLang="zh-CN" sz="2100" dirty="0">
                <a:latin typeface="微软雅黑" panose="020B0503020204020204" pitchFamily="34" charset="-122"/>
                <a:ea typeface="宋体" panose="02010600030101010101" pitchFamily="2" charset="-122"/>
              </a:rPr>
              <a:t>1.544 Mb/s</a:t>
            </a:r>
            <a:r>
              <a:rPr lang="zh-CN" altLang="en-US" sz="2100" dirty="0">
                <a:latin typeface="微软雅黑" panose="020B0503020204020204" pitchFamily="34" charset="-122"/>
                <a:ea typeface="宋体" panose="02010600030101010101" pitchFamily="2" charset="-122"/>
              </a:rPr>
              <a:t>，</a:t>
            </a:r>
            <a:r>
              <a:rPr lang="en-US" altLang="zh-CN" sz="2100" dirty="0">
                <a:latin typeface="微软雅黑" panose="020B0503020204020204" pitchFamily="34" charset="-122"/>
                <a:ea typeface="宋体" panose="02010600030101010101" pitchFamily="2" charset="-122"/>
              </a:rPr>
              <a:t>E1</a:t>
            </a:r>
            <a:r>
              <a:rPr lang="zh-CN" altLang="en-US" sz="2100" dirty="0">
                <a:latin typeface="微软雅黑" panose="020B0503020204020204" pitchFamily="34" charset="-122"/>
                <a:ea typeface="宋体" panose="02010600030101010101" pitchFamily="2" charset="-122"/>
              </a:rPr>
              <a:t>的速率是</a:t>
            </a:r>
            <a:r>
              <a:rPr lang="en-US" altLang="zh-CN" sz="2100" dirty="0">
                <a:latin typeface="微软雅黑" panose="020B0503020204020204" pitchFamily="34" charset="-122"/>
                <a:ea typeface="宋体" panose="02010600030101010101" pitchFamily="2" charset="-122"/>
              </a:rPr>
              <a:t>2.048 Mb/s</a:t>
            </a:r>
            <a:r>
              <a:rPr lang="zh-CN" altLang="en-US" sz="2100" dirty="0">
                <a:latin typeface="微软雅黑" panose="020B0503020204020204" pitchFamily="34" charset="-122"/>
                <a:ea typeface="宋体" panose="02010600030101010101" pitchFamily="2" charset="-122"/>
              </a:rPr>
              <a:t>。</a:t>
            </a:r>
            <a:r>
              <a:rPr lang="zh-CN" altLang="en-US" dirty="0">
                <a:latin typeface="微软雅黑" panose="020B0503020204020204" pitchFamily="34" charset="-122"/>
                <a:ea typeface="宋体" panose="02010600030101010101" pitchFamily="2" charset="-122"/>
              </a:rPr>
              <a:t> </a:t>
            </a:r>
          </a:p>
        </p:txBody>
      </p:sp>
    </p:spTree>
    <p:extLst>
      <p:ext uri="{BB962C8B-B14F-4D97-AF65-F5344CB8AC3E}">
        <p14:creationId xmlns:p14="http://schemas.microsoft.com/office/powerpoint/2010/main" val="30195641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灯片编号占位符 3">
            <a:extLst>
              <a:ext uri="{FF2B5EF4-FFF2-40B4-BE49-F238E27FC236}">
                <a16:creationId xmlns:a16="http://schemas.microsoft.com/office/drawing/2014/main" id="{57F6A3F3-C265-EF47-86B4-0C4C43623BCF}"/>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B73EFA5-4DFA-1646-8264-B0B238C8102E}"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21</a:t>
            </a:fld>
            <a:endParaRPr lang="en-US" altLang="zh-CN" sz="1050">
              <a:solidFill>
                <a:schemeClr val="bg2"/>
              </a:solidFill>
              <a:latin typeface="Tahoma" panose="020B0604030504040204" pitchFamily="34" charset="0"/>
              <a:ea typeface="宋体" panose="02010600030101010101" pitchFamily="2" charset="-122"/>
            </a:endParaRPr>
          </a:p>
        </p:txBody>
      </p:sp>
      <p:sp>
        <p:nvSpPr>
          <p:cNvPr id="57346" name="Rectangle 2">
            <a:extLst>
              <a:ext uri="{FF2B5EF4-FFF2-40B4-BE49-F238E27FC236}">
                <a16:creationId xmlns:a16="http://schemas.microsoft.com/office/drawing/2014/main" id="{1D5A98F0-D7B4-8148-BB19-FCC0878732B3}"/>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脉码调制</a:t>
            </a:r>
            <a:r>
              <a:rPr lang="en-US" altLang="zh-CN">
                <a:latin typeface="微软雅黑" panose="020B0503020204020204" pitchFamily="34" charset="-122"/>
                <a:ea typeface="宋体" panose="02010600030101010101" pitchFamily="2" charset="-122"/>
              </a:rPr>
              <a:t>PCM</a:t>
            </a:r>
          </a:p>
        </p:txBody>
      </p:sp>
      <p:sp>
        <p:nvSpPr>
          <p:cNvPr id="57347" name="Rectangle 3">
            <a:extLst>
              <a:ext uri="{FF2B5EF4-FFF2-40B4-BE49-F238E27FC236}">
                <a16:creationId xmlns:a16="http://schemas.microsoft.com/office/drawing/2014/main" id="{CB420F58-E072-DB4D-A786-2336278C341E}"/>
              </a:ext>
            </a:extLst>
          </p:cNvPr>
          <p:cNvSpPr>
            <a:spLocks noGrp="1" noChangeArrowheads="1"/>
          </p:cNvSpPr>
          <p:nvPr>
            <p:ph type="body" idx="1"/>
          </p:nvPr>
        </p:nvSpPr>
        <p:spPr>
          <a:xfrm>
            <a:off x="240030" y="1113235"/>
            <a:ext cx="8698486" cy="3862388"/>
          </a:xfrm>
        </p:spPr>
        <p:txBody>
          <a:bodyPr/>
          <a:lstStyle/>
          <a:p>
            <a:pPr marL="0" indent="467916" algn="just" eaLnBrk="1" hangingPunct="1">
              <a:lnSpc>
                <a:spcPct val="120000"/>
              </a:lnSpc>
              <a:buNone/>
            </a:pPr>
            <a:r>
              <a:rPr lang="zh-CN" altLang="en-US" dirty="0">
                <a:latin typeface="微软雅黑" panose="020B0503020204020204" pitchFamily="34" charset="-122"/>
                <a:ea typeface="宋体" panose="02010600030101010101" pitchFamily="2" charset="-122"/>
              </a:rPr>
              <a:t>为了将模拟电话信号转变为数字信号，必须先对电话信号进行取样。根据取样定理，只要：取样频率不低于电话信号最高频率的</a:t>
            </a:r>
            <a:r>
              <a:rPr lang="en-US" altLang="zh-CN" dirty="0">
                <a:latin typeface="微软雅黑" panose="020B0503020204020204" pitchFamily="34" charset="-122"/>
                <a:ea typeface="宋体" panose="02010600030101010101" pitchFamily="2" charset="-122"/>
              </a:rPr>
              <a:t>2</a:t>
            </a:r>
            <a:r>
              <a:rPr lang="zh-CN" altLang="en-US" dirty="0">
                <a:latin typeface="微软雅黑" panose="020B0503020204020204" pitchFamily="34" charset="-122"/>
                <a:ea typeface="宋体" panose="02010600030101010101" pitchFamily="2" charset="-122"/>
              </a:rPr>
              <a:t>倍，就可以从取样脉冲信号无失真地恢复出原来的电话信号。标准的电话信号的最高频率为</a:t>
            </a:r>
            <a:r>
              <a:rPr lang="en-US" altLang="zh-CN" dirty="0">
                <a:latin typeface="微软雅黑" panose="020B0503020204020204" pitchFamily="34" charset="-122"/>
                <a:ea typeface="宋体" panose="02010600030101010101" pitchFamily="2" charset="-122"/>
              </a:rPr>
              <a:t>3.4kHz</a:t>
            </a:r>
            <a:r>
              <a:rPr lang="zh-CN" altLang="en-US" dirty="0">
                <a:latin typeface="微软雅黑" panose="020B0503020204020204" pitchFamily="34" charset="-122"/>
                <a:ea typeface="宋体" panose="02010600030101010101" pitchFamily="2" charset="-122"/>
              </a:rPr>
              <a:t>，为方便起见，取样频率就定为</a:t>
            </a:r>
            <a:r>
              <a:rPr lang="en-US" altLang="zh-CN" dirty="0">
                <a:latin typeface="微软雅黑" panose="020B0503020204020204" pitchFamily="34" charset="-122"/>
                <a:ea typeface="宋体" panose="02010600030101010101" pitchFamily="2" charset="-122"/>
              </a:rPr>
              <a:t>8kHz</a:t>
            </a:r>
            <a:r>
              <a:rPr lang="zh-CN" altLang="en-US" dirty="0">
                <a:latin typeface="微软雅黑" panose="020B0503020204020204" pitchFamily="34" charset="-122"/>
                <a:ea typeface="宋体" panose="02010600030101010101" pitchFamily="2" charset="-122"/>
              </a:rPr>
              <a:t>，相当于取样周期为</a:t>
            </a:r>
            <a:r>
              <a:rPr lang="en-US" altLang="zh-CN" dirty="0">
                <a:latin typeface="微软雅黑" panose="020B0503020204020204" pitchFamily="34" charset="-122"/>
                <a:ea typeface="宋体" panose="02010600030101010101" pitchFamily="2" charset="-122"/>
              </a:rPr>
              <a:t>125 </a:t>
            </a:r>
            <a:r>
              <a:rPr lang="en-US" altLang="zh-CN" dirty="0">
                <a:latin typeface="微软雅黑" panose="020B0503020204020204" pitchFamily="34" charset="-122"/>
                <a:ea typeface="宋体" panose="02010600030101010101" pitchFamily="2" charset="-122"/>
                <a:sym typeface="Symbol" pitchFamily="2" charset="2"/>
              </a:rPr>
              <a:t></a:t>
            </a:r>
            <a:r>
              <a:rPr lang="en-US" altLang="zh-CN" dirty="0">
                <a:latin typeface="微软雅黑" panose="020B0503020204020204" pitchFamily="34" charset="-122"/>
                <a:ea typeface="宋体" panose="02010600030101010101" pitchFamily="2" charset="-122"/>
              </a:rPr>
              <a:t>s</a:t>
            </a:r>
            <a:r>
              <a:rPr lang="zh-CN" altLang="en-US" dirty="0">
                <a:latin typeface="微软雅黑" panose="020B0503020204020204" pitchFamily="34" charset="-122"/>
                <a:ea typeface="宋体" panose="02010600030101010101" pitchFamily="2" charset="-122"/>
              </a:rPr>
              <a:t>。</a:t>
            </a:r>
          </a:p>
        </p:txBody>
      </p:sp>
    </p:spTree>
    <p:extLst>
      <p:ext uri="{BB962C8B-B14F-4D97-AF65-F5344CB8AC3E}">
        <p14:creationId xmlns:p14="http://schemas.microsoft.com/office/powerpoint/2010/main" val="37267167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灯片编号占位符 3">
            <a:extLst>
              <a:ext uri="{FF2B5EF4-FFF2-40B4-BE49-F238E27FC236}">
                <a16:creationId xmlns:a16="http://schemas.microsoft.com/office/drawing/2014/main" id="{0DE7DD50-5BBF-1340-9E6A-9BC329148177}"/>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34CA4CE-B215-1841-89D3-9A74653901A5}" type="slidenum">
              <a:rPr lang="en-US" altLang="zh-CN" sz="1050">
                <a:solidFill>
                  <a:schemeClr val="bg2"/>
                </a:solidFill>
                <a:latin typeface="微软雅黑" panose="020B0503020204020204" pitchFamily="34" charset="-122"/>
                <a:ea typeface="宋体" panose="02010600030101010101" pitchFamily="2" charset="-122"/>
              </a:rPr>
              <a:pPr>
                <a:spcBef>
                  <a:spcPct val="0"/>
                </a:spcBef>
                <a:buClrTx/>
                <a:buSzTx/>
                <a:buFontTx/>
                <a:buNone/>
              </a:pPr>
              <a:t>22</a:t>
            </a:fld>
            <a:endParaRPr lang="en-US" altLang="zh-CN" sz="1050">
              <a:solidFill>
                <a:schemeClr val="bg2"/>
              </a:solidFill>
              <a:latin typeface="微软雅黑" panose="020B0503020204020204" pitchFamily="34" charset="-122"/>
              <a:ea typeface="宋体" panose="02010600030101010101" pitchFamily="2" charset="-122"/>
            </a:endParaRPr>
          </a:p>
        </p:txBody>
      </p:sp>
      <p:sp>
        <p:nvSpPr>
          <p:cNvPr id="59394" name="Rectangle 2">
            <a:extLst>
              <a:ext uri="{FF2B5EF4-FFF2-40B4-BE49-F238E27FC236}">
                <a16:creationId xmlns:a16="http://schemas.microsoft.com/office/drawing/2014/main" id="{35C1FC82-F2E9-484A-B2CD-53DD885D9E3A}"/>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PCM</a:t>
            </a:r>
            <a:r>
              <a:rPr lang="zh-CN" altLang="en-US">
                <a:latin typeface="微软雅黑" panose="020B0503020204020204" pitchFamily="34" charset="-122"/>
                <a:ea typeface="宋体" panose="02010600030101010101" pitchFamily="2" charset="-122"/>
              </a:rPr>
              <a:t>的基本原理</a:t>
            </a:r>
          </a:p>
        </p:txBody>
      </p:sp>
      <p:sp>
        <p:nvSpPr>
          <p:cNvPr id="59395" name="Rectangle 3">
            <a:extLst>
              <a:ext uri="{FF2B5EF4-FFF2-40B4-BE49-F238E27FC236}">
                <a16:creationId xmlns:a16="http://schemas.microsoft.com/office/drawing/2014/main" id="{56C335A1-D164-E443-831C-AB2E4A071FA5}"/>
              </a:ext>
            </a:extLst>
          </p:cNvPr>
          <p:cNvSpPr>
            <a:spLocks noGrp="1" noChangeArrowheads="1"/>
          </p:cNvSpPr>
          <p:nvPr>
            <p:ph type="body" idx="1"/>
          </p:nvPr>
        </p:nvSpPr>
        <p:spPr>
          <a:xfrm>
            <a:off x="196665" y="1038228"/>
            <a:ext cx="8741848" cy="1851900"/>
          </a:xfrm>
        </p:spPr>
        <p:txBody>
          <a:bodyPr/>
          <a:lstStyle/>
          <a:p>
            <a:pPr algn="just" eaLnBrk="1" hangingPunct="1">
              <a:spcBef>
                <a:spcPts val="0"/>
              </a:spcBef>
            </a:pPr>
            <a:r>
              <a:rPr lang="en-US" altLang="zh-CN" sz="1800" dirty="0">
                <a:ea typeface="宋体" panose="02010600030101010101" pitchFamily="2" charset="-122"/>
                <a:cs typeface="Times New Roman" panose="02020603050405020304" pitchFamily="18" charset="0"/>
              </a:rPr>
              <a:t>T</a:t>
            </a:r>
            <a:r>
              <a:rPr lang="zh-CN" altLang="en-US" sz="1800" dirty="0">
                <a:ea typeface="宋体" panose="02010600030101010101" pitchFamily="2" charset="-122"/>
                <a:cs typeface="Times New Roman" panose="02020603050405020304" pitchFamily="18" charset="0"/>
              </a:rPr>
              <a:t>为取样周期。连续的电话信号经取样后成为如图中</a:t>
            </a:r>
            <a:r>
              <a:rPr lang="en-US" altLang="zh-CN" sz="1800" dirty="0">
                <a:ea typeface="宋体" panose="02010600030101010101" pitchFamily="2" charset="-122"/>
                <a:cs typeface="Times New Roman" panose="02020603050405020304" pitchFamily="18" charset="0"/>
              </a:rPr>
              <a:t>(a)</a:t>
            </a:r>
            <a:r>
              <a:rPr lang="zh-CN" altLang="en-US" sz="1800" dirty="0">
                <a:ea typeface="宋体" panose="02010600030101010101" pitchFamily="2" charset="-122"/>
                <a:cs typeface="Times New Roman" panose="02020603050405020304" pitchFamily="18" charset="0"/>
              </a:rPr>
              <a:t>所示的离散脉冲信号，其振幅对应于取样时刻电话信号的数值。</a:t>
            </a:r>
          </a:p>
          <a:p>
            <a:pPr algn="just" eaLnBrk="1" hangingPunct="1">
              <a:spcBef>
                <a:spcPts val="0"/>
              </a:spcBef>
            </a:pPr>
            <a:r>
              <a:rPr lang="zh-CN" altLang="en-US" sz="1800" dirty="0">
                <a:ea typeface="宋体" panose="02010600030101010101" pitchFamily="2" charset="-122"/>
                <a:cs typeface="Times New Roman" panose="02020603050405020304" pitchFamily="18" charset="0"/>
              </a:rPr>
              <a:t>下一步就是编码。为简单起见</a:t>
            </a:r>
            <a:r>
              <a:rPr lang="en-US" altLang="zh-CN" sz="1800" dirty="0">
                <a:ea typeface="宋体" panose="02010600030101010101" pitchFamily="2" charset="-122"/>
                <a:cs typeface="Times New Roman" panose="02020603050405020304" pitchFamily="18" charset="0"/>
              </a:rPr>
              <a:t>,</a:t>
            </a:r>
            <a:r>
              <a:rPr lang="zh-CN" altLang="en-US" sz="1800" dirty="0">
                <a:ea typeface="宋体" panose="02010600030101010101" pitchFamily="2" charset="-122"/>
                <a:cs typeface="Times New Roman" panose="02020603050405020304" pitchFamily="18" charset="0"/>
              </a:rPr>
              <a:t>图</a:t>
            </a:r>
            <a:r>
              <a:rPr lang="en-US" altLang="zh-CN" sz="1800" dirty="0">
                <a:ea typeface="宋体" panose="02010600030101010101" pitchFamily="2" charset="-122"/>
                <a:cs typeface="Times New Roman" panose="02020603050405020304" pitchFamily="18" charset="0"/>
              </a:rPr>
              <a:t>(c)</a:t>
            </a:r>
            <a:r>
              <a:rPr lang="zh-CN" altLang="en-US" sz="1800" dirty="0">
                <a:ea typeface="宋体" panose="02010600030101010101" pitchFamily="2" charset="-122"/>
                <a:cs typeface="Times New Roman" panose="02020603050405020304" pitchFamily="18" charset="0"/>
              </a:rPr>
              <a:t>将不同振幅的脉冲编为</a:t>
            </a:r>
            <a:r>
              <a:rPr lang="en-US" altLang="zh-CN" sz="1800" dirty="0">
                <a:ea typeface="宋体" panose="02010600030101010101" pitchFamily="2" charset="-122"/>
                <a:cs typeface="Times New Roman" panose="02020603050405020304" pitchFamily="18" charset="0"/>
              </a:rPr>
              <a:t>4</a:t>
            </a:r>
            <a:r>
              <a:rPr lang="zh-CN" altLang="en-US" sz="1800" dirty="0">
                <a:ea typeface="宋体" panose="02010600030101010101" pitchFamily="2" charset="-122"/>
                <a:cs typeface="Times New Roman" panose="02020603050405020304" pitchFamily="18" charset="0"/>
              </a:rPr>
              <a:t>位二进制码元。在我国使用的</a:t>
            </a:r>
            <a:r>
              <a:rPr lang="en-US" altLang="zh-CN" sz="1800" dirty="0">
                <a:ea typeface="宋体" panose="02010600030101010101" pitchFamily="2" charset="-122"/>
                <a:cs typeface="Times New Roman" panose="02020603050405020304" pitchFamily="18" charset="0"/>
              </a:rPr>
              <a:t>PCM</a:t>
            </a:r>
            <a:r>
              <a:rPr lang="zh-CN" altLang="en-US" sz="1800" dirty="0">
                <a:ea typeface="宋体" panose="02010600030101010101" pitchFamily="2" charset="-122"/>
                <a:cs typeface="Times New Roman" panose="02020603050405020304" pitchFamily="18" charset="0"/>
              </a:rPr>
              <a:t>体制中，电话信号是采用</a:t>
            </a:r>
            <a:r>
              <a:rPr lang="en-US" altLang="zh-CN" sz="1800" dirty="0">
                <a:ea typeface="宋体" panose="02010600030101010101" pitchFamily="2" charset="-122"/>
                <a:cs typeface="Times New Roman" panose="02020603050405020304" pitchFamily="18" charset="0"/>
              </a:rPr>
              <a:t>8 bit</a:t>
            </a:r>
            <a:r>
              <a:rPr lang="zh-CN" altLang="en-US" sz="1800" dirty="0">
                <a:ea typeface="宋体" panose="02010600030101010101" pitchFamily="2" charset="-122"/>
                <a:cs typeface="Times New Roman" panose="02020603050405020304" pitchFamily="18" charset="0"/>
              </a:rPr>
              <a:t>编码</a:t>
            </a:r>
            <a:r>
              <a:rPr lang="en-US" altLang="zh-CN" sz="1800" dirty="0">
                <a:ea typeface="宋体" panose="02010600030101010101" pitchFamily="2" charset="-122"/>
                <a:cs typeface="Times New Roman" panose="02020603050405020304" pitchFamily="18" charset="0"/>
              </a:rPr>
              <a:t>,</a:t>
            </a:r>
            <a:r>
              <a:rPr lang="zh-CN" altLang="en-US" sz="1800" dirty="0">
                <a:ea typeface="宋体" panose="02010600030101010101" pitchFamily="2" charset="-122"/>
                <a:cs typeface="Times New Roman" panose="02020603050405020304" pitchFamily="18" charset="0"/>
              </a:rPr>
              <a:t>也就是说</a:t>
            </a:r>
            <a:r>
              <a:rPr lang="en-US" altLang="zh-CN" sz="1800" dirty="0">
                <a:ea typeface="宋体" panose="02010600030101010101" pitchFamily="2" charset="-122"/>
                <a:cs typeface="Times New Roman" panose="02020603050405020304" pitchFamily="18" charset="0"/>
              </a:rPr>
              <a:t>,</a:t>
            </a:r>
            <a:r>
              <a:rPr lang="zh-CN" altLang="en-US" sz="1800" dirty="0">
                <a:ea typeface="宋体" panose="02010600030101010101" pitchFamily="2" charset="-122"/>
                <a:cs typeface="Times New Roman" panose="02020603050405020304" pitchFamily="18" charset="0"/>
              </a:rPr>
              <a:t>将取样后的模拟的电话信号量化为</a:t>
            </a:r>
            <a:r>
              <a:rPr lang="en-US" altLang="zh-CN" sz="1800" dirty="0">
                <a:ea typeface="宋体" panose="02010600030101010101" pitchFamily="2" charset="-122"/>
                <a:cs typeface="Times New Roman" panose="02020603050405020304" pitchFamily="18" charset="0"/>
              </a:rPr>
              <a:t>256</a:t>
            </a:r>
            <a:r>
              <a:rPr lang="zh-CN" altLang="en-US" sz="1800" dirty="0">
                <a:ea typeface="宋体" panose="02010600030101010101" pitchFamily="2" charset="-122"/>
                <a:cs typeface="Times New Roman" panose="02020603050405020304" pitchFamily="18" charset="0"/>
              </a:rPr>
              <a:t>个不同等级中的一个。模拟信号转换为数字信号后就进行传输。</a:t>
            </a:r>
          </a:p>
          <a:p>
            <a:pPr algn="just" eaLnBrk="1" hangingPunct="1">
              <a:spcBef>
                <a:spcPts val="0"/>
              </a:spcBef>
            </a:pPr>
            <a:r>
              <a:rPr lang="zh-CN" altLang="en-US" sz="1800" dirty="0">
                <a:ea typeface="宋体" panose="02010600030101010101" pitchFamily="2" charset="-122"/>
                <a:cs typeface="Times New Roman" panose="02020603050405020304" pitchFamily="18" charset="0"/>
              </a:rPr>
              <a:t>在接收端进行解码的过程与编码过程相反。经滤波后最后得出恢复后的模拟电话信号图中的</a:t>
            </a:r>
            <a:r>
              <a:rPr lang="en-US" altLang="zh-CN" sz="1800" dirty="0">
                <a:ea typeface="宋体" panose="02010600030101010101" pitchFamily="2" charset="-122"/>
                <a:cs typeface="Times New Roman" panose="02020603050405020304" pitchFamily="18" charset="0"/>
              </a:rPr>
              <a:t>(e)</a:t>
            </a:r>
            <a:r>
              <a:rPr lang="zh-CN" altLang="en-US" sz="1800" dirty="0">
                <a:ea typeface="宋体" panose="02010600030101010101" pitchFamily="2" charset="-122"/>
                <a:cs typeface="Times New Roman" panose="02020603050405020304" pitchFamily="18" charset="0"/>
              </a:rPr>
              <a:t>。</a:t>
            </a:r>
          </a:p>
        </p:txBody>
      </p:sp>
      <p:grpSp>
        <p:nvGrpSpPr>
          <p:cNvPr id="2" name="Group 4">
            <a:extLst>
              <a:ext uri="{FF2B5EF4-FFF2-40B4-BE49-F238E27FC236}">
                <a16:creationId xmlns:a16="http://schemas.microsoft.com/office/drawing/2014/main" id="{6ACF221C-407C-B744-AD7C-8EF9E4EFCEFC}"/>
              </a:ext>
            </a:extLst>
          </p:cNvPr>
          <p:cNvGrpSpPr>
            <a:grpSpLocks/>
          </p:cNvGrpSpPr>
          <p:nvPr/>
        </p:nvGrpSpPr>
        <p:grpSpPr bwMode="auto">
          <a:xfrm>
            <a:off x="1089422" y="2913223"/>
            <a:ext cx="6852047" cy="541735"/>
            <a:chOff x="-69" y="1969"/>
            <a:chExt cx="5755" cy="455"/>
          </a:xfrm>
        </p:grpSpPr>
        <p:sp>
          <p:nvSpPr>
            <p:cNvPr id="59448" name="Line 5">
              <a:extLst>
                <a:ext uri="{FF2B5EF4-FFF2-40B4-BE49-F238E27FC236}">
                  <a16:creationId xmlns:a16="http://schemas.microsoft.com/office/drawing/2014/main" id="{CD9A2467-A4FF-D642-9D50-6E7800D1D50C}"/>
                </a:ext>
              </a:extLst>
            </p:cNvPr>
            <p:cNvSpPr>
              <a:spLocks noChangeShapeType="1"/>
            </p:cNvSpPr>
            <p:nvPr/>
          </p:nvSpPr>
          <p:spPr bwMode="auto">
            <a:xfrm flipH="1">
              <a:off x="566" y="2171"/>
              <a:ext cx="4943" cy="0"/>
            </a:xfrm>
            <a:prstGeom prst="line">
              <a:avLst/>
            </a:prstGeom>
            <a:noFill/>
            <a:ln w="19050">
              <a:solidFill>
                <a:srgbClr val="333399"/>
              </a:solidFill>
              <a:round/>
              <a:headEnd type="triangle" w="med"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49" name="Freeform 6">
              <a:extLst>
                <a:ext uri="{FF2B5EF4-FFF2-40B4-BE49-F238E27FC236}">
                  <a16:creationId xmlns:a16="http://schemas.microsoft.com/office/drawing/2014/main" id="{86BE5919-B24C-CD4A-A51F-B11779B2B84F}"/>
                </a:ext>
              </a:extLst>
            </p:cNvPr>
            <p:cNvSpPr>
              <a:spLocks/>
            </p:cNvSpPr>
            <p:nvPr/>
          </p:nvSpPr>
          <p:spPr bwMode="auto">
            <a:xfrm>
              <a:off x="576" y="1970"/>
              <a:ext cx="4566" cy="362"/>
            </a:xfrm>
            <a:custGeom>
              <a:avLst/>
              <a:gdLst>
                <a:gd name="T0" fmla="*/ 51 w 4566"/>
                <a:gd name="T1" fmla="*/ 0 h 757"/>
                <a:gd name="T2" fmla="*/ 137 w 4566"/>
                <a:gd name="T3" fmla="*/ 0 h 757"/>
                <a:gd name="T4" fmla="*/ 223 w 4566"/>
                <a:gd name="T5" fmla="*/ 0 h 757"/>
                <a:gd name="T6" fmla="*/ 309 w 4566"/>
                <a:gd name="T7" fmla="*/ 0 h 757"/>
                <a:gd name="T8" fmla="*/ 380 w 4566"/>
                <a:gd name="T9" fmla="*/ 0 h 757"/>
                <a:gd name="T10" fmla="*/ 437 w 4566"/>
                <a:gd name="T11" fmla="*/ 0 h 757"/>
                <a:gd name="T12" fmla="*/ 523 w 4566"/>
                <a:gd name="T13" fmla="*/ 0 h 757"/>
                <a:gd name="T14" fmla="*/ 608 w 4566"/>
                <a:gd name="T15" fmla="*/ 0 h 757"/>
                <a:gd name="T16" fmla="*/ 680 w 4566"/>
                <a:gd name="T17" fmla="*/ 0 h 757"/>
                <a:gd name="T18" fmla="*/ 766 w 4566"/>
                <a:gd name="T19" fmla="*/ 0 h 757"/>
                <a:gd name="T20" fmla="*/ 851 w 4566"/>
                <a:gd name="T21" fmla="*/ 0 h 757"/>
                <a:gd name="T22" fmla="*/ 937 w 4566"/>
                <a:gd name="T23" fmla="*/ 0 h 757"/>
                <a:gd name="T24" fmla="*/ 1023 w 4566"/>
                <a:gd name="T25" fmla="*/ 0 h 757"/>
                <a:gd name="T26" fmla="*/ 1108 w 4566"/>
                <a:gd name="T27" fmla="*/ 0 h 757"/>
                <a:gd name="T28" fmla="*/ 1194 w 4566"/>
                <a:gd name="T29" fmla="*/ 0 h 757"/>
                <a:gd name="T30" fmla="*/ 1280 w 4566"/>
                <a:gd name="T31" fmla="*/ 0 h 757"/>
                <a:gd name="T32" fmla="*/ 1366 w 4566"/>
                <a:gd name="T33" fmla="*/ 0 h 757"/>
                <a:gd name="T34" fmla="*/ 1451 w 4566"/>
                <a:gd name="T35" fmla="*/ 0 h 757"/>
                <a:gd name="T36" fmla="*/ 1537 w 4566"/>
                <a:gd name="T37" fmla="*/ 0 h 757"/>
                <a:gd name="T38" fmla="*/ 1623 w 4566"/>
                <a:gd name="T39" fmla="*/ 0 h 757"/>
                <a:gd name="T40" fmla="*/ 1737 w 4566"/>
                <a:gd name="T41" fmla="*/ 0 h 757"/>
                <a:gd name="T42" fmla="*/ 1823 w 4566"/>
                <a:gd name="T43" fmla="*/ 0 h 757"/>
                <a:gd name="T44" fmla="*/ 1908 w 4566"/>
                <a:gd name="T45" fmla="*/ 0 h 757"/>
                <a:gd name="T46" fmla="*/ 2023 w 4566"/>
                <a:gd name="T47" fmla="*/ 0 h 757"/>
                <a:gd name="T48" fmla="*/ 2165 w 4566"/>
                <a:gd name="T49" fmla="*/ 0 h 757"/>
                <a:gd name="T50" fmla="*/ 2251 w 4566"/>
                <a:gd name="T51" fmla="*/ 0 h 757"/>
                <a:gd name="T52" fmla="*/ 2351 w 4566"/>
                <a:gd name="T53" fmla="*/ 0 h 757"/>
                <a:gd name="T54" fmla="*/ 2437 w 4566"/>
                <a:gd name="T55" fmla="*/ 0 h 757"/>
                <a:gd name="T56" fmla="*/ 2522 w 4566"/>
                <a:gd name="T57" fmla="*/ 0 h 757"/>
                <a:gd name="T58" fmla="*/ 2608 w 4566"/>
                <a:gd name="T59" fmla="*/ 0 h 757"/>
                <a:gd name="T60" fmla="*/ 2694 w 4566"/>
                <a:gd name="T61" fmla="*/ 0 h 757"/>
                <a:gd name="T62" fmla="*/ 2780 w 4566"/>
                <a:gd name="T63" fmla="*/ 0 h 757"/>
                <a:gd name="T64" fmla="*/ 2865 w 4566"/>
                <a:gd name="T65" fmla="*/ 0 h 757"/>
                <a:gd name="T66" fmla="*/ 2951 w 4566"/>
                <a:gd name="T67" fmla="*/ 0 h 757"/>
                <a:gd name="T68" fmla="*/ 3037 w 4566"/>
                <a:gd name="T69" fmla="*/ 0 h 757"/>
                <a:gd name="T70" fmla="*/ 3137 w 4566"/>
                <a:gd name="T71" fmla="*/ 0 h 757"/>
                <a:gd name="T72" fmla="*/ 3222 w 4566"/>
                <a:gd name="T73" fmla="*/ 0 h 757"/>
                <a:gd name="T74" fmla="*/ 3322 w 4566"/>
                <a:gd name="T75" fmla="*/ 0 h 757"/>
                <a:gd name="T76" fmla="*/ 3422 w 4566"/>
                <a:gd name="T77" fmla="*/ 0 h 757"/>
                <a:gd name="T78" fmla="*/ 3522 w 4566"/>
                <a:gd name="T79" fmla="*/ 0 h 757"/>
                <a:gd name="T80" fmla="*/ 3608 w 4566"/>
                <a:gd name="T81" fmla="*/ 0 h 757"/>
                <a:gd name="T82" fmla="*/ 3694 w 4566"/>
                <a:gd name="T83" fmla="*/ 0 h 757"/>
                <a:gd name="T84" fmla="*/ 3779 w 4566"/>
                <a:gd name="T85" fmla="*/ 0 h 757"/>
                <a:gd name="T86" fmla="*/ 3865 w 4566"/>
                <a:gd name="T87" fmla="*/ 0 h 757"/>
                <a:gd name="T88" fmla="*/ 3951 w 4566"/>
                <a:gd name="T89" fmla="*/ 0 h 757"/>
                <a:gd name="T90" fmla="*/ 4122 w 4566"/>
                <a:gd name="T91" fmla="*/ 0 h 757"/>
                <a:gd name="T92" fmla="*/ 4222 w 4566"/>
                <a:gd name="T93" fmla="*/ 0 h 757"/>
                <a:gd name="T94" fmla="*/ 4308 w 4566"/>
                <a:gd name="T95" fmla="*/ 0 h 757"/>
                <a:gd name="T96" fmla="*/ 4394 w 4566"/>
                <a:gd name="T97" fmla="*/ 0 h 757"/>
                <a:gd name="T98" fmla="*/ 4479 w 4566"/>
                <a:gd name="T99" fmla="*/ 0 h 757"/>
                <a:gd name="T100" fmla="*/ 4565 w 4566"/>
                <a:gd name="T101" fmla="*/ 0 h 757"/>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4566"/>
                <a:gd name="T154" fmla="*/ 0 h 757"/>
                <a:gd name="T155" fmla="*/ 4566 w 4566"/>
                <a:gd name="T156" fmla="*/ 757 h 757"/>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4566" h="757">
                  <a:moveTo>
                    <a:pt x="0" y="756"/>
                  </a:moveTo>
                  <a:lnTo>
                    <a:pt x="51" y="750"/>
                  </a:lnTo>
                  <a:lnTo>
                    <a:pt x="94" y="750"/>
                  </a:lnTo>
                  <a:lnTo>
                    <a:pt x="137" y="750"/>
                  </a:lnTo>
                  <a:lnTo>
                    <a:pt x="180" y="735"/>
                  </a:lnTo>
                  <a:lnTo>
                    <a:pt x="223" y="705"/>
                  </a:lnTo>
                  <a:lnTo>
                    <a:pt x="266" y="690"/>
                  </a:lnTo>
                  <a:lnTo>
                    <a:pt x="309" y="660"/>
                  </a:lnTo>
                  <a:lnTo>
                    <a:pt x="337" y="615"/>
                  </a:lnTo>
                  <a:lnTo>
                    <a:pt x="380" y="600"/>
                  </a:lnTo>
                  <a:lnTo>
                    <a:pt x="394" y="555"/>
                  </a:lnTo>
                  <a:lnTo>
                    <a:pt x="437" y="525"/>
                  </a:lnTo>
                  <a:lnTo>
                    <a:pt x="480" y="495"/>
                  </a:lnTo>
                  <a:lnTo>
                    <a:pt x="523" y="465"/>
                  </a:lnTo>
                  <a:lnTo>
                    <a:pt x="566" y="435"/>
                  </a:lnTo>
                  <a:lnTo>
                    <a:pt x="608" y="405"/>
                  </a:lnTo>
                  <a:lnTo>
                    <a:pt x="651" y="390"/>
                  </a:lnTo>
                  <a:lnTo>
                    <a:pt x="680" y="345"/>
                  </a:lnTo>
                  <a:lnTo>
                    <a:pt x="723" y="330"/>
                  </a:lnTo>
                  <a:lnTo>
                    <a:pt x="766" y="300"/>
                  </a:lnTo>
                  <a:lnTo>
                    <a:pt x="808" y="270"/>
                  </a:lnTo>
                  <a:lnTo>
                    <a:pt x="851" y="240"/>
                  </a:lnTo>
                  <a:lnTo>
                    <a:pt x="894" y="210"/>
                  </a:lnTo>
                  <a:lnTo>
                    <a:pt x="937" y="180"/>
                  </a:lnTo>
                  <a:lnTo>
                    <a:pt x="980" y="150"/>
                  </a:lnTo>
                  <a:lnTo>
                    <a:pt x="1023" y="120"/>
                  </a:lnTo>
                  <a:lnTo>
                    <a:pt x="1066" y="105"/>
                  </a:lnTo>
                  <a:lnTo>
                    <a:pt x="1108" y="90"/>
                  </a:lnTo>
                  <a:lnTo>
                    <a:pt x="1151" y="90"/>
                  </a:lnTo>
                  <a:lnTo>
                    <a:pt x="1194" y="75"/>
                  </a:lnTo>
                  <a:lnTo>
                    <a:pt x="1237" y="60"/>
                  </a:lnTo>
                  <a:lnTo>
                    <a:pt x="1280" y="45"/>
                  </a:lnTo>
                  <a:lnTo>
                    <a:pt x="1323" y="30"/>
                  </a:lnTo>
                  <a:lnTo>
                    <a:pt x="1366" y="30"/>
                  </a:lnTo>
                  <a:lnTo>
                    <a:pt x="1408" y="0"/>
                  </a:lnTo>
                  <a:lnTo>
                    <a:pt x="1451" y="0"/>
                  </a:lnTo>
                  <a:lnTo>
                    <a:pt x="1494" y="0"/>
                  </a:lnTo>
                  <a:lnTo>
                    <a:pt x="1537" y="0"/>
                  </a:lnTo>
                  <a:lnTo>
                    <a:pt x="1580" y="0"/>
                  </a:lnTo>
                  <a:lnTo>
                    <a:pt x="1623" y="0"/>
                  </a:lnTo>
                  <a:lnTo>
                    <a:pt x="1680" y="0"/>
                  </a:lnTo>
                  <a:lnTo>
                    <a:pt x="1737" y="0"/>
                  </a:lnTo>
                  <a:lnTo>
                    <a:pt x="1780" y="0"/>
                  </a:lnTo>
                  <a:lnTo>
                    <a:pt x="1823" y="0"/>
                  </a:lnTo>
                  <a:lnTo>
                    <a:pt x="1865" y="0"/>
                  </a:lnTo>
                  <a:lnTo>
                    <a:pt x="1908" y="0"/>
                  </a:lnTo>
                  <a:lnTo>
                    <a:pt x="1965" y="0"/>
                  </a:lnTo>
                  <a:lnTo>
                    <a:pt x="2023" y="0"/>
                  </a:lnTo>
                  <a:lnTo>
                    <a:pt x="2123" y="0"/>
                  </a:lnTo>
                  <a:lnTo>
                    <a:pt x="2165" y="15"/>
                  </a:lnTo>
                  <a:lnTo>
                    <a:pt x="2208" y="60"/>
                  </a:lnTo>
                  <a:lnTo>
                    <a:pt x="2251" y="75"/>
                  </a:lnTo>
                  <a:lnTo>
                    <a:pt x="2294" y="90"/>
                  </a:lnTo>
                  <a:lnTo>
                    <a:pt x="2351" y="120"/>
                  </a:lnTo>
                  <a:lnTo>
                    <a:pt x="2394" y="120"/>
                  </a:lnTo>
                  <a:lnTo>
                    <a:pt x="2437" y="135"/>
                  </a:lnTo>
                  <a:lnTo>
                    <a:pt x="2480" y="135"/>
                  </a:lnTo>
                  <a:lnTo>
                    <a:pt x="2522" y="150"/>
                  </a:lnTo>
                  <a:lnTo>
                    <a:pt x="2565" y="180"/>
                  </a:lnTo>
                  <a:lnTo>
                    <a:pt x="2608" y="195"/>
                  </a:lnTo>
                  <a:lnTo>
                    <a:pt x="2651" y="210"/>
                  </a:lnTo>
                  <a:lnTo>
                    <a:pt x="2694" y="225"/>
                  </a:lnTo>
                  <a:lnTo>
                    <a:pt x="2737" y="240"/>
                  </a:lnTo>
                  <a:lnTo>
                    <a:pt x="2780" y="255"/>
                  </a:lnTo>
                  <a:lnTo>
                    <a:pt x="2822" y="255"/>
                  </a:lnTo>
                  <a:lnTo>
                    <a:pt x="2865" y="270"/>
                  </a:lnTo>
                  <a:lnTo>
                    <a:pt x="2908" y="270"/>
                  </a:lnTo>
                  <a:lnTo>
                    <a:pt x="2951" y="285"/>
                  </a:lnTo>
                  <a:lnTo>
                    <a:pt x="2994" y="300"/>
                  </a:lnTo>
                  <a:lnTo>
                    <a:pt x="3037" y="300"/>
                  </a:lnTo>
                  <a:lnTo>
                    <a:pt x="3094" y="300"/>
                  </a:lnTo>
                  <a:lnTo>
                    <a:pt x="3137" y="315"/>
                  </a:lnTo>
                  <a:lnTo>
                    <a:pt x="3180" y="315"/>
                  </a:lnTo>
                  <a:lnTo>
                    <a:pt x="3222" y="330"/>
                  </a:lnTo>
                  <a:lnTo>
                    <a:pt x="3265" y="345"/>
                  </a:lnTo>
                  <a:lnTo>
                    <a:pt x="3322" y="360"/>
                  </a:lnTo>
                  <a:lnTo>
                    <a:pt x="3379" y="420"/>
                  </a:lnTo>
                  <a:lnTo>
                    <a:pt x="3422" y="450"/>
                  </a:lnTo>
                  <a:lnTo>
                    <a:pt x="3479" y="480"/>
                  </a:lnTo>
                  <a:lnTo>
                    <a:pt x="3522" y="495"/>
                  </a:lnTo>
                  <a:lnTo>
                    <a:pt x="3565" y="510"/>
                  </a:lnTo>
                  <a:lnTo>
                    <a:pt x="3608" y="540"/>
                  </a:lnTo>
                  <a:lnTo>
                    <a:pt x="3651" y="540"/>
                  </a:lnTo>
                  <a:lnTo>
                    <a:pt x="3694" y="570"/>
                  </a:lnTo>
                  <a:lnTo>
                    <a:pt x="3737" y="570"/>
                  </a:lnTo>
                  <a:lnTo>
                    <a:pt x="3779" y="570"/>
                  </a:lnTo>
                  <a:lnTo>
                    <a:pt x="3822" y="600"/>
                  </a:lnTo>
                  <a:lnTo>
                    <a:pt x="3865" y="600"/>
                  </a:lnTo>
                  <a:lnTo>
                    <a:pt x="3908" y="600"/>
                  </a:lnTo>
                  <a:lnTo>
                    <a:pt x="3951" y="600"/>
                  </a:lnTo>
                  <a:lnTo>
                    <a:pt x="4008" y="600"/>
                  </a:lnTo>
                  <a:lnTo>
                    <a:pt x="4122" y="600"/>
                  </a:lnTo>
                  <a:lnTo>
                    <a:pt x="4165" y="600"/>
                  </a:lnTo>
                  <a:lnTo>
                    <a:pt x="4222" y="615"/>
                  </a:lnTo>
                  <a:lnTo>
                    <a:pt x="4265" y="630"/>
                  </a:lnTo>
                  <a:lnTo>
                    <a:pt x="4308" y="630"/>
                  </a:lnTo>
                  <a:lnTo>
                    <a:pt x="4351" y="645"/>
                  </a:lnTo>
                  <a:lnTo>
                    <a:pt x="4394" y="660"/>
                  </a:lnTo>
                  <a:lnTo>
                    <a:pt x="4436" y="660"/>
                  </a:lnTo>
                  <a:lnTo>
                    <a:pt x="4479" y="660"/>
                  </a:lnTo>
                  <a:lnTo>
                    <a:pt x="4522" y="675"/>
                  </a:lnTo>
                  <a:lnTo>
                    <a:pt x="4565" y="675"/>
                  </a:lnTo>
                </a:path>
              </a:pathLst>
            </a:custGeom>
            <a:noFill/>
            <a:ln w="28575" cap="rnd" cmpd="sng">
              <a:solidFill>
                <a:srgbClr val="333399"/>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9450" name="Line 7">
              <a:extLst>
                <a:ext uri="{FF2B5EF4-FFF2-40B4-BE49-F238E27FC236}">
                  <a16:creationId xmlns:a16="http://schemas.microsoft.com/office/drawing/2014/main" id="{B2B94E0B-2173-174C-806B-0984223C6ECE}"/>
                </a:ext>
              </a:extLst>
            </p:cNvPr>
            <p:cNvSpPr>
              <a:spLocks noChangeShapeType="1"/>
            </p:cNvSpPr>
            <p:nvPr/>
          </p:nvSpPr>
          <p:spPr bwMode="auto">
            <a:xfrm>
              <a:off x="942" y="2173"/>
              <a:ext cx="0" cy="88"/>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51" name="Line 8">
              <a:extLst>
                <a:ext uri="{FF2B5EF4-FFF2-40B4-BE49-F238E27FC236}">
                  <a16:creationId xmlns:a16="http://schemas.microsoft.com/office/drawing/2014/main" id="{42E9472B-49F5-0447-A21B-1D8AC3A11953}"/>
                </a:ext>
              </a:extLst>
            </p:cNvPr>
            <p:cNvSpPr>
              <a:spLocks noChangeShapeType="1"/>
            </p:cNvSpPr>
            <p:nvPr/>
          </p:nvSpPr>
          <p:spPr bwMode="auto">
            <a:xfrm>
              <a:off x="2313" y="1969"/>
              <a:ext cx="0" cy="199"/>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52" name="Line 9">
              <a:extLst>
                <a:ext uri="{FF2B5EF4-FFF2-40B4-BE49-F238E27FC236}">
                  <a16:creationId xmlns:a16="http://schemas.microsoft.com/office/drawing/2014/main" id="{59A9F414-F359-5C45-A57F-36D92574ED93}"/>
                </a:ext>
              </a:extLst>
            </p:cNvPr>
            <p:cNvSpPr>
              <a:spLocks noChangeShapeType="1"/>
            </p:cNvSpPr>
            <p:nvPr/>
          </p:nvSpPr>
          <p:spPr bwMode="auto">
            <a:xfrm>
              <a:off x="3684" y="2127"/>
              <a:ext cx="0" cy="41"/>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53" name="Line 10">
              <a:extLst>
                <a:ext uri="{FF2B5EF4-FFF2-40B4-BE49-F238E27FC236}">
                  <a16:creationId xmlns:a16="http://schemas.microsoft.com/office/drawing/2014/main" id="{FF41ABA8-12E0-2C45-81D2-68DC326FBB26}"/>
                </a:ext>
              </a:extLst>
            </p:cNvPr>
            <p:cNvSpPr>
              <a:spLocks noChangeShapeType="1"/>
            </p:cNvSpPr>
            <p:nvPr/>
          </p:nvSpPr>
          <p:spPr bwMode="auto">
            <a:xfrm>
              <a:off x="5056" y="2173"/>
              <a:ext cx="0" cy="110"/>
            </a:xfrm>
            <a:prstGeom prst="line">
              <a:avLst/>
            </a:prstGeom>
            <a:noFill/>
            <a:ln w="1270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54" name="Line 11">
              <a:extLst>
                <a:ext uri="{FF2B5EF4-FFF2-40B4-BE49-F238E27FC236}">
                  <a16:creationId xmlns:a16="http://schemas.microsoft.com/office/drawing/2014/main" id="{94D1E1C7-FAB5-5741-A8B1-E4B910DAAA42}"/>
                </a:ext>
              </a:extLst>
            </p:cNvPr>
            <p:cNvSpPr>
              <a:spLocks noChangeShapeType="1"/>
            </p:cNvSpPr>
            <p:nvPr/>
          </p:nvSpPr>
          <p:spPr bwMode="auto">
            <a:xfrm>
              <a:off x="942" y="2287"/>
              <a:ext cx="0" cy="6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55" name="Line 12">
              <a:extLst>
                <a:ext uri="{FF2B5EF4-FFF2-40B4-BE49-F238E27FC236}">
                  <a16:creationId xmlns:a16="http://schemas.microsoft.com/office/drawing/2014/main" id="{71E60A94-9B0D-C444-A95D-6A95B32A39C5}"/>
                </a:ext>
              </a:extLst>
            </p:cNvPr>
            <p:cNvSpPr>
              <a:spLocks noChangeShapeType="1"/>
            </p:cNvSpPr>
            <p:nvPr/>
          </p:nvSpPr>
          <p:spPr bwMode="auto">
            <a:xfrm flipV="1">
              <a:off x="2313" y="2192"/>
              <a:ext cx="0" cy="16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56" name="Line 13">
              <a:extLst>
                <a:ext uri="{FF2B5EF4-FFF2-40B4-BE49-F238E27FC236}">
                  <a16:creationId xmlns:a16="http://schemas.microsoft.com/office/drawing/2014/main" id="{4DB926EF-5433-244C-8871-097A02759406}"/>
                </a:ext>
              </a:extLst>
            </p:cNvPr>
            <p:cNvSpPr>
              <a:spLocks noChangeShapeType="1"/>
            </p:cNvSpPr>
            <p:nvPr/>
          </p:nvSpPr>
          <p:spPr bwMode="auto">
            <a:xfrm>
              <a:off x="946" y="2308"/>
              <a:ext cx="1363" cy="0"/>
            </a:xfrm>
            <a:prstGeom prst="line">
              <a:avLst/>
            </a:prstGeom>
            <a:noFill/>
            <a:ln w="12700">
              <a:solidFill>
                <a:srgbClr val="333399"/>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57" name="Rectangle 14">
              <a:extLst>
                <a:ext uri="{FF2B5EF4-FFF2-40B4-BE49-F238E27FC236}">
                  <a16:creationId xmlns:a16="http://schemas.microsoft.com/office/drawing/2014/main" id="{0FE70088-E9A5-CE4D-8379-6082BD4C05FC}"/>
                </a:ext>
              </a:extLst>
            </p:cNvPr>
            <p:cNvSpPr>
              <a:spLocks noChangeArrowheads="1"/>
            </p:cNvSpPr>
            <p:nvPr/>
          </p:nvSpPr>
          <p:spPr bwMode="auto">
            <a:xfrm>
              <a:off x="1251" y="2253"/>
              <a:ext cx="831" cy="112"/>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59458" name="Rectangle 15">
              <a:extLst>
                <a:ext uri="{FF2B5EF4-FFF2-40B4-BE49-F238E27FC236}">
                  <a16:creationId xmlns:a16="http://schemas.microsoft.com/office/drawing/2014/main" id="{B976544C-13FC-7647-85AC-29A0E8D51A35}"/>
                </a:ext>
              </a:extLst>
            </p:cNvPr>
            <p:cNvSpPr>
              <a:spLocks noChangeArrowheads="1"/>
            </p:cNvSpPr>
            <p:nvPr/>
          </p:nvSpPr>
          <p:spPr bwMode="auto">
            <a:xfrm>
              <a:off x="1248" y="2193"/>
              <a:ext cx="83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350">
                  <a:latin typeface="微软雅黑" panose="020B0503020204020204" pitchFamily="34" charset="-122"/>
                  <a:ea typeface="宋体" panose="02010600030101010101" pitchFamily="2" charset="-122"/>
                </a:rPr>
                <a:t>采样周期 </a:t>
              </a:r>
              <a:r>
                <a:rPr kumimoji="1" lang="en-US" altLang="zh-CN" sz="1350" b="1">
                  <a:latin typeface="微软雅黑" panose="020B0503020204020204" pitchFamily="34" charset="-122"/>
                  <a:ea typeface="宋体" panose="02010600030101010101" pitchFamily="2" charset="-122"/>
                </a:rPr>
                <a:t>T</a:t>
              </a:r>
            </a:p>
          </p:txBody>
        </p:sp>
        <p:sp>
          <p:nvSpPr>
            <p:cNvPr id="59459" name="Rectangle 16">
              <a:extLst>
                <a:ext uri="{FF2B5EF4-FFF2-40B4-BE49-F238E27FC236}">
                  <a16:creationId xmlns:a16="http://schemas.microsoft.com/office/drawing/2014/main" id="{A8D7BDD2-1EED-CE41-A481-6F08F03C5BE0}"/>
                </a:ext>
              </a:extLst>
            </p:cNvPr>
            <p:cNvSpPr>
              <a:spLocks noChangeArrowheads="1"/>
            </p:cNvSpPr>
            <p:nvPr/>
          </p:nvSpPr>
          <p:spPr bwMode="auto">
            <a:xfrm>
              <a:off x="5510" y="2012"/>
              <a:ext cx="1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t</a:t>
              </a:r>
            </a:p>
          </p:txBody>
        </p:sp>
        <p:sp>
          <p:nvSpPr>
            <p:cNvPr id="59460" name="Text Box 17">
              <a:extLst>
                <a:ext uri="{FF2B5EF4-FFF2-40B4-BE49-F238E27FC236}">
                  <a16:creationId xmlns:a16="http://schemas.microsoft.com/office/drawing/2014/main" id="{86644C30-9598-EB4E-AA76-8EAE035BDB21}"/>
                </a:ext>
              </a:extLst>
            </p:cNvPr>
            <p:cNvSpPr txBox="1">
              <a:spLocks noChangeArrowheads="1"/>
            </p:cNvSpPr>
            <p:nvPr/>
          </p:nvSpPr>
          <p:spPr bwMode="auto">
            <a:xfrm>
              <a:off x="-69" y="1995"/>
              <a:ext cx="675"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lang="en-US" altLang="zh-CN" sz="1500" dirty="0">
                  <a:latin typeface="微软雅黑" panose="020B0503020204020204" pitchFamily="34" charset="-122"/>
                  <a:ea typeface="宋体" panose="02010600030101010101" pitchFamily="2" charset="-122"/>
                </a:rPr>
                <a:t>(a)</a:t>
              </a:r>
              <a:r>
                <a:rPr lang="zh-CN" altLang="en-US" sz="1500" dirty="0">
                  <a:latin typeface="微软雅黑" panose="020B0503020204020204" pitchFamily="34" charset="-122"/>
                  <a:ea typeface="宋体" panose="02010600030101010101" pitchFamily="2" charset="-122"/>
                </a:rPr>
                <a:t>信</a:t>
              </a:r>
              <a:r>
                <a:rPr kumimoji="1" lang="zh-CN" altLang="en-US" sz="1500" dirty="0">
                  <a:latin typeface="微软雅黑" panose="020B0503020204020204" pitchFamily="34" charset="-122"/>
                  <a:ea typeface="宋体" panose="02010600030101010101" pitchFamily="2" charset="-122"/>
                </a:rPr>
                <a:t>号</a:t>
              </a:r>
            </a:p>
          </p:txBody>
        </p:sp>
      </p:grpSp>
      <p:grpSp>
        <p:nvGrpSpPr>
          <p:cNvPr id="3" name="Group 18">
            <a:extLst>
              <a:ext uri="{FF2B5EF4-FFF2-40B4-BE49-F238E27FC236}">
                <a16:creationId xmlns:a16="http://schemas.microsoft.com/office/drawing/2014/main" id="{1D5DF83B-371B-594B-BF37-FAF17975F38E}"/>
              </a:ext>
            </a:extLst>
          </p:cNvPr>
          <p:cNvGrpSpPr>
            <a:grpSpLocks/>
          </p:cNvGrpSpPr>
          <p:nvPr/>
        </p:nvGrpSpPr>
        <p:grpSpPr bwMode="auto">
          <a:xfrm>
            <a:off x="1103710" y="3370421"/>
            <a:ext cx="6809184" cy="385763"/>
            <a:chOff x="-33" y="2387"/>
            <a:chExt cx="5719" cy="324"/>
          </a:xfrm>
        </p:grpSpPr>
        <p:sp>
          <p:nvSpPr>
            <p:cNvPr id="59441" name="Line 19">
              <a:extLst>
                <a:ext uri="{FF2B5EF4-FFF2-40B4-BE49-F238E27FC236}">
                  <a16:creationId xmlns:a16="http://schemas.microsoft.com/office/drawing/2014/main" id="{9C233BD6-B14E-614F-8BA3-0D9F9EE4533C}"/>
                </a:ext>
              </a:extLst>
            </p:cNvPr>
            <p:cNvSpPr>
              <a:spLocks noChangeShapeType="1"/>
            </p:cNvSpPr>
            <p:nvPr/>
          </p:nvSpPr>
          <p:spPr bwMode="auto">
            <a:xfrm>
              <a:off x="680" y="2593"/>
              <a:ext cx="4814" cy="0"/>
            </a:xfrm>
            <a:prstGeom prst="line">
              <a:avLst/>
            </a:prstGeom>
            <a:noFill/>
            <a:ln w="19050">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42" name="Line 20">
              <a:extLst>
                <a:ext uri="{FF2B5EF4-FFF2-40B4-BE49-F238E27FC236}">
                  <a16:creationId xmlns:a16="http://schemas.microsoft.com/office/drawing/2014/main" id="{A00F9D62-2C35-8E42-8B38-2B4289846121}"/>
                </a:ext>
              </a:extLst>
            </p:cNvPr>
            <p:cNvSpPr>
              <a:spLocks noChangeShapeType="1"/>
            </p:cNvSpPr>
            <p:nvPr/>
          </p:nvSpPr>
          <p:spPr bwMode="auto">
            <a:xfrm>
              <a:off x="935" y="2600"/>
              <a:ext cx="0" cy="92"/>
            </a:xfrm>
            <a:prstGeom prst="line">
              <a:avLst/>
            </a:prstGeom>
            <a:noFill/>
            <a:ln w="28575">
              <a:solidFill>
                <a:srgbClr val="3333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43" name="Line 21">
              <a:extLst>
                <a:ext uri="{FF2B5EF4-FFF2-40B4-BE49-F238E27FC236}">
                  <a16:creationId xmlns:a16="http://schemas.microsoft.com/office/drawing/2014/main" id="{9BA1D0F7-FCE5-754C-9926-7F9B4CC235D3}"/>
                </a:ext>
              </a:extLst>
            </p:cNvPr>
            <p:cNvSpPr>
              <a:spLocks noChangeShapeType="1"/>
            </p:cNvSpPr>
            <p:nvPr/>
          </p:nvSpPr>
          <p:spPr bwMode="auto">
            <a:xfrm flipV="1">
              <a:off x="2319" y="2387"/>
              <a:ext cx="0" cy="208"/>
            </a:xfrm>
            <a:prstGeom prst="line">
              <a:avLst/>
            </a:prstGeom>
            <a:noFill/>
            <a:ln w="28575">
              <a:solidFill>
                <a:srgbClr val="3333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44" name="Line 22">
              <a:extLst>
                <a:ext uri="{FF2B5EF4-FFF2-40B4-BE49-F238E27FC236}">
                  <a16:creationId xmlns:a16="http://schemas.microsoft.com/office/drawing/2014/main" id="{526947B5-9A82-B54E-9020-D0B382A97AE3}"/>
                </a:ext>
              </a:extLst>
            </p:cNvPr>
            <p:cNvSpPr>
              <a:spLocks noChangeShapeType="1"/>
            </p:cNvSpPr>
            <p:nvPr/>
          </p:nvSpPr>
          <p:spPr bwMode="auto">
            <a:xfrm flipV="1">
              <a:off x="3690" y="2494"/>
              <a:ext cx="0" cy="100"/>
            </a:xfrm>
            <a:prstGeom prst="line">
              <a:avLst/>
            </a:prstGeom>
            <a:noFill/>
            <a:ln w="28575">
              <a:solidFill>
                <a:srgbClr val="3333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45" name="Line 23">
              <a:extLst>
                <a:ext uri="{FF2B5EF4-FFF2-40B4-BE49-F238E27FC236}">
                  <a16:creationId xmlns:a16="http://schemas.microsoft.com/office/drawing/2014/main" id="{D6EFC500-F583-AB46-909A-686DCE4A5F52}"/>
                </a:ext>
              </a:extLst>
            </p:cNvPr>
            <p:cNvSpPr>
              <a:spLocks noChangeShapeType="1"/>
            </p:cNvSpPr>
            <p:nvPr/>
          </p:nvSpPr>
          <p:spPr bwMode="auto">
            <a:xfrm>
              <a:off x="5055" y="2597"/>
              <a:ext cx="0" cy="114"/>
            </a:xfrm>
            <a:prstGeom prst="line">
              <a:avLst/>
            </a:prstGeom>
            <a:noFill/>
            <a:ln w="28575">
              <a:solidFill>
                <a:srgbClr val="3333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46" name="Rectangle 24">
              <a:extLst>
                <a:ext uri="{FF2B5EF4-FFF2-40B4-BE49-F238E27FC236}">
                  <a16:creationId xmlns:a16="http://schemas.microsoft.com/office/drawing/2014/main" id="{EA179732-D955-3C4B-B898-3152F6DBBCFE}"/>
                </a:ext>
              </a:extLst>
            </p:cNvPr>
            <p:cNvSpPr>
              <a:spLocks noChangeArrowheads="1"/>
            </p:cNvSpPr>
            <p:nvPr/>
          </p:nvSpPr>
          <p:spPr bwMode="auto">
            <a:xfrm>
              <a:off x="5510" y="2447"/>
              <a:ext cx="1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t</a:t>
              </a:r>
            </a:p>
          </p:txBody>
        </p:sp>
        <p:sp>
          <p:nvSpPr>
            <p:cNvPr id="59447" name="Rectangle 25">
              <a:extLst>
                <a:ext uri="{FF2B5EF4-FFF2-40B4-BE49-F238E27FC236}">
                  <a16:creationId xmlns:a16="http://schemas.microsoft.com/office/drawing/2014/main" id="{4304A060-F85D-7E44-92D3-E013D24BA597}"/>
                </a:ext>
              </a:extLst>
            </p:cNvPr>
            <p:cNvSpPr>
              <a:spLocks noChangeArrowheads="1"/>
            </p:cNvSpPr>
            <p:nvPr/>
          </p:nvSpPr>
          <p:spPr bwMode="auto">
            <a:xfrm>
              <a:off x="-33" y="2435"/>
              <a:ext cx="6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(b)</a:t>
              </a:r>
              <a:r>
                <a:rPr kumimoji="1" lang="zh-CN" altLang="en-US" sz="1500">
                  <a:latin typeface="微软雅黑" panose="020B0503020204020204" pitchFamily="34" charset="-122"/>
                  <a:ea typeface="宋体" panose="02010600030101010101" pitchFamily="2" charset="-122"/>
                </a:rPr>
                <a:t>采样</a:t>
              </a:r>
              <a:endParaRPr kumimoji="1" lang="zh-CN" altLang="en-US" sz="1500" b="1">
                <a:latin typeface="微软雅黑" panose="020B0503020204020204" pitchFamily="34" charset="-122"/>
                <a:ea typeface="宋体" panose="02010600030101010101" pitchFamily="2" charset="-122"/>
              </a:endParaRPr>
            </a:p>
          </p:txBody>
        </p:sp>
      </p:grpSp>
      <p:grpSp>
        <p:nvGrpSpPr>
          <p:cNvPr id="4" name="Group 26">
            <a:extLst>
              <a:ext uri="{FF2B5EF4-FFF2-40B4-BE49-F238E27FC236}">
                <a16:creationId xmlns:a16="http://schemas.microsoft.com/office/drawing/2014/main" id="{67912E5B-C321-A046-B0A4-CECE4BDD0788}"/>
              </a:ext>
            </a:extLst>
          </p:cNvPr>
          <p:cNvGrpSpPr>
            <a:grpSpLocks/>
          </p:cNvGrpSpPr>
          <p:nvPr/>
        </p:nvGrpSpPr>
        <p:grpSpPr bwMode="auto">
          <a:xfrm>
            <a:off x="1100138" y="3747850"/>
            <a:ext cx="6812756" cy="489347"/>
            <a:chOff x="-36" y="2704"/>
            <a:chExt cx="5722" cy="411"/>
          </a:xfrm>
        </p:grpSpPr>
        <p:sp>
          <p:nvSpPr>
            <p:cNvPr id="59417" name="Rectangle 27">
              <a:extLst>
                <a:ext uri="{FF2B5EF4-FFF2-40B4-BE49-F238E27FC236}">
                  <a16:creationId xmlns:a16="http://schemas.microsoft.com/office/drawing/2014/main" id="{5D11BD7B-3EC0-7441-97E3-52648113B471}"/>
                </a:ext>
              </a:extLst>
            </p:cNvPr>
            <p:cNvSpPr>
              <a:spLocks noChangeArrowheads="1"/>
            </p:cNvSpPr>
            <p:nvPr/>
          </p:nvSpPr>
          <p:spPr bwMode="auto">
            <a:xfrm>
              <a:off x="3560" y="2865"/>
              <a:ext cx="4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1001</a:t>
              </a:r>
            </a:p>
          </p:txBody>
        </p:sp>
        <p:sp>
          <p:nvSpPr>
            <p:cNvPr id="59418" name="Rectangle 28">
              <a:extLst>
                <a:ext uri="{FF2B5EF4-FFF2-40B4-BE49-F238E27FC236}">
                  <a16:creationId xmlns:a16="http://schemas.microsoft.com/office/drawing/2014/main" id="{FA57A7D4-B055-8B40-A5CF-6F3F9446306A}"/>
                </a:ext>
              </a:extLst>
            </p:cNvPr>
            <p:cNvSpPr>
              <a:spLocks noChangeArrowheads="1"/>
            </p:cNvSpPr>
            <p:nvPr/>
          </p:nvSpPr>
          <p:spPr bwMode="auto">
            <a:xfrm>
              <a:off x="4974" y="2865"/>
              <a:ext cx="4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0011</a:t>
              </a:r>
            </a:p>
          </p:txBody>
        </p:sp>
        <p:sp>
          <p:nvSpPr>
            <p:cNvPr id="59419" name="Rectangle 29">
              <a:extLst>
                <a:ext uri="{FF2B5EF4-FFF2-40B4-BE49-F238E27FC236}">
                  <a16:creationId xmlns:a16="http://schemas.microsoft.com/office/drawing/2014/main" id="{60DE54BC-D3E0-A645-88E3-D1C4840EA939}"/>
                </a:ext>
              </a:extLst>
            </p:cNvPr>
            <p:cNvSpPr>
              <a:spLocks noChangeArrowheads="1"/>
            </p:cNvSpPr>
            <p:nvPr/>
          </p:nvSpPr>
          <p:spPr bwMode="auto">
            <a:xfrm>
              <a:off x="2154" y="2840"/>
              <a:ext cx="4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1100</a:t>
              </a:r>
            </a:p>
          </p:txBody>
        </p:sp>
        <p:sp>
          <p:nvSpPr>
            <p:cNvPr id="59420" name="Rectangle 30">
              <a:extLst>
                <a:ext uri="{FF2B5EF4-FFF2-40B4-BE49-F238E27FC236}">
                  <a16:creationId xmlns:a16="http://schemas.microsoft.com/office/drawing/2014/main" id="{EA2F5372-F247-3347-B568-CA144987873D}"/>
                </a:ext>
              </a:extLst>
            </p:cNvPr>
            <p:cNvSpPr>
              <a:spLocks noChangeArrowheads="1"/>
            </p:cNvSpPr>
            <p:nvPr/>
          </p:nvSpPr>
          <p:spPr bwMode="auto">
            <a:xfrm>
              <a:off x="825" y="2865"/>
              <a:ext cx="4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0010</a:t>
              </a:r>
            </a:p>
          </p:txBody>
        </p:sp>
        <p:sp>
          <p:nvSpPr>
            <p:cNvPr id="59421" name="Rectangle 31">
              <a:extLst>
                <a:ext uri="{FF2B5EF4-FFF2-40B4-BE49-F238E27FC236}">
                  <a16:creationId xmlns:a16="http://schemas.microsoft.com/office/drawing/2014/main" id="{06FD6E11-85E3-2948-87F2-CD07B334A9B4}"/>
                </a:ext>
              </a:extLst>
            </p:cNvPr>
            <p:cNvSpPr>
              <a:spLocks noChangeArrowheads="1"/>
            </p:cNvSpPr>
            <p:nvPr/>
          </p:nvSpPr>
          <p:spPr bwMode="auto">
            <a:xfrm>
              <a:off x="5510" y="2737"/>
              <a:ext cx="1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t</a:t>
              </a:r>
            </a:p>
          </p:txBody>
        </p:sp>
        <p:grpSp>
          <p:nvGrpSpPr>
            <p:cNvPr id="59422" name="Group 32">
              <a:extLst>
                <a:ext uri="{FF2B5EF4-FFF2-40B4-BE49-F238E27FC236}">
                  <a16:creationId xmlns:a16="http://schemas.microsoft.com/office/drawing/2014/main" id="{8F236E5C-AC1B-AC43-A992-C15AFB308859}"/>
                </a:ext>
              </a:extLst>
            </p:cNvPr>
            <p:cNvGrpSpPr>
              <a:grpSpLocks/>
            </p:cNvGrpSpPr>
            <p:nvPr/>
          </p:nvGrpSpPr>
          <p:grpSpPr bwMode="auto">
            <a:xfrm>
              <a:off x="617" y="2704"/>
              <a:ext cx="4884" cy="185"/>
              <a:chOff x="617" y="2802"/>
              <a:chExt cx="4884" cy="87"/>
            </a:xfrm>
          </p:grpSpPr>
          <p:sp>
            <p:nvSpPr>
              <p:cNvPr id="59424" name="Line 33">
                <a:extLst>
                  <a:ext uri="{FF2B5EF4-FFF2-40B4-BE49-F238E27FC236}">
                    <a16:creationId xmlns:a16="http://schemas.microsoft.com/office/drawing/2014/main" id="{FB26EE22-7EE4-DE4B-BC38-8FFE554EC15F}"/>
                  </a:ext>
                </a:extLst>
              </p:cNvPr>
              <p:cNvSpPr>
                <a:spLocks noChangeShapeType="1"/>
              </p:cNvSpPr>
              <p:nvPr/>
            </p:nvSpPr>
            <p:spPr bwMode="auto">
              <a:xfrm>
                <a:off x="617" y="2887"/>
                <a:ext cx="4884" cy="0"/>
              </a:xfrm>
              <a:prstGeom prst="line">
                <a:avLst/>
              </a:prstGeom>
              <a:noFill/>
              <a:ln w="19050">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25" name="Line 34">
                <a:extLst>
                  <a:ext uri="{FF2B5EF4-FFF2-40B4-BE49-F238E27FC236}">
                    <a16:creationId xmlns:a16="http://schemas.microsoft.com/office/drawing/2014/main" id="{5F7E0F61-EC08-C44A-9CA9-C75D5B830499}"/>
                  </a:ext>
                </a:extLst>
              </p:cNvPr>
              <p:cNvSpPr>
                <a:spLocks noChangeShapeType="1"/>
              </p:cNvSpPr>
              <p:nvPr/>
            </p:nvSpPr>
            <p:spPr bwMode="auto">
              <a:xfrm>
                <a:off x="5283" y="2803"/>
                <a:ext cx="0" cy="86"/>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26" name="Line 35">
                <a:extLst>
                  <a:ext uri="{FF2B5EF4-FFF2-40B4-BE49-F238E27FC236}">
                    <a16:creationId xmlns:a16="http://schemas.microsoft.com/office/drawing/2014/main" id="{8141F4A1-2A80-4144-A3F2-1C499A945B44}"/>
                  </a:ext>
                </a:extLst>
              </p:cNvPr>
              <p:cNvSpPr>
                <a:spLocks noChangeShapeType="1"/>
              </p:cNvSpPr>
              <p:nvPr/>
            </p:nvSpPr>
            <p:spPr bwMode="auto">
              <a:xfrm>
                <a:off x="5203" y="2802"/>
                <a:ext cx="0" cy="87"/>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27" name="Line 36">
                <a:extLst>
                  <a:ext uri="{FF2B5EF4-FFF2-40B4-BE49-F238E27FC236}">
                    <a16:creationId xmlns:a16="http://schemas.microsoft.com/office/drawing/2014/main" id="{729F4D9F-97AD-D143-A62B-54F17BE44A0A}"/>
                  </a:ext>
                </a:extLst>
              </p:cNvPr>
              <p:cNvSpPr>
                <a:spLocks noChangeShapeType="1"/>
              </p:cNvSpPr>
              <p:nvPr/>
            </p:nvSpPr>
            <p:spPr bwMode="auto">
              <a:xfrm>
                <a:off x="3911" y="2803"/>
                <a:ext cx="0" cy="84"/>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28" name="Line 37">
                <a:extLst>
                  <a:ext uri="{FF2B5EF4-FFF2-40B4-BE49-F238E27FC236}">
                    <a16:creationId xmlns:a16="http://schemas.microsoft.com/office/drawing/2014/main" id="{9C0531C6-8139-DF4C-99AC-F1B182E0B3FE}"/>
                  </a:ext>
                </a:extLst>
              </p:cNvPr>
              <p:cNvSpPr>
                <a:spLocks noChangeShapeType="1"/>
              </p:cNvSpPr>
              <p:nvPr/>
            </p:nvSpPr>
            <p:spPr bwMode="auto">
              <a:xfrm>
                <a:off x="3681" y="2803"/>
                <a:ext cx="0" cy="84"/>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29" name="Line 38">
                <a:extLst>
                  <a:ext uri="{FF2B5EF4-FFF2-40B4-BE49-F238E27FC236}">
                    <a16:creationId xmlns:a16="http://schemas.microsoft.com/office/drawing/2014/main" id="{7B684002-9CF1-914F-8112-528AB7682E61}"/>
                  </a:ext>
                </a:extLst>
              </p:cNvPr>
              <p:cNvSpPr>
                <a:spLocks noChangeShapeType="1"/>
              </p:cNvSpPr>
              <p:nvPr/>
            </p:nvSpPr>
            <p:spPr bwMode="auto">
              <a:xfrm>
                <a:off x="2390" y="2803"/>
                <a:ext cx="0" cy="86"/>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30" name="Line 39">
                <a:extLst>
                  <a:ext uri="{FF2B5EF4-FFF2-40B4-BE49-F238E27FC236}">
                    <a16:creationId xmlns:a16="http://schemas.microsoft.com/office/drawing/2014/main" id="{6199B709-4103-304E-8DD0-2C79F14FFADC}"/>
                  </a:ext>
                </a:extLst>
              </p:cNvPr>
              <p:cNvSpPr>
                <a:spLocks noChangeShapeType="1"/>
              </p:cNvSpPr>
              <p:nvPr/>
            </p:nvSpPr>
            <p:spPr bwMode="auto">
              <a:xfrm>
                <a:off x="2313" y="2805"/>
                <a:ext cx="0" cy="82"/>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31" name="Line 40">
                <a:extLst>
                  <a:ext uri="{FF2B5EF4-FFF2-40B4-BE49-F238E27FC236}">
                    <a16:creationId xmlns:a16="http://schemas.microsoft.com/office/drawing/2014/main" id="{127A4A79-74E9-F64B-A4DA-0391E1DE04BD}"/>
                  </a:ext>
                </a:extLst>
              </p:cNvPr>
              <p:cNvSpPr>
                <a:spLocks noChangeShapeType="1"/>
              </p:cNvSpPr>
              <p:nvPr/>
            </p:nvSpPr>
            <p:spPr bwMode="auto">
              <a:xfrm>
                <a:off x="1071" y="2803"/>
                <a:ext cx="0" cy="84"/>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32" name="Line 41">
                <a:extLst>
                  <a:ext uri="{FF2B5EF4-FFF2-40B4-BE49-F238E27FC236}">
                    <a16:creationId xmlns:a16="http://schemas.microsoft.com/office/drawing/2014/main" id="{21E564EF-9ABB-124B-8C2C-48AA8741507C}"/>
                  </a:ext>
                </a:extLst>
              </p:cNvPr>
              <p:cNvSpPr>
                <a:spLocks noChangeShapeType="1"/>
              </p:cNvSpPr>
              <p:nvPr/>
            </p:nvSpPr>
            <p:spPr bwMode="auto">
              <a:xfrm>
                <a:off x="936" y="2873"/>
                <a:ext cx="0" cy="14"/>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33" name="Line 42">
                <a:extLst>
                  <a:ext uri="{FF2B5EF4-FFF2-40B4-BE49-F238E27FC236}">
                    <a16:creationId xmlns:a16="http://schemas.microsoft.com/office/drawing/2014/main" id="{5431395C-186E-AC44-BF14-F30CD2B06E02}"/>
                  </a:ext>
                </a:extLst>
              </p:cNvPr>
              <p:cNvSpPr>
                <a:spLocks noChangeShapeType="1"/>
              </p:cNvSpPr>
              <p:nvPr/>
            </p:nvSpPr>
            <p:spPr bwMode="auto">
              <a:xfrm>
                <a:off x="2457" y="2870"/>
                <a:ext cx="0" cy="17"/>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34" name="Line 43">
                <a:extLst>
                  <a:ext uri="{FF2B5EF4-FFF2-40B4-BE49-F238E27FC236}">
                    <a16:creationId xmlns:a16="http://schemas.microsoft.com/office/drawing/2014/main" id="{C655CD3D-4F7A-F74C-81C4-BD324BA412C1}"/>
                  </a:ext>
                </a:extLst>
              </p:cNvPr>
              <p:cNvSpPr>
                <a:spLocks noChangeShapeType="1"/>
              </p:cNvSpPr>
              <p:nvPr/>
            </p:nvSpPr>
            <p:spPr bwMode="auto">
              <a:xfrm>
                <a:off x="3846" y="2870"/>
                <a:ext cx="0" cy="17"/>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35" name="Line 44">
                <a:extLst>
                  <a:ext uri="{FF2B5EF4-FFF2-40B4-BE49-F238E27FC236}">
                    <a16:creationId xmlns:a16="http://schemas.microsoft.com/office/drawing/2014/main" id="{888A1813-F21E-5948-B5D0-7AD49B42646E}"/>
                  </a:ext>
                </a:extLst>
              </p:cNvPr>
              <p:cNvSpPr>
                <a:spLocks noChangeShapeType="1"/>
              </p:cNvSpPr>
              <p:nvPr/>
            </p:nvSpPr>
            <p:spPr bwMode="auto">
              <a:xfrm>
                <a:off x="2534" y="2870"/>
                <a:ext cx="0" cy="17"/>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36" name="Line 45">
                <a:extLst>
                  <a:ext uri="{FF2B5EF4-FFF2-40B4-BE49-F238E27FC236}">
                    <a16:creationId xmlns:a16="http://schemas.microsoft.com/office/drawing/2014/main" id="{B055788C-13DA-AB4E-B10B-D10DF5069F87}"/>
                  </a:ext>
                </a:extLst>
              </p:cNvPr>
              <p:cNvSpPr>
                <a:spLocks noChangeShapeType="1"/>
              </p:cNvSpPr>
              <p:nvPr/>
            </p:nvSpPr>
            <p:spPr bwMode="auto">
              <a:xfrm>
                <a:off x="3770" y="2870"/>
                <a:ext cx="0" cy="17"/>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37" name="Line 46">
                <a:extLst>
                  <a:ext uri="{FF2B5EF4-FFF2-40B4-BE49-F238E27FC236}">
                    <a16:creationId xmlns:a16="http://schemas.microsoft.com/office/drawing/2014/main" id="{BA83CBF9-90AB-C949-9A7C-A2D0545118C5}"/>
                  </a:ext>
                </a:extLst>
              </p:cNvPr>
              <p:cNvSpPr>
                <a:spLocks noChangeShapeType="1"/>
              </p:cNvSpPr>
              <p:nvPr/>
            </p:nvSpPr>
            <p:spPr bwMode="auto">
              <a:xfrm>
                <a:off x="5123" y="2871"/>
                <a:ext cx="0" cy="18"/>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38" name="Line 47">
                <a:extLst>
                  <a:ext uri="{FF2B5EF4-FFF2-40B4-BE49-F238E27FC236}">
                    <a16:creationId xmlns:a16="http://schemas.microsoft.com/office/drawing/2014/main" id="{DCF53E79-C0AA-2749-812E-DBCE033290EC}"/>
                  </a:ext>
                </a:extLst>
              </p:cNvPr>
              <p:cNvSpPr>
                <a:spLocks noChangeShapeType="1"/>
              </p:cNvSpPr>
              <p:nvPr/>
            </p:nvSpPr>
            <p:spPr bwMode="auto">
              <a:xfrm>
                <a:off x="5050" y="2871"/>
                <a:ext cx="0" cy="16"/>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39" name="Line 48">
                <a:extLst>
                  <a:ext uri="{FF2B5EF4-FFF2-40B4-BE49-F238E27FC236}">
                    <a16:creationId xmlns:a16="http://schemas.microsoft.com/office/drawing/2014/main" id="{104C756D-A136-9D41-9867-05F34E39DE5C}"/>
                  </a:ext>
                </a:extLst>
              </p:cNvPr>
              <p:cNvSpPr>
                <a:spLocks noChangeShapeType="1"/>
              </p:cNvSpPr>
              <p:nvPr/>
            </p:nvSpPr>
            <p:spPr bwMode="auto">
              <a:xfrm flipH="1">
                <a:off x="1141" y="2873"/>
                <a:ext cx="1" cy="16"/>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40" name="Line 49">
                <a:extLst>
                  <a:ext uri="{FF2B5EF4-FFF2-40B4-BE49-F238E27FC236}">
                    <a16:creationId xmlns:a16="http://schemas.microsoft.com/office/drawing/2014/main" id="{D002E106-E844-8D43-AEF4-93A61A42449E}"/>
                  </a:ext>
                </a:extLst>
              </p:cNvPr>
              <p:cNvSpPr>
                <a:spLocks noChangeShapeType="1"/>
              </p:cNvSpPr>
              <p:nvPr/>
            </p:nvSpPr>
            <p:spPr bwMode="auto">
              <a:xfrm>
                <a:off x="1005" y="2873"/>
                <a:ext cx="0" cy="14"/>
              </a:xfrm>
              <a:prstGeom prst="line">
                <a:avLst/>
              </a:prstGeom>
              <a:noFill/>
              <a:ln w="571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9423" name="Rectangle 50">
              <a:extLst>
                <a:ext uri="{FF2B5EF4-FFF2-40B4-BE49-F238E27FC236}">
                  <a16:creationId xmlns:a16="http://schemas.microsoft.com/office/drawing/2014/main" id="{453F9C03-26E2-E644-9835-BC24BC4B071E}"/>
                </a:ext>
              </a:extLst>
            </p:cNvPr>
            <p:cNvSpPr>
              <a:spLocks noChangeArrowheads="1"/>
            </p:cNvSpPr>
            <p:nvPr/>
          </p:nvSpPr>
          <p:spPr bwMode="auto">
            <a:xfrm>
              <a:off x="-36" y="2760"/>
              <a:ext cx="62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dirty="0">
                  <a:latin typeface="微软雅黑" panose="020B0503020204020204" pitchFamily="34" charset="-122"/>
                  <a:ea typeface="宋体" panose="02010600030101010101" pitchFamily="2" charset="-122"/>
                </a:rPr>
                <a:t>(c)</a:t>
              </a:r>
              <a:r>
                <a:rPr kumimoji="1" lang="zh-CN" altLang="en-US" sz="1500" dirty="0">
                  <a:latin typeface="微软雅黑" panose="020B0503020204020204" pitchFamily="34" charset="-122"/>
                  <a:ea typeface="宋体" panose="02010600030101010101" pitchFamily="2" charset="-122"/>
                </a:rPr>
                <a:t>编码</a:t>
              </a:r>
              <a:endParaRPr kumimoji="1" lang="zh-CN" altLang="en-US" sz="1500" b="1" dirty="0">
                <a:latin typeface="微软雅黑" panose="020B0503020204020204" pitchFamily="34" charset="-122"/>
                <a:ea typeface="宋体" panose="02010600030101010101" pitchFamily="2" charset="-122"/>
              </a:endParaRPr>
            </a:p>
          </p:txBody>
        </p:sp>
      </p:grpSp>
      <p:grpSp>
        <p:nvGrpSpPr>
          <p:cNvPr id="6" name="Group 51">
            <a:extLst>
              <a:ext uri="{FF2B5EF4-FFF2-40B4-BE49-F238E27FC236}">
                <a16:creationId xmlns:a16="http://schemas.microsoft.com/office/drawing/2014/main" id="{830AC583-F4FD-1C42-AEB6-45BE200A7068}"/>
              </a:ext>
            </a:extLst>
          </p:cNvPr>
          <p:cNvGrpSpPr>
            <a:grpSpLocks/>
          </p:cNvGrpSpPr>
          <p:nvPr/>
        </p:nvGrpSpPr>
        <p:grpSpPr bwMode="auto">
          <a:xfrm>
            <a:off x="1114425" y="4138374"/>
            <a:ext cx="6798469" cy="421481"/>
            <a:chOff x="-24" y="3032"/>
            <a:chExt cx="5710" cy="354"/>
          </a:xfrm>
        </p:grpSpPr>
        <p:sp>
          <p:nvSpPr>
            <p:cNvPr id="59409" name="Line 52">
              <a:extLst>
                <a:ext uri="{FF2B5EF4-FFF2-40B4-BE49-F238E27FC236}">
                  <a16:creationId xmlns:a16="http://schemas.microsoft.com/office/drawing/2014/main" id="{B81F9942-693E-D24C-8055-B124682099F1}"/>
                </a:ext>
              </a:extLst>
            </p:cNvPr>
            <p:cNvSpPr>
              <a:spLocks noChangeShapeType="1"/>
            </p:cNvSpPr>
            <p:nvPr/>
          </p:nvSpPr>
          <p:spPr bwMode="auto">
            <a:xfrm flipV="1">
              <a:off x="2313" y="3032"/>
              <a:ext cx="0" cy="208"/>
            </a:xfrm>
            <a:prstGeom prst="line">
              <a:avLst/>
            </a:prstGeom>
            <a:noFill/>
            <a:ln w="38100">
              <a:solidFill>
                <a:srgbClr val="3333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59410" name="Group 53">
              <a:extLst>
                <a:ext uri="{FF2B5EF4-FFF2-40B4-BE49-F238E27FC236}">
                  <a16:creationId xmlns:a16="http://schemas.microsoft.com/office/drawing/2014/main" id="{E08DB018-3181-1D49-8443-2294818D523B}"/>
                </a:ext>
              </a:extLst>
            </p:cNvPr>
            <p:cNvGrpSpPr>
              <a:grpSpLocks/>
            </p:cNvGrpSpPr>
            <p:nvPr/>
          </p:nvGrpSpPr>
          <p:grpSpPr bwMode="auto">
            <a:xfrm>
              <a:off x="-24" y="3100"/>
              <a:ext cx="5710" cy="286"/>
              <a:chOff x="-24" y="3100"/>
              <a:chExt cx="5710" cy="286"/>
            </a:xfrm>
          </p:grpSpPr>
          <p:sp>
            <p:nvSpPr>
              <p:cNvPr id="59411" name="Line 54">
                <a:extLst>
                  <a:ext uri="{FF2B5EF4-FFF2-40B4-BE49-F238E27FC236}">
                    <a16:creationId xmlns:a16="http://schemas.microsoft.com/office/drawing/2014/main" id="{AE2C6FB8-C21A-E04B-A5EA-AF01FCB14A25}"/>
                  </a:ext>
                </a:extLst>
              </p:cNvPr>
              <p:cNvSpPr>
                <a:spLocks noChangeShapeType="1"/>
              </p:cNvSpPr>
              <p:nvPr/>
            </p:nvSpPr>
            <p:spPr bwMode="auto">
              <a:xfrm>
                <a:off x="674" y="3239"/>
                <a:ext cx="4820" cy="0"/>
              </a:xfrm>
              <a:prstGeom prst="line">
                <a:avLst/>
              </a:prstGeom>
              <a:noFill/>
              <a:ln w="19050">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12" name="Line 55">
                <a:extLst>
                  <a:ext uri="{FF2B5EF4-FFF2-40B4-BE49-F238E27FC236}">
                    <a16:creationId xmlns:a16="http://schemas.microsoft.com/office/drawing/2014/main" id="{FCF594B7-0E50-2C4A-83DC-365842E36F1D}"/>
                  </a:ext>
                </a:extLst>
              </p:cNvPr>
              <p:cNvSpPr>
                <a:spLocks noChangeShapeType="1"/>
              </p:cNvSpPr>
              <p:nvPr/>
            </p:nvSpPr>
            <p:spPr bwMode="auto">
              <a:xfrm>
                <a:off x="936" y="3242"/>
                <a:ext cx="0" cy="93"/>
              </a:xfrm>
              <a:prstGeom prst="line">
                <a:avLst/>
              </a:prstGeom>
              <a:noFill/>
              <a:ln w="38100">
                <a:solidFill>
                  <a:srgbClr val="3333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13" name="Line 56">
                <a:extLst>
                  <a:ext uri="{FF2B5EF4-FFF2-40B4-BE49-F238E27FC236}">
                    <a16:creationId xmlns:a16="http://schemas.microsoft.com/office/drawing/2014/main" id="{0B0E538F-148A-FF4C-ACC6-FF41C905AE66}"/>
                  </a:ext>
                </a:extLst>
              </p:cNvPr>
              <p:cNvSpPr>
                <a:spLocks noChangeShapeType="1"/>
              </p:cNvSpPr>
              <p:nvPr/>
            </p:nvSpPr>
            <p:spPr bwMode="auto">
              <a:xfrm flipV="1">
                <a:off x="3684" y="3138"/>
                <a:ext cx="0" cy="104"/>
              </a:xfrm>
              <a:prstGeom prst="line">
                <a:avLst/>
              </a:prstGeom>
              <a:noFill/>
              <a:ln w="38100">
                <a:solidFill>
                  <a:srgbClr val="3333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14" name="Line 57">
                <a:extLst>
                  <a:ext uri="{FF2B5EF4-FFF2-40B4-BE49-F238E27FC236}">
                    <a16:creationId xmlns:a16="http://schemas.microsoft.com/office/drawing/2014/main" id="{16696BBB-9C31-FA47-BBB1-DF46DB20B19B}"/>
                  </a:ext>
                </a:extLst>
              </p:cNvPr>
              <p:cNvSpPr>
                <a:spLocks noChangeShapeType="1"/>
              </p:cNvSpPr>
              <p:nvPr/>
            </p:nvSpPr>
            <p:spPr bwMode="auto">
              <a:xfrm>
                <a:off x="5050" y="3242"/>
                <a:ext cx="0" cy="115"/>
              </a:xfrm>
              <a:prstGeom prst="line">
                <a:avLst/>
              </a:prstGeom>
              <a:noFill/>
              <a:ln w="38100">
                <a:solidFill>
                  <a:srgbClr val="33339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15" name="Rectangle 58">
                <a:extLst>
                  <a:ext uri="{FF2B5EF4-FFF2-40B4-BE49-F238E27FC236}">
                    <a16:creationId xmlns:a16="http://schemas.microsoft.com/office/drawing/2014/main" id="{48BE1CAF-9179-3843-AF39-FFFA660CF2A6}"/>
                  </a:ext>
                </a:extLst>
              </p:cNvPr>
              <p:cNvSpPr>
                <a:spLocks noChangeArrowheads="1"/>
              </p:cNvSpPr>
              <p:nvPr/>
            </p:nvSpPr>
            <p:spPr bwMode="auto">
              <a:xfrm>
                <a:off x="5510" y="3100"/>
                <a:ext cx="1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t</a:t>
                </a:r>
              </a:p>
            </p:txBody>
          </p:sp>
          <p:sp>
            <p:nvSpPr>
              <p:cNvPr id="59416" name="Rectangle 59">
                <a:extLst>
                  <a:ext uri="{FF2B5EF4-FFF2-40B4-BE49-F238E27FC236}">
                    <a16:creationId xmlns:a16="http://schemas.microsoft.com/office/drawing/2014/main" id="{2B7604CA-A9CC-784C-95BD-381C9E1AB532}"/>
                  </a:ext>
                </a:extLst>
              </p:cNvPr>
              <p:cNvSpPr>
                <a:spLocks noChangeArrowheads="1"/>
              </p:cNvSpPr>
              <p:nvPr/>
            </p:nvSpPr>
            <p:spPr bwMode="auto">
              <a:xfrm>
                <a:off x="-24" y="3136"/>
                <a:ext cx="65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dirty="0">
                    <a:latin typeface="微软雅黑" panose="020B0503020204020204" pitchFamily="34" charset="-122"/>
                    <a:ea typeface="宋体" panose="02010600030101010101" pitchFamily="2" charset="-122"/>
                  </a:rPr>
                  <a:t>(d)</a:t>
                </a:r>
                <a:r>
                  <a:rPr kumimoji="1" lang="zh-CN" altLang="en-US" sz="1500" dirty="0">
                    <a:latin typeface="微软雅黑" panose="020B0503020204020204" pitchFamily="34" charset="-122"/>
                    <a:ea typeface="宋体" panose="02010600030101010101" pitchFamily="2" charset="-122"/>
                  </a:rPr>
                  <a:t>解码</a:t>
                </a:r>
                <a:endParaRPr kumimoji="1" lang="zh-CN" altLang="en-US" sz="1500" b="1" dirty="0">
                  <a:latin typeface="微软雅黑" panose="020B0503020204020204" pitchFamily="34" charset="-122"/>
                  <a:ea typeface="宋体" panose="02010600030101010101" pitchFamily="2" charset="-122"/>
                </a:endParaRPr>
              </a:p>
            </p:txBody>
          </p:sp>
        </p:grpSp>
      </p:grpSp>
      <p:grpSp>
        <p:nvGrpSpPr>
          <p:cNvPr id="8" name="Group 60">
            <a:extLst>
              <a:ext uri="{FF2B5EF4-FFF2-40B4-BE49-F238E27FC236}">
                <a16:creationId xmlns:a16="http://schemas.microsoft.com/office/drawing/2014/main" id="{A9A2F863-326F-494E-B379-50459624D09B}"/>
              </a:ext>
            </a:extLst>
          </p:cNvPr>
          <p:cNvGrpSpPr>
            <a:grpSpLocks/>
          </p:cNvGrpSpPr>
          <p:nvPr/>
        </p:nvGrpSpPr>
        <p:grpSpPr bwMode="auto">
          <a:xfrm>
            <a:off x="1103710" y="4648720"/>
            <a:ext cx="6809184" cy="414768"/>
            <a:chOff x="-33" y="3461"/>
            <a:chExt cx="5719" cy="365"/>
          </a:xfrm>
        </p:grpSpPr>
        <p:sp>
          <p:nvSpPr>
            <p:cNvPr id="59401" name="Line 61">
              <a:extLst>
                <a:ext uri="{FF2B5EF4-FFF2-40B4-BE49-F238E27FC236}">
                  <a16:creationId xmlns:a16="http://schemas.microsoft.com/office/drawing/2014/main" id="{A7794704-1A79-BD47-9551-DC68B630AD08}"/>
                </a:ext>
              </a:extLst>
            </p:cNvPr>
            <p:cNvSpPr>
              <a:spLocks noChangeShapeType="1"/>
            </p:cNvSpPr>
            <p:nvPr/>
          </p:nvSpPr>
          <p:spPr bwMode="auto">
            <a:xfrm flipH="1">
              <a:off x="572" y="3665"/>
              <a:ext cx="4902" cy="0"/>
            </a:xfrm>
            <a:prstGeom prst="line">
              <a:avLst/>
            </a:prstGeom>
            <a:noFill/>
            <a:ln w="19050">
              <a:solidFill>
                <a:srgbClr val="333399"/>
              </a:solidFill>
              <a:round/>
              <a:headEnd type="triangle" w="med" len="lg"/>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02" name="Freeform 62">
              <a:extLst>
                <a:ext uri="{FF2B5EF4-FFF2-40B4-BE49-F238E27FC236}">
                  <a16:creationId xmlns:a16="http://schemas.microsoft.com/office/drawing/2014/main" id="{2575EFCB-191F-8B4D-8D72-9E28A1442360}"/>
                </a:ext>
              </a:extLst>
            </p:cNvPr>
            <p:cNvSpPr>
              <a:spLocks/>
            </p:cNvSpPr>
            <p:nvPr/>
          </p:nvSpPr>
          <p:spPr bwMode="auto">
            <a:xfrm>
              <a:off x="582" y="3464"/>
              <a:ext cx="4566" cy="362"/>
            </a:xfrm>
            <a:custGeom>
              <a:avLst/>
              <a:gdLst>
                <a:gd name="T0" fmla="*/ 51 w 4566"/>
                <a:gd name="T1" fmla="*/ 0 h 757"/>
                <a:gd name="T2" fmla="*/ 137 w 4566"/>
                <a:gd name="T3" fmla="*/ 0 h 757"/>
                <a:gd name="T4" fmla="*/ 223 w 4566"/>
                <a:gd name="T5" fmla="*/ 0 h 757"/>
                <a:gd name="T6" fmla="*/ 309 w 4566"/>
                <a:gd name="T7" fmla="*/ 0 h 757"/>
                <a:gd name="T8" fmla="*/ 380 w 4566"/>
                <a:gd name="T9" fmla="*/ 0 h 757"/>
                <a:gd name="T10" fmla="*/ 437 w 4566"/>
                <a:gd name="T11" fmla="*/ 0 h 757"/>
                <a:gd name="T12" fmla="*/ 523 w 4566"/>
                <a:gd name="T13" fmla="*/ 0 h 757"/>
                <a:gd name="T14" fmla="*/ 608 w 4566"/>
                <a:gd name="T15" fmla="*/ 0 h 757"/>
                <a:gd name="T16" fmla="*/ 680 w 4566"/>
                <a:gd name="T17" fmla="*/ 0 h 757"/>
                <a:gd name="T18" fmla="*/ 766 w 4566"/>
                <a:gd name="T19" fmla="*/ 0 h 757"/>
                <a:gd name="T20" fmla="*/ 851 w 4566"/>
                <a:gd name="T21" fmla="*/ 0 h 757"/>
                <a:gd name="T22" fmla="*/ 937 w 4566"/>
                <a:gd name="T23" fmla="*/ 0 h 757"/>
                <a:gd name="T24" fmla="*/ 1023 w 4566"/>
                <a:gd name="T25" fmla="*/ 0 h 757"/>
                <a:gd name="T26" fmla="*/ 1108 w 4566"/>
                <a:gd name="T27" fmla="*/ 0 h 757"/>
                <a:gd name="T28" fmla="*/ 1194 w 4566"/>
                <a:gd name="T29" fmla="*/ 0 h 757"/>
                <a:gd name="T30" fmla="*/ 1280 w 4566"/>
                <a:gd name="T31" fmla="*/ 0 h 757"/>
                <a:gd name="T32" fmla="*/ 1366 w 4566"/>
                <a:gd name="T33" fmla="*/ 0 h 757"/>
                <a:gd name="T34" fmla="*/ 1451 w 4566"/>
                <a:gd name="T35" fmla="*/ 0 h 757"/>
                <a:gd name="T36" fmla="*/ 1537 w 4566"/>
                <a:gd name="T37" fmla="*/ 0 h 757"/>
                <a:gd name="T38" fmla="*/ 1623 w 4566"/>
                <a:gd name="T39" fmla="*/ 0 h 757"/>
                <a:gd name="T40" fmla="*/ 1737 w 4566"/>
                <a:gd name="T41" fmla="*/ 0 h 757"/>
                <a:gd name="T42" fmla="*/ 1823 w 4566"/>
                <a:gd name="T43" fmla="*/ 0 h 757"/>
                <a:gd name="T44" fmla="*/ 1908 w 4566"/>
                <a:gd name="T45" fmla="*/ 0 h 757"/>
                <a:gd name="T46" fmla="*/ 2023 w 4566"/>
                <a:gd name="T47" fmla="*/ 0 h 757"/>
                <a:gd name="T48" fmla="*/ 2165 w 4566"/>
                <a:gd name="T49" fmla="*/ 0 h 757"/>
                <a:gd name="T50" fmla="*/ 2251 w 4566"/>
                <a:gd name="T51" fmla="*/ 0 h 757"/>
                <a:gd name="T52" fmla="*/ 2351 w 4566"/>
                <a:gd name="T53" fmla="*/ 0 h 757"/>
                <a:gd name="T54" fmla="*/ 2437 w 4566"/>
                <a:gd name="T55" fmla="*/ 0 h 757"/>
                <a:gd name="T56" fmla="*/ 2522 w 4566"/>
                <a:gd name="T57" fmla="*/ 0 h 757"/>
                <a:gd name="T58" fmla="*/ 2608 w 4566"/>
                <a:gd name="T59" fmla="*/ 0 h 757"/>
                <a:gd name="T60" fmla="*/ 2694 w 4566"/>
                <a:gd name="T61" fmla="*/ 0 h 757"/>
                <a:gd name="T62" fmla="*/ 2780 w 4566"/>
                <a:gd name="T63" fmla="*/ 0 h 757"/>
                <a:gd name="T64" fmla="*/ 2865 w 4566"/>
                <a:gd name="T65" fmla="*/ 0 h 757"/>
                <a:gd name="T66" fmla="*/ 2951 w 4566"/>
                <a:gd name="T67" fmla="*/ 0 h 757"/>
                <a:gd name="T68" fmla="*/ 3037 w 4566"/>
                <a:gd name="T69" fmla="*/ 0 h 757"/>
                <a:gd name="T70" fmla="*/ 3137 w 4566"/>
                <a:gd name="T71" fmla="*/ 0 h 757"/>
                <a:gd name="T72" fmla="*/ 3222 w 4566"/>
                <a:gd name="T73" fmla="*/ 0 h 757"/>
                <a:gd name="T74" fmla="*/ 3322 w 4566"/>
                <a:gd name="T75" fmla="*/ 0 h 757"/>
                <a:gd name="T76" fmla="*/ 3422 w 4566"/>
                <a:gd name="T77" fmla="*/ 0 h 757"/>
                <a:gd name="T78" fmla="*/ 3522 w 4566"/>
                <a:gd name="T79" fmla="*/ 0 h 757"/>
                <a:gd name="T80" fmla="*/ 3608 w 4566"/>
                <a:gd name="T81" fmla="*/ 0 h 757"/>
                <a:gd name="T82" fmla="*/ 3694 w 4566"/>
                <a:gd name="T83" fmla="*/ 0 h 757"/>
                <a:gd name="T84" fmla="*/ 3779 w 4566"/>
                <a:gd name="T85" fmla="*/ 0 h 757"/>
                <a:gd name="T86" fmla="*/ 3865 w 4566"/>
                <a:gd name="T87" fmla="*/ 0 h 757"/>
                <a:gd name="T88" fmla="*/ 3951 w 4566"/>
                <a:gd name="T89" fmla="*/ 0 h 757"/>
                <a:gd name="T90" fmla="*/ 4122 w 4566"/>
                <a:gd name="T91" fmla="*/ 0 h 757"/>
                <a:gd name="T92" fmla="*/ 4222 w 4566"/>
                <a:gd name="T93" fmla="*/ 0 h 757"/>
                <a:gd name="T94" fmla="*/ 4308 w 4566"/>
                <a:gd name="T95" fmla="*/ 0 h 757"/>
                <a:gd name="T96" fmla="*/ 4394 w 4566"/>
                <a:gd name="T97" fmla="*/ 0 h 757"/>
                <a:gd name="T98" fmla="*/ 4479 w 4566"/>
                <a:gd name="T99" fmla="*/ 0 h 757"/>
                <a:gd name="T100" fmla="*/ 4565 w 4566"/>
                <a:gd name="T101" fmla="*/ 0 h 757"/>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4566"/>
                <a:gd name="T154" fmla="*/ 0 h 757"/>
                <a:gd name="T155" fmla="*/ 4566 w 4566"/>
                <a:gd name="T156" fmla="*/ 757 h 757"/>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4566" h="757">
                  <a:moveTo>
                    <a:pt x="0" y="756"/>
                  </a:moveTo>
                  <a:lnTo>
                    <a:pt x="51" y="750"/>
                  </a:lnTo>
                  <a:lnTo>
                    <a:pt x="94" y="750"/>
                  </a:lnTo>
                  <a:lnTo>
                    <a:pt x="137" y="750"/>
                  </a:lnTo>
                  <a:lnTo>
                    <a:pt x="180" y="735"/>
                  </a:lnTo>
                  <a:lnTo>
                    <a:pt x="223" y="705"/>
                  </a:lnTo>
                  <a:lnTo>
                    <a:pt x="266" y="690"/>
                  </a:lnTo>
                  <a:lnTo>
                    <a:pt x="309" y="660"/>
                  </a:lnTo>
                  <a:lnTo>
                    <a:pt x="337" y="615"/>
                  </a:lnTo>
                  <a:lnTo>
                    <a:pt x="380" y="600"/>
                  </a:lnTo>
                  <a:lnTo>
                    <a:pt x="394" y="555"/>
                  </a:lnTo>
                  <a:lnTo>
                    <a:pt x="437" y="525"/>
                  </a:lnTo>
                  <a:lnTo>
                    <a:pt x="480" y="495"/>
                  </a:lnTo>
                  <a:lnTo>
                    <a:pt x="523" y="465"/>
                  </a:lnTo>
                  <a:lnTo>
                    <a:pt x="566" y="435"/>
                  </a:lnTo>
                  <a:lnTo>
                    <a:pt x="608" y="405"/>
                  </a:lnTo>
                  <a:lnTo>
                    <a:pt x="651" y="390"/>
                  </a:lnTo>
                  <a:lnTo>
                    <a:pt x="680" y="345"/>
                  </a:lnTo>
                  <a:lnTo>
                    <a:pt x="723" y="330"/>
                  </a:lnTo>
                  <a:lnTo>
                    <a:pt x="766" y="300"/>
                  </a:lnTo>
                  <a:lnTo>
                    <a:pt x="808" y="270"/>
                  </a:lnTo>
                  <a:lnTo>
                    <a:pt x="851" y="240"/>
                  </a:lnTo>
                  <a:lnTo>
                    <a:pt x="894" y="210"/>
                  </a:lnTo>
                  <a:lnTo>
                    <a:pt x="937" y="180"/>
                  </a:lnTo>
                  <a:lnTo>
                    <a:pt x="980" y="150"/>
                  </a:lnTo>
                  <a:lnTo>
                    <a:pt x="1023" y="120"/>
                  </a:lnTo>
                  <a:lnTo>
                    <a:pt x="1066" y="105"/>
                  </a:lnTo>
                  <a:lnTo>
                    <a:pt x="1108" y="90"/>
                  </a:lnTo>
                  <a:lnTo>
                    <a:pt x="1151" y="90"/>
                  </a:lnTo>
                  <a:lnTo>
                    <a:pt x="1194" y="75"/>
                  </a:lnTo>
                  <a:lnTo>
                    <a:pt x="1237" y="60"/>
                  </a:lnTo>
                  <a:lnTo>
                    <a:pt x="1280" y="45"/>
                  </a:lnTo>
                  <a:lnTo>
                    <a:pt x="1323" y="30"/>
                  </a:lnTo>
                  <a:lnTo>
                    <a:pt x="1366" y="30"/>
                  </a:lnTo>
                  <a:lnTo>
                    <a:pt x="1408" y="0"/>
                  </a:lnTo>
                  <a:lnTo>
                    <a:pt x="1451" y="0"/>
                  </a:lnTo>
                  <a:lnTo>
                    <a:pt x="1494" y="0"/>
                  </a:lnTo>
                  <a:lnTo>
                    <a:pt x="1537" y="0"/>
                  </a:lnTo>
                  <a:lnTo>
                    <a:pt x="1580" y="0"/>
                  </a:lnTo>
                  <a:lnTo>
                    <a:pt x="1623" y="0"/>
                  </a:lnTo>
                  <a:lnTo>
                    <a:pt x="1680" y="0"/>
                  </a:lnTo>
                  <a:lnTo>
                    <a:pt x="1737" y="0"/>
                  </a:lnTo>
                  <a:lnTo>
                    <a:pt x="1780" y="0"/>
                  </a:lnTo>
                  <a:lnTo>
                    <a:pt x="1823" y="0"/>
                  </a:lnTo>
                  <a:lnTo>
                    <a:pt x="1865" y="0"/>
                  </a:lnTo>
                  <a:lnTo>
                    <a:pt x="1908" y="0"/>
                  </a:lnTo>
                  <a:lnTo>
                    <a:pt x="1965" y="0"/>
                  </a:lnTo>
                  <a:lnTo>
                    <a:pt x="2023" y="0"/>
                  </a:lnTo>
                  <a:lnTo>
                    <a:pt x="2123" y="0"/>
                  </a:lnTo>
                  <a:lnTo>
                    <a:pt x="2165" y="15"/>
                  </a:lnTo>
                  <a:lnTo>
                    <a:pt x="2208" y="60"/>
                  </a:lnTo>
                  <a:lnTo>
                    <a:pt x="2251" y="75"/>
                  </a:lnTo>
                  <a:lnTo>
                    <a:pt x="2294" y="90"/>
                  </a:lnTo>
                  <a:lnTo>
                    <a:pt x="2351" y="120"/>
                  </a:lnTo>
                  <a:lnTo>
                    <a:pt x="2394" y="120"/>
                  </a:lnTo>
                  <a:lnTo>
                    <a:pt x="2437" y="135"/>
                  </a:lnTo>
                  <a:lnTo>
                    <a:pt x="2480" y="135"/>
                  </a:lnTo>
                  <a:lnTo>
                    <a:pt x="2522" y="150"/>
                  </a:lnTo>
                  <a:lnTo>
                    <a:pt x="2565" y="180"/>
                  </a:lnTo>
                  <a:lnTo>
                    <a:pt x="2608" y="195"/>
                  </a:lnTo>
                  <a:lnTo>
                    <a:pt x="2651" y="210"/>
                  </a:lnTo>
                  <a:lnTo>
                    <a:pt x="2694" y="225"/>
                  </a:lnTo>
                  <a:lnTo>
                    <a:pt x="2737" y="240"/>
                  </a:lnTo>
                  <a:lnTo>
                    <a:pt x="2780" y="255"/>
                  </a:lnTo>
                  <a:lnTo>
                    <a:pt x="2822" y="255"/>
                  </a:lnTo>
                  <a:lnTo>
                    <a:pt x="2865" y="270"/>
                  </a:lnTo>
                  <a:lnTo>
                    <a:pt x="2908" y="270"/>
                  </a:lnTo>
                  <a:lnTo>
                    <a:pt x="2951" y="285"/>
                  </a:lnTo>
                  <a:lnTo>
                    <a:pt x="2994" y="300"/>
                  </a:lnTo>
                  <a:lnTo>
                    <a:pt x="3037" y="300"/>
                  </a:lnTo>
                  <a:lnTo>
                    <a:pt x="3094" y="300"/>
                  </a:lnTo>
                  <a:lnTo>
                    <a:pt x="3137" y="315"/>
                  </a:lnTo>
                  <a:lnTo>
                    <a:pt x="3180" y="315"/>
                  </a:lnTo>
                  <a:lnTo>
                    <a:pt x="3222" y="330"/>
                  </a:lnTo>
                  <a:lnTo>
                    <a:pt x="3265" y="345"/>
                  </a:lnTo>
                  <a:lnTo>
                    <a:pt x="3322" y="360"/>
                  </a:lnTo>
                  <a:lnTo>
                    <a:pt x="3379" y="420"/>
                  </a:lnTo>
                  <a:lnTo>
                    <a:pt x="3422" y="450"/>
                  </a:lnTo>
                  <a:lnTo>
                    <a:pt x="3479" y="480"/>
                  </a:lnTo>
                  <a:lnTo>
                    <a:pt x="3522" y="495"/>
                  </a:lnTo>
                  <a:lnTo>
                    <a:pt x="3565" y="510"/>
                  </a:lnTo>
                  <a:lnTo>
                    <a:pt x="3608" y="540"/>
                  </a:lnTo>
                  <a:lnTo>
                    <a:pt x="3651" y="540"/>
                  </a:lnTo>
                  <a:lnTo>
                    <a:pt x="3694" y="570"/>
                  </a:lnTo>
                  <a:lnTo>
                    <a:pt x="3737" y="570"/>
                  </a:lnTo>
                  <a:lnTo>
                    <a:pt x="3779" y="570"/>
                  </a:lnTo>
                  <a:lnTo>
                    <a:pt x="3822" y="600"/>
                  </a:lnTo>
                  <a:lnTo>
                    <a:pt x="3865" y="600"/>
                  </a:lnTo>
                  <a:lnTo>
                    <a:pt x="3908" y="600"/>
                  </a:lnTo>
                  <a:lnTo>
                    <a:pt x="3951" y="600"/>
                  </a:lnTo>
                  <a:lnTo>
                    <a:pt x="4008" y="600"/>
                  </a:lnTo>
                  <a:lnTo>
                    <a:pt x="4122" y="600"/>
                  </a:lnTo>
                  <a:lnTo>
                    <a:pt x="4165" y="600"/>
                  </a:lnTo>
                  <a:lnTo>
                    <a:pt x="4222" y="615"/>
                  </a:lnTo>
                  <a:lnTo>
                    <a:pt x="4265" y="630"/>
                  </a:lnTo>
                  <a:lnTo>
                    <a:pt x="4308" y="630"/>
                  </a:lnTo>
                  <a:lnTo>
                    <a:pt x="4351" y="645"/>
                  </a:lnTo>
                  <a:lnTo>
                    <a:pt x="4394" y="660"/>
                  </a:lnTo>
                  <a:lnTo>
                    <a:pt x="4436" y="660"/>
                  </a:lnTo>
                  <a:lnTo>
                    <a:pt x="4479" y="660"/>
                  </a:lnTo>
                  <a:lnTo>
                    <a:pt x="4522" y="675"/>
                  </a:lnTo>
                  <a:lnTo>
                    <a:pt x="4565" y="675"/>
                  </a:lnTo>
                </a:path>
              </a:pathLst>
            </a:custGeom>
            <a:noFill/>
            <a:ln w="28575" cap="rnd" cmpd="sng">
              <a:solidFill>
                <a:srgbClr val="333399"/>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9403" name="Line 63">
              <a:extLst>
                <a:ext uri="{FF2B5EF4-FFF2-40B4-BE49-F238E27FC236}">
                  <a16:creationId xmlns:a16="http://schemas.microsoft.com/office/drawing/2014/main" id="{511E1C31-E466-4D4C-8759-CE9D53B6FA4B}"/>
                </a:ext>
              </a:extLst>
            </p:cNvPr>
            <p:cNvSpPr>
              <a:spLocks noChangeShapeType="1"/>
            </p:cNvSpPr>
            <p:nvPr/>
          </p:nvSpPr>
          <p:spPr bwMode="auto">
            <a:xfrm>
              <a:off x="947" y="3667"/>
              <a:ext cx="0" cy="88"/>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04" name="Line 64">
              <a:extLst>
                <a:ext uri="{FF2B5EF4-FFF2-40B4-BE49-F238E27FC236}">
                  <a16:creationId xmlns:a16="http://schemas.microsoft.com/office/drawing/2014/main" id="{8489A335-2A52-4C40-96D5-1ADFA591C9E0}"/>
                </a:ext>
              </a:extLst>
            </p:cNvPr>
            <p:cNvSpPr>
              <a:spLocks noChangeShapeType="1"/>
            </p:cNvSpPr>
            <p:nvPr/>
          </p:nvSpPr>
          <p:spPr bwMode="auto">
            <a:xfrm>
              <a:off x="2319" y="3461"/>
              <a:ext cx="0" cy="202"/>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05" name="Line 65">
              <a:extLst>
                <a:ext uri="{FF2B5EF4-FFF2-40B4-BE49-F238E27FC236}">
                  <a16:creationId xmlns:a16="http://schemas.microsoft.com/office/drawing/2014/main" id="{B61BD62A-50FF-8A4C-8B48-FF3B8AA4F866}"/>
                </a:ext>
              </a:extLst>
            </p:cNvPr>
            <p:cNvSpPr>
              <a:spLocks noChangeShapeType="1"/>
            </p:cNvSpPr>
            <p:nvPr/>
          </p:nvSpPr>
          <p:spPr bwMode="auto">
            <a:xfrm>
              <a:off x="3690" y="3621"/>
              <a:ext cx="0" cy="42"/>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06" name="Line 66">
              <a:extLst>
                <a:ext uri="{FF2B5EF4-FFF2-40B4-BE49-F238E27FC236}">
                  <a16:creationId xmlns:a16="http://schemas.microsoft.com/office/drawing/2014/main" id="{CBE1C169-4334-F448-A7A4-B94918805384}"/>
                </a:ext>
              </a:extLst>
            </p:cNvPr>
            <p:cNvSpPr>
              <a:spLocks noChangeShapeType="1"/>
            </p:cNvSpPr>
            <p:nvPr/>
          </p:nvSpPr>
          <p:spPr bwMode="auto">
            <a:xfrm>
              <a:off x="5061" y="3667"/>
              <a:ext cx="0" cy="111"/>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07" name="Rectangle 67">
              <a:extLst>
                <a:ext uri="{FF2B5EF4-FFF2-40B4-BE49-F238E27FC236}">
                  <a16:creationId xmlns:a16="http://schemas.microsoft.com/office/drawing/2014/main" id="{1C7B0F89-29F7-3448-B731-FB45DDA3C6E6}"/>
                </a:ext>
              </a:extLst>
            </p:cNvPr>
            <p:cNvSpPr>
              <a:spLocks noChangeArrowheads="1"/>
            </p:cNvSpPr>
            <p:nvPr/>
          </p:nvSpPr>
          <p:spPr bwMode="auto">
            <a:xfrm>
              <a:off x="5510" y="3533"/>
              <a:ext cx="1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t</a:t>
              </a:r>
            </a:p>
          </p:txBody>
        </p:sp>
        <p:sp>
          <p:nvSpPr>
            <p:cNvPr id="59408" name="Rectangle 68">
              <a:extLst>
                <a:ext uri="{FF2B5EF4-FFF2-40B4-BE49-F238E27FC236}">
                  <a16:creationId xmlns:a16="http://schemas.microsoft.com/office/drawing/2014/main" id="{30C0959F-4E46-E749-B430-9F2AEE533872}"/>
                </a:ext>
              </a:extLst>
            </p:cNvPr>
            <p:cNvSpPr>
              <a:spLocks noChangeArrowheads="1"/>
            </p:cNvSpPr>
            <p:nvPr/>
          </p:nvSpPr>
          <p:spPr bwMode="auto">
            <a:xfrm>
              <a:off x="-33" y="3522"/>
              <a:ext cx="63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dirty="0">
                  <a:latin typeface="微软雅黑" panose="020B0503020204020204" pitchFamily="34" charset="-122"/>
                  <a:ea typeface="宋体" panose="02010600030101010101" pitchFamily="2" charset="-122"/>
                </a:rPr>
                <a:t>(e)</a:t>
              </a:r>
              <a:r>
                <a:rPr kumimoji="1" lang="zh-CN" altLang="en-US" sz="1500" dirty="0">
                  <a:latin typeface="微软雅黑" panose="020B0503020204020204" pitchFamily="34" charset="-122"/>
                  <a:ea typeface="宋体" panose="02010600030101010101" pitchFamily="2" charset="-122"/>
                </a:rPr>
                <a:t>还原</a:t>
              </a:r>
            </a:p>
          </p:txBody>
        </p:sp>
      </p:grpSp>
    </p:spTree>
    <p:extLst>
      <p:ext uri="{BB962C8B-B14F-4D97-AF65-F5344CB8AC3E}">
        <p14:creationId xmlns:p14="http://schemas.microsoft.com/office/powerpoint/2010/main" val="8521229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20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20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20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灯片编号占位符 3">
            <a:extLst>
              <a:ext uri="{FF2B5EF4-FFF2-40B4-BE49-F238E27FC236}">
                <a16:creationId xmlns:a16="http://schemas.microsoft.com/office/drawing/2014/main" id="{0D463B77-22FC-ED4D-9F40-731DE8584DBA}"/>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D71C52A-1DD6-D14E-949F-AC1C2D4E90A4}"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23</a:t>
            </a:fld>
            <a:endParaRPr lang="en-US" altLang="zh-CN" sz="1050">
              <a:solidFill>
                <a:schemeClr val="bg2"/>
              </a:solidFill>
              <a:latin typeface="Tahoma" panose="020B0604030504040204" pitchFamily="34" charset="0"/>
              <a:ea typeface="宋体" panose="02010600030101010101" pitchFamily="2" charset="-122"/>
            </a:endParaRPr>
          </a:p>
        </p:txBody>
      </p:sp>
      <p:sp>
        <p:nvSpPr>
          <p:cNvPr id="61442" name="Rectangle 2">
            <a:extLst>
              <a:ext uri="{FF2B5EF4-FFF2-40B4-BE49-F238E27FC236}">
                <a16:creationId xmlns:a16="http://schemas.microsoft.com/office/drawing/2014/main" id="{7820B74F-C427-5E4F-B672-A38C79C84D14}"/>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PCM</a:t>
            </a:r>
            <a:r>
              <a:rPr lang="zh-CN" altLang="en-US">
                <a:latin typeface="微软雅黑" panose="020B0503020204020204" pitchFamily="34" charset="-122"/>
                <a:ea typeface="宋体" panose="02010600030101010101" pitchFamily="2" charset="-122"/>
              </a:rPr>
              <a:t>的基本原理</a:t>
            </a:r>
          </a:p>
        </p:txBody>
      </p:sp>
      <p:sp>
        <p:nvSpPr>
          <p:cNvPr id="61443" name="Rectangle 3">
            <a:extLst>
              <a:ext uri="{FF2B5EF4-FFF2-40B4-BE49-F238E27FC236}">
                <a16:creationId xmlns:a16="http://schemas.microsoft.com/office/drawing/2014/main" id="{4ADA6471-25BB-C44E-9A3A-6CD0FC4681B4}"/>
              </a:ext>
            </a:extLst>
          </p:cNvPr>
          <p:cNvSpPr>
            <a:spLocks noGrp="1" noChangeArrowheads="1"/>
          </p:cNvSpPr>
          <p:nvPr>
            <p:ph type="body" idx="1"/>
          </p:nvPr>
        </p:nvSpPr>
        <p:spPr>
          <a:xfrm>
            <a:off x="251460" y="1097280"/>
            <a:ext cx="8687056" cy="3531870"/>
          </a:xfrm>
        </p:spPr>
        <p:txBody>
          <a:bodyPr/>
          <a:lstStyle/>
          <a:p>
            <a:pPr marL="0" indent="336947" algn="just" eaLnBrk="1" hangingPunct="1">
              <a:buNone/>
            </a:pPr>
            <a:r>
              <a:rPr lang="zh-CN" altLang="en-US" sz="2100" dirty="0">
                <a:latin typeface="微软雅黑" panose="020B0503020204020204" pitchFamily="34" charset="-122"/>
                <a:ea typeface="宋体" panose="02010600030101010101" pitchFamily="2" charset="-122"/>
              </a:rPr>
              <a:t>这样，一个话路的模拟电话信号，经模数变换后，就变成为每秒</a:t>
            </a:r>
            <a:r>
              <a:rPr lang="en-US" altLang="zh-CN" sz="2100" dirty="0">
                <a:latin typeface="微软雅黑" panose="020B0503020204020204" pitchFamily="34" charset="-122"/>
                <a:ea typeface="宋体" panose="02010600030101010101" pitchFamily="2" charset="-122"/>
              </a:rPr>
              <a:t>8000</a:t>
            </a:r>
            <a:r>
              <a:rPr lang="zh-CN" altLang="en-US" sz="2100" dirty="0">
                <a:latin typeface="微软雅黑" panose="020B0503020204020204" pitchFamily="34" charset="-122"/>
                <a:ea typeface="宋体" panose="02010600030101010101" pitchFamily="2" charset="-122"/>
              </a:rPr>
              <a:t>个脉冲信号，每个脉冲信号再编为</a:t>
            </a:r>
            <a:r>
              <a:rPr lang="en-US" altLang="zh-CN" sz="2100" dirty="0">
                <a:latin typeface="微软雅黑" panose="020B0503020204020204" pitchFamily="34" charset="-122"/>
                <a:ea typeface="宋体" panose="02010600030101010101" pitchFamily="2" charset="-122"/>
              </a:rPr>
              <a:t>8</a:t>
            </a:r>
            <a:r>
              <a:rPr lang="zh-CN" altLang="en-US" sz="2100" dirty="0">
                <a:latin typeface="微软雅黑" panose="020B0503020204020204" pitchFamily="34" charset="-122"/>
                <a:ea typeface="宋体" panose="02010600030101010101" pitchFamily="2" charset="-122"/>
              </a:rPr>
              <a:t>位二进制码元。因此一个标准话路的</a:t>
            </a:r>
            <a:r>
              <a:rPr lang="en-US" altLang="zh-CN" sz="2100" dirty="0">
                <a:latin typeface="微软雅黑" panose="020B0503020204020204" pitchFamily="34" charset="-122"/>
                <a:ea typeface="宋体" panose="02010600030101010101" pitchFamily="2" charset="-122"/>
              </a:rPr>
              <a:t>PCM</a:t>
            </a:r>
            <a:r>
              <a:rPr lang="zh-CN" altLang="en-US" sz="2100" dirty="0">
                <a:latin typeface="微软雅黑" panose="020B0503020204020204" pitchFamily="34" charset="-122"/>
                <a:ea typeface="宋体" panose="02010600030101010101" pitchFamily="2" charset="-122"/>
              </a:rPr>
              <a:t>信号速率为</a:t>
            </a:r>
            <a:r>
              <a:rPr lang="en-US" altLang="zh-CN" sz="2100" dirty="0">
                <a:latin typeface="微软雅黑" panose="020B0503020204020204" pitchFamily="34" charset="-122"/>
                <a:ea typeface="宋体" panose="02010600030101010101" pitchFamily="2" charset="-122"/>
              </a:rPr>
              <a:t>64 kb/s</a:t>
            </a:r>
            <a:r>
              <a:rPr lang="zh-CN" altLang="en-US" sz="2100" dirty="0">
                <a:latin typeface="微软雅黑" panose="020B0503020204020204" pitchFamily="34" charset="-122"/>
                <a:ea typeface="宋体" panose="02010600030101010101" pitchFamily="2" charset="-122"/>
              </a:rPr>
              <a:t>。</a:t>
            </a:r>
          </a:p>
          <a:p>
            <a:pPr marL="0" indent="336947" algn="just" eaLnBrk="1" hangingPunct="1">
              <a:buNone/>
            </a:pPr>
            <a:r>
              <a:rPr lang="zh-CN" altLang="en-US" sz="2100" dirty="0">
                <a:latin typeface="微软雅黑" panose="020B0503020204020204" pitchFamily="34" charset="-122"/>
                <a:ea typeface="宋体" panose="02010600030101010101" pitchFamily="2" charset="-122"/>
              </a:rPr>
              <a:t>以</a:t>
            </a:r>
            <a:r>
              <a:rPr lang="en-US" altLang="zh-CN" sz="2100" dirty="0">
                <a:latin typeface="微软雅黑" panose="020B0503020204020204" pitchFamily="34" charset="-122"/>
                <a:ea typeface="宋体" panose="02010600030101010101" pitchFamily="2" charset="-122"/>
              </a:rPr>
              <a:t>kb/s</a:t>
            </a:r>
            <a:r>
              <a:rPr lang="zh-CN" altLang="en-US" sz="2100" dirty="0">
                <a:latin typeface="微软雅黑" panose="020B0503020204020204" pitchFamily="34" charset="-122"/>
                <a:ea typeface="宋体" panose="02010600030101010101" pitchFamily="2" charset="-122"/>
              </a:rPr>
              <a:t>的速率是最早制订出的话音编码的标准速率。</a:t>
            </a:r>
          </a:p>
          <a:p>
            <a:pPr marL="0" indent="336947" algn="just" eaLnBrk="1" hangingPunct="1">
              <a:buNone/>
            </a:pPr>
            <a:r>
              <a:rPr lang="zh-CN" altLang="en-US" sz="2100" dirty="0">
                <a:latin typeface="微软雅黑" panose="020B0503020204020204" pitchFamily="34" charset="-122"/>
                <a:ea typeface="宋体" panose="02010600030101010101" pitchFamily="2" charset="-122"/>
              </a:rPr>
              <a:t>随着话音编码技术的不断发展，人们可以用更低的数据率来传送同样质量的话音信号。现在已经能够用</a:t>
            </a:r>
            <a:r>
              <a:rPr lang="en-US" altLang="zh-CN" sz="2100" dirty="0">
                <a:latin typeface="微软雅黑" panose="020B0503020204020204" pitchFamily="34" charset="-122"/>
                <a:ea typeface="宋体" panose="02010600030101010101" pitchFamily="2" charset="-122"/>
              </a:rPr>
              <a:t>32kb/s</a:t>
            </a:r>
            <a:r>
              <a:rPr lang="zh-CN" altLang="en-US" sz="2100" dirty="0">
                <a:latin typeface="微软雅黑" panose="020B0503020204020204" pitchFamily="34" charset="-122"/>
                <a:ea typeface="宋体" panose="02010600030101010101" pitchFamily="2" charset="-122"/>
              </a:rPr>
              <a:t>，</a:t>
            </a:r>
            <a:r>
              <a:rPr lang="en-US" altLang="zh-CN" sz="2100" dirty="0">
                <a:latin typeface="微软雅黑" panose="020B0503020204020204" pitchFamily="34" charset="-122"/>
                <a:ea typeface="宋体" panose="02010600030101010101" pitchFamily="2" charset="-122"/>
              </a:rPr>
              <a:t>16kb/s</a:t>
            </a:r>
            <a:r>
              <a:rPr lang="zh-CN" altLang="en-US" sz="2100" dirty="0">
                <a:latin typeface="微软雅黑" panose="020B0503020204020204" pitchFamily="34" charset="-122"/>
                <a:ea typeface="宋体" panose="02010600030101010101" pitchFamily="2" charset="-122"/>
              </a:rPr>
              <a:t>或甚至低到</a:t>
            </a:r>
            <a:r>
              <a:rPr lang="en-US" altLang="zh-CN" sz="2100" dirty="0">
                <a:latin typeface="微软雅黑" panose="020B0503020204020204" pitchFamily="34" charset="-122"/>
                <a:ea typeface="宋体" panose="02010600030101010101" pitchFamily="2" charset="-122"/>
              </a:rPr>
              <a:t>8kb/s(</a:t>
            </a:r>
            <a:r>
              <a:rPr lang="zh-CN" altLang="en-US" sz="2100" dirty="0">
                <a:latin typeface="微软雅黑" panose="020B0503020204020204" pitchFamily="34" charset="-122"/>
                <a:ea typeface="宋体" panose="02010600030101010101" pitchFamily="2" charset="-122"/>
              </a:rPr>
              <a:t>或更低</a:t>
            </a:r>
            <a:r>
              <a:rPr lang="en-US" altLang="zh-CN" sz="2100" dirty="0">
                <a:latin typeface="微软雅黑" panose="020B0503020204020204" pitchFamily="34" charset="-122"/>
                <a:ea typeface="宋体" panose="02010600030101010101" pitchFamily="2" charset="-122"/>
              </a:rPr>
              <a:t>)</a:t>
            </a:r>
            <a:r>
              <a:rPr lang="zh-CN" altLang="en-US" sz="2100" dirty="0">
                <a:latin typeface="微软雅黑" panose="020B0503020204020204" pitchFamily="34" charset="-122"/>
                <a:ea typeface="宋体" panose="02010600030101010101" pitchFamily="2" charset="-122"/>
              </a:rPr>
              <a:t>的数据率来传送一路话音信号。</a:t>
            </a:r>
          </a:p>
        </p:txBody>
      </p:sp>
    </p:spTree>
    <p:extLst>
      <p:ext uri="{BB962C8B-B14F-4D97-AF65-F5344CB8AC3E}">
        <p14:creationId xmlns:p14="http://schemas.microsoft.com/office/powerpoint/2010/main" val="25053243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灯片编号占位符 3">
            <a:extLst>
              <a:ext uri="{FF2B5EF4-FFF2-40B4-BE49-F238E27FC236}">
                <a16:creationId xmlns:a16="http://schemas.microsoft.com/office/drawing/2014/main" id="{B901657C-40F6-7942-955D-64E4E3C149E8}"/>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4205B22-F65E-8247-882D-2D3C6FD37FE5}"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24</a:t>
            </a:fld>
            <a:endParaRPr lang="en-US" altLang="zh-CN" sz="1050">
              <a:solidFill>
                <a:schemeClr val="bg2"/>
              </a:solidFill>
              <a:latin typeface="Tahoma" panose="020B0604030504040204" pitchFamily="34" charset="0"/>
              <a:ea typeface="宋体" panose="02010600030101010101" pitchFamily="2" charset="-122"/>
            </a:endParaRPr>
          </a:p>
        </p:txBody>
      </p:sp>
      <p:sp>
        <p:nvSpPr>
          <p:cNvPr id="63490" name="Rectangle 2">
            <a:extLst>
              <a:ext uri="{FF2B5EF4-FFF2-40B4-BE49-F238E27FC236}">
                <a16:creationId xmlns:a16="http://schemas.microsoft.com/office/drawing/2014/main" id="{4EDFA843-49F5-C141-B3F8-124C1E06763F}"/>
              </a:ext>
            </a:extLst>
          </p:cNvPr>
          <p:cNvSpPr>
            <a:spLocks noGrp="1" noChangeArrowheads="1"/>
          </p:cNvSpPr>
          <p:nvPr>
            <p:ph type="title"/>
          </p:nvPr>
        </p:nvSpPr>
        <p:spPr>
          <a:xfrm>
            <a:off x="194310" y="160735"/>
            <a:ext cx="7089934" cy="683419"/>
          </a:xfrm>
        </p:spPr>
        <p:txBody>
          <a:bodyPr/>
          <a:lstStyle/>
          <a:p>
            <a:pPr eaLnBrk="1" hangingPunct="1"/>
            <a:r>
              <a:rPr lang="zh-CN" altLang="en-US" dirty="0">
                <a:latin typeface="微软雅黑" panose="020B0503020204020204" pitchFamily="34" charset="-122"/>
                <a:ea typeface="宋体" panose="02010600030101010101" pitchFamily="2" charset="-122"/>
              </a:rPr>
              <a:t>时分复用 </a:t>
            </a:r>
          </a:p>
        </p:txBody>
      </p:sp>
      <p:sp>
        <p:nvSpPr>
          <p:cNvPr id="369667" name="Rectangle 3">
            <a:extLst>
              <a:ext uri="{FF2B5EF4-FFF2-40B4-BE49-F238E27FC236}">
                <a16:creationId xmlns:a16="http://schemas.microsoft.com/office/drawing/2014/main" id="{3011266F-5CDE-4843-89B8-87275B460CA8}"/>
              </a:ext>
            </a:extLst>
          </p:cNvPr>
          <p:cNvSpPr>
            <a:spLocks noGrp="1" noChangeArrowheads="1"/>
          </p:cNvSpPr>
          <p:nvPr>
            <p:ph type="body" idx="1"/>
          </p:nvPr>
        </p:nvSpPr>
        <p:spPr>
          <a:xfrm>
            <a:off x="194310" y="1108711"/>
            <a:ext cx="8721089" cy="3515678"/>
          </a:xfrm>
        </p:spPr>
        <p:txBody>
          <a:bodyPr/>
          <a:lstStyle/>
          <a:p>
            <a:pPr eaLnBrk="1" hangingPunct="1"/>
            <a:r>
              <a:rPr lang="zh-CN" altLang="en-US" dirty="0">
                <a:latin typeface="微软雅黑" panose="020B0503020204020204" pitchFamily="34" charset="-122"/>
                <a:ea typeface="宋体" panose="02010600030101010101" pitchFamily="2" charset="-122"/>
              </a:rPr>
              <a:t>为了有效地利用传输线路，可将多个话路的</a:t>
            </a:r>
            <a:r>
              <a:rPr lang="en-US" altLang="zh-CN" dirty="0">
                <a:latin typeface="微软雅黑" panose="020B0503020204020204" pitchFamily="34" charset="-122"/>
                <a:ea typeface="宋体" panose="02010600030101010101" pitchFamily="2" charset="-122"/>
              </a:rPr>
              <a:t>PCM </a:t>
            </a:r>
            <a:r>
              <a:rPr lang="zh-CN" altLang="en-US" dirty="0">
                <a:latin typeface="微软雅黑" panose="020B0503020204020204" pitchFamily="34" charset="-122"/>
                <a:ea typeface="宋体" panose="02010600030101010101" pitchFamily="2" charset="-122"/>
              </a:rPr>
              <a:t>信号用</a:t>
            </a:r>
            <a:r>
              <a:rPr lang="zh-CN" altLang="en-US" dirty="0">
                <a:solidFill>
                  <a:schemeClr val="hlink"/>
                </a:solidFill>
                <a:latin typeface="微软雅黑" panose="020B0503020204020204" pitchFamily="34" charset="-122"/>
                <a:ea typeface="宋体" panose="02010600030101010101" pitchFamily="2" charset="-122"/>
              </a:rPr>
              <a:t>时分复用 </a:t>
            </a:r>
            <a:r>
              <a:rPr lang="en-US" altLang="zh-CN" dirty="0">
                <a:latin typeface="微软雅黑" panose="020B0503020204020204" pitchFamily="34" charset="-122"/>
                <a:ea typeface="宋体" panose="02010600030101010101" pitchFamily="2" charset="-122"/>
              </a:rPr>
              <a:t>TDM (Time Division Multiplexing)</a:t>
            </a:r>
            <a:r>
              <a:rPr lang="zh-CN" altLang="en-US" dirty="0">
                <a:latin typeface="微软雅黑" panose="020B0503020204020204" pitchFamily="34" charset="-122"/>
                <a:ea typeface="宋体" panose="02010600030101010101" pitchFamily="2" charset="-122"/>
              </a:rPr>
              <a:t>的方法装成时分复用帧，然后发送到线路上。</a:t>
            </a:r>
          </a:p>
          <a:p>
            <a:pPr eaLnBrk="1" hangingPunct="1"/>
            <a:r>
              <a:rPr lang="zh-CN" altLang="en-US" dirty="0">
                <a:latin typeface="微软雅黑" panose="020B0503020204020204" pitchFamily="34" charset="-122"/>
                <a:ea typeface="宋体" panose="02010600030101010101" pitchFamily="2" charset="-122"/>
              </a:rPr>
              <a:t>中国采用欧洲体制，以 </a:t>
            </a:r>
            <a:r>
              <a:rPr lang="en-US" altLang="zh-CN" dirty="0">
                <a:latin typeface="微软雅黑" panose="020B0503020204020204" pitchFamily="34" charset="-122"/>
                <a:ea typeface="宋体" panose="02010600030101010101" pitchFamily="2" charset="-122"/>
              </a:rPr>
              <a:t>E1 </a:t>
            </a:r>
            <a:r>
              <a:rPr lang="zh-CN" altLang="en-US" dirty="0">
                <a:latin typeface="微软雅黑" panose="020B0503020204020204" pitchFamily="34" charset="-122"/>
                <a:ea typeface="宋体" panose="02010600030101010101" pitchFamily="2" charset="-122"/>
              </a:rPr>
              <a:t>为一次群。</a:t>
            </a:r>
          </a:p>
          <a:p>
            <a:pPr eaLnBrk="1" hangingPunct="1"/>
            <a:r>
              <a:rPr lang="zh-CN" altLang="en-US" dirty="0">
                <a:latin typeface="微软雅黑" panose="020B0503020204020204" pitchFamily="34" charset="-122"/>
                <a:ea typeface="宋体" panose="02010600030101010101" pitchFamily="2" charset="-122"/>
              </a:rPr>
              <a:t>美国和日本等国采用北美体制，以 </a:t>
            </a:r>
            <a:r>
              <a:rPr lang="en-US" altLang="zh-CN" dirty="0">
                <a:latin typeface="微软雅黑" panose="020B0503020204020204" pitchFamily="34" charset="-122"/>
                <a:ea typeface="宋体" panose="02010600030101010101" pitchFamily="2" charset="-122"/>
              </a:rPr>
              <a:t>T1 </a:t>
            </a:r>
            <a:r>
              <a:rPr lang="zh-CN" altLang="en-US" dirty="0">
                <a:latin typeface="微软雅黑" panose="020B0503020204020204" pitchFamily="34" charset="-122"/>
                <a:ea typeface="宋体" panose="02010600030101010101" pitchFamily="2" charset="-122"/>
              </a:rPr>
              <a:t>为一次群。</a:t>
            </a:r>
          </a:p>
        </p:txBody>
      </p:sp>
    </p:spTree>
    <p:extLst>
      <p:ext uri="{BB962C8B-B14F-4D97-AF65-F5344CB8AC3E}">
        <p14:creationId xmlns:p14="http://schemas.microsoft.com/office/powerpoint/2010/main" val="23825022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96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96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667"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灯片编号占位符 3">
            <a:extLst>
              <a:ext uri="{FF2B5EF4-FFF2-40B4-BE49-F238E27FC236}">
                <a16:creationId xmlns:a16="http://schemas.microsoft.com/office/drawing/2014/main" id="{F702D2D6-15AF-1746-A5A8-DF28F59C6E60}"/>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718A18B-3C7C-1E4C-940F-B078C406BAB7}"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25</a:t>
            </a:fld>
            <a:endParaRPr lang="en-US" altLang="zh-CN" sz="1050">
              <a:solidFill>
                <a:schemeClr val="bg2"/>
              </a:solidFill>
              <a:latin typeface="Tahoma" panose="020B0604030504040204" pitchFamily="34" charset="0"/>
              <a:ea typeface="宋体" panose="02010600030101010101" pitchFamily="2" charset="-122"/>
            </a:endParaRPr>
          </a:p>
        </p:txBody>
      </p:sp>
      <p:sp>
        <p:nvSpPr>
          <p:cNvPr id="65538" name="Rectangle 2">
            <a:extLst>
              <a:ext uri="{FF2B5EF4-FFF2-40B4-BE49-F238E27FC236}">
                <a16:creationId xmlns:a16="http://schemas.microsoft.com/office/drawing/2014/main" id="{3724A721-81B1-EB41-A077-77DCCB5D910A}"/>
              </a:ext>
            </a:extLst>
          </p:cNvPr>
          <p:cNvSpPr>
            <a:spLocks noGrp="1" noChangeArrowheads="1"/>
          </p:cNvSpPr>
          <p:nvPr>
            <p:ph type="title"/>
          </p:nvPr>
        </p:nvSpPr>
        <p:spPr/>
        <p:txBody>
          <a:bodyPr/>
          <a:lstStyle/>
          <a:p>
            <a:pPr eaLnBrk="1" hangingPunct="1"/>
            <a:r>
              <a:rPr lang="en-US" altLang="zh-CN">
                <a:latin typeface="微软雅黑" panose="020B0503020204020204" pitchFamily="34" charset="-122"/>
                <a:ea typeface="宋体" panose="02010600030101010101" pitchFamily="2" charset="-122"/>
              </a:rPr>
              <a:t>PCM</a:t>
            </a:r>
            <a:r>
              <a:rPr lang="zh-CN" altLang="en-US">
                <a:latin typeface="微软雅黑" panose="020B0503020204020204" pitchFamily="34" charset="-122"/>
                <a:ea typeface="宋体" panose="02010600030101010101" pitchFamily="2" charset="-122"/>
              </a:rPr>
              <a:t>的基本原理</a:t>
            </a:r>
          </a:p>
        </p:txBody>
      </p:sp>
      <p:sp>
        <p:nvSpPr>
          <p:cNvPr id="65539" name="Rectangle 3">
            <a:extLst>
              <a:ext uri="{FF2B5EF4-FFF2-40B4-BE49-F238E27FC236}">
                <a16:creationId xmlns:a16="http://schemas.microsoft.com/office/drawing/2014/main" id="{A57F2009-CF59-CB41-B1F3-0271775C8ACC}"/>
              </a:ext>
            </a:extLst>
          </p:cNvPr>
          <p:cNvSpPr>
            <a:spLocks noGrp="1" noChangeArrowheads="1"/>
          </p:cNvSpPr>
          <p:nvPr>
            <p:ph type="body" idx="1"/>
          </p:nvPr>
        </p:nvSpPr>
        <p:spPr>
          <a:xfrm>
            <a:off x="262890" y="1062991"/>
            <a:ext cx="8675626" cy="4041220"/>
          </a:xfrm>
        </p:spPr>
        <p:txBody>
          <a:bodyPr/>
          <a:lstStyle/>
          <a:p>
            <a:pPr marL="0" indent="467916" algn="just" eaLnBrk="1" hangingPunct="1">
              <a:buNone/>
            </a:pPr>
            <a:r>
              <a:rPr lang="en-US" altLang="zh-CN" sz="2100" dirty="0">
                <a:latin typeface="微软雅黑" panose="020B0503020204020204" pitchFamily="34" charset="-122"/>
                <a:ea typeface="宋体" panose="02010600030101010101" pitchFamily="2" charset="-122"/>
              </a:rPr>
              <a:t>E1</a:t>
            </a:r>
            <a:r>
              <a:rPr lang="zh-CN" altLang="en-US" sz="2100" dirty="0">
                <a:latin typeface="微软雅黑" panose="020B0503020204020204" pitchFamily="34" charset="-122"/>
                <a:ea typeface="宋体" panose="02010600030101010101" pitchFamily="2" charset="-122"/>
              </a:rPr>
              <a:t>的一个时分复用帧</a:t>
            </a:r>
            <a:r>
              <a:rPr lang="en-US" altLang="zh-CN" sz="2100" dirty="0">
                <a:latin typeface="微软雅黑" panose="020B0503020204020204" pitchFamily="34" charset="-122"/>
                <a:ea typeface="宋体" panose="02010600030101010101" pitchFamily="2" charset="-122"/>
              </a:rPr>
              <a:t>(</a:t>
            </a:r>
            <a:r>
              <a:rPr lang="zh-CN" altLang="en-US" sz="2100" dirty="0">
                <a:latin typeface="微软雅黑" panose="020B0503020204020204" pitchFamily="34" charset="-122"/>
                <a:ea typeface="宋体" panose="02010600030101010101" pitchFamily="2" charset="-122"/>
              </a:rPr>
              <a:t>其长度</a:t>
            </a:r>
            <a:r>
              <a:rPr lang="en-US" altLang="zh-CN" sz="2100" dirty="0">
                <a:latin typeface="微软雅黑" panose="020B0503020204020204" pitchFamily="34" charset="-122"/>
                <a:ea typeface="宋体" panose="02010600030101010101" pitchFamily="2" charset="-122"/>
              </a:rPr>
              <a:t>T</a:t>
            </a:r>
            <a:r>
              <a:rPr lang="zh-CN" altLang="en-US" sz="2100" dirty="0">
                <a:latin typeface="微软雅黑" panose="020B0503020204020204" pitchFamily="34" charset="-122"/>
                <a:ea typeface="宋体" panose="02010600030101010101" pitchFamily="2" charset="-122"/>
              </a:rPr>
              <a:t>＝</a:t>
            </a:r>
            <a:r>
              <a:rPr lang="en-US" altLang="zh-CN" sz="2100" dirty="0">
                <a:latin typeface="微软雅黑" panose="020B0503020204020204" pitchFamily="34" charset="-122"/>
                <a:ea typeface="宋体" panose="02010600030101010101" pitchFamily="2" charset="-122"/>
              </a:rPr>
              <a:t>125</a:t>
            </a:r>
            <a:r>
              <a:rPr lang="en-US" altLang="zh-CN" sz="2100" dirty="0">
                <a:latin typeface="微软雅黑" panose="020B0503020204020204" pitchFamily="34" charset="-122"/>
                <a:ea typeface="宋体" panose="02010600030101010101" pitchFamily="2" charset="-122"/>
                <a:sym typeface="Symbol" pitchFamily="2" charset="2"/>
              </a:rPr>
              <a:t></a:t>
            </a:r>
            <a:r>
              <a:rPr lang="en-US" altLang="zh-CN" sz="2100" dirty="0">
                <a:latin typeface="微软雅黑" panose="020B0503020204020204" pitchFamily="34" charset="-122"/>
                <a:ea typeface="宋体" panose="02010600030101010101" pitchFamily="2" charset="-122"/>
              </a:rPr>
              <a:t>s)</a:t>
            </a:r>
            <a:r>
              <a:rPr lang="zh-CN" altLang="en-US" sz="2100" dirty="0">
                <a:latin typeface="微软雅黑" panose="020B0503020204020204" pitchFamily="34" charset="-122"/>
                <a:ea typeface="宋体" panose="02010600030101010101" pitchFamily="2" charset="-122"/>
              </a:rPr>
              <a:t>共划分为</a:t>
            </a:r>
            <a:r>
              <a:rPr lang="en-US" altLang="zh-CN" sz="2100" dirty="0">
                <a:latin typeface="微软雅黑" panose="020B0503020204020204" pitchFamily="34" charset="-122"/>
                <a:ea typeface="宋体" panose="02010600030101010101" pitchFamily="2" charset="-122"/>
              </a:rPr>
              <a:t>32</a:t>
            </a:r>
            <a:r>
              <a:rPr lang="zh-CN" altLang="en-US" sz="2100" dirty="0">
                <a:latin typeface="微软雅黑" panose="020B0503020204020204" pitchFamily="34" charset="-122"/>
                <a:ea typeface="宋体" panose="02010600030101010101" pitchFamily="2" charset="-122"/>
              </a:rPr>
              <a:t>相等的时隙，时隙的编号为</a:t>
            </a:r>
            <a:r>
              <a:rPr lang="en-US" altLang="zh-CN" sz="2100" dirty="0">
                <a:latin typeface="微软雅黑" panose="020B0503020204020204" pitchFamily="34" charset="-122"/>
                <a:ea typeface="宋体" panose="02010600030101010101" pitchFamily="2" charset="-122"/>
              </a:rPr>
              <a:t>CH0-CH31</a:t>
            </a:r>
            <a:r>
              <a:rPr lang="zh-CN" altLang="en-US" sz="2100" dirty="0">
                <a:latin typeface="微软雅黑" panose="020B0503020204020204" pitchFamily="34" charset="-122"/>
                <a:ea typeface="宋体" panose="02010600030101010101" pitchFamily="2" charset="-122"/>
              </a:rPr>
              <a:t>。时隙</a:t>
            </a:r>
            <a:r>
              <a:rPr lang="en-US" altLang="zh-CN" sz="2100" dirty="0">
                <a:latin typeface="微软雅黑" panose="020B0503020204020204" pitchFamily="34" charset="-122"/>
                <a:ea typeface="宋体" panose="02010600030101010101" pitchFamily="2" charset="-122"/>
              </a:rPr>
              <a:t>CH0</a:t>
            </a:r>
            <a:r>
              <a:rPr lang="zh-CN" altLang="en-US" sz="2100" dirty="0">
                <a:latin typeface="微软雅黑" panose="020B0503020204020204" pitchFamily="34" charset="-122"/>
                <a:ea typeface="宋体" panose="02010600030101010101" pitchFamily="2" charset="-122"/>
              </a:rPr>
              <a:t>用作帧同步用，时隙</a:t>
            </a:r>
            <a:r>
              <a:rPr lang="en-US" altLang="zh-CN" sz="2100" dirty="0">
                <a:latin typeface="微软雅黑" panose="020B0503020204020204" pitchFamily="34" charset="-122"/>
                <a:ea typeface="宋体" panose="02010600030101010101" pitchFamily="2" charset="-122"/>
              </a:rPr>
              <a:t>CH16</a:t>
            </a:r>
            <a:r>
              <a:rPr lang="zh-CN" altLang="en-US" sz="2100" dirty="0">
                <a:latin typeface="微软雅黑" panose="020B0503020204020204" pitchFamily="34" charset="-122"/>
                <a:ea typeface="宋体" panose="02010600030101010101" pitchFamily="2" charset="-122"/>
              </a:rPr>
              <a:t>用来传送信令</a:t>
            </a:r>
            <a:r>
              <a:rPr lang="en-US" altLang="zh-CN" sz="2100" dirty="0">
                <a:latin typeface="微软雅黑" panose="020B0503020204020204" pitchFamily="34" charset="-122"/>
                <a:ea typeface="宋体" panose="02010600030101010101" pitchFamily="2" charset="-122"/>
              </a:rPr>
              <a:t>(</a:t>
            </a:r>
            <a:r>
              <a:rPr lang="zh-CN" altLang="en-US" sz="2100" dirty="0">
                <a:latin typeface="微软雅黑" panose="020B0503020204020204" pitchFamily="34" charset="-122"/>
                <a:ea typeface="宋体" panose="02010600030101010101" pitchFamily="2" charset="-122"/>
              </a:rPr>
              <a:t>如用户的拨号信令</a:t>
            </a:r>
            <a:r>
              <a:rPr lang="en-US" altLang="zh-CN" sz="2100" dirty="0">
                <a:latin typeface="微软雅黑" panose="020B0503020204020204" pitchFamily="34" charset="-122"/>
                <a:ea typeface="宋体" panose="02010600030101010101" pitchFamily="2" charset="-122"/>
              </a:rPr>
              <a:t>)</a:t>
            </a:r>
            <a:r>
              <a:rPr lang="zh-CN" altLang="en-US" sz="2100" dirty="0">
                <a:latin typeface="微软雅黑" panose="020B0503020204020204" pitchFamily="34" charset="-122"/>
                <a:ea typeface="宋体" panose="02010600030101010101" pitchFamily="2" charset="-122"/>
              </a:rPr>
              <a:t>。可供用户使用的话路是时隙</a:t>
            </a:r>
            <a:r>
              <a:rPr lang="en-US" altLang="zh-CN" sz="2100" dirty="0">
                <a:latin typeface="微软雅黑" panose="020B0503020204020204" pitchFamily="34" charset="-122"/>
                <a:ea typeface="宋体" panose="02010600030101010101" pitchFamily="2" charset="-122"/>
              </a:rPr>
              <a:t>CH1-CH15</a:t>
            </a:r>
            <a:r>
              <a:rPr lang="zh-CN" altLang="en-US" sz="2100" dirty="0">
                <a:latin typeface="微软雅黑" panose="020B0503020204020204" pitchFamily="34" charset="-122"/>
                <a:ea typeface="宋体" panose="02010600030101010101" pitchFamily="2" charset="-122"/>
              </a:rPr>
              <a:t>和</a:t>
            </a:r>
            <a:r>
              <a:rPr lang="en-US" altLang="zh-CN" sz="2100" dirty="0">
                <a:latin typeface="微软雅黑" panose="020B0503020204020204" pitchFamily="34" charset="-122"/>
                <a:ea typeface="宋体" panose="02010600030101010101" pitchFamily="2" charset="-122"/>
              </a:rPr>
              <a:t>CH17-CH31</a:t>
            </a:r>
            <a:r>
              <a:rPr lang="zh-CN" altLang="en-US" sz="2100" dirty="0">
                <a:latin typeface="微软雅黑" panose="020B0503020204020204" pitchFamily="34" charset="-122"/>
                <a:ea typeface="宋体" panose="02010600030101010101" pitchFamily="2" charset="-122"/>
              </a:rPr>
              <a:t>，共</a:t>
            </a:r>
            <a:r>
              <a:rPr lang="en-US" altLang="zh-CN" sz="2100" dirty="0">
                <a:latin typeface="微软雅黑" panose="020B0503020204020204" pitchFamily="34" charset="-122"/>
                <a:ea typeface="宋体" panose="02010600030101010101" pitchFamily="2" charset="-122"/>
              </a:rPr>
              <a:t>30</a:t>
            </a:r>
            <a:r>
              <a:rPr lang="zh-CN" altLang="en-US" sz="2100" dirty="0">
                <a:latin typeface="微软雅黑" panose="020B0503020204020204" pitchFamily="34" charset="-122"/>
                <a:ea typeface="宋体" panose="02010600030101010101" pitchFamily="2" charset="-122"/>
              </a:rPr>
              <a:t>个时隙用作</a:t>
            </a:r>
            <a:r>
              <a:rPr lang="en-US" altLang="zh-CN" sz="2100" dirty="0">
                <a:latin typeface="微软雅黑" panose="020B0503020204020204" pitchFamily="34" charset="-122"/>
                <a:ea typeface="宋体" panose="02010600030101010101" pitchFamily="2" charset="-122"/>
              </a:rPr>
              <a:t>30</a:t>
            </a:r>
            <a:r>
              <a:rPr lang="zh-CN" altLang="en-US" sz="2100" dirty="0">
                <a:latin typeface="微软雅黑" panose="020B0503020204020204" pitchFamily="34" charset="-122"/>
                <a:ea typeface="宋体" panose="02010600030101010101" pitchFamily="2" charset="-122"/>
              </a:rPr>
              <a:t>个话路。每个时隙共传送</a:t>
            </a:r>
            <a:r>
              <a:rPr lang="en-US" altLang="zh-CN" sz="2100" dirty="0">
                <a:latin typeface="微软雅黑" panose="020B0503020204020204" pitchFamily="34" charset="-122"/>
                <a:ea typeface="宋体" panose="02010600030101010101" pitchFamily="2" charset="-122"/>
              </a:rPr>
              <a:t>8 bit</a:t>
            </a:r>
            <a:r>
              <a:rPr lang="zh-CN" altLang="en-US" sz="2100" dirty="0">
                <a:latin typeface="微软雅黑" panose="020B0503020204020204" pitchFamily="34" charset="-122"/>
                <a:ea typeface="宋体" panose="02010600030101010101" pitchFamily="2" charset="-122"/>
              </a:rPr>
              <a:t>。因此整个的</a:t>
            </a:r>
            <a:r>
              <a:rPr lang="en-US" altLang="zh-CN" sz="2100" dirty="0">
                <a:latin typeface="微软雅黑" panose="020B0503020204020204" pitchFamily="34" charset="-122"/>
                <a:ea typeface="宋体" panose="02010600030101010101" pitchFamily="2" charset="-122"/>
              </a:rPr>
              <a:t>32</a:t>
            </a:r>
            <a:r>
              <a:rPr lang="zh-CN" altLang="en-US" sz="2100" dirty="0">
                <a:latin typeface="微软雅黑" panose="020B0503020204020204" pitchFamily="34" charset="-122"/>
                <a:ea typeface="宋体" panose="02010600030101010101" pitchFamily="2" charset="-122"/>
              </a:rPr>
              <a:t>个时隙共用</a:t>
            </a:r>
            <a:r>
              <a:rPr lang="en-US" altLang="zh-CN" sz="2100" dirty="0">
                <a:solidFill>
                  <a:srgbClr val="FF0000"/>
                </a:solidFill>
                <a:latin typeface="微软雅黑" panose="020B0503020204020204" pitchFamily="34" charset="-122"/>
                <a:ea typeface="宋体" panose="02010600030101010101" pitchFamily="2" charset="-122"/>
              </a:rPr>
              <a:t>256bit</a:t>
            </a:r>
            <a:r>
              <a:rPr lang="zh-CN" altLang="en-US" sz="2100" dirty="0">
                <a:latin typeface="微软雅黑" panose="020B0503020204020204" pitchFamily="34" charset="-122"/>
                <a:ea typeface="宋体" panose="02010600030101010101" pitchFamily="2" charset="-122"/>
              </a:rPr>
              <a:t>。每秒传送</a:t>
            </a:r>
            <a:r>
              <a:rPr lang="en-US" altLang="zh-CN" sz="2100" dirty="0">
                <a:latin typeface="微软雅黑" panose="020B0503020204020204" pitchFamily="34" charset="-122"/>
                <a:ea typeface="宋体" panose="02010600030101010101" pitchFamily="2" charset="-122"/>
              </a:rPr>
              <a:t>8000</a:t>
            </a:r>
            <a:r>
              <a:rPr lang="zh-CN" altLang="en-US" sz="2100" dirty="0">
                <a:latin typeface="微软雅黑" panose="020B0503020204020204" pitchFamily="34" charset="-122"/>
                <a:ea typeface="宋体" panose="02010600030101010101" pitchFamily="2" charset="-122"/>
              </a:rPr>
              <a:t>个帧，因此</a:t>
            </a:r>
            <a:r>
              <a:rPr lang="en-US" altLang="zh-CN" sz="2100" dirty="0">
                <a:latin typeface="微软雅黑" panose="020B0503020204020204" pitchFamily="34" charset="-122"/>
                <a:ea typeface="宋体" panose="02010600030101010101" pitchFamily="2" charset="-122"/>
              </a:rPr>
              <a:t>PCM</a:t>
            </a:r>
            <a:r>
              <a:rPr lang="zh-CN" altLang="en-US" sz="2100" dirty="0">
                <a:latin typeface="微软雅黑" panose="020B0503020204020204" pitchFamily="34" charset="-122"/>
                <a:ea typeface="宋体" panose="02010600030101010101" pitchFamily="2" charset="-122"/>
              </a:rPr>
              <a:t>一次群</a:t>
            </a:r>
            <a:r>
              <a:rPr lang="en-US" altLang="zh-CN" sz="2100" dirty="0">
                <a:latin typeface="微软雅黑" panose="020B0503020204020204" pitchFamily="34" charset="-122"/>
                <a:ea typeface="宋体" panose="02010600030101010101" pitchFamily="2" charset="-122"/>
              </a:rPr>
              <a:t>E1</a:t>
            </a:r>
            <a:r>
              <a:rPr lang="zh-CN" altLang="en-US" sz="2100" dirty="0">
                <a:latin typeface="微软雅黑" panose="020B0503020204020204" pitchFamily="34" charset="-122"/>
                <a:ea typeface="宋体" panose="02010600030101010101" pitchFamily="2" charset="-122"/>
              </a:rPr>
              <a:t>的数据率就是</a:t>
            </a:r>
            <a:r>
              <a:rPr lang="en-US" altLang="zh-CN" sz="2100" dirty="0">
                <a:solidFill>
                  <a:srgbClr val="FF0000"/>
                </a:solidFill>
                <a:latin typeface="微软雅黑" panose="020B0503020204020204" pitchFamily="34" charset="-122"/>
                <a:ea typeface="宋体" panose="02010600030101010101" pitchFamily="2" charset="-122"/>
              </a:rPr>
              <a:t>2.048Mb/s</a:t>
            </a:r>
            <a:r>
              <a:rPr lang="zh-CN" altLang="en-US" sz="2100" dirty="0">
                <a:latin typeface="微软雅黑" panose="020B0503020204020204" pitchFamily="34" charset="-122"/>
                <a:ea typeface="宋体" panose="02010600030101010101" pitchFamily="2" charset="-122"/>
              </a:rPr>
              <a:t>。</a:t>
            </a:r>
          </a:p>
          <a:p>
            <a:pPr marL="0" indent="467916" algn="just" eaLnBrk="1" hangingPunct="1">
              <a:buNone/>
            </a:pPr>
            <a:r>
              <a:rPr lang="zh-CN" altLang="en-US" sz="2100" dirty="0">
                <a:latin typeface="微软雅黑" panose="020B0503020204020204" pitchFamily="34" charset="-122"/>
                <a:ea typeface="宋体" panose="02010600030101010101" pitchFamily="2" charset="-122"/>
              </a:rPr>
              <a:t>北美使用的</a:t>
            </a:r>
            <a:r>
              <a:rPr lang="en-US" altLang="zh-CN" sz="2100" dirty="0">
                <a:latin typeface="微软雅黑" panose="020B0503020204020204" pitchFamily="34" charset="-122"/>
                <a:ea typeface="宋体" panose="02010600030101010101" pitchFamily="2" charset="-122"/>
              </a:rPr>
              <a:t>T1</a:t>
            </a:r>
            <a:r>
              <a:rPr lang="zh-CN" altLang="en-US" sz="2100" dirty="0">
                <a:latin typeface="微软雅黑" panose="020B0503020204020204" pitchFamily="34" charset="-122"/>
                <a:ea typeface="宋体" panose="02010600030101010101" pitchFamily="2" charset="-122"/>
              </a:rPr>
              <a:t>系统共有</a:t>
            </a:r>
            <a:r>
              <a:rPr lang="en-US" altLang="zh-CN" sz="2100" dirty="0">
                <a:latin typeface="微软雅黑" panose="020B0503020204020204" pitchFamily="34" charset="-122"/>
                <a:ea typeface="宋体" panose="02010600030101010101" pitchFamily="2" charset="-122"/>
              </a:rPr>
              <a:t>24</a:t>
            </a:r>
            <a:r>
              <a:rPr lang="zh-CN" altLang="en-US" sz="2100" dirty="0">
                <a:latin typeface="微软雅黑" panose="020B0503020204020204" pitchFamily="34" charset="-122"/>
                <a:ea typeface="宋体" panose="02010600030101010101" pitchFamily="2" charset="-122"/>
              </a:rPr>
              <a:t>个话路。每个话路的取样脉冲用</a:t>
            </a:r>
            <a:r>
              <a:rPr lang="en-US" altLang="zh-CN" sz="2100" dirty="0">
                <a:latin typeface="微软雅黑" panose="020B0503020204020204" pitchFamily="34" charset="-122"/>
                <a:ea typeface="宋体" panose="02010600030101010101" pitchFamily="2" charset="-122"/>
              </a:rPr>
              <a:t>7bit</a:t>
            </a:r>
            <a:r>
              <a:rPr lang="zh-CN" altLang="en-US" sz="2100" dirty="0">
                <a:latin typeface="微软雅黑" panose="020B0503020204020204" pitchFamily="34" charset="-122"/>
                <a:ea typeface="宋体" panose="02010600030101010101" pitchFamily="2" charset="-122"/>
              </a:rPr>
              <a:t>编码，然后再加上</a:t>
            </a:r>
            <a:r>
              <a:rPr lang="en-US" altLang="zh-CN" sz="2100" dirty="0">
                <a:latin typeface="微软雅黑" panose="020B0503020204020204" pitchFamily="34" charset="-122"/>
                <a:ea typeface="宋体" panose="02010600030101010101" pitchFamily="2" charset="-122"/>
              </a:rPr>
              <a:t>1</a:t>
            </a:r>
            <a:r>
              <a:rPr lang="zh-CN" altLang="en-US" sz="2100" dirty="0">
                <a:latin typeface="微软雅黑" panose="020B0503020204020204" pitchFamily="34" charset="-122"/>
                <a:ea typeface="宋体" panose="02010600030101010101" pitchFamily="2" charset="-122"/>
              </a:rPr>
              <a:t>位信令码元，因此一个话路也是占用</a:t>
            </a:r>
            <a:r>
              <a:rPr lang="en-US" altLang="zh-CN" sz="2100" dirty="0">
                <a:latin typeface="微软雅黑" panose="020B0503020204020204" pitchFamily="34" charset="-122"/>
                <a:ea typeface="宋体" panose="02010600030101010101" pitchFamily="2" charset="-122"/>
              </a:rPr>
              <a:t>8bit</a:t>
            </a:r>
            <a:r>
              <a:rPr lang="zh-CN" altLang="en-US" sz="2100" dirty="0">
                <a:latin typeface="微软雅黑" panose="020B0503020204020204" pitchFamily="34" charset="-122"/>
                <a:ea typeface="宋体" panose="02010600030101010101" pitchFamily="2" charset="-122"/>
              </a:rPr>
              <a:t>。帧同步码是在</a:t>
            </a:r>
            <a:r>
              <a:rPr lang="en-US" altLang="zh-CN" sz="2100" dirty="0">
                <a:latin typeface="微软雅黑" panose="020B0503020204020204" pitchFamily="34" charset="-122"/>
                <a:ea typeface="宋体" panose="02010600030101010101" pitchFamily="2" charset="-122"/>
              </a:rPr>
              <a:t>24</a:t>
            </a:r>
            <a:r>
              <a:rPr lang="zh-CN" altLang="en-US" sz="2100" dirty="0">
                <a:latin typeface="微软雅黑" panose="020B0503020204020204" pitchFamily="34" charset="-122"/>
                <a:ea typeface="宋体" panose="02010600030101010101" pitchFamily="2" charset="-122"/>
              </a:rPr>
              <a:t>路的编码之后加上</a:t>
            </a:r>
            <a:r>
              <a:rPr lang="en-US" altLang="zh-CN" sz="2100" dirty="0">
                <a:latin typeface="微软雅黑" panose="020B0503020204020204" pitchFamily="34" charset="-122"/>
                <a:ea typeface="宋体" panose="02010600030101010101" pitchFamily="2" charset="-122"/>
              </a:rPr>
              <a:t>1bit</a:t>
            </a:r>
            <a:r>
              <a:rPr lang="zh-CN" altLang="en-US" sz="2100" dirty="0">
                <a:latin typeface="微软雅黑" panose="020B0503020204020204" pitchFamily="34" charset="-122"/>
                <a:ea typeface="宋体" panose="02010600030101010101" pitchFamily="2" charset="-122"/>
              </a:rPr>
              <a:t>，这样每帧共有</a:t>
            </a:r>
            <a:r>
              <a:rPr lang="en-US" altLang="zh-CN" sz="2100" dirty="0">
                <a:solidFill>
                  <a:srgbClr val="FF0000"/>
                </a:solidFill>
                <a:latin typeface="微软雅黑" panose="020B0503020204020204" pitchFamily="34" charset="-122"/>
                <a:ea typeface="宋体" panose="02010600030101010101" pitchFamily="2" charset="-122"/>
              </a:rPr>
              <a:t>193bit</a:t>
            </a:r>
            <a:r>
              <a:rPr lang="zh-CN" altLang="en-US" sz="2100" dirty="0">
                <a:latin typeface="微软雅黑" panose="020B0503020204020204" pitchFamily="34" charset="-122"/>
                <a:ea typeface="宋体" panose="02010600030101010101" pitchFamily="2" charset="-122"/>
              </a:rPr>
              <a:t>。因此</a:t>
            </a:r>
            <a:r>
              <a:rPr lang="en-US" altLang="zh-CN" sz="2100" dirty="0">
                <a:latin typeface="微软雅黑" panose="020B0503020204020204" pitchFamily="34" charset="-122"/>
                <a:ea typeface="宋体" panose="02010600030101010101" pitchFamily="2" charset="-122"/>
              </a:rPr>
              <a:t>T1</a:t>
            </a:r>
            <a:r>
              <a:rPr lang="zh-CN" altLang="en-US" sz="2100" dirty="0">
                <a:latin typeface="微软雅黑" panose="020B0503020204020204" pitchFamily="34" charset="-122"/>
                <a:ea typeface="宋体" panose="02010600030101010101" pitchFamily="2" charset="-122"/>
              </a:rPr>
              <a:t>一次群的数据率为</a:t>
            </a:r>
            <a:r>
              <a:rPr lang="en-US" altLang="zh-CN" sz="2100" dirty="0">
                <a:solidFill>
                  <a:srgbClr val="FF0000"/>
                </a:solidFill>
                <a:latin typeface="微软雅黑" panose="020B0503020204020204" pitchFamily="34" charset="-122"/>
                <a:ea typeface="宋体" panose="02010600030101010101" pitchFamily="2" charset="-122"/>
              </a:rPr>
              <a:t>1.544Mb/s</a:t>
            </a:r>
            <a:r>
              <a:rPr lang="zh-CN" altLang="en-US" sz="2100" dirty="0">
                <a:latin typeface="微软雅黑" panose="020B0503020204020204" pitchFamily="34" charset="-122"/>
                <a:ea typeface="宋体" panose="02010600030101010101" pitchFamily="2" charset="-122"/>
              </a:rPr>
              <a:t>。</a:t>
            </a:r>
          </a:p>
        </p:txBody>
      </p:sp>
    </p:spTree>
    <p:extLst>
      <p:ext uri="{BB962C8B-B14F-4D97-AF65-F5344CB8AC3E}">
        <p14:creationId xmlns:p14="http://schemas.microsoft.com/office/powerpoint/2010/main" val="39246947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灯片编号占位符 3">
            <a:extLst>
              <a:ext uri="{FF2B5EF4-FFF2-40B4-BE49-F238E27FC236}">
                <a16:creationId xmlns:a16="http://schemas.microsoft.com/office/drawing/2014/main" id="{57D1BEED-B341-974B-9858-BF6D5CFC3C83}"/>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9E14B86-80FF-7548-9FE0-3A8AF76F9849}"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26</a:t>
            </a:fld>
            <a:endParaRPr lang="en-US" altLang="zh-CN" sz="1050">
              <a:solidFill>
                <a:schemeClr val="bg2"/>
              </a:solidFill>
              <a:latin typeface="Tahoma" panose="020B0604030504040204" pitchFamily="34" charset="0"/>
              <a:ea typeface="宋体" panose="02010600030101010101" pitchFamily="2" charset="-122"/>
            </a:endParaRPr>
          </a:p>
        </p:txBody>
      </p:sp>
      <p:sp>
        <p:nvSpPr>
          <p:cNvPr id="67586" name="Freeform 2">
            <a:extLst>
              <a:ext uri="{FF2B5EF4-FFF2-40B4-BE49-F238E27FC236}">
                <a16:creationId xmlns:a16="http://schemas.microsoft.com/office/drawing/2014/main" id="{0927B1CA-DCD5-0240-A9F8-62C1A877CDB2}"/>
              </a:ext>
            </a:extLst>
          </p:cNvPr>
          <p:cNvSpPr>
            <a:spLocks/>
          </p:cNvSpPr>
          <p:nvPr/>
        </p:nvSpPr>
        <p:spPr bwMode="auto">
          <a:xfrm>
            <a:off x="1557337" y="3381375"/>
            <a:ext cx="5729288" cy="833438"/>
          </a:xfrm>
          <a:custGeom>
            <a:avLst/>
            <a:gdLst>
              <a:gd name="T0" fmla="*/ 0 w 4812"/>
              <a:gd name="T1" fmla="*/ 2147483646 h 700"/>
              <a:gd name="T2" fmla="*/ 2147483646 w 4812"/>
              <a:gd name="T3" fmla="*/ 2147483646 h 700"/>
              <a:gd name="T4" fmla="*/ 2147483646 w 4812"/>
              <a:gd name="T5" fmla="*/ 0 h 700"/>
              <a:gd name="T6" fmla="*/ 2147483646 w 4812"/>
              <a:gd name="T7" fmla="*/ 0 h 700"/>
              <a:gd name="T8" fmla="*/ 2147483646 w 4812"/>
              <a:gd name="T9" fmla="*/ 2147483646 h 700"/>
              <a:gd name="T10" fmla="*/ 2147483646 w 4812"/>
              <a:gd name="T11" fmla="*/ 2147483646 h 700"/>
              <a:gd name="T12" fmla="*/ 0 w 4812"/>
              <a:gd name="T13" fmla="*/ 2147483646 h 700"/>
              <a:gd name="T14" fmla="*/ 0 60000 65536"/>
              <a:gd name="T15" fmla="*/ 0 60000 65536"/>
              <a:gd name="T16" fmla="*/ 0 60000 65536"/>
              <a:gd name="T17" fmla="*/ 0 60000 65536"/>
              <a:gd name="T18" fmla="*/ 0 60000 65536"/>
              <a:gd name="T19" fmla="*/ 0 60000 65536"/>
              <a:gd name="T20" fmla="*/ 0 60000 65536"/>
              <a:gd name="T21" fmla="*/ 0 w 4812"/>
              <a:gd name="T22" fmla="*/ 0 h 700"/>
              <a:gd name="T23" fmla="*/ 4812 w 4812"/>
              <a:gd name="T24" fmla="*/ 700 h 7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12" h="700">
                <a:moveTo>
                  <a:pt x="0" y="700"/>
                </a:moveTo>
                <a:lnTo>
                  <a:pt x="4" y="472"/>
                </a:lnTo>
                <a:lnTo>
                  <a:pt x="309" y="0"/>
                </a:lnTo>
                <a:lnTo>
                  <a:pt x="1761" y="0"/>
                </a:lnTo>
                <a:lnTo>
                  <a:pt x="4812" y="472"/>
                </a:lnTo>
                <a:lnTo>
                  <a:pt x="4812" y="694"/>
                </a:lnTo>
                <a:lnTo>
                  <a:pt x="0" y="700"/>
                </a:lnTo>
                <a:close/>
              </a:path>
            </a:pathLst>
          </a:custGeom>
          <a:solidFill>
            <a:srgbClr val="FFFF99"/>
          </a:solidFill>
          <a:ln>
            <a:noFill/>
          </a:ln>
          <a:extLst>
            <a:ext uri="{91240B29-F687-4F45-9708-019B960494DF}">
              <a14:hiddenLine xmlns:a14="http://schemas.microsoft.com/office/drawing/2010/main" w="19050" cmpd="sng">
                <a:solidFill>
                  <a:srgbClr val="000000"/>
                </a:solidFill>
                <a:round/>
                <a:headEnd/>
                <a:tailEnd/>
              </a14:hiddenLine>
            </a:ext>
          </a:extLst>
        </p:spPr>
        <p:txBody>
          <a:bodyPr/>
          <a:lstStyle/>
          <a:p>
            <a:endParaRPr lang="zh-CN" altLang="en-US"/>
          </a:p>
        </p:txBody>
      </p:sp>
      <p:sp>
        <p:nvSpPr>
          <p:cNvPr id="67587" name="Rectangle 3">
            <a:extLst>
              <a:ext uri="{FF2B5EF4-FFF2-40B4-BE49-F238E27FC236}">
                <a16:creationId xmlns:a16="http://schemas.microsoft.com/office/drawing/2014/main" id="{B2E3BC3B-9DAF-0844-A8EE-E94DB0249C38}"/>
              </a:ext>
            </a:extLst>
          </p:cNvPr>
          <p:cNvSpPr>
            <a:spLocks noGrp="1" noChangeArrowheads="1"/>
          </p:cNvSpPr>
          <p:nvPr>
            <p:ph type="title"/>
          </p:nvPr>
        </p:nvSpPr>
        <p:spPr>
          <a:xfrm>
            <a:off x="160020" y="246460"/>
            <a:ext cx="6950393" cy="628650"/>
          </a:xfrm>
        </p:spPr>
        <p:txBody>
          <a:bodyPr/>
          <a:lstStyle/>
          <a:p>
            <a:pPr eaLnBrk="1" hangingPunct="1"/>
            <a:r>
              <a:rPr lang="en-US" altLang="zh-CN">
                <a:latin typeface="微软雅黑" panose="020B0503020204020204" pitchFamily="34" charset="-122"/>
                <a:ea typeface="宋体" panose="02010600030101010101" pitchFamily="2" charset="-122"/>
              </a:rPr>
              <a:t>E1 </a:t>
            </a:r>
            <a:r>
              <a:rPr lang="zh-CN" altLang="en-US">
                <a:latin typeface="微软雅黑" panose="020B0503020204020204" pitchFamily="34" charset="-122"/>
                <a:ea typeface="宋体" panose="02010600030101010101" pitchFamily="2" charset="-122"/>
              </a:rPr>
              <a:t>的时分复用帧 </a:t>
            </a:r>
          </a:p>
        </p:txBody>
      </p:sp>
      <p:grpSp>
        <p:nvGrpSpPr>
          <p:cNvPr id="67588" name="Group 4">
            <a:extLst>
              <a:ext uri="{FF2B5EF4-FFF2-40B4-BE49-F238E27FC236}">
                <a16:creationId xmlns:a16="http://schemas.microsoft.com/office/drawing/2014/main" id="{A1569A07-1D54-AD40-9FF3-C33874F51F12}"/>
              </a:ext>
            </a:extLst>
          </p:cNvPr>
          <p:cNvGrpSpPr>
            <a:grpSpLocks/>
          </p:cNvGrpSpPr>
          <p:nvPr/>
        </p:nvGrpSpPr>
        <p:grpSpPr bwMode="auto">
          <a:xfrm>
            <a:off x="5873353" y="1671638"/>
            <a:ext cx="613172" cy="988219"/>
            <a:chOff x="4020" y="233"/>
            <a:chExt cx="481" cy="956"/>
          </a:xfrm>
        </p:grpSpPr>
        <p:sp>
          <p:nvSpPr>
            <p:cNvPr id="67700" name="Arc 5">
              <a:extLst>
                <a:ext uri="{FF2B5EF4-FFF2-40B4-BE49-F238E27FC236}">
                  <a16:creationId xmlns:a16="http://schemas.microsoft.com/office/drawing/2014/main" id="{DA7FCE47-48A2-744F-8718-90EFAADC0804}"/>
                </a:ext>
              </a:extLst>
            </p:cNvPr>
            <p:cNvSpPr>
              <a:spLocks/>
            </p:cNvSpPr>
            <p:nvPr/>
          </p:nvSpPr>
          <p:spPr bwMode="auto">
            <a:xfrm rot="10800000">
              <a:off x="4025" y="713"/>
              <a:ext cx="476" cy="47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88"/>
                    <a:pt x="9643" y="24"/>
                    <a:pt x="21555" y="0"/>
                  </a:cubicBezTo>
                </a:path>
                <a:path w="21600" h="21600" stroke="0" extrusionOk="0">
                  <a:moveTo>
                    <a:pt x="0" y="21600"/>
                  </a:moveTo>
                  <a:cubicBezTo>
                    <a:pt x="0" y="9688"/>
                    <a:pt x="9643" y="24"/>
                    <a:pt x="21555" y="0"/>
                  </a:cubicBezTo>
                  <a:lnTo>
                    <a:pt x="21600" y="21600"/>
                  </a:lnTo>
                  <a:lnTo>
                    <a:pt x="0" y="21600"/>
                  </a:lnTo>
                  <a:close/>
                </a:path>
              </a:pathLst>
            </a:custGeom>
            <a:noFill/>
            <a:ln w="28575" cap="rnd">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7701" name="Arc 6">
              <a:extLst>
                <a:ext uri="{FF2B5EF4-FFF2-40B4-BE49-F238E27FC236}">
                  <a16:creationId xmlns:a16="http://schemas.microsoft.com/office/drawing/2014/main" id="{0945B11B-30A8-7545-B481-556A50FAEB66}"/>
                </a:ext>
              </a:extLst>
            </p:cNvPr>
            <p:cNvSpPr>
              <a:spLocks/>
            </p:cNvSpPr>
            <p:nvPr/>
          </p:nvSpPr>
          <p:spPr bwMode="auto">
            <a:xfrm>
              <a:off x="4020" y="233"/>
              <a:ext cx="476" cy="47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cap="rnd">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67589" name="Group 7">
            <a:extLst>
              <a:ext uri="{FF2B5EF4-FFF2-40B4-BE49-F238E27FC236}">
                <a16:creationId xmlns:a16="http://schemas.microsoft.com/office/drawing/2014/main" id="{B2F5FC32-186C-044B-A026-432D6901FC52}"/>
              </a:ext>
            </a:extLst>
          </p:cNvPr>
          <p:cNvGrpSpPr>
            <a:grpSpLocks/>
          </p:cNvGrpSpPr>
          <p:nvPr/>
        </p:nvGrpSpPr>
        <p:grpSpPr bwMode="auto">
          <a:xfrm>
            <a:off x="2414588" y="1665685"/>
            <a:ext cx="613172" cy="994172"/>
            <a:chOff x="1308" y="233"/>
            <a:chExt cx="481" cy="956"/>
          </a:xfrm>
        </p:grpSpPr>
        <p:sp>
          <p:nvSpPr>
            <p:cNvPr id="67698" name="Arc 8">
              <a:extLst>
                <a:ext uri="{FF2B5EF4-FFF2-40B4-BE49-F238E27FC236}">
                  <a16:creationId xmlns:a16="http://schemas.microsoft.com/office/drawing/2014/main" id="{58A6A51B-4A5C-4F48-9487-A902BB6BF8C2}"/>
                </a:ext>
              </a:extLst>
            </p:cNvPr>
            <p:cNvSpPr>
              <a:spLocks/>
            </p:cNvSpPr>
            <p:nvPr/>
          </p:nvSpPr>
          <p:spPr bwMode="auto">
            <a:xfrm rot="10800000">
              <a:off x="1308" y="713"/>
              <a:ext cx="476" cy="47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cap="rnd">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7699" name="Arc 9">
              <a:extLst>
                <a:ext uri="{FF2B5EF4-FFF2-40B4-BE49-F238E27FC236}">
                  <a16:creationId xmlns:a16="http://schemas.microsoft.com/office/drawing/2014/main" id="{8621E0CC-937F-B74C-AE88-685D9E3C7416}"/>
                </a:ext>
              </a:extLst>
            </p:cNvPr>
            <p:cNvSpPr>
              <a:spLocks/>
            </p:cNvSpPr>
            <p:nvPr/>
          </p:nvSpPr>
          <p:spPr bwMode="auto">
            <a:xfrm>
              <a:off x="1313" y="233"/>
              <a:ext cx="476" cy="47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88"/>
                    <a:pt x="9643" y="24"/>
                    <a:pt x="21555" y="0"/>
                  </a:cubicBezTo>
                </a:path>
                <a:path w="21600" h="21600" stroke="0" extrusionOk="0">
                  <a:moveTo>
                    <a:pt x="0" y="21600"/>
                  </a:moveTo>
                  <a:cubicBezTo>
                    <a:pt x="0" y="9688"/>
                    <a:pt x="9643" y="24"/>
                    <a:pt x="21555" y="0"/>
                  </a:cubicBezTo>
                  <a:lnTo>
                    <a:pt x="21600" y="21600"/>
                  </a:lnTo>
                  <a:lnTo>
                    <a:pt x="0" y="21600"/>
                  </a:lnTo>
                  <a:close/>
                </a:path>
              </a:pathLst>
            </a:custGeom>
            <a:noFill/>
            <a:ln w="28575" cap="rnd">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67590" name="Line 10">
            <a:extLst>
              <a:ext uri="{FF2B5EF4-FFF2-40B4-BE49-F238E27FC236}">
                <a16:creationId xmlns:a16="http://schemas.microsoft.com/office/drawing/2014/main" id="{07D086E7-C536-F444-BA83-063908B3585B}"/>
              </a:ext>
            </a:extLst>
          </p:cNvPr>
          <p:cNvSpPr>
            <a:spLocks noChangeShapeType="1"/>
          </p:cNvSpPr>
          <p:nvPr/>
        </p:nvSpPr>
        <p:spPr bwMode="auto">
          <a:xfrm>
            <a:off x="3020616" y="2131219"/>
            <a:ext cx="2872978" cy="0"/>
          </a:xfrm>
          <a:prstGeom prst="line">
            <a:avLst/>
          </a:prstGeom>
          <a:noFill/>
          <a:ln w="254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91" name="Line 11">
            <a:extLst>
              <a:ext uri="{FF2B5EF4-FFF2-40B4-BE49-F238E27FC236}">
                <a16:creationId xmlns:a16="http://schemas.microsoft.com/office/drawing/2014/main" id="{9F387B72-3557-F54F-B364-359B0425D0F0}"/>
              </a:ext>
            </a:extLst>
          </p:cNvPr>
          <p:cNvSpPr>
            <a:spLocks noChangeShapeType="1"/>
          </p:cNvSpPr>
          <p:nvPr/>
        </p:nvSpPr>
        <p:spPr bwMode="auto">
          <a:xfrm flipV="1">
            <a:off x="3011091" y="1670447"/>
            <a:ext cx="0" cy="457200"/>
          </a:xfrm>
          <a:prstGeom prst="line">
            <a:avLst/>
          </a:prstGeom>
          <a:noFill/>
          <a:ln w="25400">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92" name="Line 12">
            <a:extLst>
              <a:ext uri="{FF2B5EF4-FFF2-40B4-BE49-F238E27FC236}">
                <a16:creationId xmlns:a16="http://schemas.microsoft.com/office/drawing/2014/main" id="{A8BE6D72-7CBF-F74C-A625-EE77A9C37090}"/>
              </a:ext>
            </a:extLst>
          </p:cNvPr>
          <p:cNvSpPr>
            <a:spLocks noChangeShapeType="1"/>
          </p:cNvSpPr>
          <p:nvPr/>
        </p:nvSpPr>
        <p:spPr bwMode="auto">
          <a:xfrm flipV="1">
            <a:off x="5888831" y="1659732"/>
            <a:ext cx="0" cy="492919"/>
          </a:xfrm>
          <a:prstGeom prst="line">
            <a:avLst/>
          </a:prstGeom>
          <a:noFill/>
          <a:ln w="25400">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93" name="Rectangle 13">
            <a:extLst>
              <a:ext uri="{FF2B5EF4-FFF2-40B4-BE49-F238E27FC236}">
                <a16:creationId xmlns:a16="http://schemas.microsoft.com/office/drawing/2014/main" id="{B4D49464-010D-B94F-B7D4-97697062BC14}"/>
              </a:ext>
            </a:extLst>
          </p:cNvPr>
          <p:cNvSpPr>
            <a:spLocks noChangeArrowheads="1"/>
          </p:cNvSpPr>
          <p:nvPr/>
        </p:nvSpPr>
        <p:spPr bwMode="auto">
          <a:xfrm>
            <a:off x="3869532" y="1815704"/>
            <a:ext cx="1172597"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2.048 Mb/s</a:t>
            </a:r>
          </a:p>
        </p:txBody>
      </p:sp>
      <p:sp>
        <p:nvSpPr>
          <p:cNvPr id="67594" name="Rectangle 14">
            <a:extLst>
              <a:ext uri="{FF2B5EF4-FFF2-40B4-BE49-F238E27FC236}">
                <a16:creationId xmlns:a16="http://schemas.microsoft.com/office/drawing/2014/main" id="{499BEC06-DBD3-6E41-803B-4D75F272A029}"/>
              </a:ext>
            </a:extLst>
          </p:cNvPr>
          <p:cNvSpPr>
            <a:spLocks noChangeArrowheads="1"/>
          </p:cNvSpPr>
          <p:nvPr/>
        </p:nvSpPr>
        <p:spPr bwMode="auto">
          <a:xfrm>
            <a:off x="3926682" y="2168129"/>
            <a:ext cx="90649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微软雅黑" panose="020B0503020204020204" pitchFamily="34" charset="-122"/>
                <a:ea typeface="宋体" panose="02010600030101010101" pitchFamily="2" charset="-122"/>
              </a:rPr>
              <a:t>传输线路</a:t>
            </a:r>
          </a:p>
        </p:txBody>
      </p:sp>
      <p:sp>
        <p:nvSpPr>
          <p:cNvPr id="67595" name="Oval 15">
            <a:extLst>
              <a:ext uri="{FF2B5EF4-FFF2-40B4-BE49-F238E27FC236}">
                <a16:creationId xmlns:a16="http://schemas.microsoft.com/office/drawing/2014/main" id="{05B13500-00E2-D44D-8F95-084CB49734A1}"/>
              </a:ext>
            </a:extLst>
          </p:cNvPr>
          <p:cNvSpPr>
            <a:spLocks noChangeArrowheads="1"/>
          </p:cNvSpPr>
          <p:nvPr/>
        </p:nvSpPr>
        <p:spPr bwMode="auto">
          <a:xfrm>
            <a:off x="2986088" y="2100262"/>
            <a:ext cx="65485" cy="52388"/>
          </a:xfrm>
          <a:prstGeom prst="ellipse">
            <a:avLst/>
          </a:prstGeom>
          <a:solidFill>
            <a:schemeClr val="bg1"/>
          </a:solidFill>
          <a:ln w="12700">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596" name="Oval 16">
            <a:extLst>
              <a:ext uri="{FF2B5EF4-FFF2-40B4-BE49-F238E27FC236}">
                <a16:creationId xmlns:a16="http://schemas.microsoft.com/office/drawing/2014/main" id="{0DF174BE-39F8-C64E-9A6D-81E60EF8CD49}"/>
              </a:ext>
            </a:extLst>
          </p:cNvPr>
          <p:cNvSpPr>
            <a:spLocks noChangeArrowheads="1"/>
          </p:cNvSpPr>
          <p:nvPr/>
        </p:nvSpPr>
        <p:spPr bwMode="auto">
          <a:xfrm>
            <a:off x="5863829" y="2110979"/>
            <a:ext cx="65484" cy="53578"/>
          </a:xfrm>
          <a:prstGeom prst="ellipse">
            <a:avLst/>
          </a:prstGeom>
          <a:solidFill>
            <a:schemeClr val="bg1"/>
          </a:solidFill>
          <a:ln w="12700">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597" name="Oval 17">
            <a:extLst>
              <a:ext uri="{FF2B5EF4-FFF2-40B4-BE49-F238E27FC236}">
                <a16:creationId xmlns:a16="http://schemas.microsoft.com/office/drawing/2014/main" id="{0DC85597-5F75-A443-9001-B3FC33D4D6C4}"/>
              </a:ext>
            </a:extLst>
          </p:cNvPr>
          <p:cNvSpPr>
            <a:spLocks noChangeArrowheads="1"/>
          </p:cNvSpPr>
          <p:nvPr/>
        </p:nvSpPr>
        <p:spPr bwMode="auto">
          <a:xfrm>
            <a:off x="2388394" y="2209800"/>
            <a:ext cx="66675" cy="52388"/>
          </a:xfrm>
          <a:prstGeom prst="ellipse">
            <a:avLst/>
          </a:prstGeom>
          <a:solidFill>
            <a:schemeClr val="tx1"/>
          </a:solidFill>
          <a:ln w="28575">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598" name="Arc 18">
            <a:extLst>
              <a:ext uri="{FF2B5EF4-FFF2-40B4-BE49-F238E27FC236}">
                <a16:creationId xmlns:a16="http://schemas.microsoft.com/office/drawing/2014/main" id="{C8BC5944-0757-C643-8F54-8413731617CF}"/>
              </a:ext>
            </a:extLst>
          </p:cNvPr>
          <p:cNvSpPr>
            <a:spLocks/>
          </p:cNvSpPr>
          <p:nvPr/>
        </p:nvSpPr>
        <p:spPr bwMode="auto">
          <a:xfrm rot="18600000">
            <a:off x="2877742" y="1846660"/>
            <a:ext cx="239315" cy="301228"/>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ap="rnd">
            <a:solidFill>
              <a:srgbClr val="333399"/>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7599" name="Arc 19">
            <a:extLst>
              <a:ext uri="{FF2B5EF4-FFF2-40B4-BE49-F238E27FC236}">
                <a16:creationId xmlns:a16="http://schemas.microsoft.com/office/drawing/2014/main" id="{2493D992-C96D-AF49-B0ED-6C02FC6C147E}"/>
              </a:ext>
            </a:extLst>
          </p:cNvPr>
          <p:cNvSpPr>
            <a:spLocks/>
          </p:cNvSpPr>
          <p:nvPr/>
        </p:nvSpPr>
        <p:spPr bwMode="auto">
          <a:xfrm rot="3000000">
            <a:off x="5772151" y="1850232"/>
            <a:ext cx="241697" cy="301228"/>
          </a:xfrm>
          <a:custGeom>
            <a:avLst/>
            <a:gdLst>
              <a:gd name="T0" fmla="*/ 0 w 21600"/>
              <a:gd name="T1" fmla="*/ 2147483646 h 21600"/>
              <a:gd name="T2" fmla="*/ 2147483646 w 21600"/>
              <a:gd name="T3" fmla="*/ 0 h 21600"/>
              <a:gd name="T4" fmla="*/ 2147483646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6"/>
                  <a:pt x="9614" y="50"/>
                  <a:pt x="21508" y="0"/>
                </a:cubicBezTo>
              </a:path>
              <a:path w="21600" h="21600" stroke="0" extrusionOk="0">
                <a:moveTo>
                  <a:pt x="0" y="21600"/>
                </a:moveTo>
                <a:cubicBezTo>
                  <a:pt x="0" y="9706"/>
                  <a:pt x="9614" y="50"/>
                  <a:pt x="21508" y="0"/>
                </a:cubicBezTo>
                <a:lnTo>
                  <a:pt x="21600" y="21600"/>
                </a:lnTo>
                <a:lnTo>
                  <a:pt x="0" y="21600"/>
                </a:lnTo>
                <a:close/>
              </a:path>
            </a:pathLst>
          </a:custGeom>
          <a:noFill/>
          <a:ln w="12700" cap="rnd">
            <a:solidFill>
              <a:srgbClr val="333399"/>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7600" name="Line 20">
            <a:extLst>
              <a:ext uri="{FF2B5EF4-FFF2-40B4-BE49-F238E27FC236}">
                <a16:creationId xmlns:a16="http://schemas.microsoft.com/office/drawing/2014/main" id="{5FE0FBA3-6689-D646-A0EC-D629D27F12A1}"/>
              </a:ext>
            </a:extLst>
          </p:cNvPr>
          <p:cNvSpPr>
            <a:spLocks noChangeShapeType="1"/>
          </p:cNvSpPr>
          <p:nvPr/>
        </p:nvSpPr>
        <p:spPr bwMode="auto">
          <a:xfrm>
            <a:off x="1944291" y="1666875"/>
            <a:ext cx="1062038"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1" name="Line 21">
            <a:extLst>
              <a:ext uri="{FF2B5EF4-FFF2-40B4-BE49-F238E27FC236}">
                <a16:creationId xmlns:a16="http://schemas.microsoft.com/office/drawing/2014/main" id="{AB92533E-5B74-F847-8E44-FC1F058035D7}"/>
              </a:ext>
            </a:extLst>
          </p:cNvPr>
          <p:cNvSpPr>
            <a:spLocks noChangeShapeType="1"/>
          </p:cNvSpPr>
          <p:nvPr/>
        </p:nvSpPr>
        <p:spPr bwMode="auto">
          <a:xfrm>
            <a:off x="5893594" y="1666875"/>
            <a:ext cx="1062038"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2" name="Line 22">
            <a:extLst>
              <a:ext uri="{FF2B5EF4-FFF2-40B4-BE49-F238E27FC236}">
                <a16:creationId xmlns:a16="http://schemas.microsoft.com/office/drawing/2014/main" id="{2A814EFE-214C-3D43-B697-CD965FD1A4E6}"/>
              </a:ext>
            </a:extLst>
          </p:cNvPr>
          <p:cNvSpPr>
            <a:spLocks noChangeShapeType="1"/>
          </p:cNvSpPr>
          <p:nvPr/>
        </p:nvSpPr>
        <p:spPr bwMode="auto">
          <a:xfrm>
            <a:off x="1944291" y="1753791"/>
            <a:ext cx="77033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3" name="Line 23">
            <a:extLst>
              <a:ext uri="{FF2B5EF4-FFF2-40B4-BE49-F238E27FC236}">
                <a16:creationId xmlns:a16="http://schemas.microsoft.com/office/drawing/2014/main" id="{E3E4B3E0-6CE5-B146-A1DC-DAB969DB0FEE}"/>
              </a:ext>
            </a:extLst>
          </p:cNvPr>
          <p:cNvSpPr>
            <a:spLocks noChangeShapeType="1"/>
          </p:cNvSpPr>
          <p:nvPr/>
        </p:nvSpPr>
        <p:spPr bwMode="auto">
          <a:xfrm>
            <a:off x="6230541" y="1764506"/>
            <a:ext cx="77033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4" name="Line 24">
            <a:extLst>
              <a:ext uri="{FF2B5EF4-FFF2-40B4-BE49-F238E27FC236}">
                <a16:creationId xmlns:a16="http://schemas.microsoft.com/office/drawing/2014/main" id="{B76E8930-5CC2-EC46-8AC1-6C93B5810F2F}"/>
              </a:ext>
            </a:extLst>
          </p:cNvPr>
          <p:cNvSpPr>
            <a:spLocks noChangeShapeType="1"/>
          </p:cNvSpPr>
          <p:nvPr/>
        </p:nvSpPr>
        <p:spPr bwMode="auto">
          <a:xfrm>
            <a:off x="1944291" y="2131219"/>
            <a:ext cx="479822"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5" name="Line 25">
            <a:extLst>
              <a:ext uri="{FF2B5EF4-FFF2-40B4-BE49-F238E27FC236}">
                <a16:creationId xmlns:a16="http://schemas.microsoft.com/office/drawing/2014/main" id="{3B13044D-71AB-864C-8E40-353EF799C0E3}"/>
              </a:ext>
            </a:extLst>
          </p:cNvPr>
          <p:cNvSpPr>
            <a:spLocks noChangeShapeType="1"/>
          </p:cNvSpPr>
          <p:nvPr/>
        </p:nvSpPr>
        <p:spPr bwMode="auto">
          <a:xfrm>
            <a:off x="6505576" y="2144316"/>
            <a:ext cx="479822"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6" name="Line 26">
            <a:extLst>
              <a:ext uri="{FF2B5EF4-FFF2-40B4-BE49-F238E27FC236}">
                <a16:creationId xmlns:a16="http://schemas.microsoft.com/office/drawing/2014/main" id="{D86846C7-BF3D-E647-AB8D-7CE221906FCC}"/>
              </a:ext>
            </a:extLst>
          </p:cNvPr>
          <p:cNvSpPr>
            <a:spLocks noChangeShapeType="1"/>
          </p:cNvSpPr>
          <p:nvPr/>
        </p:nvSpPr>
        <p:spPr bwMode="auto">
          <a:xfrm>
            <a:off x="1959769" y="2033588"/>
            <a:ext cx="46434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7" name="Line 27">
            <a:extLst>
              <a:ext uri="{FF2B5EF4-FFF2-40B4-BE49-F238E27FC236}">
                <a16:creationId xmlns:a16="http://schemas.microsoft.com/office/drawing/2014/main" id="{A55C47F4-DA4B-C644-AB07-CF042857FC9B}"/>
              </a:ext>
            </a:extLst>
          </p:cNvPr>
          <p:cNvSpPr>
            <a:spLocks noChangeShapeType="1"/>
          </p:cNvSpPr>
          <p:nvPr/>
        </p:nvSpPr>
        <p:spPr bwMode="auto">
          <a:xfrm>
            <a:off x="6505575" y="2046685"/>
            <a:ext cx="46434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8" name="Line 28">
            <a:extLst>
              <a:ext uri="{FF2B5EF4-FFF2-40B4-BE49-F238E27FC236}">
                <a16:creationId xmlns:a16="http://schemas.microsoft.com/office/drawing/2014/main" id="{75F7D6A7-1058-264B-B87A-6173A1EEC82D}"/>
              </a:ext>
            </a:extLst>
          </p:cNvPr>
          <p:cNvSpPr>
            <a:spLocks noChangeShapeType="1"/>
          </p:cNvSpPr>
          <p:nvPr/>
        </p:nvSpPr>
        <p:spPr bwMode="auto">
          <a:xfrm>
            <a:off x="6521054" y="2255044"/>
            <a:ext cx="46434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9" name="Line 29">
            <a:extLst>
              <a:ext uri="{FF2B5EF4-FFF2-40B4-BE49-F238E27FC236}">
                <a16:creationId xmlns:a16="http://schemas.microsoft.com/office/drawing/2014/main" id="{FCE99A94-BD83-9C40-86CE-92A34F00AC88}"/>
              </a:ext>
            </a:extLst>
          </p:cNvPr>
          <p:cNvSpPr>
            <a:spLocks noChangeShapeType="1"/>
          </p:cNvSpPr>
          <p:nvPr/>
        </p:nvSpPr>
        <p:spPr bwMode="auto">
          <a:xfrm>
            <a:off x="1959769" y="2241947"/>
            <a:ext cx="46434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10" name="Line 30">
            <a:extLst>
              <a:ext uri="{FF2B5EF4-FFF2-40B4-BE49-F238E27FC236}">
                <a16:creationId xmlns:a16="http://schemas.microsoft.com/office/drawing/2014/main" id="{8FF22A80-E6E1-2144-A831-E9188F7F0308}"/>
              </a:ext>
            </a:extLst>
          </p:cNvPr>
          <p:cNvSpPr>
            <a:spLocks noChangeShapeType="1"/>
          </p:cNvSpPr>
          <p:nvPr/>
        </p:nvSpPr>
        <p:spPr bwMode="auto">
          <a:xfrm>
            <a:off x="1944291" y="2670572"/>
            <a:ext cx="1062038"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11" name="Line 31">
            <a:extLst>
              <a:ext uri="{FF2B5EF4-FFF2-40B4-BE49-F238E27FC236}">
                <a16:creationId xmlns:a16="http://schemas.microsoft.com/office/drawing/2014/main" id="{18C1E1BC-AE12-E54B-84B1-22E1F6C8CEA0}"/>
              </a:ext>
            </a:extLst>
          </p:cNvPr>
          <p:cNvSpPr>
            <a:spLocks noChangeShapeType="1"/>
          </p:cNvSpPr>
          <p:nvPr/>
        </p:nvSpPr>
        <p:spPr bwMode="auto">
          <a:xfrm>
            <a:off x="5940028" y="2657475"/>
            <a:ext cx="1060847"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12" name="Rectangle 32">
            <a:extLst>
              <a:ext uri="{FF2B5EF4-FFF2-40B4-BE49-F238E27FC236}">
                <a16:creationId xmlns:a16="http://schemas.microsoft.com/office/drawing/2014/main" id="{E393500D-29E8-0D42-A146-FEA7C9AEEACC}"/>
              </a:ext>
            </a:extLst>
          </p:cNvPr>
          <p:cNvSpPr>
            <a:spLocks noChangeArrowheads="1"/>
          </p:cNvSpPr>
          <p:nvPr/>
        </p:nvSpPr>
        <p:spPr bwMode="auto">
          <a:xfrm>
            <a:off x="1485900" y="1507331"/>
            <a:ext cx="462468"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b="1">
                <a:latin typeface="微软雅黑" panose="020B0503020204020204" pitchFamily="34" charset="-122"/>
                <a:ea typeface="宋体" panose="02010600030101010101" pitchFamily="2" charset="-122"/>
              </a:rPr>
              <a:t>CH0</a:t>
            </a:r>
          </a:p>
        </p:txBody>
      </p:sp>
      <p:sp>
        <p:nvSpPr>
          <p:cNvPr id="67613" name="Rectangle 33">
            <a:extLst>
              <a:ext uri="{FF2B5EF4-FFF2-40B4-BE49-F238E27FC236}">
                <a16:creationId xmlns:a16="http://schemas.microsoft.com/office/drawing/2014/main" id="{B7680293-E3A6-2241-AD01-4482FAA8C96C}"/>
              </a:ext>
            </a:extLst>
          </p:cNvPr>
          <p:cNvSpPr>
            <a:spLocks noChangeArrowheads="1"/>
          </p:cNvSpPr>
          <p:nvPr/>
        </p:nvSpPr>
        <p:spPr bwMode="auto">
          <a:xfrm>
            <a:off x="1385887" y="2006203"/>
            <a:ext cx="55704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b="1">
                <a:latin typeface="微软雅黑" panose="020B0503020204020204" pitchFamily="34" charset="-122"/>
                <a:ea typeface="宋体" panose="02010600030101010101" pitchFamily="2" charset="-122"/>
              </a:rPr>
              <a:t>CH16</a:t>
            </a:r>
          </a:p>
        </p:txBody>
      </p:sp>
      <p:sp>
        <p:nvSpPr>
          <p:cNvPr id="67614" name="Rectangle 34">
            <a:extLst>
              <a:ext uri="{FF2B5EF4-FFF2-40B4-BE49-F238E27FC236}">
                <a16:creationId xmlns:a16="http://schemas.microsoft.com/office/drawing/2014/main" id="{5D0254E4-1D72-4B47-8809-C643C5F27275}"/>
              </a:ext>
            </a:extLst>
          </p:cNvPr>
          <p:cNvSpPr>
            <a:spLocks noChangeArrowheads="1"/>
          </p:cNvSpPr>
          <p:nvPr/>
        </p:nvSpPr>
        <p:spPr bwMode="auto">
          <a:xfrm>
            <a:off x="1385887" y="2152650"/>
            <a:ext cx="55704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b="1">
                <a:latin typeface="微软雅黑" panose="020B0503020204020204" pitchFamily="34" charset="-122"/>
                <a:ea typeface="宋体" panose="02010600030101010101" pitchFamily="2" charset="-122"/>
              </a:rPr>
              <a:t>CH17</a:t>
            </a:r>
          </a:p>
        </p:txBody>
      </p:sp>
      <p:sp>
        <p:nvSpPr>
          <p:cNvPr id="67615" name="Rectangle 35">
            <a:extLst>
              <a:ext uri="{FF2B5EF4-FFF2-40B4-BE49-F238E27FC236}">
                <a16:creationId xmlns:a16="http://schemas.microsoft.com/office/drawing/2014/main" id="{858C8B26-545F-2D47-880B-15C3E7598BB4}"/>
              </a:ext>
            </a:extLst>
          </p:cNvPr>
          <p:cNvSpPr>
            <a:spLocks noChangeArrowheads="1"/>
          </p:cNvSpPr>
          <p:nvPr/>
        </p:nvSpPr>
        <p:spPr bwMode="auto">
          <a:xfrm>
            <a:off x="1385887" y="1871662"/>
            <a:ext cx="55704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b="1">
                <a:latin typeface="微软雅黑" panose="020B0503020204020204" pitchFamily="34" charset="-122"/>
                <a:ea typeface="宋体" panose="02010600030101010101" pitchFamily="2" charset="-122"/>
              </a:rPr>
              <a:t>CH15</a:t>
            </a:r>
          </a:p>
        </p:txBody>
      </p:sp>
      <p:sp>
        <p:nvSpPr>
          <p:cNvPr id="67616" name="Rectangle 36">
            <a:extLst>
              <a:ext uri="{FF2B5EF4-FFF2-40B4-BE49-F238E27FC236}">
                <a16:creationId xmlns:a16="http://schemas.microsoft.com/office/drawing/2014/main" id="{41961DF8-7BE1-5742-87A7-B52550B24C60}"/>
              </a:ext>
            </a:extLst>
          </p:cNvPr>
          <p:cNvSpPr>
            <a:spLocks noChangeArrowheads="1"/>
          </p:cNvSpPr>
          <p:nvPr/>
        </p:nvSpPr>
        <p:spPr bwMode="auto">
          <a:xfrm>
            <a:off x="6979444" y="1882378"/>
            <a:ext cx="55704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b="1">
                <a:latin typeface="微软雅黑" panose="020B0503020204020204" pitchFamily="34" charset="-122"/>
                <a:ea typeface="宋体" panose="02010600030101010101" pitchFamily="2" charset="-122"/>
              </a:rPr>
              <a:t>CH15</a:t>
            </a:r>
          </a:p>
        </p:txBody>
      </p:sp>
      <p:sp>
        <p:nvSpPr>
          <p:cNvPr id="67617" name="Rectangle 37">
            <a:extLst>
              <a:ext uri="{FF2B5EF4-FFF2-40B4-BE49-F238E27FC236}">
                <a16:creationId xmlns:a16="http://schemas.microsoft.com/office/drawing/2014/main" id="{911066C4-38F1-7C4F-A75C-E6D496B5F4D9}"/>
              </a:ext>
            </a:extLst>
          </p:cNvPr>
          <p:cNvSpPr>
            <a:spLocks noChangeArrowheads="1"/>
          </p:cNvSpPr>
          <p:nvPr/>
        </p:nvSpPr>
        <p:spPr bwMode="auto">
          <a:xfrm>
            <a:off x="6979444" y="2030016"/>
            <a:ext cx="55704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b="1">
                <a:latin typeface="微软雅黑" panose="020B0503020204020204" pitchFamily="34" charset="-122"/>
                <a:ea typeface="宋体" panose="02010600030101010101" pitchFamily="2" charset="-122"/>
              </a:rPr>
              <a:t>CH16</a:t>
            </a:r>
          </a:p>
        </p:txBody>
      </p:sp>
      <p:sp>
        <p:nvSpPr>
          <p:cNvPr id="67618" name="Rectangle 38">
            <a:extLst>
              <a:ext uri="{FF2B5EF4-FFF2-40B4-BE49-F238E27FC236}">
                <a16:creationId xmlns:a16="http://schemas.microsoft.com/office/drawing/2014/main" id="{B668D736-24DC-DB40-9424-09E17BAC04A0}"/>
              </a:ext>
            </a:extLst>
          </p:cNvPr>
          <p:cNvSpPr>
            <a:spLocks noChangeArrowheads="1"/>
          </p:cNvSpPr>
          <p:nvPr/>
        </p:nvSpPr>
        <p:spPr bwMode="auto">
          <a:xfrm>
            <a:off x="6979444" y="2177653"/>
            <a:ext cx="55704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b="1">
                <a:latin typeface="微软雅黑" panose="020B0503020204020204" pitchFamily="34" charset="-122"/>
                <a:ea typeface="宋体" panose="02010600030101010101" pitchFamily="2" charset="-122"/>
              </a:rPr>
              <a:t>CH17</a:t>
            </a:r>
          </a:p>
        </p:txBody>
      </p:sp>
      <p:sp>
        <p:nvSpPr>
          <p:cNvPr id="67619" name="Rectangle 39">
            <a:extLst>
              <a:ext uri="{FF2B5EF4-FFF2-40B4-BE49-F238E27FC236}">
                <a16:creationId xmlns:a16="http://schemas.microsoft.com/office/drawing/2014/main" id="{BA29DB5A-F3F8-1A43-A964-93601BDA44B7}"/>
              </a:ext>
            </a:extLst>
          </p:cNvPr>
          <p:cNvSpPr>
            <a:spLocks noChangeArrowheads="1"/>
          </p:cNvSpPr>
          <p:nvPr/>
        </p:nvSpPr>
        <p:spPr bwMode="auto">
          <a:xfrm>
            <a:off x="1385887" y="2572941"/>
            <a:ext cx="55704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b="1">
                <a:latin typeface="微软雅黑" panose="020B0503020204020204" pitchFamily="34" charset="-122"/>
                <a:ea typeface="宋体" panose="02010600030101010101" pitchFamily="2" charset="-122"/>
              </a:rPr>
              <a:t>CH31</a:t>
            </a:r>
          </a:p>
        </p:txBody>
      </p:sp>
      <p:sp>
        <p:nvSpPr>
          <p:cNvPr id="67620" name="Rectangle 40">
            <a:extLst>
              <a:ext uri="{FF2B5EF4-FFF2-40B4-BE49-F238E27FC236}">
                <a16:creationId xmlns:a16="http://schemas.microsoft.com/office/drawing/2014/main" id="{8081A691-CD5B-F44E-918F-C4F82F5F61CE}"/>
              </a:ext>
            </a:extLst>
          </p:cNvPr>
          <p:cNvSpPr>
            <a:spLocks noChangeArrowheads="1"/>
          </p:cNvSpPr>
          <p:nvPr/>
        </p:nvSpPr>
        <p:spPr bwMode="auto">
          <a:xfrm>
            <a:off x="6979444" y="2534841"/>
            <a:ext cx="557044"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b="1">
                <a:latin typeface="微软雅黑" panose="020B0503020204020204" pitchFamily="34" charset="-122"/>
                <a:ea typeface="宋体" panose="02010600030101010101" pitchFamily="2" charset="-122"/>
              </a:rPr>
              <a:t>CH31</a:t>
            </a:r>
          </a:p>
        </p:txBody>
      </p:sp>
      <p:sp>
        <p:nvSpPr>
          <p:cNvPr id="67621" name="Rectangle 41">
            <a:extLst>
              <a:ext uri="{FF2B5EF4-FFF2-40B4-BE49-F238E27FC236}">
                <a16:creationId xmlns:a16="http://schemas.microsoft.com/office/drawing/2014/main" id="{1A06BAC9-0CE9-484C-81BD-22642205C725}"/>
              </a:ext>
            </a:extLst>
          </p:cNvPr>
          <p:cNvSpPr>
            <a:spLocks noChangeArrowheads="1"/>
          </p:cNvSpPr>
          <p:nvPr/>
        </p:nvSpPr>
        <p:spPr bwMode="auto">
          <a:xfrm>
            <a:off x="6979444" y="1491853"/>
            <a:ext cx="462468"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b="1">
                <a:latin typeface="微软雅黑" panose="020B0503020204020204" pitchFamily="34" charset="-122"/>
                <a:ea typeface="宋体" panose="02010600030101010101" pitchFamily="2" charset="-122"/>
              </a:rPr>
              <a:t>CH0</a:t>
            </a:r>
          </a:p>
        </p:txBody>
      </p:sp>
      <p:sp>
        <p:nvSpPr>
          <p:cNvPr id="67622" name="Rectangle 42">
            <a:extLst>
              <a:ext uri="{FF2B5EF4-FFF2-40B4-BE49-F238E27FC236}">
                <a16:creationId xmlns:a16="http://schemas.microsoft.com/office/drawing/2014/main" id="{26F130AB-B571-914B-80B3-7BD7FA740297}"/>
              </a:ext>
            </a:extLst>
          </p:cNvPr>
          <p:cNvSpPr>
            <a:spLocks noChangeArrowheads="1"/>
          </p:cNvSpPr>
          <p:nvPr/>
        </p:nvSpPr>
        <p:spPr bwMode="auto">
          <a:xfrm>
            <a:off x="1485900" y="1653778"/>
            <a:ext cx="462468"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b="1">
                <a:latin typeface="微软雅黑" panose="020B0503020204020204" pitchFamily="34" charset="-122"/>
                <a:ea typeface="宋体" panose="02010600030101010101" pitchFamily="2" charset="-122"/>
              </a:rPr>
              <a:t>CH1</a:t>
            </a:r>
          </a:p>
        </p:txBody>
      </p:sp>
      <p:sp>
        <p:nvSpPr>
          <p:cNvPr id="67623" name="Rectangle 43">
            <a:extLst>
              <a:ext uri="{FF2B5EF4-FFF2-40B4-BE49-F238E27FC236}">
                <a16:creationId xmlns:a16="http://schemas.microsoft.com/office/drawing/2014/main" id="{9ADDDF82-1A61-204D-9AAD-9D85F09B23E0}"/>
              </a:ext>
            </a:extLst>
          </p:cNvPr>
          <p:cNvSpPr>
            <a:spLocks noChangeArrowheads="1"/>
          </p:cNvSpPr>
          <p:nvPr/>
        </p:nvSpPr>
        <p:spPr bwMode="auto">
          <a:xfrm>
            <a:off x="6979444" y="1639491"/>
            <a:ext cx="462468"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b="1">
                <a:latin typeface="微软雅黑" panose="020B0503020204020204" pitchFamily="34" charset="-122"/>
                <a:ea typeface="宋体" panose="02010600030101010101" pitchFamily="2" charset="-122"/>
              </a:rPr>
              <a:t>CH1</a:t>
            </a:r>
          </a:p>
        </p:txBody>
      </p:sp>
      <p:sp>
        <p:nvSpPr>
          <p:cNvPr id="67624" name="Rectangle 44">
            <a:extLst>
              <a:ext uri="{FF2B5EF4-FFF2-40B4-BE49-F238E27FC236}">
                <a16:creationId xmlns:a16="http://schemas.microsoft.com/office/drawing/2014/main" id="{2988C616-A33C-5B48-A753-3CD4A7F96B54}"/>
              </a:ext>
            </a:extLst>
          </p:cNvPr>
          <p:cNvSpPr>
            <a:spLocks noChangeArrowheads="1"/>
          </p:cNvSpPr>
          <p:nvPr/>
        </p:nvSpPr>
        <p:spPr bwMode="auto">
          <a:xfrm rot="16200000">
            <a:off x="6424210" y="2291703"/>
            <a:ext cx="32941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b="1">
                <a:latin typeface="Arial" panose="020B0604020202020204" pitchFamily="34" charset="0"/>
                <a:ea typeface="宋体" panose="02010600030101010101" pitchFamily="2" charset="-122"/>
              </a:rPr>
              <a:t>…</a:t>
            </a:r>
            <a:endParaRPr kumimoji="1" lang="en-US" altLang="zh-CN" sz="1500" b="1">
              <a:latin typeface="微软雅黑" panose="020B0503020204020204" pitchFamily="34" charset="-122"/>
              <a:ea typeface="宋体" panose="02010600030101010101" pitchFamily="2" charset="-122"/>
            </a:endParaRPr>
          </a:p>
        </p:txBody>
      </p:sp>
      <p:sp>
        <p:nvSpPr>
          <p:cNvPr id="67625" name="Rectangle 45">
            <a:extLst>
              <a:ext uri="{FF2B5EF4-FFF2-40B4-BE49-F238E27FC236}">
                <a16:creationId xmlns:a16="http://schemas.microsoft.com/office/drawing/2014/main" id="{D91C7A9C-0131-454A-8502-8568AF988CD7}"/>
              </a:ext>
            </a:extLst>
          </p:cNvPr>
          <p:cNvSpPr>
            <a:spLocks noChangeArrowheads="1"/>
          </p:cNvSpPr>
          <p:nvPr/>
        </p:nvSpPr>
        <p:spPr bwMode="auto">
          <a:xfrm rot="16200000">
            <a:off x="6415875" y="1753540"/>
            <a:ext cx="32941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b="1">
                <a:latin typeface="Arial" panose="020B0604020202020204" pitchFamily="34" charset="0"/>
                <a:ea typeface="宋体" panose="02010600030101010101" pitchFamily="2" charset="-122"/>
              </a:rPr>
              <a:t>…</a:t>
            </a:r>
            <a:endParaRPr kumimoji="1" lang="en-US" altLang="zh-CN" sz="1500" b="1">
              <a:latin typeface="微软雅黑" panose="020B0503020204020204" pitchFamily="34" charset="-122"/>
              <a:ea typeface="宋体" panose="02010600030101010101" pitchFamily="2" charset="-122"/>
            </a:endParaRPr>
          </a:p>
        </p:txBody>
      </p:sp>
      <p:sp>
        <p:nvSpPr>
          <p:cNvPr id="67626" name="Rectangle 46">
            <a:extLst>
              <a:ext uri="{FF2B5EF4-FFF2-40B4-BE49-F238E27FC236}">
                <a16:creationId xmlns:a16="http://schemas.microsoft.com/office/drawing/2014/main" id="{C6DB58A8-7631-C74F-8F6A-DC3D2A26E592}"/>
              </a:ext>
            </a:extLst>
          </p:cNvPr>
          <p:cNvSpPr>
            <a:spLocks noChangeArrowheads="1"/>
          </p:cNvSpPr>
          <p:nvPr/>
        </p:nvSpPr>
        <p:spPr bwMode="auto">
          <a:xfrm rot="16200000">
            <a:off x="1854591" y="2315515"/>
            <a:ext cx="32941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b="1">
                <a:latin typeface="Arial" panose="020B0604020202020204" pitchFamily="34" charset="0"/>
                <a:ea typeface="宋体" panose="02010600030101010101" pitchFamily="2" charset="-122"/>
              </a:rPr>
              <a:t>…</a:t>
            </a:r>
            <a:endParaRPr kumimoji="1" lang="en-US" altLang="zh-CN" sz="1500" b="1">
              <a:latin typeface="微软雅黑" panose="020B0503020204020204" pitchFamily="34" charset="-122"/>
              <a:ea typeface="宋体" panose="02010600030101010101" pitchFamily="2" charset="-122"/>
            </a:endParaRPr>
          </a:p>
        </p:txBody>
      </p:sp>
      <p:sp>
        <p:nvSpPr>
          <p:cNvPr id="67627" name="Rectangle 47">
            <a:extLst>
              <a:ext uri="{FF2B5EF4-FFF2-40B4-BE49-F238E27FC236}">
                <a16:creationId xmlns:a16="http://schemas.microsoft.com/office/drawing/2014/main" id="{C40607CB-D206-D14C-98D3-B7E35FA6E639}"/>
              </a:ext>
            </a:extLst>
          </p:cNvPr>
          <p:cNvSpPr>
            <a:spLocks noChangeArrowheads="1"/>
          </p:cNvSpPr>
          <p:nvPr/>
        </p:nvSpPr>
        <p:spPr bwMode="auto">
          <a:xfrm rot="16200000">
            <a:off x="1885547" y="1753540"/>
            <a:ext cx="32941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b="1">
                <a:latin typeface="Arial" panose="020B0604020202020204" pitchFamily="34" charset="0"/>
                <a:ea typeface="宋体" panose="02010600030101010101" pitchFamily="2" charset="-122"/>
              </a:rPr>
              <a:t>…</a:t>
            </a:r>
            <a:endParaRPr kumimoji="1" lang="en-US" altLang="zh-CN" sz="1500" b="1">
              <a:latin typeface="微软雅黑" panose="020B0503020204020204" pitchFamily="34" charset="-122"/>
              <a:ea typeface="宋体" panose="02010600030101010101" pitchFamily="2" charset="-122"/>
            </a:endParaRPr>
          </a:p>
        </p:txBody>
      </p:sp>
      <p:sp>
        <p:nvSpPr>
          <p:cNvPr id="67628" name="Oval 48">
            <a:extLst>
              <a:ext uri="{FF2B5EF4-FFF2-40B4-BE49-F238E27FC236}">
                <a16:creationId xmlns:a16="http://schemas.microsoft.com/office/drawing/2014/main" id="{6188E428-7F85-114F-A438-A0E62161E9C0}"/>
              </a:ext>
            </a:extLst>
          </p:cNvPr>
          <p:cNvSpPr>
            <a:spLocks noChangeArrowheads="1"/>
          </p:cNvSpPr>
          <p:nvPr/>
        </p:nvSpPr>
        <p:spPr bwMode="auto">
          <a:xfrm>
            <a:off x="2388394" y="2110979"/>
            <a:ext cx="66675" cy="53578"/>
          </a:xfrm>
          <a:prstGeom prst="ellipse">
            <a:avLst/>
          </a:prstGeom>
          <a:solidFill>
            <a:schemeClr val="tx1"/>
          </a:solidFill>
          <a:ln w="28575">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29" name="Oval 49">
            <a:extLst>
              <a:ext uri="{FF2B5EF4-FFF2-40B4-BE49-F238E27FC236}">
                <a16:creationId xmlns:a16="http://schemas.microsoft.com/office/drawing/2014/main" id="{20EC83A8-D951-3D49-8159-C9C93A1C0FC0}"/>
              </a:ext>
            </a:extLst>
          </p:cNvPr>
          <p:cNvSpPr>
            <a:spLocks noChangeArrowheads="1"/>
          </p:cNvSpPr>
          <p:nvPr/>
        </p:nvSpPr>
        <p:spPr bwMode="auto">
          <a:xfrm>
            <a:off x="6444854" y="2221706"/>
            <a:ext cx="66675" cy="53579"/>
          </a:xfrm>
          <a:prstGeom prst="ellipse">
            <a:avLst/>
          </a:prstGeom>
          <a:solidFill>
            <a:schemeClr val="tx1"/>
          </a:solidFill>
          <a:ln w="12700">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30" name="Oval 50">
            <a:extLst>
              <a:ext uri="{FF2B5EF4-FFF2-40B4-BE49-F238E27FC236}">
                <a16:creationId xmlns:a16="http://schemas.microsoft.com/office/drawing/2014/main" id="{A4ED48F1-BE10-494D-8A50-A717A1B7CAC3}"/>
              </a:ext>
            </a:extLst>
          </p:cNvPr>
          <p:cNvSpPr>
            <a:spLocks noChangeArrowheads="1"/>
          </p:cNvSpPr>
          <p:nvPr/>
        </p:nvSpPr>
        <p:spPr bwMode="auto">
          <a:xfrm>
            <a:off x="5878116" y="2625329"/>
            <a:ext cx="66675" cy="53578"/>
          </a:xfrm>
          <a:prstGeom prst="ellipse">
            <a:avLst/>
          </a:prstGeom>
          <a:solidFill>
            <a:schemeClr val="tx1"/>
          </a:solidFill>
          <a:ln w="12700">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31" name="Oval 51">
            <a:extLst>
              <a:ext uri="{FF2B5EF4-FFF2-40B4-BE49-F238E27FC236}">
                <a16:creationId xmlns:a16="http://schemas.microsoft.com/office/drawing/2014/main" id="{85612F33-B46A-574D-BD49-12CC90DAF08A}"/>
              </a:ext>
            </a:extLst>
          </p:cNvPr>
          <p:cNvSpPr>
            <a:spLocks noChangeArrowheads="1"/>
          </p:cNvSpPr>
          <p:nvPr/>
        </p:nvSpPr>
        <p:spPr bwMode="auto">
          <a:xfrm>
            <a:off x="6460331" y="2110979"/>
            <a:ext cx="66675" cy="53578"/>
          </a:xfrm>
          <a:prstGeom prst="ellipse">
            <a:avLst/>
          </a:prstGeom>
          <a:solidFill>
            <a:schemeClr val="tx1"/>
          </a:solidFill>
          <a:ln w="12700">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32" name="Oval 52">
            <a:extLst>
              <a:ext uri="{FF2B5EF4-FFF2-40B4-BE49-F238E27FC236}">
                <a16:creationId xmlns:a16="http://schemas.microsoft.com/office/drawing/2014/main" id="{4DA45756-E79F-FE49-84F5-13272F1158BF}"/>
              </a:ext>
            </a:extLst>
          </p:cNvPr>
          <p:cNvSpPr>
            <a:spLocks noChangeArrowheads="1"/>
          </p:cNvSpPr>
          <p:nvPr/>
        </p:nvSpPr>
        <p:spPr bwMode="auto">
          <a:xfrm>
            <a:off x="6429375" y="2013348"/>
            <a:ext cx="66675" cy="53578"/>
          </a:xfrm>
          <a:prstGeom prst="ellipse">
            <a:avLst/>
          </a:prstGeom>
          <a:solidFill>
            <a:schemeClr val="tx1"/>
          </a:solidFill>
          <a:ln w="12700">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33" name="Oval 53">
            <a:extLst>
              <a:ext uri="{FF2B5EF4-FFF2-40B4-BE49-F238E27FC236}">
                <a16:creationId xmlns:a16="http://schemas.microsoft.com/office/drawing/2014/main" id="{448CA99E-7773-FF41-AFC6-773EA793BE06}"/>
              </a:ext>
            </a:extLst>
          </p:cNvPr>
          <p:cNvSpPr>
            <a:spLocks noChangeArrowheads="1"/>
          </p:cNvSpPr>
          <p:nvPr/>
        </p:nvSpPr>
        <p:spPr bwMode="auto">
          <a:xfrm>
            <a:off x="6185297" y="1744266"/>
            <a:ext cx="65484" cy="53578"/>
          </a:xfrm>
          <a:prstGeom prst="ellipse">
            <a:avLst/>
          </a:prstGeom>
          <a:solidFill>
            <a:schemeClr val="tx1"/>
          </a:solidFill>
          <a:ln w="12700">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34" name="Oval 54">
            <a:extLst>
              <a:ext uri="{FF2B5EF4-FFF2-40B4-BE49-F238E27FC236}">
                <a16:creationId xmlns:a16="http://schemas.microsoft.com/office/drawing/2014/main" id="{80F01428-E85D-3E44-A52A-8CE28F8EC612}"/>
              </a:ext>
            </a:extLst>
          </p:cNvPr>
          <p:cNvSpPr>
            <a:spLocks noChangeArrowheads="1"/>
          </p:cNvSpPr>
          <p:nvPr/>
        </p:nvSpPr>
        <p:spPr bwMode="auto">
          <a:xfrm>
            <a:off x="2986088" y="2637235"/>
            <a:ext cx="65485" cy="53578"/>
          </a:xfrm>
          <a:prstGeom prst="ellipse">
            <a:avLst/>
          </a:prstGeom>
          <a:solidFill>
            <a:schemeClr val="tx1"/>
          </a:solidFill>
          <a:ln w="12700">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35" name="Oval 55">
            <a:extLst>
              <a:ext uri="{FF2B5EF4-FFF2-40B4-BE49-F238E27FC236}">
                <a16:creationId xmlns:a16="http://schemas.microsoft.com/office/drawing/2014/main" id="{EF6FC74E-260C-AB47-9A70-05CCAADF3F93}"/>
              </a:ext>
            </a:extLst>
          </p:cNvPr>
          <p:cNvSpPr>
            <a:spLocks noChangeArrowheads="1"/>
          </p:cNvSpPr>
          <p:nvPr/>
        </p:nvSpPr>
        <p:spPr bwMode="auto">
          <a:xfrm>
            <a:off x="5848350" y="1633537"/>
            <a:ext cx="65485" cy="53579"/>
          </a:xfrm>
          <a:prstGeom prst="ellipse">
            <a:avLst/>
          </a:prstGeom>
          <a:solidFill>
            <a:schemeClr val="tx1"/>
          </a:solidFill>
          <a:ln w="12700">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36" name="Oval 56">
            <a:extLst>
              <a:ext uri="{FF2B5EF4-FFF2-40B4-BE49-F238E27FC236}">
                <a16:creationId xmlns:a16="http://schemas.microsoft.com/office/drawing/2014/main" id="{E698A16B-31B3-6B44-BA86-05EB40C2086F}"/>
              </a:ext>
            </a:extLst>
          </p:cNvPr>
          <p:cNvSpPr>
            <a:spLocks noChangeArrowheads="1"/>
          </p:cNvSpPr>
          <p:nvPr/>
        </p:nvSpPr>
        <p:spPr bwMode="auto">
          <a:xfrm>
            <a:off x="2970610" y="1633537"/>
            <a:ext cx="65484" cy="53579"/>
          </a:xfrm>
          <a:prstGeom prst="ellipse">
            <a:avLst/>
          </a:prstGeom>
          <a:solidFill>
            <a:schemeClr val="tx1"/>
          </a:solidFill>
          <a:ln w="12700">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37" name="Rectangle 57">
            <a:extLst>
              <a:ext uri="{FF2B5EF4-FFF2-40B4-BE49-F238E27FC236}">
                <a16:creationId xmlns:a16="http://schemas.microsoft.com/office/drawing/2014/main" id="{47E8C073-D0B0-6D4D-9552-C059FDE21E8C}"/>
              </a:ext>
            </a:extLst>
          </p:cNvPr>
          <p:cNvSpPr>
            <a:spLocks noChangeArrowheads="1"/>
          </p:cNvSpPr>
          <p:nvPr/>
        </p:nvSpPr>
        <p:spPr bwMode="auto">
          <a:xfrm>
            <a:off x="1925241" y="3112294"/>
            <a:ext cx="1710928" cy="272654"/>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38" name="Oval 58">
            <a:extLst>
              <a:ext uri="{FF2B5EF4-FFF2-40B4-BE49-F238E27FC236}">
                <a16:creationId xmlns:a16="http://schemas.microsoft.com/office/drawing/2014/main" id="{49DF170D-64D8-5243-8181-FEABEBA21F5B}"/>
              </a:ext>
            </a:extLst>
          </p:cNvPr>
          <p:cNvSpPr>
            <a:spLocks noChangeArrowheads="1"/>
          </p:cNvSpPr>
          <p:nvPr/>
        </p:nvSpPr>
        <p:spPr bwMode="auto">
          <a:xfrm>
            <a:off x="2659856" y="1733551"/>
            <a:ext cx="66675" cy="51197"/>
          </a:xfrm>
          <a:prstGeom prst="ellipse">
            <a:avLst/>
          </a:prstGeom>
          <a:solidFill>
            <a:schemeClr val="tx1"/>
          </a:solidFill>
          <a:ln w="12700">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39" name="Rectangle 59">
            <a:extLst>
              <a:ext uri="{FF2B5EF4-FFF2-40B4-BE49-F238E27FC236}">
                <a16:creationId xmlns:a16="http://schemas.microsoft.com/office/drawing/2014/main" id="{9ED4AE72-2FCC-374F-80A3-2FD3CBC11969}"/>
              </a:ext>
            </a:extLst>
          </p:cNvPr>
          <p:cNvSpPr>
            <a:spLocks noChangeArrowheads="1"/>
          </p:cNvSpPr>
          <p:nvPr/>
        </p:nvSpPr>
        <p:spPr bwMode="auto">
          <a:xfrm>
            <a:off x="3636169" y="3114675"/>
            <a:ext cx="1703785" cy="261938"/>
          </a:xfrm>
          <a:prstGeom prst="rect">
            <a:avLst/>
          </a:prstGeom>
          <a:solidFill>
            <a:schemeClr val="bg1"/>
          </a:solidFill>
          <a:ln w="2857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40" name="Rectangle 60">
            <a:extLst>
              <a:ext uri="{FF2B5EF4-FFF2-40B4-BE49-F238E27FC236}">
                <a16:creationId xmlns:a16="http://schemas.microsoft.com/office/drawing/2014/main" id="{8F0C2F31-D586-8741-A060-42DE95572B50}"/>
              </a:ext>
            </a:extLst>
          </p:cNvPr>
          <p:cNvSpPr>
            <a:spLocks noChangeArrowheads="1"/>
          </p:cNvSpPr>
          <p:nvPr/>
        </p:nvSpPr>
        <p:spPr bwMode="auto">
          <a:xfrm>
            <a:off x="5342335" y="3114675"/>
            <a:ext cx="1704975" cy="261938"/>
          </a:xfrm>
          <a:prstGeom prst="rect">
            <a:avLst/>
          </a:prstGeom>
          <a:solidFill>
            <a:schemeClr val="bg1"/>
          </a:solidFill>
          <a:ln w="28575">
            <a:solidFill>
              <a:srgbClr val="333399"/>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41" name="Rectangle 61">
            <a:extLst>
              <a:ext uri="{FF2B5EF4-FFF2-40B4-BE49-F238E27FC236}">
                <a16:creationId xmlns:a16="http://schemas.microsoft.com/office/drawing/2014/main" id="{625930C3-DFCE-1A47-8233-19279F9B8DB8}"/>
              </a:ext>
            </a:extLst>
          </p:cNvPr>
          <p:cNvSpPr>
            <a:spLocks noChangeArrowheads="1"/>
          </p:cNvSpPr>
          <p:nvPr/>
        </p:nvSpPr>
        <p:spPr bwMode="auto">
          <a:xfrm>
            <a:off x="2253854" y="3086100"/>
            <a:ext cx="109885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微软雅黑" panose="020B0503020204020204" pitchFamily="34" charset="-122"/>
                <a:ea typeface="宋体" panose="02010600030101010101" pitchFamily="2" charset="-122"/>
              </a:rPr>
              <a:t>时分复用帧</a:t>
            </a:r>
          </a:p>
        </p:txBody>
      </p:sp>
      <p:sp>
        <p:nvSpPr>
          <p:cNvPr id="67642" name="Line 62">
            <a:extLst>
              <a:ext uri="{FF2B5EF4-FFF2-40B4-BE49-F238E27FC236}">
                <a16:creationId xmlns:a16="http://schemas.microsoft.com/office/drawing/2014/main" id="{3237E96E-2A83-6642-AAA9-BD4E677042ED}"/>
              </a:ext>
            </a:extLst>
          </p:cNvPr>
          <p:cNvSpPr>
            <a:spLocks noChangeShapeType="1"/>
          </p:cNvSpPr>
          <p:nvPr/>
        </p:nvSpPr>
        <p:spPr bwMode="auto">
          <a:xfrm>
            <a:off x="5337572" y="3420666"/>
            <a:ext cx="0" cy="15954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43" name="Line 63">
            <a:extLst>
              <a:ext uri="{FF2B5EF4-FFF2-40B4-BE49-F238E27FC236}">
                <a16:creationId xmlns:a16="http://schemas.microsoft.com/office/drawing/2014/main" id="{0F6CD879-F098-5A41-9EB3-6F458FDEF37A}"/>
              </a:ext>
            </a:extLst>
          </p:cNvPr>
          <p:cNvSpPr>
            <a:spLocks noChangeShapeType="1"/>
          </p:cNvSpPr>
          <p:nvPr/>
        </p:nvSpPr>
        <p:spPr bwMode="auto">
          <a:xfrm>
            <a:off x="7052072" y="3407569"/>
            <a:ext cx="0" cy="16430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44" name="Line 64">
            <a:extLst>
              <a:ext uri="{FF2B5EF4-FFF2-40B4-BE49-F238E27FC236}">
                <a16:creationId xmlns:a16="http://schemas.microsoft.com/office/drawing/2014/main" id="{20BC1B09-A4AB-084D-9BD3-94D557A73DD7}"/>
              </a:ext>
            </a:extLst>
          </p:cNvPr>
          <p:cNvSpPr>
            <a:spLocks noChangeShapeType="1"/>
          </p:cNvSpPr>
          <p:nvPr/>
        </p:nvSpPr>
        <p:spPr bwMode="auto">
          <a:xfrm>
            <a:off x="5342335" y="3507581"/>
            <a:ext cx="1720453"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67645" name="Group 65">
            <a:extLst>
              <a:ext uri="{FF2B5EF4-FFF2-40B4-BE49-F238E27FC236}">
                <a16:creationId xmlns:a16="http://schemas.microsoft.com/office/drawing/2014/main" id="{2B50B1C6-732D-7243-84D3-DA472CB28FC0}"/>
              </a:ext>
            </a:extLst>
          </p:cNvPr>
          <p:cNvGrpSpPr>
            <a:grpSpLocks/>
          </p:cNvGrpSpPr>
          <p:nvPr/>
        </p:nvGrpSpPr>
        <p:grpSpPr bwMode="auto">
          <a:xfrm>
            <a:off x="6045994" y="3376617"/>
            <a:ext cx="270272" cy="298341"/>
            <a:chOff x="4155" y="1893"/>
            <a:chExt cx="212" cy="292"/>
          </a:xfrm>
        </p:grpSpPr>
        <p:sp>
          <p:nvSpPr>
            <p:cNvPr id="67694" name="Rectangle 66">
              <a:extLst>
                <a:ext uri="{FF2B5EF4-FFF2-40B4-BE49-F238E27FC236}">
                  <a16:creationId xmlns:a16="http://schemas.microsoft.com/office/drawing/2014/main" id="{125FEFF3-427B-8249-957F-7D12CFFB32E2}"/>
                </a:ext>
              </a:extLst>
            </p:cNvPr>
            <p:cNvSpPr>
              <a:spLocks noChangeArrowheads="1"/>
            </p:cNvSpPr>
            <p:nvPr/>
          </p:nvSpPr>
          <p:spPr bwMode="auto">
            <a:xfrm>
              <a:off x="4176" y="1920"/>
              <a:ext cx="144" cy="18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grpSp>
          <p:nvGrpSpPr>
            <p:cNvPr id="67695" name="Group 67">
              <a:extLst>
                <a:ext uri="{FF2B5EF4-FFF2-40B4-BE49-F238E27FC236}">
                  <a16:creationId xmlns:a16="http://schemas.microsoft.com/office/drawing/2014/main" id="{B6ECEA8F-45E1-AC4F-9AAA-D508CFE4E17C}"/>
                </a:ext>
              </a:extLst>
            </p:cNvPr>
            <p:cNvGrpSpPr>
              <a:grpSpLocks/>
            </p:cNvGrpSpPr>
            <p:nvPr/>
          </p:nvGrpSpPr>
          <p:grpSpPr bwMode="auto">
            <a:xfrm>
              <a:off x="4155" y="1893"/>
              <a:ext cx="212" cy="292"/>
              <a:chOff x="4155" y="1893"/>
              <a:chExt cx="212" cy="292"/>
            </a:xfrm>
          </p:grpSpPr>
          <p:sp>
            <p:nvSpPr>
              <p:cNvPr id="67696" name="Rectangle 68">
                <a:extLst>
                  <a:ext uri="{FF2B5EF4-FFF2-40B4-BE49-F238E27FC236}">
                    <a16:creationId xmlns:a16="http://schemas.microsoft.com/office/drawing/2014/main" id="{6E9532B0-EF91-964C-9B27-6354824AA122}"/>
                  </a:ext>
                </a:extLst>
              </p:cNvPr>
              <p:cNvSpPr>
                <a:spLocks noChangeArrowheads="1"/>
              </p:cNvSpPr>
              <p:nvPr/>
            </p:nvSpPr>
            <p:spPr bwMode="auto">
              <a:xfrm>
                <a:off x="4176" y="1920"/>
                <a:ext cx="156" cy="168"/>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97" name="Rectangle 69">
                <a:extLst>
                  <a:ext uri="{FF2B5EF4-FFF2-40B4-BE49-F238E27FC236}">
                    <a16:creationId xmlns:a16="http://schemas.microsoft.com/office/drawing/2014/main" id="{7163287B-FEB3-5743-B6D6-B31053531F99}"/>
                  </a:ext>
                </a:extLst>
              </p:cNvPr>
              <p:cNvSpPr>
                <a:spLocks noChangeArrowheads="1"/>
              </p:cNvSpPr>
              <p:nvPr/>
            </p:nvSpPr>
            <p:spPr bwMode="auto">
              <a:xfrm>
                <a:off x="4155" y="1893"/>
                <a:ext cx="212"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T</a:t>
                </a:r>
              </a:p>
            </p:txBody>
          </p:sp>
        </p:grpSp>
      </p:grpSp>
      <p:sp>
        <p:nvSpPr>
          <p:cNvPr id="67646" name="Rectangle 70">
            <a:extLst>
              <a:ext uri="{FF2B5EF4-FFF2-40B4-BE49-F238E27FC236}">
                <a16:creationId xmlns:a16="http://schemas.microsoft.com/office/drawing/2014/main" id="{3A97CD5E-82B9-8047-8CA8-0D4F35E31B2D}"/>
              </a:ext>
            </a:extLst>
          </p:cNvPr>
          <p:cNvSpPr>
            <a:spLocks noChangeArrowheads="1"/>
          </p:cNvSpPr>
          <p:nvPr/>
        </p:nvSpPr>
        <p:spPr bwMode="auto">
          <a:xfrm>
            <a:off x="1562100" y="3945732"/>
            <a:ext cx="571500" cy="275035"/>
          </a:xfrm>
          <a:prstGeom prst="rect">
            <a:avLst/>
          </a:prstGeom>
          <a:noFill/>
          <a:ln w="19050">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47" name="Rectangle 71">
            <a:extLst>
              <a:ext uri="{FF2B5EF4-FFF2-40B4-BE49-F238E27FC236}">
                <a16:creationId xmlns:a16="http://schemas.microsoft.com/office/drawing/2014/main" id="{0D9683E2-E65A-9B45-979D-89F9AC0B9791}"/>
              </a:ext>
            </a:extLst>
          </p:cNvPr>
          <p:cNvSpPr>
            <a:spLocks noChangeArrowheads="1"/>
          </p:cNvSpPr>
          <p:nvPr/>
        </p:nvSpPr>
        <p:spPr bwMode="auto">
          <a:xfrm>
            <a:off x="1547812" y="3950494"/>
            <a:ext cx="584296"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 CH0</a:t>
            </a:r>
          </a:p>
        </p:txBody>
      </p:sp>
      <p:sp>
        <p:nvSpPr>
          <p:cNvPr id="67648" name="Rectangle 72">
            <a:extLst>
              <a:ext uri="{FF2B5EF4-FFF2-40B4-BE49-F238E27FC236}">
                <a16:creationId xmlns:a16="http://schemas.microsoft.com/office/drawing/2014/main" id="{F693A0CD-D494-A34D-A5A0-B58341FD7454}"/>
              </a:ext>
            </a:extLst>
          </p:cNvPr>
          <p:cNvSpPr>
            <a:spLocks noChangeArrowheads="1"/>
          </p:cNvSpPr>
          <p:nvPr/>
        </p:nvSpPr>
        <p:spPr bwMode="auto">
          <a:xfrm>
            <a:off x="2135981" y="3945732"/>
            <a:ext cx="571500" cy="27503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49" name="Rectangle 73">
            <a:extLst>
              <a:ext uri="{FF2B5EF4-FFF2-40B4-BE49-F238E27FC236}">
                <a16:creationId xmlns:a16="http://schemas.microsoft.com/office/drawing/2014/main" id="{5C253030-BBE3-2443-902B-25E2933BE631}"/>
              </a:ext>
            </a:extLst>
          </p:cNvPr>
          <p:cNvSpPr>
            <a:spLocks noChangeArrowheads="1"/>
          </p:cNvSpPr>
          <p:nvPr/>
        </p:nvSpPr>
        <p:spPr bwMode="auto">
          <a:xfrm>
            <a:off x="2134791" y="3950494"/>
            <a:ext cx="584296"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 CH1</a:t>
            </a:r>
          </a:p>
        </p:txBody>
      </p:sp>
      <p:sp>
        <p:nvSpPr>
          <p:cNvPr id="67650" name="Rectangle 74">
            <a:extLst>
              <a:ext uri="{FF2B5EF4-FFF2-40B4-BE49-F238E27FC236}">
                <a16:creationId xmlns:a16="http://schemas.microsoft.com/office/drawing/2014/main" id="{C107DA2A-292E-A041-BDAB-E14D55F05E5A}"/>
              </a:ext>
            </a:extLst>
          </p:cNvPr>
          <p:cNvSpPr>
            <a:spLocks noChangeArrowheads="1"/>
          </p:cNvSpPr>
          <p:nvPr/>
        </p:nvSpPr>
        <p:spPr bwMode="auto">
          <a:xfrm>
            <a:off x="2709863" y="3945732"/>
            <a:ext cx="571500" cy="27503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51" name="Rectangle 75">
            <a:extLst>
              <a:ext uri="{FF2B5EF4-FFF2-40B4-BE49-F238E27FC236}">
                <a16:creationId xmlns:a16="http://schemas.microsoft.com/office/drawing/2014/main" id="{F57F564B-22D9-0A48-A1D8-FE4E7E2800FE}"/>
              </a:ext>
            </a:extLst>
          </p:cNvPr>
          <p:cNvSpPr>
            <a:spLocks noChangeArrowheads="1"/>
          </p:cNvSpPr>
          <p:nvPr/>
        </p:nvSpPr>
        <p:spPr bwMode="auto">
          <a:xfrm>
            <a:off x="2681287" y="3950494"/>
            <a:ext cx="584296"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 CH2</a:t>
            </a:r>
          </a:p>
        </p:txBody>
      </p:sp>
      <p:sp>
        <p:nvSpPr>
          <p:cNvPr id="67652" name="Rectangle 76">
            <a:extLst>
              <a:ext uri="{FF2B5EF4-FFF2-40B4-BE49-F238E27FC236}">
                <a16:creationId xmlns:a16="http://schemas.microsoft.com/office/drawing/2014/main" id="{D933F476-4B9A-4848-AFD3-C6B3F4C709B9}"/>
              </a:ext>
            </a:extLst>
          </p:cNvPr>
          <p:cNvSpPr>
            <a:spLocks noChangeArrowheads="1"/>
          </p:cNvSpPr>
          <p:nvPr/>
        </p:nvSpPr>
        <p:spPr bwMode="auto">
          <a:xfrm>
            <a:off x="3283744" y="3945732"/>
            <a:ext cx="571500" cy="27503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53" name="Rectangle 77">
            <a:extLst>
              <a:ext uri="{FF2B5EF4-FFF2-40B4-BE49-F238E27FC236}">
                <a16:creationId xmlns:a16="http://schemas.microsoft.com/office/drawing/2014/main" id="{DAE942B0-C380-9946-A1A7-BB61B2B5DF34}"/>
              </a:ext>
            </a:extLst>
          </p:cNvPr>
          <p:cNvSpPr>
            <a:spLocks noChangeArrowheads="1"/>
          </p:cNvSpPr>
          <p:nvPr/>
        </p:nvSpPr>
        <p:spPr bwMode="auto">
          <a:xfrm>
            <a:off x="3419475" y="3921919"/>
            <a:ext cx="290946"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solidFill>
                  <a:schemeClr val="tx1"/>
                </a:solidFill>
                <a:latin typeface="Arial" panose="020B0604020202020204" pitchFamily="34" charset="0"/>
                <a:ea typeface="宋体" panose="02010600030101010101" pitchFamily="2" charset="-122"/>
              </a:rPr>
              <a:t>…</a:t>
            </a:r>
            <a:endParaRPr kumimoji="1" lang="en-US" altLang="zh-CN" sz="1200">
              <a:solidFill>
                <a:schemeClr val="tx1"/>
              </a:solidFill>
              <a:latin typeface="微软雅黑" panose="020B0503020204020204" pitchFamily="34" charset="-122"/>
              <a:ea typeface="宋体" panose="02010600030101010101" pitchFamily="2" charset="-122"/>
            </a:endParaRPr>
          </a:p>
        </p:txBody>
      </p:sp>
      <p:sp>
        <p:nvSpPr>
          <p:cNvPr id="67654" name="Rectangle 78">
            <a:extLst>
              <a:ext uri="{FF2B5EF4-FFF2-40B4-BE49-F238E27FC236}">
                <a16:creationId xmlns:a16="http://schemas.microsoft.com/office/drawing/2014/main" id="{B7EA1D7D-C1E5-6C4F-8787-BD145D44236A}"/>
              </a:ext>
            </a:extLst>
          </p:cNvPr>
          <p:cNvSpPr>
            <a:spLocks noChangeArrowheads="1"/>
          </p:cNvSpPr>
          <p:nvPr/>
        </p:nvSpPr>
        <p:spPr bwMode="auto">
          <a:xfrm>
            <a:off x="3857625" y="3945732"/>
            <a:ext cx="571500" cy="27503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55" name="Rectangle 79">
            <a:extLst>
              <a:ext uri="{FF2B5EF4-FFF2-40B4-BE49-F238E27FC236}">
                <a16:creationId xmlns:a16="http://schemas.microsoft.com/office/drawing/2014/main" id="{3296F0BE-C3AB-D142-B2F5-5C2287AA6FC1}"/>
              </a:ext>
            </a:extLst>
          </p:cNvPr>
          <p:cNvSpPr>
            <a:spLocks noChangeArrowheads="1"/>
          </p:cNvSpPr>
          <p:nvPr/>
        </p:nvSpPr>
        <p:spPr bwMode="auto">
          <a:xfrm>
            <a:off x="3787379" y="3949304"/>
            <a:ext cx="696506"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 CH15</a:t>
            </a:r>
          </a:p>
        </p:txBody>
      </p:sp>
      <p:sp>
        <p:nvSpPr>
          <p:cNvPr id="67656" name="Rectangle 80">
            <a:extLst>
              <a:ext uri="{FF2B5EF4-FFF2-40B4-BE49-F238E27FC236}">
                <a16:creationId xmlns:a16="http://schemas.microsoft.com/office/drawing/2014/main" id="{E1916D03-10B6-934B-A410-48A8E8FECE80}"/>
              </a:ext>
            </a:extLst>
          </p:cNvPr>
          <p:cNvSpPr>
            <a:spLocks noChangeArrowheads="1"/>
          </p:cNvSpPr>
          <p:nvPr/>
        </p:nvSpPr>
        <p:spPr bwMode="auto">
          <a:xfrm>
            <a:off x="4431506" y="3945732"/>
            <a:ext cx="571500" cy="27503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57" name="Rectangle 81">
            <a:extLst>
              <a:ext uri="{FF2B5EF4-FFF2-40B4-BE49-F238E27FC236}">
                <a16:creationId xmlns:a16="http://schemas.microsoft.com/office/drawing/2014/main" id="{98D15214-0494-4C4C-81EA-828557F7496C}"/>
              </a:ext>
            </a:extLst>
          </p:cNvPr>
          <p:cNvSpPr>
            <a:spLocks noChangeArrowheads="1"/>
          </p:cNvSpPr>
          <p:nvPr/>
        </p:nvSpPr>
        <p:spPr bwMode="auto">
          <a:xfrm>
            <a:off x="4356497" y="3949304"/>
            <a:ext cx="696506"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 CH16</a:t>
            </a:r>
          </a:p>
        </p:txBody>
      </p:sp>
      <p:sp>
        <p:nvSpPr>
          <p:cNvPr id="67658" name="Rectangle 82">
            <a:extLst>
              <a:ext uri="{FF2B5EF4-FFF2-40B4-BE49-F238E27FC236}">
                <a16:creationId xmlns:a16="http://schemas.microsoft.com/office/drawing/2014/main" id="{80B90B02-1174-794A-BE68-FF3694146E88}"/>
              </a:ext>
            </a:extLst>
          </p:cNvPr>
          <p:cNvSpPr>
            <a:spLocks noChangeArrowheads="1"/>
          </p:cNvSpPr>
          <p:nvPr/>
        </p:nvSpPr>
        <p:spPr bwMode="auto">
          <a:xfrm>
            <a:off x="5006579" y="3945732"/>
            <a:ext cx="571500" cy="27503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59" name="Rectangle 83">
            <a:extLst>
              <a:ext uri="{FF2B5EF4-FFF2-40B4-BE49-F238E27FC236}">
                <a16:creationId xmlns:a16="http://schemas.microsoft.com/office/drawing/2014/main" id="{55517562-EB70-BA40-983C-16D8C591DE8D}"/>
              </a:ext>
            </a:extLst>
          </p:cNvPr>
          <p:cNvSpPr>
            <a:spLocks noChangeArrowheads="1"/>
          </p:cNvSpPr>
          <p:nvPr/>
        </p:nvSpPr>
        <p:spPr bwMode="auto">
          <a:xfrm>
            <a:off x="4966097" y="3949304"/>
            <a:ext cx="696506"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 CH17</a:t>
            </a:r>
          </a:p>
        </p:txBody>
      </p:sp>
      <p:sp>
        <p:nvSpPr>
          <p:cNvPr id="67660" name="Rectangle 84">
            <a:extLst>
              <a:ext uri="{FF2B5EF4-FFF2-40B4-BE49-F238E27FC236}">
                <a16:creationId xmlns:a16="http://schemas.microsoft.com/office/drawing/2014/main" id="{97CF1308-0B50-1941-8C27-2EC830DF92A5}"/>
              </a:ext>
            </a:extLst>
          </p:cNvPr>
          <p:cNvSpPr>
            <a:spLocks noChangeArrowheads="1"/>
          </p:cNvSpPr>
          <p:nvPr/>
        </p:nvSpPr>
        <p:spPr bwMode="auto">
          <a:xfrm>
            <a:off x="5580460" y="3945732"/>
            <a:ext cx="571500" cy="27503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61" name="Rectangle 85">
            <a:extLst>
              <a:ext uri="{FF2B5EF4-FFF2-40B4-BE49-F238E27FC236}">
                <a16:creationId xmlns:a16="http://schemas.microsoft.com/office/drawing/2014/main" id="{0A4DA93D-FD44-0741-823A-946B5BBD3980}"/>
              </a:ext>
            </a:extLst>
          </p:cNvPr>
          <p:cNvSpPr>
            <a:spLocks noChangeArrowheads="1"/>
          </p:cNvSpPr>
          <p:nvPr/>
        </p:nvSpPr>
        <p:spPr bwMode="auto">
          <a:xfrm>
            <a:off x="5578079" y="3961210"/>
            <a:ext cx="532209" cy="254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62" name="Rectangle 86">
            <a:extLst>
              <a:ext uri="{FF2B5EF4-FFF2-40B4-BE49-F238E27FC236}">
                <a16:creationId xmlns:a16="http://schemas.microsoft.com/office/drawing/2014/main" id="{14C22474-DFD1-C041-BD4C-A7B6F7768FF8}"/>
              </a:ext>
            </a:extLst>
          </p:cNvPr>
          <p:cNvSpPr>
            <a:spLocks noChangeArrowheads="1"/>
          </p:cNvSpPr>
          <p:nvPr/>
        </p:nvSpPr>
        <p:spPr bwMode="auto">
          <a:xfrm>
            <a:off x="6154341" y="3945732"/>
            <a:ext cx="571500" cy="27503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63" name="Rectangle 87">
            <a:extLst>
              <a:ext uri="{FF2B5EF4-FFF2-40B4-BE49-F238E27FC236}">
                <a16:creationId xmlns:a16="http://schemas.microsoft.com/office/drawing/2014/main" id="{CB21B620-2340-ED41-A8F7-D2AF8FC7A05F}"/>
              </a:ext>
            </a:extLst>
          </p:cNvPr>
          <p:cNvSpPr>
            <a:spLocks noChangeArrowheads="1"/>
          </p:cNvSpPr>
          <p:nvPr/>
        </p:nvSpPr>
        <p:spPr bwMode="auto">
          <a:xfrm>
            <a:off x="6084094" y="3949304"/>
            <a:ext cx="696506"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 CH30</a:t>
            </a:r>
          </a:p>
        </p:txBody>
      </p:sp>
      <p:sp>
        <p:nvSpPr>
          <p:cNvPr id="67664" name="Rectangle 88">
            <a:extLst>
              <a:ext uri="{FF2B5EF4-FFF2-40B4-BE49-F238E27FC236}">
                <a16:creationId xmlns:a16="http://schemas.microsoft.com/office/drawing/2014/main" id="{29FB82BA-E327-AF4F-8912-F27492506337}"/>
              </a:ext>
            </a:extLst>
          </p:cNvPr>
          <p:cNvSpPr>
            <a:spLocks noChangeArrowheads="1"/>
          </p:cNvSpPr>
          <p:nvPr/>
        </p:nvSpPr>
        <p:spPr bwMode="auto">
          <a:xfrm>
            <a:off x="6728222" y="3945732"/>
            <a:ext cx="571500" cy="27503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65" name="Rectangle 89">
            <a:extLst>
              <a:ext uri="{FF2B5EF4-FFF2-40B4-BE49-F238E27FC236}">
                <a16:creationId xmlns:a16="http://schemas.microsoft.com/office/drawing/2014/main" id="{8410C5D9-4CBE-9E4E-9EA3-7EC6B0E0306E}"/>
              </a:ext>
            </a:extLst>
          </p:cNvPr>
          <p:cNvSpPr>
            <a:spLocks noChangeArrowheads="1"/>
          </p:cNvSpPr>
          <p:nvPr/>
        </p:nvSpPr>
        <p:spPr bwMode="auto">
          <a:xfrm>
            <a:off x="6704410" y="3949304"/>
            <a:ext cx="63879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CH31</a:t>
            </a:r>
          </a:p>
        </p:txBody>
      </p:sp>
      <p:sp>
        <p:nvSpPr>
          <p:cNvPr id="67666" name="Rectangle 90">
            <a:extLst>
              <a:ext uri="{FF2B5EF4-FFF2-40B4-BE49-F238E27FC236}">
                <a16:creationId xmlns:a16="http://schemas.microsoft.com/office/drawing/2014/main" id="{3A6A1853-44DC-3242-BF1B-619E4FBD2FBD}"/>
              </a:ext>
            </a:extLst>
          </p:cNvPr>
          <p:cNvSpPr>
            <a:spLocks noChangeArrowheads="1"/>
          </p:cNvSpPr>
          <p:nvPr/>
        </p:nvSpPr>
        <p:spPr bwMode="auto">
          <a:xfrm>
            <a:off x="7302104" y="3945732"/>
            <a:ext cx="571500" cy="27503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67" name="Rectangle 91">
            <a:extLst>
              <a:ext uri="{FF2B5EF4-FFF2-40B4-BE49-F238E27FC236}">
                <a16:creationId xmlns:a16="http://schemas.microsoft.com/office/drawing/2014/main" id="{94F0D196-2F68-CC4E-83C9-6498C7146BEB}"/>
              </a:ext>
            </a:extLst>
          </p:cNvPr>
          <p:cNvSpPr>
            <a:spLocks noChangeArrowheads="1"/>
          </p:cNvSpPr>
          <p:nvPr/>
        </p:nvSpPr>
        <p:spPr bwMode="auto">
          <a:xfrm>
            <a:off x="7300912" y="3950494"/>
            <a:ext cx="52658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CH0</a:t>
            </a:r>
          </a:p>
        </p:txBody>
      </p:sp>
      <p:sp>
        <p:nvSpPr>
          <p:cNvPr id="67668" name="Rectangle 92">
            <a:extLst>
              <a:ext uri="{FF2B5EF4-FFF2-40B4-BE49-F238E27FC236}">
                <a16:creationId xmlns:a16="http://schemas.microsoft.com/office/drawing/2014/main" id="{3C7F6828-2241-3D43-8CFB-7C6F5656B22C}"/>
              </a:ext>
            </a:extLst>
          </p:cNvPr>
          <p:cNvSpPr>
            <a:spLocks noChangeArrowheads="1"/>
          </p:cNvSpPr>
          <p:nvPr/>
        </p:nvSpPr>
        <p:spPr bwMode="auto">
          <a:xfrm>
            <a:off x="5687616" y="3921919"/>
            <a:ext cx="290946" cy="25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200">
                <a:solidFill>
                  <a:schemeClr val="tx1"/>
                </a:solidFill>
                <a:latin typeface="Arial" panose="020B0604020202020204" pitchFamily="34" charset="0"/>
                <a:ea typeface="宋体" panose="02010600030101010101" pitchFamily="2" charset="-122"/>
              </a:rPr>
              <a:t>…</a:t>
            </a:r>
            <a:endParaRPr kumimoji="1" lang="en-US" altLang="zh-CN" sz="1200">
              <a:solidFill>
                <a:schemeClr val="tx1"/>
              </a:solidFill>
              <a:latin typeface="微软雅黑" panose="020B0503020204020204" pitchFamily="34" charset="-122"/>
              <a:ea typeface="宋体" panose="02010600030101010101" pitchFamily="2" charset="-122"/>
            </a:endParaRPr>
          </a:p>
        </p:txBody>
      </p:sp>
      <p:sp>
        <p:nvSpPr>
          <p:cNvPr id="67669" name="Line 93">
            <a:extLst>
              <a:ext uri="{FF2B5EF4-FFF2-40B4-BE49-F238E27FC236}">
                <a16:creationId xmlns:a16="http://schemas.microsoft.com/office/drawing/2014/main" id="{6B8AE150-E0A3-314D-B377-76545B082E94}"/>
              </a:ext>
            </a:extLst>
          </p:cNvPr>
          <p:cNvSpPr>
            <a:spLocks noChangeShapeType="1"/>
          </p:cNvSpPr>
          <p:nvPr/>
        </p:nvSpPr>
        <p:spPr bwMode="auto">
          <a:xfrm flipV="1">
            <a:off x="1562100" y="3376613"/>
            <a:ext cx="357188" cy="569119"/>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70" name="Line 94">
            <a:extLst>
              <a:ext uri="{FF2B5EF4-FFF2-40B4-BE49-F238E27FC236}">
                <a16:creationId xmlns:a16="http://schemas.microsoft.com/office/drawing/2014/main" id="{ABE623EE-A66C-F344-8305-1BBADD293DFA}"/>
              </a:ext>
            </a:extLst>
          </p:cNvPr>
          <p:cNvSpPr>
            <a:spLocks noChangeShapeType="1"/>
          </p:cNvSpPr>
          <p:nvPr/>
        </p:nvSpPr>
        <p:spPr bwMode="auto">
          <a:xfrm>
            <a:off x="3627835" y="3383757"/>
            <a:ext cx="3663553" cy="554831"/>
          </a:xfrm>
          <a:prstGeom prst="line">
            <a:avLst/>
          </a:prstGeom>
          <a:noFill/>
          <a:ln w="127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71" name="Line 95">
            <a:extLst>
              <a:ext uri="{FF2B5EF4-FFF2-40B4-BE49-F238E27FC236}">
                <a16:creationId xmlns:a16="http://schemas.microsoft.com/office/drawing/2014/main" id="{149CA868-5E33-9C40-BF12-C4B5A88329C8}"/>
              </a:ext>
            </a:extLst>
          </p:cNvPr>
          <p:cNvSpPr>
            <a:spLocks noChangeShapeType="1"/>
          </p:cNvSpPr>
          <p:nvPr/>
        </p:nvSpPr>
        <p:spPr bwMode="auto">
          <a:xfrm flipV="1">
            <a:off x="2705100" y="3780235"/>
            <a:ext cx="0" cy="128588"/>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72" name="Line 96">
            <a:extLst>
              <a:ext uri="{FF2B5EF4-FFF2-40B4-BE49-F238E27FC236}">
                <a16:creationId xmlns:a16="http://schemas.microsoft.com/office/drawing/2014/main" id="{D7335D22-4928-C743-AB32-E2964AA56D1F}"/>
              </a:ext>
            </a:extLst>
          </p:cNvPr>
          <p:cNvSpPr>
            <a:spLocks noChangeShapeType="1"/>
          </p:cNvSpPr>
          <p:nvPr/>
        </p:nvSpPr>
        <p:spPr bwMode="auto">
          <a:xfrm flipV="1">
            <a:off x="3278981" y="3784998"/>
            <a:ext cx="0" cy="130969"/>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73" name="Line 97">
            <a:extLst>
              <a:ext uri="{FF2B5EF4-FFF2-40B4-BE49-F238E27FC236}">
                <a16:creationId xmlns:a16="http://schemas.microsoft.com/office/drawing/2014/main" id="{69BCE009-1AC0-C049-A9E7-006823D42C11}"/>
              </a:ext>
            </a:extLst>
          </p:cNvPr>
          <p:cNvSpPr>
            <a:spLocks noChangeShapeType="1"/>
          </p:cNvSpPr>
          <p:nvPr/>
        </p:nvSpPr>
        <p:spPr bwMode="auto">
          <a:xfrm>
            <a:off x="2174081" y="3868341"/>
            <a:ext cx="510779" cy="0"/>
          </a:xfrm>
          <a:prstGeom prst="line">
            <a:avLst/>
          </a:prstGeom>
          <a:noFill/>
          <a:ln w="19050">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74" name="Line 98">
            <a:extLst>
              <a:ext uri="{FF2B5EF4-FFF2-40B4-BE49-F238E27FC236}">
                <a16:creationId xmlns:a16="http://schemas.microsoft.com/office/drawing/2014/main" id="{34EF4C2D-C406-F140-9D2E-6836A968BDB0}"/>
              </a:ext>
            </a:extLst>
          </p:cNvPr>
          <p:cNvSpPr>
            <a:spLocks noChangeShapeType="1"/>
          </p:cNvSpPr>
          <p:nvPr/>
        </p:nvSpPr>
        <p:spPr bwMode="auto">
          <a:xfrm flipH="1">
            <a:off x="3281363" y="3857625"/>
            <a:ext cx="531019" cy="0"/>
          </a:xfrm>
          <a:prstGeom prst="line">
            <a:avLst/>
          </a:prstGeom>
          <a:noFill/>
          <a:ln w="19050">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75" name="Rectangle 99">
            <a:extLst>
              <a:ext uri="{FF2B5EF4-FFF2-40B4-BE49-F238E27FC236}">
                <a16:creationId xmlns:a16="http://schemas.microsoft.com/office/drawing/2014/main" id="{C0C0CDE1-94C0-4842-9324-1BE7B8DFC988}"/>
              </a:ext>
            </a:extLst>
          </p:cNvPr>
          <p:cNvSpPr>
            <a:spLocks noChangeArrowheads="1"/>
          </p:cNvSpPr>
          <p:nvPr/>
        </p:nvSpPr>
        <p:spPr bwMode="auto">
          <a:xfrm>
            <a:off x="2778919" y="3706416"/>
            <a:ext cx="510558" cy="275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微软雅黑" panose="020B0503020204020204" pitchFamily="34" charset="-122"/>
                <a:ea typeface="宋体" panose="02010600030101010101" pitchFamily="2" charset="-122"/>
              </a:rPr>
              <a:t>8 bit</a:t>
            </a:r>
          </a:p>
        </p:txBody>
      </p:sp>
      <p:sp>
        <p:nvSpPr>
          <p:cNvPr id="67676" name="Rectangle 100">
            <a:extLst>
              <a:ext uri="{FF2B5EF4-FFF2-40B4-BE49-F238E27FC236}">
                <a16:creationId xmlns:a16="http://schemas.microsoft.com/office/drawing/2014/main" id="{8FBDD421-C4A3-0247-BE96-5251C8BBA098}"/>
              </a:ext>
            </a:extLst>
          </p:cNvPr>
          <p:cNvSpPr>
            <a:spLocks noChangeArrowheads="1"/>
          </p:cNvSpPr>
          <p:nvPr/>
        </p:nvSpPr>
        <p:spPr bwMode="auto">
          <a:xfrm>
            <a:off x="7480698" y="3248025"/>
            <a:ext cx="209193"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500">
                <a:latin typeface="微软雅黑" panose="020B0503020204020204" pitchFamily="34" charset="-122"/>
                <a:ea typeface="宋体" panose="02010600030101010101" pitchFamily="2" charset="-122"/>
              </a:rPr>
              <a:t>t</a:t>
            </a:r>
          </a:p>
        </p:txBody>
      </p:sp>
      <p:sp>
        <p:nvSpPr>
          <p:cNvPr id="67677" name="Rectangle 101">
            <a:extLst>
              <a:ext uri="{FF2B5EF4-FFF2-40B4-BE49-F238E27FC236}">
                <a16:creationId xmlns:a16="http://schemas.microsoft.com/office/drawing/2014/main" id="{E52454BE-74E6-E24C-A1D6-CAA7C672588A}"/>
              </a:ext>
            </a:extLst>
          </p:cNvPr>
          <p:cNvSpPr>
            <a:spLocks noChangeArrowheads="1"/>
          </p:cNvSpPr>
          <p:nvPr/>
        </p:nvSpPr>
        <p:spPr bwMode="auto">
          <a:xfrm>
            <a:off x="3967163" y="3086100"/>
            <a:ext cx="109885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微软雅黑" panose="020B0503020204020204" pitchFamily="34" charset="-122"/>
                <a:ea typeface="宋体" panose="02010600030101010101" pitchFamily="2" charset="-122"/>
              </a:rPr>
              <a:t>时分复用帧</a:t>
            </a:r>
          </a:p>
        </p:txBody>
      </p:sp>
      <p:sp>
        <p:nvSpPr>
          <p:cNvPr id="67678" name="Rectangle 102">
            <a:extLst>
              <a:ext uri="{FF2B5EF4-FFF2-40B4-BE49-F238E27FC236}">
                <a16:creationId xmlns:a16="http://schemas.microsoft.com/office/drawing/2014/main" id="{B6DD4E6D-EF82-AD4E-B69D-AB733840358A}"/>
              </a:ext>
            </a:extLst>
          </p:cNvPr>
          <p:cNvSpPr>
            <a:spLocks noChangeArrowheads="1"/>
          </p:cNvSpPr>
          <p:nvPr/>
        </p:nvSpPr>
        <p:spPr bwMode="auto">
          <a:xfrm>
            <a:off x="5662613" y="3086100"/>
            <a:ext cx="1098859"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a:latin typeface="微软雅黑" panose="020B0503020204020204" pitchFamily="34" charset="-122"/>
                <a:ea typeface="宋体" panose="02010600030101010101" pitchFamily="2" charset="-122"/>
              </a:rPr>
              <a:t>时分复用帧</a:t>
            </a:r>
          </a:p>
        </p:txBody>
      </p:sp>
      <p:sp>
        <p:nvSpPr>
          <p:cNvPr id="67679" name="Line 103">
            <a:extLst>
              <a:ext uri="{FF2B5EF4-FFF2-40B4-BE49-F238E27FC236}">
                <a16:creationId xmlns:a16="http://schemas.microsoft.com/office/drawing/2014/main" id="{C11C3185-ECB9-264C-87FB-540A2B2C6851}"/>
              </a:ext>
            </a:extLst>
          </p:cNvPr>
          <p:cNvSpPr>
            <a:spLocks noChangeShapeType="1"/>
          </p:cNvSpPr>
          <p:nvPr/>
        </p:nvSpPr>
        <p:spPr bwMode="auto">
          <a:xfrm flipH="1">
            <a:off x="7297341" y="4256485"/>
            <a:ext cx="3572" cy="469106"/>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80" name="Line 104">
            <a:extLst>
              <a:ext uri="{FF2B5EF4-FFF2-40B4-BE49-F238E27FC236}">
                <a16:creationId xmlns:a16="http://schemas.microsoft.com/office/drawing/2014/main" id="{AFBAC302-382F-F845-A055-B0C1E0140187}"/>
              </a:ext>
            </a:extLst>
          </p:cNvPr>
          <p:cNvSpPr>
            <a:spLocks noChangeShapeType="1"/>
          </p:cNvSpPr>
          <p:nvPr/>
        </p:nvSpPr>
        <p:spPr bwMode="auto">
          <a:xfrm>
            <a:off x="1560910" y="4245769"/>
            <a:ext cx="0" cy="4619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81" name="Line 105">
            <a:extLst>
              <a:ext uri="{FF2B5EF4-FFF2-40B4-BE49-F238E27FC236}">
                <a16:creationId xmlns:a16="http://schemas.microsoft.com/office/drawing/2014/main" id="{168D1ED6-313A-C848-9817-D635B389FE35}"/>
              </a:ext>
            </a:extLst>
          </p:cNvPr>
          <p:cNvSpPr>
            <a:spLocks noChangeShapeType="1"/>
          </p:cNvSpPr>
          <p:nvPr/>
        </p:nvSpPr>
        <p:spPr bwMode="auto">
          <a:xfrm>
            <a:off x="1562100" y="4672013"/>
            <a:ext cx="5735241"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82" name="Rectangle 106">
            <a:extLst>
              <a:ext uri="{FF2B5EF4-FFF2-40B4-BE49-F238E27FC236}">
                <a16:creationId xmlns:a16="http://schemas.microsoft.com/office/drawing/2014/main" id="{76164155-DA07-F24E-B302-50942F195052}"/>
              </a:ext>
            </a:extLst>
          </p:cNvPr>
          <p:cNvSpPr>
            <a:spLocks noChangeArrowheads="1"/>
          </p:cNvSpPr>
          <p:nvPr/>
        </p:nvSpPr>
        <p:spPr bwMode="auto">
          <a:xfrm>
            <a:off x="4102894" y="4519613"/>
            <a:ext cx="1001077" cy="275076"/>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微软雅黑" panose="020B0503020204020204" pitchFamily="34" charset="-122"/>
                <a:ea typeface="宋体" panose="02010600030101010101" pitchFamily="2" charset="-122"/>
              </a:rPr>
              <a:t>T = 125</a:t>
            </a:r>
            <a:r>
              <a:rPr kumimoji="1" lang="zh-CN" altLang="en-US" sz="1350">
                <a:latin typeface="微软雅黑" panose="020B0503020204020204" pitchFamily="34" charset="-122"/>
                <a:ea typeface="宋体" panose="02010600030101010101" pitchFamily="2" charset="-122"/>
              </a:rPr>
              <a:t> </a:t>
            </a:r>
            <a:r>
              <a:rPr lang="en-US" altLang="zh-CN" sz="1350">
                <a:latin typeface="微软雅黑" panose="020B0503020204020204" pitchFamily="34" charset="-122"/>
                <a:ea typeface="宋体" panose="02010600030101010101" pitchFamily="2" charset="-122"/>
                <a:sym typeface="Symbol" pitchFamily="2" charset="2"/>
              </a:rPr>
              <a:t></a:t>
            </a:r>
            <a:r>
              <a:rPr kumimoji="1" lang="en-US" altLang="zh-CN" sz="1350">
                <a:latin typeface="微软雅黑" panose="020B0503020204020204" pitchFamily="34" charset="-122"/>
                <a:ea typeface="宋体" panose="02010600030101010101" pitchFamily="2" charset="-122"/>
              </a:rPr>
              <a:t>s</a:t>
            </a:r>
          </a:p>
        </p:txBody>
      </p:sp>
      <p:sp>
        <p:nvSpPr>
          <p:cNvPr id="67683" name="Oval 107">
            <a:extLst>
              <a:ext uri="{FF2B5EF4-FFF2-40B4-BE49-F238E27FC236}">
                <a16:creationId xmlns:a16="http://schemas.microsoft.com/office/drawing/2014/main" id="{46F0A2F4-0296-544B-B929-D56E693371C7}"/>
              </a:ext>
            </a:extLst>
          </p:cNvPr>
          <p:cNvSpPr>
            <a:spLocks noChangeArrowheads="1"/>
          </p:cNvSpPr>
          <p:nvPr/>
        </p:nvSpPr>
        <p:spPr bwMode="auto">
          <a:xfrm>
            <a:off x="2407444" y="2003822"/>
            <a:ext cx="66675" cy="52388"/>
          </a:xfrm>
          <a:prstGeom prst="ellipse">
            <a:avLst/>
          </a:prstGeom>
          <a:solidFill>
            <a:schemeClr val="tx1"/>
          </a:solidFill>
          <a:ln w="28575">
            <a:solidFill>
              <a:srgbClr val="333399"/>
            </a:solidFill>
            <a:round/>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84" name="Line 108">
            <a:extLst>
              <a:ext uri="{FF2B5EF4-FFF2-40B4-BE49-F238E27FC236}">
                <a16:creationId xmlns:a16="http://schemas.microsoft.com/office/drawing/2014/main" id="{34306B16-521A-9C4A-AB80-3313BD849BB6}"/>
              </a:ext>
            </a:extLst>
          </p:cNvPr>
          <p:cNvSpPr>
            <a:spLocks noChangeShapeType="1"/>
          </p:cNvSpPr>
          <p:nvPr/>
        </p:nvSpPr>
        <p:spPr bwMode="auto">
          <a:xfrm>
            <a:off x="1531144" y="3374231"/>
            <a:ext cx="5960269"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85" name="Line 109">
            <a:extLst>
              <a:ext uri="{FF2B5EF4-FFF2-40B4-BE49-F238E27FC236}">
                <a16:creationId xmlns:a16="http://schemas.microsoft.com/office/drawing/2014/main" id="{A48A3E5B-06BB-834C-AE0E-30524EF8641C}"/>
              </a:ext>
            </a:extLst>
          </p:cNvPr>
          <p:cNvSpPr>
            <a:spLocks noChangeShapeType="1"/>
          </p:cNvSpPr>
          <p:nvPr/>
        </p:nvSpPr>
        <p:spPr bwMode="auto">
          <a:xfrm>
            <a:off x="2131219" y="4245769"/>
            <a:ext cx="0" cy="2428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86" name="Line 110">
            <a:extLst>
              <a:ext uri="{FF2B5EF4-FFF2-40B4-BE49-F238E27FC236}">
                <a16:creationId xmlns:a16="http://schemas.microsoft.com/office/drawing/2014/main" id="{4659DE13-8931-7743-9784-33C49FDE4791}"/>
              </a:ext>
            </a:extLst>
          </p:cNvPr>
          <p:cNvSpPr>
            <a:spLocks noChangeShapeType="1"/>
          </p:cNvSpPr>
          <p:nvPr/>
        </p:nvSpPr>
        <p:spPr bwMode="auto">
          <a:xfrm>
            <a:off x="4426744" y="4252912"/>
            <a:ext cx="0" cy="244079"/>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87" name="Line 111">
            <a:extLst>
              <a:ext uri="{FF2B5EF4-FFF2-40B4-BE49-F238E27FC236}">
                <a16:creationId xmlns:a16="http://schemas.microsoft.com/office/drawing/2014/main" id="{93D943D5-D2F5-104A-8E6E-E935919955A8}"/>
              </a:ext>
            </a:extLst>
          </p:cNvPr>
          <p:cNvSpPr>
            <a:spLocks noChangeShapeType="1"/>
          </p:cNvSpPr>
          <p:nvPr/>
        </p:nvSpPr>
        <p:spPr bwMode="auto">
          <a:xfrm>
            <a:off x="5008960" y="4237435"/>
            <a:ext cx="0" cy="24407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88" name="Line 112">
            <a:extLst>
              <a:ext uri="{FF2B5EF4-FFF2-40B4-BE49-F238E27FC236}">
                <a16:creationId xmlns:a16="http://schemas.microsoft.com/office/drawing/2014/main" id="{78CC063D-F47B-6E46-9A8B-63B7EF1F75FB}"/>
              </a:ext>
            </a:extLst>
          </p:cNvPr>
          <p:cNvSpPr>
            <a:spLocks noChangeShapeType="1"/>
          </p:cNvSpPr>
          <p:nvPr/>
        </p:nvSpPr>
        <p:spPr bwMode="auto">
          <a:xfrm flipV="1">
            <a:off x="2138363" y="4430316"/>
            <a:ext cx="2288381"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89" name="Rectangle 113">
            <a:extLst>
              <a:ext uri="{FF2B5EF4-FFF2-40B4-BE49-F238E27FC236}">
                <a16:creationId xmlns:a16="http://schemas.microsoft.com/office/drawing/2014/main" id="{CFA40F82-20D8-DA4B-A074-B57F5427B1A2}"/>
              </a:ext>
            </a:extLst>
          </p:cNvPr>
          <p:cNvSpPr>
            <a:spLocks noChangeArrowheads="1"/>
          </p:cNvSpPr>
          <p:nvPr/>
        </p:nvSpPr>
        <p:spPr bwMode="auto">
          <a:xfrm>
            <a:off x="2872979" y="4275535"/>
            <a:ext cx="909705" cy="275076"/>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微软雅黑" panose="020B0503020204020204" pitchFamily="34" charset="-122"/>
                <a:ea typeface="宋体" panose="02010600030101010101" pitchFamily="2" charset="-122"/>
              </a:rPr>
              <a:t>15 </a:t>
            </a:r>
            <a:r>
              <a:rPr kumimoji="1" lang="zh-CN" altLang="en-US" sz="1350">
                <a:latin typeface="微软雅黑" panose="020B0503020204020204" pitchFamily="34" charset="-122"/>
                <a:ea typeface="宋体" panose="02010600030101010101" pitchFamily="2" charset="-122"/>
              </a:rPr>
              <a:t>个话路</a:t>
            </a:r>
          </a:p>
        </p:txBody>
      </p:sp>
      <p:sp>
        <p:nvSpPr>
          <p:cNvPr id="67690" name="Line 114">
            <a:extLst>
              <a:ext uri="{FF2B5EF4-FFF2-40B4-BE49-F238E27FC236}">
                <a16:creationId xmlns:a16="http://schemas.microsoft.com/office/drawing/2014/main" id="{E480B5A8-7141-2A4D-AF6A-A6DDCFE24046}"/>
              </a:ext>
            </a:extLst>
          </p:cNvPr>
          <p:cNvSpPr>
            <a:spLocks noChangeShapeType="1"/>
          </p:cNvSpPr>
          <p:nvPr/>
        </p:nvSpPr>
        <p:spPr bwMode="auto">
          <a:xfrm flipV="1">
            <a:off x="5008960" y="4420791"/>
            <a:ext cx="2288381"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91" name="Rectangle 115">
            <a:extLst>
              <a:ext uri="{FF2B5EF4-FFF2-40B4-BE49-F238E27FC236}">
                <a16:creationId xmlns:a16="http://schemas.microsoft.com/office/drawing/2014/main" id="{DEE1E733-EF78-5247-A6A5-D6A11A8B503A}"/>
              </a:ext>
            </a:extLst>
          </p:cNvPr>
          <p:cNvSpPr>
            <a:spLocks noChangeArrowheads="1"/>
          </p:cNvSpPr>
          <p:nvPr/>
        </p:nvSpPr>
        <p:spPr bwMode="auto">
          <a:xfrm>
            <a:off x="5723335" y="4275535"/>
            <a:ext cx="909705" cy="275076"/>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en-US" altLang="zh-CN" sz="1350">
                <a:latin typeface="微软雅黑" panose="020B0503020204020204" pitchFamily="34" charset="-122"/>
                <a:ea typeface="宋体" panose="02010600030101010101" pitchFamily="2" charset="-122"/>
              </a:rPr>
              <a:t>15 </a:t>
            </a:r>
            <a:r>
              <a:rPr kumimoji="1" lang="zh-CN" altLang="en-US" sz="1350">
                <a:latin typeface="微软雅黑" panose="020B0503020204020204" pitchFamily="34" charset="-122"/>
                <a:ea typeface="宋体" panose="02010600030101010101" pitchFamily="2" charset="-122"/>
              </a:rPr>
              <a:t>个话路</a:t>
            </a:r>
          </a:p>
        </p:txBody>
      </p:sp>
      <p:sp>
        <p:nvSpPr>
          <p:cNvPr id="67692" name="Rectangle 116">
            <a:extLst>
              <a:ext uri="{FF2B5EF4-FFF2-40B4-BE49-F238E27FC236}">
                <a16:creationId xmlns:a16="http://schemas.microsoft.com/office/drawing/2014/main" id="{0A058BE0-952D-7244-A857-3499C5F0F604}"/>
              </a:ext>
            </a:extLst>
          </p:cNvPr>
          <p:cNvSpPr>
            <a:spLocks noChangeArrowheads="1"/>
          </p:cNvSpPr>
          <p:nvPr/>
        </p:nvSpPr>
        <p:spPr bwMode="auto">
          <a:xfrm>
            <a:off x="1928813" y="3114675"/>
            <a:ext cx="1704975" cy="261938"/>
          </a:xfrm>
          <a:prstGeom prst="rect">
            <a:avLst/>
          </a:prstGeom>
          <a:noFill/>
          <a:ln w="2857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67693" name="Rectangle 117">
            <a:extLst>
              <a:ext uri="{FF2B5EF4-FFF2-40B4-BE49-F238E27FC236}">
                <a16:creationId xmlns:a16="http://schemas.microsoft.com/office/drawing/2014/main" id="{54CE9AC7-4AC9-A241-A9E6-484EE5B277EC}"/>
              </a:ext>
            </a:extLst>
          </p:cNvPr>
          <p:cNvSpPr>
            <a:spLocks noChangeArrowheads="1"/>
          </p:cNvSpPr>
          <p:nvPr/>
        </p:nvSpPr>
        <p:spPr bwMode="auto">
          <a:xfrm>
            <a:off x="1547812" y="3940969"/>
            <a:ext cx="5757863" cy="278606"/>
          </a:xfrm>
          <a:prstGeom prst="rect">
            <a:avLst/>
          </a:prstGeom>
          <a:noFill/>
          <a:ln w="2857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Tree>
    <p:extLst>
      <p:ext uri="{BB962C8B-B14F-4D97-AF65-F5344CB8AC3E}">
        <p14:creationId xmlns:p14="http://schemas.microsoft.com/office/powerpoint/2010/main" val="20351794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F82B5C68-A246-EA4A-BB9A-CD5B1F5F132A}"/>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2.2.3  </a:t>
            </a:r>
            <a:r>
              <a:rPr lang="zh-CN" altLang="en-US" dirty="0">
                <a:latin typeface="Times New Roman" panose="02020603050405020304" pitchFamily="18" charset="0"/>
                <a:ea typeface="宋体" panose="02010600030101010101" pitchFamily="2" charset="-122"/>
              </a:rPr>
              <a:t>信道的极限容量 </a:t>
            </a:r>
          </a:p>
        </p:txBody>
      </p:sp>
      <p:sp>
        <p:nvSpPr>
          <p:cNvPr id="31747" name="Rectangle 3">
            <a:extLst>
              <a:ext uri="{FF2B5EF4-FFF2-40B4-BE49-F238E27FC236}">
                <a16:creationId xmlns:a16="http://schemas.microsoft.com/office/drawing/2014/main" id="{1B0B04C0-0059-0045-B5DC-62A3FBC293F6}"/>
              </a:ext>
            </a:extLst>
          </p:cNvPr>
          <p:cNvSpPr>
            <a:spLocks noGrp="1" noChangeArrowheads="1"/>
          </p:cNvSpPr>
          <p:nvPr>
            <p:ph type="body" idx="1"/>
          </p:nvPr>
        </p:nvSpPr>
        <p:spPr>
          <a:xfrm>
            <a:off x="228600" y="1062990"/>
            <a:ext cx="8709916" cy="3506629"/>
          </a:xfrm>
        </p:spPr>
        <p:txBody>
          <a:bodyPr/>
          <a:lstStyle/>
          <a:p>
            <a:pPr eaLnBrk="1" hangingPunct="1"/>
            <a:r>
              <a:rPr lang="zh-CN" altLang="en-US" dirty="0">
                <a:latin typeface="Times New Roman" panose="02020603050405020304" pitchFamily="18" charset="0"/>
                <a:ea typeface="宋体" panose="02010600030101010101" pitchFamily="2" charset="-122"/>
              </a:rPr>
              <a:t>任何实际的信道都不是理想的，在传输信号时会产生各种失真以及带来多种干扰。</a:t>
            </a:r>
            <a:r>
              <a:rPr lang="zh-CN" altLang="en-US" sz="2700" dirty="0">
                <a:ea typeface="宋体" panose="02010600030101010101" pitchFamily="2" charset="-122"/>
              </a:rPr>
              <a:t> </a:t>
            </a:r>
          </a:p>
          <a:p>
            <a:pPr eaLnBrk="1" hangingPunct="1"/>
            <a:r>
              <a:rPr lang="zh-CN" altLang="en-US" dirty="0">
                <a:latin typeface="Times New Roman" panose="02020603050405020304" pitchFamily="18" charset="0"/>
                <a:ea typeface="宋体" panose="02010600030101010101" pitchFamily="2" charset="-122"/>
              </a:rPr>
              <a:t>码元传输的速率越高，或信号传输的距离越远，在信道的输出端的波形的失真就越严重。 </a:t>
            </a:r>
          </a:p>
        </p:txBody>
      </p:sp>
      <p:sp>
        <p:nvSpPr>
          <p:cNvPr id="69635" name="幻灯片编号占位符 1">
            <a:extLst>
              <a:ext uri="{FF2B5EF4-FFF2-40B4-BE49-F238E27FC236}">
                <a16:creationId xmlns:a16="http://schemas.microsoft.com/office/drawing/2014/main" id="{27163058-85BB-CE43-8E75-C3D0F2A8CE17}"/>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5EFDD64-3390-B743-B7A5-D39A1AEAE586}"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27</a:t>
            </a:fld>
            <a:endParaRPr lang="zh-CN" altLang="en-US" sz="1050">
              <a:solidFill>
                <a:srgbClr val="898989"/>
              </a:solidFill>
              <a:latin typeface="Tahoma" panose="020B0604030504040204" pitchFamily="34" charset="0"/>
              <a:ea typeface="宋体" panose="02010600030101010101" pitchFamily="2" charset="-122"/>
            </a:endParaRPr>
          </a:p>
        </p:txBody>
      </p:sp>
      <p:sp>
        <p:nvSpPr>
          <p:cNvPr id="69636" name="Text Box 4">
            <a:extLst>
              <a:ext uri="{FF2B5EF4-FFF2-40B4-BE49-F238E27FC236}">
                <a16:creationId xmlns:a16="http://schemas.microsoft.com/office/drawing/2014/main" id="{AF7B1D2B-DDA9-EC4B-BF96-1B71A6C3E3D1}"/>
              </a:ext>
            </a:extLst>
          </p:cNvPr>
          <p:cNvSpPr txBox="1">
            <a:spLocks noChangeArrowheads="1"/>
          </p:cNvSpPr>
          <p:nvPr/>
        </p:nvSpPr>
        <p:spPr bwMode="auto">
          <a:xfrm>
            <a:off x="1439466" y="3327797"/>
            <a:ext cx="6265069" cy="415498"/>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2100">
                <a:solidFill>
                  <a:schemeClr val="tx1"/>
                </a:solidFill>
                <a:latin typeface="微软雅黑" panose="020B0503020204020204" pitchFamily="34" charset="-122"/>
                <a:ea typeface="宋体" panose="02010600030101010101" pitchFamily="2" charset="-122"/>
              </a:rPr>
              <a:t>码元（</a:t>
            </a:r>
            <a:r>
              <a:rPr lang="en-US" altLang="zh-CN" sz="2100">
                <a:solidFill>
                  <a:schemeClr val="tx1"/>
                </a:solidFill>
                <a:latin typeface="微软雅黑" panose="020B0503020204020204" pitchFamily="34" charset="-122"/>
                <a:ea typeface="宋体" panose="02010600030101010101" pitchFamily="2" charset="-122"/>
              </a:rPr>
              <a:t>Code Cell</a:t>
            </a:r>
            <a:r>
              <a:rPr lang="zh-CN" altLang="en-US" sz="2100">
                <a:solidFill>
                  <a:schemeClr val="tx1"/>
                </a:solidFill>
                <a:latin typeface="微软雅黑" panose="020B0503020204020204" pitchFamily="34" charset="-122"/>
                <a:ea typeface="宋体" panose="02010600030101010101" pitchFamily="2" charset="-122"/>
              </a:rPr>
              <a:t>）：时间轴上的一个信号编码单元</a:t>
            </a:r>
          </a:p>
        </p:txBody>
      </p:sp>
    </p:spTree>
    <p:extLst>
      <p:ext uri="{BB962C8B-B14F-4D97-AF65-F5344CB8AC3E}">
        <p14:creationId xmlns:p14="http://schemas.microsoft.com/office/powerpoint/2010/main" val="5380590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4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941913D3-D7FF-044E-8414-EE3118D6F6A5}"/>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数字信号通过实际的信道 </a:t>
            </a:r>
          </a:p>
        </p:txBody>
      </p:sp>
      <p:sp>
        <p:nvSpPr>
          <p:cNvPr id="32771" name="Rectangle 3">
            <a:extLst>
              <a:ext uri="{FF2B5EF4-FFF2-40B4-BE49-F238E27FC236}">
                <a16:creationId xmlns:a16="http://schemas.microsoft.com/office/drawing/2014/main" id="{7DC900E2-26BD-5C4D-AE60-C1C19C7C409B}"/>
              </a:ext>
            </a:extLst>
          </p:cNvPr>
          <p:cNvSpPr>
            <a:spLocks noGrp="1" noChangeArrowheads="1"/>
          </p:cNvSpPr>
          <p:nvPr>
            <p:ph type="body" idx="1"/>
          </p:nvPr>
        </p:nvSpPr>
        <p:spPr>
          <a:xfrm>
            <a:off x="301943" y="1084661"/>
            <a:ext cx="5829300" cy="3086100"/>
          </a:xfrm>
        </p:spPr>
        <p:txBody>
          <a:bodyPr/>
          <a:lstStyle/>
          <a:p>
            <a:pPr eaLnBrk="1" hangingPunct="1">
              <a:lnSpc>
                <a:spcPct val="110000"/>
              </a:lnSpc>
              <a:spcBef>
                <a:spcPct val="0"/>
              </a:spcBef>
            </a:pPr>
            <a:r>
              <a:rPr lang="zh-CN" altLang="en-US" dirty="0">
                <a:latin typeface="Times New Roman" panose="02020603050405020304" pitchFamily="18" charset="0"/>
                <a:ea typeface="宋体" panose="02010600030101010101" pitchFamily="2" charset="-122"/>
              </a:rPr>
              <a:t>有失真，但</a:t>
            </a:r>
            <a:r>
              <a:rPr lang="zh-CN" altLang="en-US" dirty="0">
                <a:solidFill>
                  <a:schemeClr val="hlink"/>
                </a:solidFill>
                <a:latin typeface="Times New Roman" panose="02020603050405020304" pitchFamily="18" charset="0"/>
                <a:ea typeface="宋体" panose="02010600030101010101" pitchFamily="2" charset="-122"/>
              </a:rPr>
              <a:t>可识别</a:t>
            </a:r>
          </a:p>
          <a:p>
            <a:pPr eaLnBrk="1" hangingPunct="1">
              <a:lnSpc>
                <a:spcPct val="110000"/>
              </a:lnSpc>
              <a:spcBef>
                <a:spcPct val="0"/>
              </a:spcBef>
            </a:pPr>
            <a:endParaRPr lang="zh-CN" altLang="en-US" dirty="0">
              <a:latin typeface="Times New Roman" panose="02020603050405020304" pitchFamily="18" charset="0"/>
              <a:ea typeface="宋体" panose="02010600030101010101" pitchFamily="2" charset="-122"/>
            </a:endParaRPr>
          </a:p>
          <a:p>
            <a:pPr eaLnBrk="1" hangingPunct="1">
              <a:lnSpc>
                <a:spcPct val="110000"/>
              </a:lnSpc>
              <a:spcBef>
                <a:spcPct val="0"/>
              </a:spcBef>
            </a:pPr>
            <a:endParaRPr lang="zh-CN" altLang="en-US" dirty="0">
              <a:latin typeface="Times New Roman" panose="02020603050405020304" pitchFamily="18" charset="0"/>
              <a:ea typeface="宋体" panose="02010600030101010101" pitchFamily="2" charset="-122"/>
            </a:endParaRPr>
          </a:p>
          <a:p>
            <a:pPr eaLnBrk="1" hangingPunct="1">
              <a:lnSpc>
                <a:spcPct val="110000"/>
              </a:lnSpc>
              <a:spcBef>
                <a:spcPct val="0"/>
              </a:spcBef>
            </a:pPr>
            <a:endParaRPr lang="zh-CN" altLang="en-US" dirty="0">
              <a:latin typeface="Times New Roman" panose="02020603050405020304" pitchFamily="18" charset="0"/>
              <a:ea typeface="宋体" panose="02010600030101010101" pitchFamily="2" charset="-122"/>
            </a:endParaRPr>
          </a:p>
          <a:p>
            <a:pPr eaLnBrk="1" hangingPunct="1">
              <a:lnSpc>
                <a:spcPct val="110000"/>
              </a:lnSpc>
              <a:spcBef>
                <a:spcPct val="0"/>
              </a:spcBef>
            </a:pPr>
            <a:r>
              <a:rPr lang="zh-CN" altLang="en-US" dirty="0">
                <a:latin typeface="Times New Roman" panose="02020603050405020304" pitchFamily="18" charset="0"/>
                <a:ea typeface="宋体" panose="02010600030101010101" pitchFamily="2" charset="-122"/>
              </a:rPr>
              <a:t>失真大，</a:t>
            </a:r>
            <a:r>
              <a:rPr lang="zh-CN" altLang="en-US" dirty="0">
                <a:solidFill>
                  <a:schemeClr val="hlink"/>
                </a:solidFill>
                <a:latin typeface="Times New Roman" panose="02020603050405020304" pitchFamily="18" charset="0"/>
                <a:ea typeface="宋体" panose="02010600030101010101" pitchFamily="2" charset="-122"/>
              </a:rPr>
              <a:t>无法识别 </a:t>
            </a:r>
          </a:p>
        </p:txBody>
      </p:sp>
      <p:sp>
        <p:nvSpPr>
          <p:cNvPr id="32772" name="AutoShape 4">
            <a:extLst>
              <a:ext uri="{FF2B5EF4-FFF2-40B4-BE49-F238E27FC236}">
                <a16:creationId xmlns:a16="http://schemas.microsoft.com/office/drawing/2014/main" id="{73F741D6-0504-F14F-A48B-D668B2C76EFB}"/>
              </a:ext>
            </a:extLst>
          </p:cNvPr>
          <p:cNvSpPr>
            <a:spLocks noChangeArrowheads="1"/>
          </p:cNvSpPr>
          <p:nvPr/>
        </p:nvSpPr>
        <p:spPr bwMode="auto">
          <a:xfrm rot="16200000">
            <a:off x="4239221" y="727818"/>
            <a:ext cx="296465" cy="3045619"/>
          </a:xfrm>
          <a:prstGeom prst="can">
            <a:avLst>
              <a:gd name="adj" fmla="val 66775"/>
            </a:avLst>
          </a:prstGeom>
          <a:gradFill rotWithShape="1">
            <a:gsLst>
              <a:gs pos="0">
                <a:srgbClr val="EAEAEA">
                  <a:gamma/>
                  <a:shade val="46275"/>
                  <a:invGamma/>
                </a:srgbClr>
              </a:gs>
              <a:gs pos="50000">
                <a:srgbClr val="EAEAEA"/>
              </a:gs>
              <a:gs pos="100000">
                <a:srgbClr val="EAEAEA">
                  <a:gamma/>
                  <a:shade val="46275"/>
                  <a:invGamma/>
                </a:srgbClr>
              </a:gs>
            </a:gsLst>
            <a:lin ang="0" scaled="1"/>
          </a:gradFill>
          <a:ln w="9525">
            <a:solidFill>
              <a:srgbClr val="000000"/>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32773" name="Freeform 5">
            <a:extLst>
              <a:ext uri="{FF2B5EF4-FFF2-40B4-BE49-F238E27FC236}">
                <a16:creationId xmlns:a16="http://schemas.microsoft.com/office/drawing/2014/main" id="{7E092517-7006-1143-86DA-D1CE5D3B47E1}"/>
              </a:ext>
            </a:extLst>
          </p:cNvPr>
          <p:cNvSpPr>
            <a:spLocks/>
          </p:cNvSpPr>
          <p:nvPr/>
        </p:nvSpPr>
        <p:spPr bwMode="auto">
          <a:xfrm>
            <a:off x="1551385" y="1657100"/>
            <a:ext cx="1154906" cy="494109"/>
          </a:xfrm>
          <a:custGeom>
            <a:avLst/>
            <a:gdLst>
              <a:gd name="T0" fmla="*/ 0 w 1056"/>
              <a:gd name="T1" fmla="*/ 658812 h 480"/>
              <a:gd name="T2" fmla="*/ 209983 w 1056"/>
              <a:gd name="T3" fmla="*/ 658812 h 480"/>
              <a:gd name="T4" fmla="*/ 209983 w 1056"/>
              <a:gd name="T5" fmla="*/ 0 h 480"/>
              <a:gd name="T6" fmla="*/ 559955 w 1056"/>
              <a:gd name="T7" fmla="*/ 0 h 480"/>
              <a:gd name="T8" fmla="*/ 559955 w 1056"/>
              <a:gd name="T9" fmla="*/ 658812 h 480"/>
              <a:gd name="T10" fmla="*/ 909926 w 1056"/>
              <a:gd name="T11" fmla="*/ 658812 h 480"/>
              <a:gd name="T12" fmla="*/ 909926 w 1056"/>
              <a:gd name="T13" fmla="*/ 0 h 480"/>
              <a:gd name="T14" fmla="*/ 1259898 w 1056"/>
              <a:gd name="T15" fmla="*/ 0 h 480"/>
              <a:gd name="T16" fmla="*/ 1259898 w 1056"/>
              <a:gd name="T17" fmla="*/ 658812 h 480"/>
              <a:gd name="T18" fmla="*/ 1539875 w 1056"/>
              <a:gd name="T19" fmla="*/ 658812 h 4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38100" cmpd="sng">
            <a:solidFill>
              <a:srgbClr val="333399"/>
            </a:solidFill>
            <a:round/>
            <a:headEnd/>
            <a:tailEnd/>
          </a:ln>
          <a:effectLst/>
        </p:spPr>
        <p:txBody>
          <a:bodyPr wrap="none"/>
          <a:lstStyle/>
          <a:p>
            <a:pPr>
              <a:defRPr/>
            </a:pPr>
            <a:endParaRPr lang="zh-CN" altLang="en-US">
              <a:cs typeface="+mn-cs"/>
            </a:endParaRPr>
          </a:p>
        </p:txBody>
      </p:sp>
      <p:sp>
        <p:nvSpPr>
          <p:cNvPr id="32774" name="Line 6">
            <a:extLst>
              <a:ext uri="{FF2B5EF4-FFF2-40B4-BE49-F238E27FC236}">
                <a16:creationId xmlns:a16="http://schemas.microsoft.com/office/drawing/2014/main" id="{E7D0D672-5A26-3A41-A4A5-68F9FDBDA8F9}"/>
              </a:ext>
            </a:extLst>
          </p:cNvPr>
          <p:cNvSpPr>
            <a:spLocks noChangeShapeType="1"/>
          </p:cNvSpPr>
          <p:nvPr/>
        </p:nvSpPr>
        <p:spPr bwMode="auto">
          <a:xfrm>
            <a:off x="1551384" y="2250032"/>
            <a:ext cx="1470422" cy="0"/>
          </a:xfrm>
          <a:prstGeom prst="line">
            <a:avLst/>
          </a:prstGeom>
          <a:noFill/>
          <a:ln w="28575">
            <a:solidFill>
              <a:srgbClr val="333399"/>
            </a:solidFill>
            <a:round/>
            <a:headEnd/>
            <a:tailEnd type="triangle" w="med" len="lg"/>
          </a:ln>
          <a:effectLst/>
        </p:spPr>
        <p:txBody>
          <a:bodyPr wrap="none"/>
          <a:lstStyle/>
          <a:p>
            <a:pPr algn="ctr" eaLnBrk="1" hangingPunct="1">
              <a:defRPr/>
            </a:pPr>
            <a:endParaRPr lang="zh-CN" altLang="en-US">
              <a:latin typeface="Tahoma" charset="0"/>
              <a:ea typeface="宋体" charset="-122"/>
              <a:cs typeface="+mn-cs"/>
            </a:endParaRPr>
          </a:p>
        </p:txBody>
      </p:sp>
      <p:sp>
        <p:nvSpPr>
          <p:cNvPr id="32775" name="Freeform 7">
            <a:extLst>
              <a:ext uri="{FF2B5EF4-FFF2-40B4-BE49-F238E27FC236}">
                <a16:creationId xmlns:a16="http://schemas.microsoft.com/office/drawing/2014/main" id="{49ADAD31-3E13-FB4E-9AA8-6852BF098AB0}"/>
              </a:ext>
            </a:extLst>
          </p:cNvPr>
          <p:cNvSpPr>
            <a:spLocks/>
          </p:cNvSpPr>
          <p:nvPr/>
        </p:nvSpPr>
        <p:spPr bwMode="auto">
          <a:xfrm>
            <a:off x="6119813" y="1657100"/>
            <a:ext cx="1156097" cy="494109"/>
          </a:xfrm>
          <a:custGeom>
            <a:avLst/>
            <a:gdLst>
              <a:gd name="T0" fmla="*/ 0 w 1056"/>
              <a:gd name="T1" fmla="*/ 658812 h 480"/>
              <a:gd name="T2" fmla="*/ 210200 w 1056"/>
              <a:gd name="T3" fmla="*/ 658812 h 480"/>
              <a:gd name="T4" fmla="*/ 210200 w 1056"/>
              <a:gd name="T5" fmla="*/ 0 h 480"/>
              <a:gd name="T6" fmla="*/ 560532 w 1056"/>
              <a:gd name="T7" fmla="*/ 0 h 480"/>
              <a:gd name="T8" fmla="*/ 560532 w 1056"/>
              <a:gd name="T9" fmla="*/ 658812 h 480"/>
              <a:gd name="T10" fmla="*/ 910865 w 1056"/>
              <a:gd name="T11" fmla="*/ 658812 h 480"/>
              <a:gd name="T12" fmla="*/ 910865 w 1056"/>
              <a:gd name="T13" fmla="*/ 0 h 480"/>
              <a:gd name="T14" fmla="*/ 1261197 w 1056"/>
              <a:gd name="T15" fmla="*/ 0 h 480"/>
              <a:gd name="T16" fmla="*/ 1261197 w 1056"/>
              <a:gd name="T17" fmla="*/ 658812 h 480"/>
              <a:gd name="T18" fmla="*/ 1541463 w 1056"/>
              <a:gd name="T19" fmla="*/ 658812 h 4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19050" cap="flat" cmpd="sng">
            <a:solidFill>
              <a:srgbClr val="333399"/>
            </a:solidFill>
            <a:prstDash val="dashDot"/>
            <a:round/>
            <a:headEnd/>
            <a:tailEnd/>
          </a:ln>
          <a:effectLst/>
        </p:spPr>
        <p:txBody>
          <a:bodyPr wrap="none"/>
          <a:lstStyle/>
          <a:p>
            <a:pPr>
              <a:defRPr/>
            </a:pPr>
            <a:endParaRPr lang="zh-CN" altLang="en-US">
              <a:cs typeface="+mn-cs"/>
            </a:endParaRPr>
          </a:p>
        </p:txBody>
      </p:sp>
      <p:sp>
        <p:nvSpPr>
          <p:cNvPr id="32776" name="Line 8">
            <a:extLst>
              <a:ext uri="{FF2B5EF4-FFF2-40B4-BE49-F238E27FC236}">
                <a16:creationId xmlns:a16="http://schemas.microsoft.com/office/drawing/2014/main" id="{D643C994-051E-E946-8818-CD4546F89D2A}"/>
              </a:ext>
            </a:extLst>
          </p:cNvPr>
          <p:cNvSpPr>
            <a:spLocks noChangeShapeType="1"/>
          </p:cNvSpPr>
          <p:nvPr/>
        </p:nvSpPr>
        <p:spPr bwMode="auto">
          <a:xfrm>
            <a:off x="5910263" y="2250032"/>
            <a:ext cx="1470422" cy="0"/>
          </a:xfrm>
          <a:prstGeom prst="line">
            <a:avLst/>
          </a:prstGeom>
          <a:noFill/>
          <a:ln w="28575">
            <a:solidFill>
              <a:srgbClr val="333399"/>
            </a:solidFill>
            <a:round/>
            <a:headEnd/>
            <a:tailEnd type="triangle" w="med" len="lg"/>
          </a:ln>
          <a:effectLst/>
        </p:spPr>
        <p:txBody>
          <a:bodyPr wrap="none"/>
          <a:lstStyle/>
          <a:p>
            <a:pPr algn="ctr" eaLnBrk="1" hangingPunct="1">
              <a:defRPr/>
            </a:pPr>
            <a:endParaRPr lang="zh-CN" altLang="en-US">
              <a:latin typeface="Tahoma" charset="0"/>
              <a:ea typeface="宋体" charset="-122"/>
              <a:cs typeface="+mn-cs"/>
            </a:endParaRPr>
          </a:p>
        </p:txBody>
      </p:sp>
      <p:sp>
        <p:nvSpPr>
          <p:cNvPr id="32777" name="Freeform 9">
            <a:extLst>
              <a:ext uri="{FF2B5EF4-FFF2-40B4-BE49-F238E27FC236}">
                <a16:creationId xmlns:a16="http://schemas.microsoft.com/office/drawing/2014/main" id="{2F828BFE-D396-8744-82B7-DD9DDC957608}"/>
              </a:ext>
            </a:extLst>
          </p:cNvPr>
          <p:cNvSpPr>
            <a:spLocks/>
          </p:cNvSpPr>
          <p:nvPr/>
        </p:nvSpPr>
        <p:spPr bwMode="auto">
          <a:xfrm>
            <a:off x="6130528" y="1684485"/>
            <a:ext cx="1121569" cy="475060"/>
          </a:xfrm>
          <a:custGeom>
            <a:avLst/>
            <a:gdLst>
              <a:gd name="T0" fmla="*/ 0 w 1026"/>
              <a:gd name="T1" fmla="*/ 614177 h 461"/>
              <a:gd name="T2" fmla="*/ 83079 w 1026"/>
              <a:gd name="T3" fmla="*/ 630665 h 461"/>
              <a:gd name="T4" fmla="*/ 113687 w 1026"/>
              <a:gd name="T5" fmla="*/ 626543 h 461"/>
              <a:gd name="T6" fmla="*/ 153041 w 1026"/>
              <a:gd name="T7" fmla="*/ 610055 h 461"/>
              <a:gd name="T8" fmla="*/ 223002 w 1026"/>
              <a:gd name="T9" fmla="*/ 610055 h 461"/>
              <a:gd name="T10" fmla="*/ 257983 w 1026"/>
              <a:gd name="T11" fmla="*/ 486395 h 461"/>
              <a:gd name="T12" fmla="*/ 262355 w 1026"/>
              <a:gd name="T13" fmla="*/ 354491 h 461"/>
              <a:gd name="T14" fmla="*/ 266728 w 1026"/>
              <a:gd name="T15" fmla="*/ 338003 h 461"/>
              <a:gd name="T16" fmla="*/ 275473 w 1026"/>
              <a:gd name="T17" fmla="*/ 284418 h 461"/>
              <a:gd name="T18" fmla="*/ 288591 w 1026"/>
              <a:gd name="T19" fmla="*/ 247320 h 461"/>
              <a:gd name="T20" fmla="*/ 310454 w 1026"/>
              <a:gd name="T21" fmla="*/ 131904 h 461"/>
              <a:gd name="T22" fmla="*/ 332317 w 1026"/>
              <a:gd name="T23" fmla="*/ 24732 h 461"/>
              <a:gd name="T24" fmla="*/ 367297 w 1026"/>
              <a:gd name="T25" fmla="*/ 4122 h 461"/>
              <a:gd name="T26" fmla="*/ 380415 w 1026"/>
              <a:gd name="T27" fmla="*/ 0 h 461"/>
              <a:gd name="T28" fmla="*/ 467867 w 1026"/>
              <a:gd name="T29" fmla="*/ 37098 h 461"/>
              <a:gd name="T30" fmla="*/ 529083 w 1026"/>
              <a:gd name="T31" fmla="*/ 37098 h 461"/>
              <a:gd name="T32" fmla="*/ 564064 w 1026"/>
              <a:gd name="T33" fmla="*/ 111294 h 461"/>
              <a:gd name="T34" fmla="*/ 581554 w 1026"/>
              <a:gd name="T35" fmla="*/ 305028 h 461"/>
              <a:gd name="T36" fmla="*/ 607790 w 1026"/>
              <a:gd name="T37" fmla="*/ 502883 h 461"/>
              <a:gd name="T38" fmla="*/ 655888 w 1026"/>
              <a:gd name="T39" fmla="*/ 572957 h 461"/>
              <a:gd name="T40" fmla="*/ 734595 w 1026"/>
              <a:gd name="T41" fmla="*/ 610055 h 461"/>
              <a:gd name="T42" fmla="*/ 787066 w 1026"/>
              <a:gd name="T43" fmla="*/ 618299 h 461"/>
              <a:gd name="T44" fmla="*/ 813301 w 1026"/>
              <a:gd name="T45" fmla="*/ 610055 h 461"/>
              <a:gd name="T46" fmla="*/ 896380 w 1026"/>
              <a:gd name="T47" fmla="*/ 630665 h 461"/>
              <a:gd name="T48" fmla="*/ 931361 w 1026"/>
              <a:gd name="T49" fmla="*/ 618299 h 461"/>
              <a:gd name="T50" fmla="*/ 935734 w 1026"/>
              <a:gd name="T51" fmla="*/ 593567 h 461"/>
              <a:gd name="T52" fmla="*/ 953224 w 1026"/>
              <a:gd name="T53" fmla="*/ 556469 h 461"/>
              <a:gd name="T54" fmla="*/ 979460 w 1026"/>
              <a:gd name="T55" fmla="*/ 432809 h 461"/>
              <a:gd name="T56" fmla="*/ 1005695 w 1026"/>
              <a:gd name="T57" fmla="*/ 234954 h 461"/>
              <a:gd name="T58" fmla="*/ 1036303 w 1026"/>
              <a:gd name="T59" fmla="*/ 111294 h 461"/>
              <a:gd name="T60" fmla="*/ 1080029 w 1026"/>
              <a:gd name="T61" fmla="*/ 32976 h 461"/>
              <a:gd name="T62" fmla="*/ 1171854 w 1026"/>
              <a:gd name="T63" fmla="*/ 61830 h 461"/>
              <a:gd name="T64" fmla="*/ 1211207 w 1026"/>
              <a:gd name="T65" fmla="*/ 90684 h 461"/>
              <a:gd name="T66" fmla="*/ 1263678 w 1026"/>
              <a:gd name="T67" fmla="*/ 94806 h 461"/>
              <a:gd name="T68" fmla="*/ 1268050 w 1026"/>
              <a:gd name="T69" fmla="*/ 115416 h 461"/>
              <a:gd name="T70" fmla="*/ 1281168 w 1026"/>
              <a:gd name="T71" fmla="*/ 185490 h 461"/>
              <a:gd name="T72" fmla="*/ 1313234 w 1026"/>
              <a:gd name="T73" fmla="*/ 366857 h 461"/>
              <a:gd name="T74" fmla="*/ 1346757 w 1026"/>
              <a:gd name="T75" fmla="*/ 498761 h 461"/>
              <a:gd name="T76" fmla="*/ 1403601 w 1026"/>
              <a:gd name="T77" fmla="*/ 593567 h 461"/>
              <a:gd name="T78" fmla="*/ 1495425 w 1026"/>
              <a:gd name="T79" fmla="*/ 622421 h 46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026" h="461">
                <a:moveTo>
                  <a:pt x="0" y="447"/>
                </a:moveTo>
                <a:cubicBezTo>
                  <a:pt x="9" y="449"/>
                  <a:pt x="44" y="457"/>
                  <a:pt x="57" y="459"/>
                </a:cubicBezTo>
                <a:cubicBezTo>
                  <a:pt x="64" y="461"/>
                  <a:pt x="71" y="457"/>
                  <a:pt x="78" y="456"/>
                </a:cubicBezTo>
                <a:cubicBezTo>
                  <a:pt x="88" y="453"/>
                  <a:pt x="95" y="447"/>
                  <a:pt x="105" y="444"/>
                </a:cubicBezTo>
                <a:cubicBezTo>
                  <a:pt x="121" y="445"/>
                  <a:pt x="142" y="455"/>
                  <a:pt x="153" y="444"/>
                </a:cubicBezTo>
                <a:cubicBezTo>
                  <a:pt x="163" y="434"/>
                  <a:pt x="174" y="371"/>
                  <a:pt x="177" y="354"/>
                </a:cubicBezTo>
                <a:cubicBezTo>
                  <a:pt x="178" y="322"/>
                  <a:pt x="178" y="290"/>
                  <a:pt x="180" y="258"/>
                </a:cubicBezTo>
                <a:cubicBezTo>
                  <a:pt x="180" y="254"/>
                  <a:pt x="182" y="250"/>
                  <a:pt x="183" y="246"/>
                </a:cubicBezTo>
                <a:cubicBezTo>
                  <a:pt x="187" y="221"/>
                  <a:pt x="184" y="225"/>
                  <a:pt x="189" y="207"/>
                </a:cubicBezTo>
                <a:cubicBezTo>
                  <a:pt x="192" y="198"/>
                  <a:pt x="198" y="180"/>
                  <a:pt x="198" y="180"/>
                </a:cubicBezTo>
                <a:cubicBezTo>
                  <a:pt x="200" y="148"/>
                  <a:pt x="206" y="126"/>
                  <a:pt x="213" y="96"/>
                </a:cubicBezTo>
                <a:cubicBezTo>
                  <a:pt x="215" y="75"/>
                  <a:pt x="214" y="38"/>
                  <a:pt x="228" y="18"/>
                </a:cubicBezTo>
                <a:cubicBezTo>
                  <a:pt x="238" y="4"/>
                  <a:pt x="231" y="10"/>
                  <a:pt x="252" y="3"/>
                </a:cubicBezTo>
                <a:cubicBezTo>
                  <a:pt x="255" y="2"/>
                  <a:pt x="261" y="0"/>
                  <a:pt x="261" y="0"/>
                </a:cubicBezTo>
                <a:cubicBezTo>
                  <a:pt x="284" y="11"/>
                  <a:pt x="295" y="23"/>
                  <a:pt x="321" y="27"/>
                </a:cubicBezTo>
                <a:cubicBezTo>
                  <a:pt x="335" y="26"/>
                  <a:pt x="355" y="16"/>
                  <a:pt x="363" y="27"/>
                </a:cubicBezTo>
                <a:cubicBezTo>
                  <a:pt x="374" y="42"/>
                  <a:pt x="376" y="65"/>
                  <a:pt x="387" y="81"/>
                </a:cubicBezTo>
                <a:cubicBezTo>
                  <a:pt x="389" y="141"/>
                  <a:pt x="399" y="159"/>
                  <a:pt x="399" y="222"/>
                </a:cubicBezTo>
                <a:cubicBezTo>
                  <a:pt x="401" y="267"/>
                  <a:pt x="413" y="321"/>
                  <a:pt x="417" y="366"/>
                </a:cubicBezTo>
                <a:cubicBezTo>
                  <a:pt x="425" y="397"/>
                  <a:pt x="436" y="404"/>
                  <a:pt x="450" y="417"/>
                </a:cubicBezTo>
                <a:cubicBezTo>
                  <a:pt x="462" y="435"/>
                  <a:pt x="483" y="440"/>
                  <a:pt x="504" y="444"/>
                </a:cubicBezTo>
                <a:cubicBezTo>
                  <a:pt x="518" y="453"/>
                  <a:pt x="522" y="454"/>
                  <a:pt x="540" y="450"/>
                </a:cubicBezTo>
                <a:cubicBezTo>
                  <a:pt x="546" y="448"/>
                  <a:pt x="558" y="444"/>
                  <a:pt x="558" y="444"/>
                </a:cubicBezTo>
                <a:cubicBezTo>
                  <a:pt x="570" y="445"/>
                  <a:pt x="602" y="458"/>
                  <a:pt x="615" y="459"/>
                </a:cubicBezTo>
                <a:cubicBezTo>
                  <a:pt x="622" y="454"/>
                  <a:pt x="633" y="456"/>
                  <a:pt x="639" y="450"/>
                </a:cubicBezTo>
                <a:cubicBezTo>
                  <a:pt x="643" y="445"/>
                  <a:pt x="641" y="438"/>
                  <a:pt x="642" y="432"/>
                </a:cubicBezTo>
                <a:cubicBezTo>
                  <a:pt x="644" y="422"/>
                  <a:pt x="651" y="415"/>
                  <a:pt x="654" y="405"/>
                </a:cubicBezTo>
                <a:cubicBezTo>
                  <a:pt x="658" y="327"/>
                  <a:pt x="656" y="363"/>
                  <a:pt x="672" y="315"/>
                </a:cubicBezTo>
                <a:cubicBezTo>
                  <a:pt x="677" y="266"/>
                  <a:pt x="678" y="219"/>
                  <a:pt x="690" y="171"/>
                </a:cubicBezTo>
                <a:cubicBezTo>
                  <a:pt x="693" y="134"/>
                  <a:pt x="700" y="113"/>
                  <a:pt x="711" y="81"/>
                </a:cubicBezTo>
                <a:cubicBezTo>
                  <a:pt x="714" y="53"/>
                  <a:pt x="712" y="34"/>
                  <a:pt x="741" y="24"/>
                </a:cubicBezTo>
                <a:cubicBezTo>
                  <a:pt x="783" y="28"/>
                  <a:pt x="771" y="37"/>
                  <a:pt x="804" y="45"/>
                </a:cubicBezTo>
                <a:cubicBezTo>
                  <a:pt x="815" y="52"/>
                  <a:pt x="843" y="54"/>
                  <a:pt x="831" y="66"/>
                </a:cubicBezTo>
                <a:cubicBezTo>
                  <a:pt x="842" y="64"/>
                  <a:pt x="856" y="62"/>
                  <a:pt x="867" y="69"/>
                </a:cubicBezTo>
                <a:cubicBezTo>
                  <a:pt x="871" y="72"/>
                  <a:pt x="868" y="79"/>
                  <a:pt x="870" y="84"/>
                </a:cubicBezTo>
                <a:cubicBezTo>
                  <a:pt x="873" y="91"/>
                  <a:pt x="875" y="129"/>
                  <a:pt x="879" y="135"/>
                </a:cubicBezTo>
                <a:cubicBezTo>
                  <a:pt x="884" y="165"/>
                  <a:pt x="893" y="229"/>
                  <a:pt x="901" y="267"/>
                </a:cubicBezTo>
                <a:cubicBezTo>
                  <a:pt x="909" y="305"/>
                  <a:pt x="914" y="335"/>
                  <a:pt x="924" y="363"/>
                </a:cubicBezTo>
                <a:cubicBezTo>
                  <a:pt x="934" y="391"/>
                  <a:pt x="946" y="417"/>
                  <a:pt x="963" y="432"/>
                </a:cubicBezTo>
                <a:cubicBezTo>
                  <a:pt x="980" y="447"/>
                  <a:pt x="1013" y="449"/>
                  <a:pt x="1026" y="453"/>
                </a:cubicBezTo>
              </a:path>
            </a:pathLst>
          </a:custGeom>
          <a:noFill/>
          <a:ln w="57150" cmpd="sng">
            <a:solidFill>
              <a:srgbClr val="333399"/>
            </a:solidFill>
            <a:round/>
            <a:headEnd/>
            <a:tailEnd/>
          </a:ln>
          <a:effectLst/>
        </p:spPr>
        <p:txBody>
          <a:bodyPr wrap="none"/>
          <a:lstStyle/>
          <a:p>
            <a:pPr>
              <a:defRPr/>
            </a:pPr>
            <a:endParaRPr lang="zh-CN" altLang="en-US">
              <a:cs typeface="+mn-cs"/>
            </a:endParaRPr>
          </a:p>
        </p:txBody>
      </p:sp>
      <p:sp>
        <p:nvSpPr>
          <p:cNvPr id="71689" name="Text Box 10">
            <a:extLst>
              <a:ext uri="{FF2B5EF4-FFF2-40B4-BE49-F238E27FC236}">
                <a16:creationId xmlns:a16="http://schemas.microsoft.com/office/drawing/2014/main" id="{A1B6A0AA-5B8E-064B-A7AE-301DF29C1F55}"/>
              </a:ext>
            </a:extLst>
          </p:cNvPr>
          <p:cNvSpPr txBox="1">
            <a:spLocks noChangeArrowheads="1"/>
          </p:cNvSpPr>
          <p:nvPr/>
        </p:nvSpPr>
        <p:spPr bwMode="auto">
          <a:xfrm>
            <a:off x="2708612" y="1541609"/>
            <a:ext cx="326243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ea typeface="宋体" panose="02010600030101010101" pitchFamily="2" charset="-122"/>
              </a:rPr>
              <a:t>实际的信道</a:t>
            </a:r>
          </a:p>
          <a:p>
            <a:pPr algn="ctr" eaLnBrk="1" hangingPunct="1">
              <a:spcBef>
                <a:spcPct val="0"/>
              </a:spcBef>
              <a:buClrTx/>
              <a:buSzTx/>
              <a:buFontTx/>
              <a:buNone/>
            </a:pPr>
            <a:r>
              <a:rPr kumimoji="1" lang="zh-CN" altLang="en-US" sz="1500">
                <a:ea typeface="宋体" panose="02010600030101010101" pitchFamily="2" charset="-122"/>
              </a:rPr>
              <a:t>（带宽受限、有噪声、干扰和失真）</a:t>
            </a:r>
          </a:p>
        </p:txBody>
      </p:sp>
      <p:sp>
        <p:nvSpPr>
          <p:cNvPr id="71690" name="Text Box 11">
            <a:extLst>
              <a:ext uri="{FF2B5EF4-FFF2-40B4-BE49-F238E27FC236}">
                <a16:creationId xmlns:a16="http://schemas.microsoft.com/office/drawing/2014/main" id="{7C4EBE7C-74E1-9549-87C0-0B6B983D39FB}"/>
              </a:ext>
            </a:extLst>
          </p:cNvPr>
          <p:cNvSpPr txBox="1">
            <a:spLocks noChangeArrowheads="1"/>
          </p:cNvSpPr>
          <p:nvPr/>
        </p:nvSpPr>
        <p:spPr bwMode="auto">
          <a:xfrm>
            <a:off x="1504950" y="2266701"/>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发送信号波形</a:t>
            </a:r>
          </a:p>
        </p:txBody>
      </p:sp>
      <p:sp>
        <p:nvSpPr>
          <p:cNvPr id="71691" name="Text Box 12">
            <a:extLst>
              <a:ext uri="{FF2B5EF4-FFF2-40B4-BE49-F238E27FC236}">
                <a16:creationId xmlns:a16="http://schemas.microsoft.com/office/drawing/2014/main" id="{BA9178B6-5C81-2247-B2BC-EB0023F605A7}"/>
              </a:ext>
            </a:extLst>
          </p:cNvPr>
          <p:cNvSpPr txBox="1">
            <a:spLocks noChangeArrowheads="1"/>
          </p:cNvSpPr>
          <p:nvPr/>
        </p:nvSpPr>
        <p:spPr bwMode="auto">
          <a:xfrm>
            <a:off x="5948362" y="2277416"/>
            <a:ext cx="14430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接收信号波形</a:t>
            </a:r>
          </a:p>
        </p:txBody>
      </p:sp>
      <p:grpSp>
        <p:nvGrpSpPr>
          <p:cNvPr id="32792" name="Group 24">
            <a:extLst>
              <a:ext uri="{FF2B5EF4-FFF2-40B4-BE49-F238E27FC236}">
                <a16:creationId xmlns:a16="http://schemas.microsoft.com/office/drawing/2014/main" id="{EEA12F47-2E78-4643-90B8-0C4F0CC3149F}"/>
              </a:ext>
            </a:extLst>
          </p:cNvPr>
          <p:cNvGrpSpPr>
            <a:grpSpLocks/>
          </p:cNvGrpSpPr>
          <p:nvPr/>
        </p:nvGrpSpPr>
        <p:grpSpPr bwMode="auto">
          <a:xfrm>
            <a:off x="1504950" y="3277647"/>
            <a:ext cx="5875735" cy="1092994"/>
            <a:chOff x="304" y="2886"/>
            <a:chExt cx="4935" cy="918"/>
          </a:xfrm>
        </p:grpSpPr>
        <p:sp>
          <p:nvSpPr>
            <p:cNvPr id="32781" name="AutoShape 13">
              <a:extLst>
                <a:ext uri="{FF2B5EF4-FFF2-40B4-BE49-F238E27FC236}">
                  <a16:creationId xmlns:a16="http://schemas.microsoft.com/office/drawing/2014/main" id="{07637257-B57E-8141-896A-4F90C4B63CE3}"/>
                </a:ext>
              </a:extLst>
            </p:cNvPr>
            <p:cNvSpPr>
              <a:spLocks noChangeArrowheads="1"/>
            </p:cNvSpPr>
            <p:nvPr/>
          </p:nvSpPr>
          <p:spPr bwMode="auto">
            <a:xfrm rot="-5400000">
              <a:off x="2600" y="2210"/>
              <a:ext cx="250" cy="2558"/>
            </a:xfrm>
            <a:prstGeom prst="can">
              <a:avLst>
                <a:gd name="adj" fmla="val 66508"/>
              </a:avLst>
            </a:prstGeom>
            <a:gradFill rotWithShape="1">
              <a:gsLst>
                <a:gs pos="0">
                  <a:srgbClr val="EAEAEA">
                    <a:gamma/>
                    <a:shade val="46275"/>
                    <a:invGamma/>
                  </a:srgbClr>
                </a:gs>
                <a:gs pos="50000">
                  <a:srgbClr val="EAEAEA"/>
                </a:gs>
                <a:gs pos="100000">
                  <a:srgbClr val="EAEAEA">
                    <a:gamma/>
                    <a:shade val="46275"/>
                    <a:invGamma/>
                  </a:srgbClr>
                </a:gs>
              </a:gsLst>
              <a:lin ang="0" scaled="1"/>
            </a:gradFill>
            <a:ln w="9525">
              <a:solidFill>
                <a:srgbClr val="000000"/>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32782" name="Freeform 14">
              <a:extLst>
                <a:ext uri="{FF2B5EF4-FFF2-40B4-BE49-F238E27FC236}">
                  <a16:creationId xmlns:a16="http://schemas.microsoft.com/office/drawing/2014/main" id="{65D92C03-9B59-A949-B658-26977F521CEE}"/>
                </a:ext>
              </a:extLst>
            </p:cNvPr>
            <p:cNvSpPr>
              <a:spLocks/>
            </p:cNvSpPr>
            <p:nvPr/>
          </p:nvSpPr>
          <p:spPr bwMode="auto">
            <a:xfrm>
              <a:off x="343" y="2991"/>
              <a:ext cx="970" cy="415"/>
            </a:xfrm>
            <a:custGeom>
              <a:avLst/>
              <a:gdLst>
                <a:gd name="T0" fmla="*/ 0 w 1056"/>
                <a:gd name="T1" fmla="*/ 415 h 480"/>
                <a:gd name="T2" fmla="*/ 132 w 1056"/>
                <a:gd name="T3" fmla="*/ 415 h 480"/>
                <a:gd name="T4" fmla="*/ 132 w 1056"/>
                <a:gd name="T5" fmla="*/ 0 h 480"/>
                <a:gd name="T6" fmla="*/ 353 w 1056"/>
                <a:gd name="T7" fmla="*/ 0 h 480"/>
                <a:gd name="T8" fmla="*/ 353 w 1056"/>
                <a:gd name="T9" fmla="*/ 415 h 480"/>
                <a:gd name="T10" fmla="*/ 573 w 1056"/>
                <a:gd name="T11" fmla="*/ 415 h 480"/>
                <a:gd name="T12" fmla="*/ 573 w 1056"/>
                <a:gd name="T13" fmla="*/ 0 h 480"/>
                <a:gd name="T14" fmla="*/ 794 w 1056"/>
                <a:gd name="T15" fmla="*/ 0 h 480"/>
                <a:gd name="T16" fmla="*/ 794 w 1056"/>
                <a:gd name="T17" fmla="*/ 415 h 480"/>
                <a:gd name="T18" fmla="*/ 970 w 1056"/>
                <a:gd name="T19" fmla="*/ 415 h 4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38100" cmpd="sng">
              <a:solidFill>
                <a:srgbClr val="333399"/>
              </a:solidFill>
              <a:round/>
              <a:headEnd/>
              <a:tailEnd/>
            </a:ln>
            <a:effectLst/>
          </p:spPr>
          <p:txBody>
            <a:bodyPr wrap="none"/>
            <a:lstStyle/>
            <a:p>
              <a:pPr>
                <a:defRPr/>
              </a:pPr>
              <a:endParaRPr lang="zh-CN" altLang="en-US">
                <a:cs typeface="+mn-cs"/>
              </a:endParaRPr>
            </a:p>
          </p:txBody>
        </p:sp>
        <p:sp>
          <p:nvSpPr>
            <p:cNvPr id="32783" name="Line 15">
              <a:extLst>
                <a:ext uri="{FF2B5EF4-FFF2-40B4-BE49-F238E27FC236}">
                  <a16:creationId xmlns:a16="http://schemas.microsoft.com/office/drawing/2014/main" id="{452849D1-CEFD-B448-8AFE-6D4241DB4015}"/>
                </a:ext>
              </a:extLst>
            </p:cNvPr>
            <p:cNvSpPr>
              <a:spLocks noChangeShapeType="1"/>
            </p:cNvSpPr>
            <p:nvPr/>
          </p:nvSpPr>
          <p:spPr bwMode="auto">
            <a:xfrm>
              <a:off x="343" y="3489"/>
              <a:ext cx="1235" cy="0"/>
            </a:xfrm>
            <a:prstGeom prst="line">
              <a:avLst/>
            </a:prstGeom>
            <a:noFill/>
            <a:ln w="28575">
              <a:solidFill>
                <a:srgbClr val="333399"/>
              </a:solidFill>
              <a:round/>
              <a:headEnd/>
              <a:tailEnd type="triangle" w="med" len="lg"/>
            </a:ln>
            <a:effectLst/>
          </p:spPr>
          <p:txBody>
            <a:bodyPr wrap="none"/>
            <a:lstStyle/>
            <a:p>
              <a:pPr algn="ctr" eaLnBrk="1" hangingPunct="1">
                <a:defRPr/>
              </a:pPr>
              <a:endParaRPr lang="zh-CN" altLang="en-US">
                <a:latin typeface="Tahoma" charset="0"/>
                <a:ea typeface="宋体" charset="-122"/>
                <a:cs typeface="+mn-cs"/>
              </a:endParaRPr>
            </a:p>
          </p:txBody>
        </p:sp>
        <p:sp>
          <p:nvSpPr>
            <p:cNvPr id="32784" name="Freeform 16">
              <a:extLst>
                <a:ext uri="{FF2B5EF4-FFF2-40B4-BE49-F238E27FC236}">
                  <a16:creationId xmlns:a16="http://schemas.microsoft.com/office/drawing/2014/main" id="{92E88D67-4391-9243-92BE-A1DC6ED8CBD8}"/>
                </a:ext>
              </a:extLst>
            </p:cNvPr>
            <p:cNvSpPr>
              <a:spLocks/>
            </p:cNvSpPr>
            <p:nvPr/>
          </p:nvSpPr>
          <p:spPr bwMode="auto">
            <a:xfrm>
              <a:off x="4180" y="2991"/>
              <a:ext cx="971" cy="415"/>
            </a:xfrm>
            <a:custGeom>
              <a:avLst/>
              <a:gdLst>
                <a:gd name="T0" fmla="*/ 0 w 1056"/>
                <a:gd name="T1" fmla="*/ 415 h 480"/>
                <a:gd name="T2" fmla="*/ 132 w 1056"/>
                <a:gd name="T3" fmla="*/ 415 h 480"/>
                <a:gd name="T4" fmla="*/ 132 w 1056"/>
                <a:gd name="T5" fmla="*/ 0 h 480"/>
                <a:gd name="T6" fmla="*/ 353 w 1056"/>
                <a:gd name="T7" fmla="*/ 0 h 480"/>
                <a:gd name="T8" fmla="*/ 353 w 1056"/>
                <a:gd name="T9" fmla="*/ 415 h 480"/>
                <a:gd name="T10" fmla="*/ 574 w 1056"/>
                <a:gd name="T11" fmla="*/ 415 h 480"/>
                <a:gd name="T12" fmla="*/ 574 w 1056"/>
                <a:gd name="T13" fmla="*/ 0 h 480"/>
                <a:gd name="T14" fmla="*/ 794 w 1056"/>
                <a:gd name="T15" fmla="*/ 0 h 480"/>
                <a:gd name="T16" fmla="*/ 794 w 1056"/>
                <a:gd name="T17" fmla="*/ 415 h 480"/>
                <a:gd name="T18" fmla="*/ 971 w 1056"/>
                <a:gd name="T19" fmla="*/ 415 h 4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19050" cap="flat" cmpd="sng">
              <a:solidFill>
                <a:srgbClr val="333399"/>
              </a:solidFill>
              <a:prstDash val="dashDot"/>
              <a:round/>
              <a:headEnd/>
              <a:tailEnd/>
            </a:ln>
            <a:effectLst/>
          </p:spPr>
          <p:txBody>
            <a:bodyPr wrap="none"/>
            <a:lstStyle/>
            <a:p>
              <a:pPr>
                <a:defRPr/>
              </a:pPr>
              <a:endParaRPr lang="zh-CN" altLang="en-US">
                <a:cs typeface="+mn-cs"/>
              </a:endParaRPr>
            </a:p>
          </p:txBody>
        </p:sp>
        <p:sp>
          <p:nvSpPr>
            <p:cNvPr id="32785" name="Line 17">
              <a:extLst>
                <a:ext uri="{FF2B5EF4-FFF2-40B4-BE49-F238E27FC236}">
                  <a16:creationId xmlns:a16="http://schemas.microsoft.com/office/drawing/2014/main" id="{954F203A-5008-6E42-B741-DF7B4B22F634}"/>
                </a:ext>
              </a:extLst>
            </p:cNvPr>
            <p:cNvSpPr>
              <a:spLocks noChangeShapeType="1"/>
            </p:cNvSpPr>
            <p:nvPr/>
          </p:nvSpPr>
          <p:spPr bwMode="auto">
            <a:xfrm>
              <a:off x="4004" y="3489"/>
              <a:ext cx="1235" cy="0"/>
            </a:xfrm>
            <a:prstGeom prst="line">
              <a:avLst/>
            </a:prstGeom>
            <a:noFill/>
            <a:ln w="28575">
              <a:solidFill>
                <a:srgbClr val="333399"/>
              </a:solidFill>
              <a:round/>
              <a:headEnd/>
              <a:tailEnd type="triangle" w="med" len="lg"/>
            </a:ln>
            <a:effectLst/>
          </p:spPr>
          <p:txBody>
            <a:bodyPr wrap="none"/>
            <a:lstStyle/>
            <a:p>
              <a:pPr algn="ctr" eaLnBrk="1" hangingPunct="1">
                <a:defRPr/>
              </a:pPr>
              <a:endParaRPr lang="zh-CN" altLang="en-US">
                <a:latin typeface="Tahoma" charset="0"/>
                <a:ea typeface="宋体" charset="-122"/>
                <a:cs typeface="+mn-cs"/>
              </a:endParaRPr>
            </a:p>
          </p:txBody>
        </p:sp>
        <p:sp>
          <p:nvSpPr>
            <p:cNvPr id="32786" name="Freeform 18">
              <a:extLst>
                <a:ext uri="{FF2B5EF4-FFF2-40B4-BE49-F238E27FC236}">
                  <a16:creationId xmlns:a16="http://schemas.microsoft.com/office/drawing/2014/main" id="{763D68A9-BA36-3841-94F4-B625AFC35D5B}"/>
                </a:ext>
              </a:extLst>
            </p:cNvPr>
            <p:cNvSpPr>
              <a:spLocks/>
            </p:cNvSpPr>
            <p:nvPr/>
          </p:nvSpPr>
          <p:spPr bwMode="auto">
            <a:xfrm>
              <a:off x="4186" y="3270"/>
              <a:ext cx="934" cy="124"/>
            </a:xfrm>
            <a:custGeom>
              <a:avLst/>
              <a:gdLst>
                <a:gd name="T0" fmla="*/ 0 w 1017"/>
                <a:gd name="T1" fmla="*/ 95 h 143"/>
                <a:gd name="T2" fmla="*/ 52 w 1017"/>
                <a:gd name="T3" fmla="*/ 113 h 143"/>
                <a:gd name="T4" fmla="*/ 77 w 1017"/>
                <a:gd name="T5" fmla="*/ 113 h 143"/>
                <a:gd name="T6" fmla="*/ 105 w 1017"/>
                <a:gd name="T7" fmla="*/ 79 h 143"/>
                <a:gd name="T8" fmla="*/ 149 w 1017"/>
                <a:gd name="T9" fmla="*/ 29 h 143"/>
                <a:gd name="T10" fmla="*/ 165 w 1017"/>
                <a:gd name="T11" fmla="*/ 50 h 143"/>
                <a:gd name="T12" fmla="*/ 174 w 1017"/>
                <a:gd name="T13" fmla="*/ 95 h 143"/>
                <a:gd name="T14" fmla="*/ 185 w 1017"/>
                <a:gd name="T15" fmla="*/ 66 h 143"/>
                <a:gd name="T16" fmla="*/ 201 w 1017"/>
                <a:gd name="T17" fmla="*/ 71 h 143"/>
                <a:gd name="T18" fmla="*/ 231 w 1017"/>
                <a:gd name="T19" fmla="*/ 69 h 143"/>
                <a:gd name="T20" fmla="*/ 300 w 1017"/>
                <a:gd name="T21" fmla="*/ 87 h 143"/>
                <a:gd name="T22" fmla="*/ 322 w 1017"/>
                <a:gd name="T23" fmla="*/ 105 h 143"/>
                <a:gd name="T24" fmla="*/ 375 w 1017"/>
                <a:gd name="T25" fmla="*/ 69 h 143"/>
                <a:gd name="T26" fmla="*/ 427 w 1017"/>
                <a:gd name="T27" fmla="*/ 89 h 143"/>
                <a:gd name="T28" fmla="*/ 466 w 1017"/>
                <a:gd name="T29" fmla="*/ 105 h 143"/>
                <a:gd name="T30" fmla="*/ 518 w 1017"/>
                <a:gd name="T31" fmla="*/ 105 h 143"/>
                <a:gd name="T32" fmla="*/ 565 w 1017"/>
                <a:gd name="T33" fmla="*/ 76 h 143"/>
                <a:gd name="T34" fmla="*/ 587 w 1017"/>
                <a:gd name="T35" fmla="*/ 61 h 143"/>
                <a:gd name="T36" fmla="*/ 603 w 1017"/>
                <a:gd name="T37" fmla="*/ 95 h 143"/>
                <a:gd name="T38" fmla="*/ 617 w 1017"/>
                <a:gd name="T39" fmla="*/ 42 h 143"/>
                <a:gd name="T40" fmla="*/ 642 w 1017"/>
                <a:gd name="T41" fmla="*/ 35 h 143"/>
                <a:gd name="T42" fmla="*/ 694 w 1017"/>
                <a:gd name="T43" fmla="*/ 55 h 143"/>
                <a:gd name="T44" fmla="*/ 736 w 1017"/>
                <a:gd name="T45" fmla="*/ 58 h 143"/>
                <a:gd name="T46" fmla="*/ 766 w 1017"/>
                <a:gd name="T47" fmla="*/ 84 h 143"/>
                <a:gd name="T48" fmla="*/ 802 w 1017"/>
                <a:gd name="T49" fmla="*/ 100 h 143"/>
                <a:gd name="T50" fmla="*/ 818 w 1017"/>
                <a:gd name="T51" fmla="*/ 74 h 143"/>
                <a:gd name="T52" fmla="*/ 838 w 1017"/>
                <a:gd name="T53" fmla="*/ 89 h 143"/>
                <a:gd name="T54" fmla="*/ 851 w 1017"/>
                <a:gd name="T55" fmla="*/ 58 h 143"/>
                <a:gd name="T56" fmla="*/ 893 w 1017"/>
                <a:gd name="T57" fmla="*/ 97 h 143"/>
                <a:gd name="T58" fmla="*/ 934 w 1017"/>
                <a:gd name="T59" fmla="*/ 105 h 14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017" h="143">
                  <a:moveTo>
                    <a:pt x="0" y="109"/>
                  </a:moveTo>
                  <a:cubicBezTo>
                    <a:pt x="9" y="111"/>
                    <a:pt x="44" y="128"/>
                    <a:pt x="57" y="130"/>
                  </a:cubicBezTo>
                  <a:cubicBezTo>
                    <a:pt x="64" y="132"/>
                    <a:pt x="77" y="131"/>
                    <a:pt x="84" y="130"/>
                  </a:cubicBezTo>
                  <a:cubicBezTo>
                    <a:pt x="94" y="127"/>
                    <a:pt x="104" y="94"/>
                    <a:pt x="114" y="91"/>
                  </a:cubicBezTo>
                  <a:cubicBezTo>
                    <a:pt x="130" y="92"/>
                    <a:pt x="151" y="45"/>
                    <a:pt x="162" y="34"/>
                  </a:cubicBezTo>
                  <a:cubicBezTo>
                    <a:pt x="172" y="24"/>
                    <a:pt x="177" y="75"/>
                    <a:pt x="180" y="58"/>
                  </a:cubicBezTo>
                  <a:cubicBezTo>
                    <a:pt x="181" y="26"/>
                    <a:pt x="187" y="141"/>
                    <a:pt x="189" y="109"/>
                  </a:cubicBezTo>
                  <a:cubicBezTo>
                    <a:pt x="189" y="105"/>
                    <a:pt x="200" y="80"/>
                    <a:pt x="201" y="76"/>
                  </a:cubicBezTo>
                  <a:cubicBezTo>
                    <a:pt x="205" y="51"/>
                    <a:pt x="214" y="100"/>
                    <a:pt x="219" y="82"/>
                  </a:cubicBezTo>
                  <a:cubicBezTo>
                    <a:pt x="222" y="73"/>
                    <a:pt x="252" y="79"/>
                    <a:pt x="252" y="79"/>
                  </a:cubicBezTo>
                  <a:cubicBezTo>
                    <a:pt x="254" y="47"/>
                    <a:pt x="320" y="130"/>
                    <a:pt x="327" y="100"/>
                  </a:cubicBezTo>
                  <a:cubicBezTo>
                    <a:pt x="355" y="75"/>
                    <a:pt x="322" y="123"/>
                    <a:pt x="351" y="121"/>
                  </a:cubicBezTo>
                  <a:cubicBezTo>
                    <a:pt x="364" y="92"/>
                    <a:pt x="396" y="88"/>
                    <a:pt x="408" y="79"/>
                  </a:cubicBezTo>
                  <a:cubicBezTo>
                    <a:pt x="425" y="79"/>
                    <a:pt x="448" y="96"/>
                    <a:pt x="465" y="103"/>
                  </a:cubicBezTo>
                  <a:cubicBezTo>
                    <a:pt x="477" y="121"/>
                    <a:pt x="486" y="117"/>
                    <a:pt x="507" y="121"/>
                  </a:cubicBezTo>
                  <a:cubicBezTo>
                    <a:pt x="523" y="128"/>
                    <a:pt x="546" y="114"/>
                    <a:pt x="564" y="121"/>
                  </a:cubicBezTo>
                  <a:cubicBezTo>
                    <a:pt x="576" y="122"/>
                    <a:pt x="602" y="87"/>
                    <a:pt x="615" y="88"/>
                  </a:cubicBezTo>
                  <a:cubicBezTo>
                    <a:pt x="628" y="90"/>
                    <a:pt x="632" y="67"/>
                    <a:pt x="639" y="70"/>
                  </a:cubicBezTo>
                  <a:cubicBezTo>
                    <a:pt x="641" y="60"/>
                    <a:pt x="654" y="119"/>
                    <a:pt x="657" y="109"/>
                  </a:cubicBezTo>
                  <a:cubicBezTo>
                    <a:pt x="661" y="31"/>
                    <a:pt x="656" y="97"/>
                    <a:pt x="672" y="49"/>
                  </a:cubicBezTo>
                  <a:cubicBezTo>
                    <a:pt x="677" y="0"/>
                    <a:pt x="687" y="88"/>
                    <a:pt x="699" y="40"/>
                  </a:cubicBezTo>
                  <a:cubicBezTo>
                    <a:pt x="712" y="40"/>
                    <a:pt x="737" y="85"/>
                    <a:pt x="756" y="64"/>
                  </a:cubicBezTo>
                  <a:cubicBezTo>
                    <a:pt x="798" y="68"/>
                    <a:pt x="768" y="59"/>
                    <a:pt x="801" y="67"/>
                  </a:cubicBezTo>
                  <a:cubicBezTo>
                    <a:pt x="820" y="26"/>
                    <a:pt x="822" y="143"/>
                    <a:pt x="834" y="97"/>
                  </a:cubicBezTo>
                  <a:cubicBezTo>
                    <a:pt x="838" y="100"/>
                    <a:pt x="871" y="110"/>
                    <a:pt x="873" y="115"/>
                  </a:cubicBezTo>
                  <a:cubicBezTo>
                    <a:pt x="876" y="122"/>
                    <a:pt x="887" y="79"/>
                    <a:pt x="891" y="85"/>
                  </a:cubicBezTo>
                  <a:cubicBezTo>
                    <a:pt x="896" y="115"/>
                    <a:pt x="906" y="106"/>
                    <a:pt x="912" y="103"/>
                  </a:cubicBezTo>
                  <a:cubicBezTo>
                    <a:pt x="918" y="100"/>
                    <a:pt x="917" y="65"/>
                    <a:pt x="927" y="67"/>
                  </a:cubicBezTo>
                  <a:cubicBezTo>
                    <a:pt x="937" y="69"/>
                    <a:pt x="957" y="103"/>
                    <a:pt x="972" y="112"/>
                  </a:cubicBezTo>
                  <a:cubicBezTo>
                    <a:pt x="987" y="121"/>
                    <a:pt x="1005" y="112"/>
                    <a:pt x="1017" y="121"/>
                  </a:cubicBezTo>
                </a:path>
              </a:pathLst>
            </a:custGeom>
            <a:noFill/>
            <a:ln w="57150" cmpd="sng">
              <a:solidFill>
                <a:srgbClr val="333399"/>
              </a:solidFill>
              <a:round/>
              <a:headEnd/>
              <a:tailEnd/>
            </a:ln>
            <a:effectLst/>
          </p:spPr>
          <p:txBody>
            <a:bodyPr wrap="none"/>
            <a:lstStyle/>
            <a:p>
              <a:pPr>
                <a:defRPr/>
              </a:pPr>
              <a:endParaRPr lang="zh-CN" altLang="en-US">
                <a:cs typeface="+mn-cs"/>
              </a:endParaRPr>
            </a:p>
          </p:txBody>
        </p:sp>
        <p:sp>
          <p:nvSpPr>
            <p:cNvPr id="71700" name="Text Box 19">
              <a:extLst>
                <a:ext uri="{FF2B5EF4-FFF2-40B4-BE49-F238E27FC236}">
                  <a16:creationId xmlns:a16="http://schemas.microsoft.com/office/drawing/2014/main" id="{15985312-E1BF-8A43-9DFE-A629A4062BFA}"/>
                </a:ext>
              </a:extLst>
            </p:cNvPr>
            <p:cNvSpPr txBox="1">
              <a:spLocks noChangeArrowheads="1"/>
            </p:cNvSpPr>
            <p:nvPr/>
          </p:nvSpPr>
          <p:spPr bwMode="auto">
            <a:xfrm>
              <a:off x="304" y="3503"/>
              <a:ext cx="1124"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发送信号波形</a:t>
              </a:r>
            </a:p>
          </p:txBody>
        </p:sp>
        <p:sp>
          <p:nvSpPr>
            <p:cNvPr id="71701" name="Text Box 22">
              <a:extLst>
                <a:ext uri="{FF2B5EF4-FFF2-40B4-BE49-F238E27FC236}">
                  <a16:creationId xmlns:a16="http://schemas.microsoft.com/office/drawing/2014/main" id="{1BAA0157-663A-FD43-9D0A-C4FD61969860}"/>
                </a:ext>
              </a:extLst>
            </p:cNvPr>
            <p:cNvSpPr txBox="1">
              <a:spLocks noChangeArrowheads="1"/>
            </p:cNvSpPr>
            <p:nvPr/>
          </p:nvSpPr>
          <p:spPr bwMode="auto">
            <a:xfrm>
              <a:off x="1328" y="2886"/>
              <a:ext cx="2740"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ea typeface="宋体" panose="02010600030101010101" pitchFamily="2" charset="-122"/>
                </a:rPr>
                <a:t>实际的信道</a:t>
              </a:r>
            </a:p>
            <a:p>
              <a:pPr algn="ctr" eaLnBrk="1" hangingPunct="1">
                <a:spcBef>
                  <a:spcPct val="0"/>
                </a:spcBef>
                <a:buClrTx/>
                <a:buSzTx/>
                <a:buFontTx/>
                <a:buNone/>
              </a:pPr>
              <a:r>
                <a:rPr kumimoji="1" lang="zh-CN" altLang="en-US" sz="1500">
                  <a:ea typeface="宋体" panose="02010600030101010101" pitchFamily="2" charset="-122"/>
                </a:rPr>
                <a:t>（带宽受限、有噪声、干扰和失真）</a:t>
              </a:r>
            </a:p>
          </p:txBody>
        </p:sp>
        <p:sp>
          <p:nvSpPr>
            <p:cNvPr id="71702" name="Text Box 23">
              <a:extLst>
                <a:ext uri="{FF2B5EF4-FFF2-40B4-BE49-F238E27FC236}">
                  <a16:creationId xmlns:a16="http://schemas.microsoft.com/office/drawing/2014/main" id="{253DDA36-B176-BC41-A827-6607BEC079C6}"/>
                </a:ext>
              </a:extLst>
            </p:cNvPr>
            <p:cNvSpPr txBox="1">
              <a:spLocks noChangeArrowheads="1"/>
            </p:cNvSpPr>
            <p:nvPr/>
          </p:nvSpPr>
          <p:spPr bwMode="auto">
            <a:xfrm>
              <a:off x="3991" y="3533"/>
              <a:ext cx="1167"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接收信号波形</a:t>
              </a:r>
            </a:p>
          </p:txBody>
        </p:sp>
      </p:grpSp>
      <p:sp>
        <p:nvSpPr>
          <p:cNvPr id="71693" name="幻灯片编号占位符 1">
            <a:extLst>
              <a:ext uri="{FF2B5EF4-FFF2-40B4-BE49-F238E27FC236}">
                <a16:creationId xmlns:a16="http://schemas.microsoft.com/office/drawing/2014/main" id="{6857C05F-96A5-3640-AFD1-20A264ABFB11}"/>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3E6CC09-47AA-164E-8786-D119DF29C063}"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28</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4345650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1">
                                            <p:txEl>
                                              <p:pRg st="4" end="4"/>
                                            </p:txEl>
                                          </p:spTgt>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0"/>
                                  </p:stCondLst>
                                  <p:childTnLst>
                                    <p:set>
                                      <p:cBhvr>
                                        <p:cTn id="9" dur="1" fill="hold">
                                          <p:stCondLst>
                                            <p:cond delay="0"/>
                                          </p:stCondLst>
                                        </p:cTn>
                                        <p:tgtEl>
                                          <p:spTgt spid="327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C6A0381A-E0A6-EC4D-BDF1-9B6F4C6922EC}"/>
              </a:ext>
            </a:extLst>
          </p:cNvPr>
          <p:cNvSpPr>
            <a:spLocks noGrp="1" noChangeArrowheads="1"/>
          </p:cNvSpPr>
          <p:nvPr>
            <p:ph type="title"/>
          </p:nvPr>
        </p:nvSpPr>
        <p:spPr/>
        <p:txBody>
          <a:bodyPr/>
          <a:lstStyle/>
          <a:p>
            <a:pPr marL="628650" indent="-628650" eaLnBrk="1" hangingPunct="1">
              <a:buFontTx/>
              <a:buAutoNum type="arabicParenBoth"/>
            </a:pPr>
            <a:r>
              <a:rPr lang="zh-CN" altLang="en-US" dirty="0">
                <a:latin typeface="Times New Roman" panose="02020603050405020304" pitchFamily="18" charset="0"/>
                <a:ea typeface="宋体" panose="02010600030101010101" pitchFamily="2" charset="-122"/>
              </a:rPr>
              <a:t>信道能够通过的频率范围</a:t>
            </a:r>
          </a:p>
        </p:txBody>
      </p:sp>
      <p:sp>
        <p:nvSpPr>
          <p:cNvPr id="33795" name="Rectangle 3">
            <a:extLst>
              <a:ext uri="{FF2B5EF4-FFF2-40B4-BE49-F238E27FC236}">
                <a16:creationId xmlns:a16="http://schemas.microsoft.com/office/drawing/2014/main" id="{5D71FB52-819C-7041-A481-22BF56F23878}"/>
              </a:ext>
            </a:extLst>
          </p:cNvPr>
          <p:cNvSpPr>
            <a:spLocks noGrp="1" noChangeArrowheads="1"/>
          </p:cNvSpPr>
          <p:nvPr>
            <p:ph type="body" idx="1"/>
          </p:nvPr>
        </p:nvSpPr>
        <p:spPr>
          <a:xfrm>
            <a:off x="251460" y="1085850"/>
            <a:ext cx="8687056" cy="3840957"/>
          </a:xfrm>
        </p:spPr>
        <p:txBody>
          <a:bodyPr/>
          <a:lstStyle/>
          <a:p>
            <a:pPr eaLnBrk="1" hangingPunct="1"/>
            <a:r>
              <a:rPr lang="en-US" altLang="zh-CN" dirty="0">
                <a:ea typeface="宋体" panose="02010600030101010101" pitchFamily="2" charset="-122"/>
              </a:rPr>
              <a:t>1924 </a:t>
            </a:r>
            <a:r>
              <a:rPr lang="zh-CN" altLang="en-US" dirty="0">
                <a:ea typeface="宋体" panose="02010600030101010101" pitchFamily="2" charset="-122"/>
              </a:rPr>
              <a:t>年，奈奎斯特</a:t>
            </a:r>
            <a:r>
              <a:rPr lang="en-US" altLang="zh-CN" dirty="0">
                <a:ea typeface="宋体" panose="02010600030101010101" pitchFamily="2" charset="-122"/>
              </a:rPr>
              <a:t>(Nyquist)</a:t>
            </a:r>
            <a:r>
              <a:rPr lang="zh-CN" altLang="en-US" dirty="0">
                <a:ea typeface="宋体" panose="02010600030101010101" pitchFamily="2" charset="-122"/>
              </a:rPr>
              <a:t>就推导出了著名的</a:t>
            </a:r>
            <a:r>
              <a:rPr lang="zh-CN" altLang="en-US" dirty="0">
                <a:solidFill>
                  <a:schemeClr val="hlink"/>
                </a:solidFill>
                <a:ea typeface="宋体" panose="02010600030101010101" pitchFamily="2" charset="-122"/>
              </a:rPr>
              <a:t>奈氏准则</a:t>
            </a:r>
            <a:r>
              <a:rPr lang="zh-CN" altLang="en-US" dirty="0">
                <a:ea typeface="宋体" panose="02010600030101010101" pitchFamily="2" charset="-122"/>
              </a:rPr>
              <a:t>。他给出了在假定的理想条件下，为了避免码间串扰，码元的传输速率的上限值。</a:t>
            </a:r>
          </a:p>
          <a:p>
            <a:pPr eaLnBrk="1" hangingPunct="1"/>
            <a:r>
              <a:rPr lang="zh-CN" altLang="en-US" dirty="0">
                <a:ea typeface="宋体" panose="02010600030101010101" pitchFamily="2" charset="-122"/>
              </a:rPr>
              <a:t>在任何信道中，码元传输的速率是有上限的，否则就会出现</a:t>
            </a:r>
            <a:r>
              <a:rPr lang="zh-CN" altLang="en-US" dirty="0">
                <a:solidFill>
                  <a:schemeClr val="hlink"/>
                </a:solidFill>
                <a:ea typeface="宋体" panose="02010600030101010101" pitchFamily="2" charset="-122"/>
              </a:rPr>
              <a:t>码间串扰</a:t>
            </a:r>
            <a:r>
              <a:rPr lang="zh-CN" altLang="en-US" dirty="0">
                <a:ea typeface="宋体" panose="02010600030101010101" pitchFamily="2" charset="-122"/>
              </a:rPr>
              <a:t>的问题，使接收端对码元的判决（即识别）成为不可能。</a:t>
            </a:r>
          </a:p>
          <a:p>
            <a:pPr eaLnBrk="1" hangingPunct="1"/>
            <a:r>
              <a:rPr lang="zh-CN" altLang="en-US" dirty="0">
                <a:ea typeface="宋体" panose="02010600030101010101" pitchFamily="2" charset="-122"/>
              </a:rPr>
              <a:t>如果信道的频带越宽，也就是能够通过的信号高频分量越多，那么就可以用更高的速率传送码元而不出现码间串扰。  </a:t>
            </a:r>
          </a:p>
        </p:txBody>
      </p:sp>
      <p:sp>
        <p:nvSpPr>
          <p:cNvPr id="73731" name="幻灯片编号占位符 1">
            <a:extLst>
              <a:ext uri="{FF2B5EF4-FFF2-40B4-BE49-F238E27FC236}">
                <a16:creationId xmlns:a16="http://schemas.microsoft.com/office/drawing/2014/main" id="{810B20FF-9622-6F4E-B381-F7BB791CBEE7}"/>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EEFA375-F4F7-2642-9F1B-0B3CCEE9F510}"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29</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652504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7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7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灯片编号占位符 3">
            <a:extLst>
              <a:ext uri="{FF2B5EF4-FFF2-40B4-BE49-F238E27FC236}">
                <a16:creationId xmlns:a16="http://schemas.microsoft.com/office/drawing/2014/main" id="{7B6A05CC-2035-0745-B709-182E104BB791}"/>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604F7A0-00A0-9541-9C71-0CBFDB005AF4}"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30</a:t>
            </a:fld>
            <a:endParaRPr lang="en-US" altLang="zh-CN" sz="1050">
              <a:solidFill>
                <a:schemeClr val="bg2"/>
              </a:solidFill>
              <a:latin typeface="Tahoma" panose="020B0604030504040204" pitchFamily="34" charset="0"/>
              <a:ea typeface="宋体" panose="02010600030101010101" pitchFamily="2" charset="-122"/>
            </a:endParaRPr>
          </a:p>
        </p:txBody>
      </p:sp>
      <p:sp>
        <p:nvSpPr>
          <p:cNvPr id="75778" name="Rectangle 2">
            <a:extLst>
              <a:ext uri="{FF2B5EF4-FFF2-40B4-BE49-F238E27FC236}">
                <a16:creationId xmlns:a16="http://schemas.microsoft.com/office/drawing/2014/main" id="{4D1F2052-29AC-914D-8731-B41867B2CC60}"/>
              </a:ext>
            </a:extLst>
          </p:cNvPr>
          <p:cNvSpPr>
            <a:spLocks noChangeArrowheads="1"/>
          </p:cNvSpPr>
          <p:nvPr/>
        </p:nvSpPr>
        <p:spPr bwMode="auto">
          <a:xfrm>
            <a:off x="4518422" y="2444354"/>
            <a:ext cx="1851422" cy="81081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75779" name="Rectangle 3">
            <a:extLst>
              <a:ext uri="{FF2B5EF4-FFF2-40B4-BE49-F238E27FC236}">
                <a16:creationId xmlns:a16="http://schemas.microsoft.com/office/drawing/2014/main" id="{85C91E77-830E-2E44-92EA-22C95F4CF1EC}"/>
              </a:ext>
            </a:extLst>
          </p:cNvPr>
          <p:cNvSpPr>
            <a:spLocks noGrp="1" noChangeArrowheads="1"/>
          </p:cNvSpPr>
          <p:nvPr>
            <p:ph type="title"/>
          </p:nvPr>
        </p:nvSpPr>
        <p:spPr>
          <a:xfrm>
            <a:off x="145762" y="250865"/>
            <a:ext cx="7015878" cy="575072"/>
          </a:xfrm>
        </p:spPr>
        <p:txBody>
          <a:bodyPr/>
          <a:lstStyle/>
          <a:p>
            <a:pPr eaLnBrk="1" hangingPunct="1"/>
            <a:r>
              <a:rPr lang="zh-CN" altLang="en-US" dirty="0">
                <a:latin typeface="微软雅黑" panose="020B0503020204020204" pitchFamily="34" charset="-122"/>
                <a:ea typeface="宋体" panose="02010600030101010101" pitchFamily="2" charset="-122"/>
              </a:rPr>
              <a:t>尼氏</a:t>
            </a:r>
            <a:r>
              <a:rPr lang="en-US" altLang="zh-CN" dirty="0">
                <a:latin typeface="微软雅黑" panose="020B0503020204020204" pitchFamily="34" charset="-122"/>
                <a:ea typeface="宋体" panose="02010600030101010101" pitchFamily="2" charset="-122"/>
              </a:rPr>
              <a:t>(Nyquist)</a:t>
            </a:r>
            <a:r>
              <a:rPr lang="zh-CN" altLang="en-US" dirty="0">
                <a:latin typeface="微软雅黑" panose="020B0503020204020204" pitchFamily="34" charset="-122"/>
                <a:ea typeface="宋体" panose="02010600030101010101" pitchFamily="2" charset="-122"/>
              </a:rPr>
              <a:t>准则 </a:t>
            </a:r>
          </a:p>
        </p:txBody>
      </p:sp>
      <p:sp>
        <p:nvSpPr>
          <p:cNvPr id="316420" name="Rectangle 4">
            <a:extLst>
              <a:ext uri="{FF2B5EF4-FFF2-40B4-BE49-F238E27FC236}">
                <a16:creationId xmlns:a16="http://schemas.microsoft.com/office/drawing/2014/main" id="{F212AD34-1E63-4E48-8376-06D41072B105}"/>
              </a:ext>
            </a:extLst>
          </p:cNvPr>
          <p:cNvSpPr>
            <a:spLocks noGrp="1" noChangeArrowheads="1"/>
          </p:cNvSpPr>
          <p:nvPr>
            <p:ph type="body" idx="1"/>
          </p:nvPr>
        </p:nvSpPr>
        <p:spPr>
          <a:xfrm>
            <a:off x="228600" y="3615931"/>
            <a:ext cx="8766807" cy="1440654"/>
          </a:xfrm>
        </p:spPr>
        <p:txBody>
          <a:bodyPr/>
          <a:lstStyle/>
          <a:p>
            <a:pPr eaLnBrk="1" hangingPunct="1"/>
            <a:r>
              <a:rPr lang="zh-CN" altLang="en-US" dirty="0">
                <a:latin typeface="微软雅黑" panose="020B0503020204020204" pitchFamily="34" charset="-122"/>
                <a:ea typeface="宋体" panose="02010600030101010101" pitchFamily="2" charset="-122"/>
              </a:rPr>
              <a:t>每赫带宽的理想低通信道的最高码元传输速率是每秒</a:t>
            </a:r>
            <a:r>
              <a:rPr lang="zh-CN" altLang="en-US" sz="1200" dirty="0">
                <a:latin typeface="微软雅黑" panose="020B0503020204020204" pitchFamily="34" charset="-122"/>
                <a:ea typeface="宋体" panose="02010600030101010101" pitchFamily="2" charset="-122"/>
              </a:rPr>
              <a:t> </a:t>
            </a:r>
            <a:r>
              <a:rPr lang="en-US" altLang="zh-CN" dirty="0">
                <a:latin typeface="微软雅黑" panose="020B0503020204020204" pitchFamily="34" charset="-122"/>
                <a:ea typeface="宋体" panose="02010600030101010101" pitchFamily="2" charset="-122"/>
              </a:rPr>
              <a:t>2</a:t>
            </a:r>
            <a:r>
              <a:rPr lang="en-US" altLang="zh-CN" sz="1200" b="1" dirty="0">
                <a:latin typeface="微软雅黑" panose="020B0503020204020204" pitchFamily="34" charset="-122"/>
                <a:ea typeface="宋体" panose="02010600030101010101" pitchFamily="2" charset="-122"/>
              </a:rPr>
              <a:t>  </a:t>
            </a:r>
            <a:r>
              <a:rPr lang="zh-CN" altLang="en-US" dirty="0">
                <a:latin typeface="微软雅黑" panose="020B0503020204020204" pitchFamily="34" charset="-122"/>
                <a:ea typeface="宋体" panose="02010600030101010101" pitchFamily="2" charset="-122"/>
              </a:rPr>
              <a:t>个码元。</a:t>
            </a:r>
          </a:p>
          <a:p>
            <a:pPr eaLnBrk="1" hangingPunct="1"/>
            <a:r>
              <a:rPr lang="en-US" altLang="zh-CN" dirty="0">
                <a:latin typeface="微软雅黑" panose="020B0503020204020204" pitchFamily="34" charset="-122"/>
                <a:ea typeface="宋体" panose="02010600030101010101" pitchFamily="2" charset="-122"/>
              </a:rPr>
              <a:t>Baud </a:t>
            </a:r>
            <a:r>
              <a:rPr lang="zh-CN" altLang="en-US" dirty="0">
                <a:latin typeface="微软雅黑" panose="020B0503020204020204" pitchFamily="34" charset="-122"/>
                <a:ea typeface="宋体" panose="02010600030101010101" pitchFamily="2" charset="-122"/>
              </a:rPr>
              <a:t>是</a:t>
            </a:r>
            <a:r>
              <a:rPr lang="zh-CN" altLang="en-US" dirty="0">
                <a:solidFill>
                  <a:schemeClr val="hlink"/>
                </a:solidFill>
                <a:latin typeface="微软雅黑" panose="020B0503020204020204" pitchFamily="34" charset="-122"/>
                <a:ea typeface="宋体" panose="02010600030101010101" pitchFamily="2" charset="-122"/>
              </a:rPr>
              <a:t>波特</a:t>
            </a:r>
            <a:r>
              <a:rPr lang="zh-CN" altLang="en-US" dirty="0">
                <a:latin typeface="微软雅黑" panose="020B0503020204020204" pitchFamily="34" charset="-122"/>
                <a:ea typeface="宋体" panose="02010600030101010101" pitchFamily="2" charset="-122"/>
              </a:rPr>
              <a:t>，是</a:t>
            </a:r>
            <a:r>
              <a:rPr lang="zh-CN" altLang="en-US" dirty="0">
                <a:solidFill>
                  <a:schemeClr val="hlink"/>
                </a:solidFill>
                <a:latin typeface="微软雅黑" panose="020B0503020204020204" pitchFamily="34" charset="-122"/>
                <a:ea typeface="宋体" panose="02010600030101010101" pitchFamily="2" charset="-122"/>
              </a:rPr>
              <a:t>码元</a:t>
            </a:r>
            <a:r>
              <a:rPr lang="zh-CN" altLang="en-US" dirty="0">
                <a:latin typeface="微软雅黑" panose="020B0503020204020204" pitchFamily="34" charset="-122"/>
                <a:ea typeface="宋体" panose="02010600030101010101" pitchFamily="2" charset="-122"/>
              </a:rPr>
              <a:t>传输速率的单位，</a:t>
            </a:r>
            <a:r>
              <a:rPr lang="en-US" altLang="zh-CN" dirty="0">
                <a:latin typeface="微软雅黑" panose="020B0503020204020204" pitchFamily="34" charset="-122"/>
                <a:ea typeface="宋体" panose="02010600030101010101" pitchFamily="2" charset="-122"/>
              </a:rPr>
              <a:t>1 </a:t>
            </a:r>
            <a:r>
              <a:rPr lang="zh-CN" altLang="en-US" dirty="0">
                <a:latin typeface="微软雅黑" panose="020B0503020204020204" pitchFamily="34" charset="-122"/>
                <a:ea typeface="宋体" panose="02010600030101010101" pitchFamily="2" charset="-122"/>
              </a:rPr>
              <a:t>波特为每秒传送 </a:t>
            </a:r>
            <a:r>
              <a:rPr lang="en-US" altLang="zh-CN" dirty="0">
                <a:latin typeface="微软雅黑" panose="020B0503020204020204" pitchFamily="34" charset="-122"/>
                <a:ea typeface="宋体" panose="02010600030101010101" pitchFamily="2" charset="-122"/>
              </a:rPr>
              <a:t>1 </a:t>
            </a:r>
            <a:r>
              <a:rPr lang="zh-CN" altLang="en-US" dirty="0">
                <a:latin typeface="微软雅黑" panose="020B0503020204020204" pitchFamily="34" charset="-122"/>
                <a:ea typeface="宋体" panose="02010600030101010101" pitchFamily="2" charset="-122"/>
              </a:rPr>
              <a:t>个码元。 </a:t>
            </a:r>
          </a:p>
        </p:txBody>
      </p:sp>
      <p:sp>
        <p:nvSpPr>
          <p:cNvPr id="75781" name="Text Box 5">
            <a:extLst>
              <a:ext uri="{FF2B5EF4-FFF2-40B4-BE49-F238E27FC236}">
                <a16:creationId xmlns:a16="http://schemas.microsoft.com/office/drawing/2014/main" id="{2C50AB70-BDCF-D047-B523-34212CA8B854}"/>
              </a:ext>
            </a:extLst>
          </p:cNvPr>
          <p:cNvSpPr txBox="1">
            <a:spLocks noChangeArrowheads="1"/>
          </p:cNvSpPr>
          <p:nvPr/>
        </p:nvSpPr>
        <p:spPr bwMode="auto">
          <a:xfrm>
            <a:off x="228600" y="1037867"/>
            <a:ext cx="867536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2400" dirty="0">
                <a:solidFill>
                  <a:schemeClr val="hlink"/>
                </a:solidFill>
                <a:latin typeface="微软雅黑" panose="020B0503020204020204" pitchFamily="34" charset="-122"/>
                <a:ea typeface="宋体" panose="02010600030101010101" pitchFamily="2" charset="-122"/>
              </a:rPr>
              <a:t>1924</a:t>
            </a:r>
            <a:r>
              <a:rPr lang="zh-CN" altLang="en-US" sz="2400" dirty="0">
                <a:solidFill>
                  <a:schemeClr val="hlink"/>
                </a:solidFill>
                <a:latin typeface="微软雅黑" panose="020B0503020204020204" pitchFamily="34" charset="-122"/>
                <a:ea typeface="宋体" panose="02010600030101010101" pitchFamily="2" charset="-122"/>
              </a:rPr>
              <a:t>年，尼奎斯特（</a:t>
            </a:r>
            <a:r>
              <a:rPr lang="en-US" altLang="zh-CN" sz="2400" dirty="0">
                <a:solidFill>
                  <a:schemeClr val="hlink"/>
                </a:solidFill>
                <a:latin typeface="微软雅黑" panose="020B0503020204020204" pitchFamily="34" charset="-122"/>
                <a:ea typeface="宋体" panose="02010600030101010101" pitchFamily="2" charset="-122"/>
              </a:rPr>
              <a:t>H. Nyquist</a:t>
            </a:r>
            <a:r>
              <a:rPr lang="zh-CN" altLang="en-US" sz="2400" dirty="0">
                <a:solidFill>
                  <a:schemeClr val="hlink"/>
                </a:solidFill>
                <a:latin typeface="微软雅黑" panose="020B0503020204020204" pitchFamily="34" charset="-122"/>
                <a:ea typeface="宋体" panose="02010600030101010101" pitchFamily="2" charset="-122"/>
              </a:rPr>
              <a:t>）推导出理想低通信道</a:t>
            </a:r>
            <a:r>
              <a:rPr lang="zh-CN" altLang="en-US" sz="2400" dirty="0">
                <a:latin typeface="微软雅黑" panose="020B0503020204020204" pitchFamily="34" charset="-122"/>
                <a:ea typeface="宋体" panose="02010600030101010101" pitchFamily="2" charset="-122"/>
              </a:rPr>
              <a:t>的最高码元传输速率 </a:t>
            </a:r>
            <a:r>
              <a:rPr lang="en-US" altLang="zh-CN" sz="2400" dirty="0">
                <a:latin typeface="微软雅黑" panose="020B0503020204020204" pitchFamily="34" charset="-122"/>
                <a:ea typeface="宋体" panose="02010600030101010101" pitchFamily="2" charset="-122"/>
              </a:rPr>
              <a:t>= 2</a:t>
            </a:r>
            <a:r>
              <a:rPr lang="en-US" altLang="zh-CN" sz="2400" i="1" dirty="0">
                <a:latin typeface="微软雅黑" panose="020B0503020204020204" pitchFamily="34" charset="-122"/>
                <a:ea typeface="宋体" panose="02010600030101010101" pitchFamily="2" charset="-122"/>
              </a:rPr>
              <a:t>H</a:t>
            </a:r>
            <a:r>
              <a:rPr lang="en-US" altLang="zh-CN" sz="2400" dirty="0">
                <a:latin typeface="微软雅黑" panose="020B0503020204020204" pitchFamily="34" charset="-122"/>
                <a:ea typeface="宋体" panose="02010600030101010101" pitchFamily="2" charset="-122"/>
              </a:rPr>
              <a:t> Baud </a:t>
            </a:r>
          </a:p>
        </p:txBody>
      </p:sp>
      <p:sp>
        <p:nvSpPr>
          <p:cNvPr id="75782" name="Text Box 6">
            <a:extLst>
              <a:ext uri="{FF2B5EF4-FFF2-40B4-BE49-F238E27FC236}">
                <a16:creationId xmlns:a16="http://schemas.microsoft.com/office/drawing/2014/main" id="{45154818-921D-1547-BFB2-057367ECF1FE}"/>
              </a:ext>
            </a:extLst>
          </p:cNvPr>
          <p:cNvSpPr txBox="1">
            <a:spLocks noChangeArrowheads="1"/>
          </p:cNvSpPr>
          <p:nvPr/>
        </p:nvSpPr>
        <p:spPr bwMode="auto">
          <a:xfrm>
            <a:off x="1725216" y="2020491"/>
            <a:ext cx="511390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2100" i="1">
                <a:latin typeface="微软雅黑" panose="020B0503020204020204" pitchFamily="34" charset="-122"/>
                <a:ea typeface="宋体" panose="02010600030101010101" pitchFamily="2" charset="-122"/>
              </a:rPr>
              <a:t>H </a:t>
            </a:r>
            <a:r>
              <a:rPr lang="zh-CN" altLang="en-US" sz="2100">
                <a:latin typeface="微软雅黑" panose="020B0503020204020204" pitchFamily="34" charset="-122"/>
                <a:ea typeface="宋体" panose="02010600030101010101" pitchFamily="2" charset="-122"/>
              </a:rPr>
              <a:t>是理想低通信道的带宽，单位为赫</a:t>
            </a:r>
            <a:r>
              <a:rPr lang="en-US" altLang="zh-CN" sz="2100">
                <a:latin typeface="微软雅黑" panose="020B0503020204020204" pitchFamily="34" charset="-122"/>
                <a:ea typeface="宋体" panose="02010600030101010101" pitchFamily="2" charset="-122"/>
              </a:rPr>
              <a:t>(Hz) </a:t>
            </a:r>
          </a:p>
        </p:txBody>
      </p:sp>
      <p:sp>
        <p:nvSpPr>
          <p:cNvPr id="75783" name="Line 7">
            <a:extLst>
              <a:ext uri="{FF2B5EF4-FFF2-40B4-BE49-F238E27FC236}">
                <a16:creationId xmlns:a16="http://schemas.microsoft.com/office/drawing/2014/main" id="{B4119B03-AAE4-0044-B3F3-1219F2BC1053}"/>
              </a:ext>
            </a:extLst>
          </p:cNvPr>
          <p:cNvSpPr>
            <a:spLocks noChangeShapeType="1"/>
          </p:cNvSpPr>
          <p:nvPr/>
        </p:nvSpPr>
        <p:spPr bwMode="auto">
          <a:xfrm>
            <a:off x="1832373" y="2881313"/>
            <a:ext cx="4644628"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5784" name="Text Box 8">
            <a:extLst>
              <a:ext uri="{FF2B5EF4-FFF2-40B4-BE49-F238E27FC236}">
                <a16:creationId xmlns:a16="http://schemas.microsoft.com/office/drawing/2014/main" id="{7C0A2E74-5427-7D4D-A293-0486A36D70D1}"/>
              </a:ext>
            </a:extLst>
          </p:cNvPr>
          <p:cNvSpPr txBox="1">
            <a:spLocks noChangeArrowheads="1"/>
          </p:cNvSpPr>
          <p:nvPr/>
        </p:nvSpPr>
        <p:spPr bwMode="auto">
          <a:xfrm>
            <a:off x="4866085" y="2499122"/>
            <a:ext cx="1107996" cy="369332"/>
          </a:xfrm>
          <a:prstGeom prst="rect">
            <a:avLst/>
          </a:prstGeom>
          <a:noFill/>
          <a:ln w="76200" cmpd="tri">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solidFill>
                  <a:schemeClr val="hlink"/>
                </a:solidFill>
                <a:latin typeface="微软雅黑" panose="020B0503020204020204" pitchFamily="34" charset="-122"/>
                <a:ea typeface="宋体" panose="02010600030101010101" pitchFamily="2" charset="-122"/>
              </a:rPr>
              <a:t>不能通过</a:t>
            </a:r>
          </a:p>
        </p:txBody>
      </p:sp>
      <p:sp>
        <p:nvSpPr>
          <p:cNvPr id="75785" name="Text Box 9">
            <a:extLst>
              <a:ext uri="{FF2B5EF4-FFF2-40B4-BE49-F238E27FC236}">
                <a16:creationId xmlns:a16="http://schemas.microsoft.com/office/drawing/2014/main" id="{81837F0D-79F7-CC42-9EAD-AE23452116DB}"/>
              </a:ext>
            </a:extLst>
          </p:cNvPr>
          <p:cNvSpPr txBox="1">
            <a:spLocks noChangeArrowheads="1"/>
          </p:cNvSpPr>
          <p:nvPr/>
        </p:nvSpPr>
        <p:spPr bwMode="auto">
          <a:xfrm>
            <a:off x="2776538" y="2499122"/>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微软雅黑" panose="020B0503020204020204" pitchFamily="34" charset="-122"/>
                <a:ea typeface="宋体" panose="02010600030101010101" pitchFamily="2" charset="-122"/>
              </a:rPr>
              <a:t>能通过</a:t>
            </a:r>
          </a:p>
        </p:txBody>
      </p:sp>
      <p:sp>
        <p:nvSpPr>
          <p:cNvPr id="75786" name="Text Box 10">
            <a:extLst>
              <a:ext uri="{FF2B5EF4-FFF2-40B4-BE49-F238E27FC236}">
                <a16:creationId xmlns:a16="http://schemas.microsoft.com/office/drawing/2014/main" id="{D27A1D1B-BEF1-2C42-B904-3166E5764F8A}"/>
              </a:ext>
            </a:extLst>
          </p:cNvPr>
          <p:cNvSpPr txBox="1">
            <a:spLocks noChangeArrowheads="1"/>
          </p:cNvSpPr>
          <p:nvPr/>
        </p:nvSpPr>
        <p:spPr bwMode="auto">
          <a:xfrm>
            <a:off x="1547813" y="2715816"/>
            <a:ext cx="29687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1500">
                <a:solidFill>
                  <a:schemeClr val="tx1"/>
                </a:solidFill>
                <a:latin typeface="微软雅黑" panose="020B0503020204020204" pitchFamily="34" charset="-122"/>
                <a:ea typeface="宋体" panose="02010600030101010101" pitchFamily="2" charset="-122"/>
              </a:rPr>
              <a:t>0</a:t>
            </a:r>
          </a:p>
        </p:txBody>
      </p:sp>
      <p:sp>
        <p:nvSpPr>
          <p:cNvPr id="75787" name="Text Box 11">
            <a:extLst>
              <a:ext uri="{FF2B5EF4-FFF2-40B4-BE49-F238E27FC236}">
                <a16:creationId xmlns:a16="http://schemas.microsoft.com/office/drawing/2014/main" id="{D1A8D73B-266F-734F-B651-3A90A2CFA9E5}"/>
              </a:ext>
            </a:extLst>
          </p:cNvPr>
          <p:cNvSpPr txBox="1">
            <a:spLocks noChangeArrowheads="1"/>
          </p:cNvSpPr>
          <p:nvPr/>
        </p:nvSpPr>
        <p:spPr bwMode="auto">
          <a:xfrm>
            <a:off x="6423423" y="2719388"/>
            <a:ext cx="94128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500">
                <a:latin typeface="微软雅黑" panose="020B0503020204020204" pitchFamily="34" charset="-122"/>
                <a:ea typeface="宋体" panose="02010600030101010101" pitchFamily="2" charset="-122"/>
              </a:rPr>
              <a:t>频率</a:t>
            </a:r>
            <a:r>
              <a:rPr lang="en-US" altLang="zh-CN" sz="1500">
                <a:latin typeface="微软雅黑" panose="020B0503020204020204" pitchFamily="34" charset="-122"/>
                <a:ea typeface="宋体" panose="02010600030101010101" pitchFamily="2" charset="-122"/>
              </a:rPr>
              <a:t>(Hz)</a:t>
            </a:r>
          </a:p>
        </p:txBody>
      </p:sp>
      <p:sp>
        <p:nvSpPr>
          <p:cNvPr id="75788" name="Line 12">
            <a:extLst>
              <a:ext uri="{FF2B5EF4-FFF2-40B4-BE49-F238E27FC236}">
                <a16:creationId xmlns:a16="http://schemas.microsoft.com/office/drawing/2014/main" id="{C9CF409C-12C7-5342-BD1E-859E3541488F}"/>
              </a:ext>
            </a:extLst>
          </p:cNvPr>
          <p:cNvSpPr>
            <a:spLocks noChangeShapeType="1"/>
          </p:cNvSpPr>
          <p:nvPr/>
        </p:nvSpPr>
        <p:spPr bwMode="auto">
          <a:xfrm>
            <a:off x="4518422" y="2553891"/>
            <a:ext cx="0" cy="701278"/>
          </a:xfrm>
          <a:prstGeom prst="line">
            <a:avLst/>
          </a:prstGeom>
          <a:noFill/>
          <a:ln w="19050">
            <a:solidFill>
              <a:srgbClr val="333399"/>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89" name="Line 13">
            <a:extLst>
              <a:ext uri="{FF2B5EF4-FFF2-40B4-BE49-F238E27FC236}">
                <a16:creationId xmlns:a16="http://schemas.microsoft.com/office/drawing/2014/main" id="{53798816-E1C5-1A42-BCF9-9A44B6172E20}"/>
              </a:ext>
            </a:extLst>
          </p:cNvPr>
          <p:cNvSpPr>
            <a:spLocks noChangeShapeType="1"/>
          </p:cNvSpPr>
          <p:nvPr/>
        </p:nvSpPr>
        <p:spPr bwMode="auto">
          <a:xfrm>
            <a:off x="1832372" y="3093244"/>
            <a:ext cx="2686050" cy="8335"/>
          </a:xfrm>
          <a:prstGeom prst="line">
            <a:avLst/>
          </a:prstGeom>
          <a:noFill/>
          <a:ln w="19050">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5790" name="Text Box 14">
            <a:extLst>
              <a:ext uri="{FF2B5EF4-FFF2-40B4-BE49-F238E27FC236}">
                <a16:creationId xmlns:a16="http://schemas.microsoft.com/office/drawing/2014/main" id="{D5053975-20A2-AB4B-9092-D9B05271EC0A}"/>
              </a:ext>
            </a:extLst>
          </p:cNvPr>
          <p:cNvSpPr txBox="1">
            <a:spLocks noChangeArrowheads="1"/>
          </p:cNvSpPr>
          <p:nvPr/>
        </p:nvSpPr>
        <p:spPr bwMode="auto">
          <a:xfrm>
            <a:off x="2789635" y="2931319"/>
            <a:ext cx="946093"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en-US" altLang="zh-CN" sz="1800" i="1">
                <a:latin typeface="微软雅黑" panose="020B0503020204020204" pitchFamily="34" charset="-122"/>
                <a:ea typeface="宋体" panose="02010600030101010101" pitchFamily="2" charset="-122"/>
              </a:rPr>
              <a:t>H </a:t>
            </a:r>
            <a:r>
              <a:rPr lang="en-US" altLang="zh-CN" sz="1800">
                <a:latin typeface="微软雅黑" panose="020B0503020204020204" pitchFamily="34" charset="-122"/>
                <a:ea typeface="宋体" panose="02010600030101010101" pitchFamily="2" charset="-122"/>
              </a:rPr>
              <a:t>(Hz) </a:t>
            </a:r>
          </a:p>
        </p:txBody>
      </p:sp>
      <p:sp>
        <p:nvSpPr>
          <p:cNvPr id="75791" name="Line 15">
            <a:extLst>
              <a:ext uri="{FF2B5EF4-FFF2-40B4-BE49-F238E27FC236}">
                <a16:creationId xmlns:a16="http://schemas.microsoft.com/office/drawing/2014/main" id="{B1932E9A-69AD-6041-A85A-7DDA13154E8C}"/>
              </a:ext>
            </a:extLst>
          </p:cNvPr>
          <p:cNvSpPr>
            <a:spLocks noChangeShapeType="1"/>
          </p:cNvSpPr>
          <p:nvPr/>
        </p:nvSpPr>
        <p:spPr bwMode="auto">
          <a:xfrm>
            <a:off x="1832372" y="2553891"/>
            <a:ext cx="0" cy="701278"/>
          </a:xfrm>
          <a:prstGeom prst="line">
            <a:avLst/>
          </a:prstGeom>
          <a:noFill/>
          <a:ln w="19050">
            <a:solidFill>
              <a:srgbClr val="333399"/>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5811634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642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642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420"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灯片编号占位符 3">
            <a:extLst>
              <a:ext uri="{FF2B5EF4-FFF2-40B4-BE49-F238E27FC236}">
                <a16:creationId xmlns:a16="http://schemas.microsoft.com/office/drawing/2014/main" id="{E7DBC196-1586-8549-AEDD-7D32D992DDC7}"/>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298CC9D-1B35-C84B-8082-FD6405D68E7A}"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31</a:t>
            </a:fld>
            <a:endParaRPr lang="en-US" altLang="zh-CN" sz="1050">
              <a:solidFill>
                <a:schemeClr val="bg2"/>
              </a:solidFill>
              <a:latin typeface="Tahoma" panose="020B0604030504040204" pitchFamily="34" charset="0"/>
              <a:ea typeface="宋体" panose="02010600030101010101" pitchFamily="2" charset="-122"/>
            </a:endParaRPr>
          </a:p>
        </p:txBody>
      </p:sp>
      <p:sp>
        <p:nvSpPr>
          <p:cNvPr id="77826" name="Rectangle 2">
            <a:extLst>
              <a:ext uri="{FF2B5EF4-FFF2-40B4-BE49-F238E27FC236}">
                <a16:creationId xmlns:a16="http://schemas.microsoft.com/office/drawing/2014/main" id="{8B5FEB7D-9E24-A241-A5B3-4DFFB8572CEE}"/>
              </a:ext>
            </a:extLst>
          </p:cNvPr>
          <p:cNvSpPr>
            <a:spLocks noGrp="1" noChangeArrowheads="1"/>
          </p:cNvSpPr>
          <p:nvPr>
            <p:ph type="title"/>
          </p:nvPr>
        </p:nvSpPr>
        <p:spPr>
          <a:xfrm>
            <a:off x="148591" y="269081"/>
            <a:ext cx="7027308" cy="628650"/>
          </a:xfrm>
        </p:spPr>
        <p:txBody>
          <a:bodyPr/>
          <a:lstStyle/>
          <a:p>
            <a:pPr eaLnBrk="1" hangingPunct="1"/>
            <a:r>
              <a:rPr lang="zh-CN" altLang="en-US" dirty="0">
                <a:latin typeface="微软雅黑" panose="020B0503020204020204" pitchFamily="34" charset="-122"/>
                <a:ea typeface="宋体" panose="02010600030101010101" pitchFamily="2" charset="-122"/>
              </a:rPr>
              <a:t>要强调以下三点 </a:t>
            </a:r>
          </a:p>
        </p:txBody>
      </p:sp>
      <p:sp>
        <p:nvSpPr>
          <p:cNvPr id="77827" name="Rectangle 3">
            <a:extLst>
              <a:ext uri="{FF2B5EF4-FFF2-40B4-BE49-F238E27FC236}">
                <a16:creationId xmlns:a16="http://schemas.microsoft.com/office/drawing/2014/main" id="{87E72408-A835-144C-986F-93E5B74BB449}"/>
              </a:ext>
            </a:extLst>
          </p:cNvPr>
          <p:cNvSpPr>
            <a:spLocks noGrp="1" noChangeArrowheads="1"/>
          </p:cNvSpPr>
          <p:nvPr>
            <p:ph type="body" idx="1"/>
          </p:nvPr>
        </p:nvSpPr>
        <p:spPr>
          <a:xfrm>
            <a:off x="251460" y="1062991"/>
            <a:ext cx="8732520" cy="3885248"/>
          </a:xfrm>
        </p:spPr>
        <p:txBody>
          <a:bodyPr/>
          <a:lstStyle/>
          <a:p>
            <a:pPr eaLnBrk="1" hangingPunct="1"/>
            <a:r>
              <a:rPr lang="zh-CN" altLang="en-US" sz="2100" dirty="0">
                <a:latin typeface="微软雅黑" panose="020B0503020204020204" pitchFamily="34" charset="-122"/>
                <a:ea typeface="宋体" panose="02010600030101010101" pitchFamily="2" charset="-122"/>
              </a:rPr>
              <a:t>实际的信道所能传输的最高码元速率，要明显地低于尼氏准则给出上限数值。</a:t>
            </a:r>
          </a:p>
          <a:p>
            <a:pPr eaLnBrk="1" hangingPunct="1"/>
            <a:r>
              <a:rPr lang="zh-CN" altLang="en-US" sz="2100" dirty="0">
                <a:latin typeface="微软雅黑" panose="020B0503020204020204" pitchFamily="34" charset="-122"/>
                <a:ea typeface="宋体" panose="02010600030101010101" pitchFamily="2" charset="-122"/>
              </a:rPr>
              <a:t>当信号电平分为Ｖ级，尼奎斯特（</a:t>
            </a:r>
            <a:r>
              <a:rPr lang="en-US" altLang="zh-CN" sz="2100" dirty="0">
                <a:latin typeface="微软雅黑" panose="020B0503020204020204" pitchFamily="34" charset="-122"/>
                <a:ea typeface="宋体" panose="02010600030101010101" pitchFamily="2" charset="-122"/>
              </a:rPr>
              <a:t>H. Nyquist</a:t>
            </a:r>
            <a:r>
              <a:rPr lang="zh-CN" altLang="en-US" sz="2100" dirty="0">
                <a:latin typeface="微软雅黑" panose="020B0503020204020204" pitchFamily="34" charset="-122"/>
                <a:ea typeface="宋体" panose="02010600030101010101" pitchFamily="2" charset="-122"/>
              </a:rPr>
              <a:t>）</a:t>
            </a:r>
            <a:r>
              <a:rPr lang="zh-CN" altLang="en-US" sz="2100" dirty="0">
                <a:solidFill>
                  <a:srgbClr val="FF0000"/>
                </a:solidFill>
                <a:latin typeface="微软雅黑" panose="020B0503020204020204" pitchFamily="34" charset="-122"/>
                <a:ea typeface="宋体" panose="02010600030101010101" pitchFamily="2" charset="-122"/>
              </a:rPr>
              <a:t>无噪声有限带宽信道</a:t>
            </a:r>
            <a:r>
              <a:rPr lang="zh-CN" altLang="en-US" sz="2100" dirty="0">
                <a:latin typeface="微软雅黑" panose="020B0503020204020204" pitchFamily="34" charset="-122"/>
                <a:ea typeface="宋体" panose="02010600030101010101" pitchFamily="2" charset="-122"/>
              </a:rPr>
              <a:t>的最大数据传输率公式表示为：</a:t>
            </a:r>
          </a:p>
          <a:p>
            <a:pPr eaLnBrk="1" hangingPunct="1">
              <a:buFont typeface="Wingdings" pitchFamily="2" charset="2"/>
              <a:buNone/>
            </a:pPr>
            <a:r>
              <a:rPr lang="zh-CN" altLang="en-US" sz="2100" dirty="0">
                <a:latin typeface="微软雅黑" panose="020B0503020204020204" pitchFamily="34" charset="-122"/>
                <a:ea typeface="宋体" panose="02010600030101010101" pitchFamily="2" charset="-122"/>
              </a:rPr>
              <a:t>		最大数据传输率 </a:t>
            </a:r>
            <a:r>
              <a:rPr lang="en-US" altLang="zh-CN" sz="2100" dirty="0">
                <a:latin typeface="微软雅黑" panose="020B0503020204020204" pitchFamily="34" charset="-122"/>
                <a:ea typeface="宋体" panose="02010600030101010101" pitchFamily="2" charset="-122"/>
              </a:rPr>
              <a:t>= 2Hlog</a:t>
            </a:r>
            <a:r>
              <a:rPr lang="en-US" altLang="zh-CN" sz="2100" baseline="-25000" dirty="0">
                <a:latin typeface="微软雅黑" panose="020B0503020204020204" pitchFamily="34" charset="-122"/>
                <a:ea typeface="宋体" panose="02010600030101010101" pitchFamily="2" charset="-122"/>
              </a:rPr>
              <a:t>2</a:t>
            </a:r>
            <a:r>
              <a:rPr lang="en-US" altLang="zh-CN" sz="2100" dirty="0">
                <a:latin typeface="微软雅黑" panose="020B0503020204020204" pitchFamily="34" charset="-122"/>
                <a:ea typeface="宋体" panose="02010600030101010101" pitchFamily="2" charset="-122"/>
              </a:rPr>
              <a:t>V (bps)</a:t>
            </a:r>
          </a:p>
          <a:p>
            <a:pPr eaLnBrk="1" hangingPunct="1">
              <a:buFont typeface="Wingdings" pitchFamily="2" charset="2"/>
              <a:buNone/>
            </a:pPr>
            <a:r>
              <a:rPr lang="en-US" altLang="zh-CN" sz="2100" dirty="0">
                <a:latin typeface="微软雅黑" panose="020B0503020204020204" pitchFamily="34" charset="-122"/>
                <a:ea typeface="宋体" panose="02010600030101010101" pitchFamily="2" charset="-122"/>
              </a:rPr>
              <a:t>	</a:t>
            </a:r>
            <a:r>
              <a:rPr lang="zh-CN" altLang="en-US" sz="2100" dirty="0">
                <a:latin typeface="微软雅黑" panose="020B0503020204020204" pitchFamily="34" charset="-122"/>
                <a:ea typeface="宋体" panose="02010600030101010101" pitchFamily="2" charset="-122"/>
              </a:rPr>
              <a:t>这说明，任意信号通过一个带宽为Ｈ的低通滤波器，则每秒采样</a:t>
            </a:r>
            <a:r>
              <a:rPr lang="en-US" altLang="zh-CN" sz="2100" dirty="0">
                <a:latin typeface="微软雅黑" panose="020B0503020204020204" pitchFamily="34" charset="-122"/>
                <a:ea typeface="宋体" panose="02010600030101010101" pitchFamily="2" charset="-122"/>
              </a:rPr>
              <a:t>2</a:t>
            </a:r>
            <a:r>
              <a:rPr lang="zh-CN" altLang="en-US" sz="2100" dirty="0">
                <a:latin typeface="微软雅黑" panose="020B0503020204020204" pitchFamily="34" charset="-122"/>
                <a:ea typeface="宋体" panose="02010600030101010101" pitchFamily="2" charset="-122"/>
              </a:rPr>
              <a:t>Ｈ次就能完整地重现该信号。</a:t>
            </a:r>
          </a:p>
          <a:p>
            <a:pPr lvl="1" eaLnBrk="1" hangingPunct="1"/>
            <a:r>
              <a:rPr lang="zh-CN" altLang="en-US" sz="1800" dirty="0">
                <a:latin typeface="微软雅黑" panose="020B0503020204020204" pitchFamily="34" charset="-122"/>
                <a:ea typeface="宋体" panose="02010600030101010101" pitchFamily="2" charset="-122"/>
              </a:rPr>
              <a:t>例如，</a:t>
            </a:r>
            <a:r>
              <a:rPr lang="en-US" altLang="zh-CN" sz="1800" dirty="0">
                <a:latin typeface="微软雅黑" panose="020B0503020204020204" pitchFamily="34" charset="-122"/>
                <a:ea typeface="宋体" panose="02010600030101010101" pitchFamily="2" charset="-122"/>
              </a:rPr>
              <a:t>V=2</a:t>
            </a:r>
            <a:r>
              <a:rPr lang="zh-CN" altLang="en-US" sz="1800" dirty="0">
                <a:latin typeface="微软雅黑" panose="020B0503020204020204" pitchFamily="34" charset="-122"/>
                <a:ea typeface="宋体" panose="02010600030101010101" pitchFamily="2" charset="-122"/>
              </a:rPr>
              <a:t>（只有两级），无噪声的</a:t>
            </a:r>
            <a:r>
              <a:rPr lang="en-US" altLang="zh-CN" sz="1800" dirty="0">
                <a:latin typeface="微软雅黑" panose="020B0503020204020204" pitchFamily="34" charset="-122"/>
                <a:ea typeface="宋体" panose="02010600030101010101" pitchFamily="2" charset="-122"/>
              </a:rPr>
              <a:t>3k Hz</a:t>
            </a:r>
            <a:r>
              <a:rPr lang="zh-CN" altLang="en-US" sz="1800" dirty="0">
                <a:latin typeface="微软雅黑" panose="020B0503020204020204" pitchFamily="34" charset="-122"/>
                <a:ea typeface="宋体" panose="02010600030101010101" pitchFamily="2" charset="-122"/>
              </a:rPr>
              <a:t>信道传输二进制最高的速率是</a:t>
            </a:r>
            <a:r>
              <a:rPr lang="en-US" altLang="zh-CN" sz="1800" dirty="0">
                <a:latin typeface="微软雅黑" panose="020B0503020204020204" pitchFamily="34" charset="-122"/>
                <a:ea typeface="宋体" panose="02010600030101010101" pitchFamily="2" charset="-122"/>
              </a:rPr>
              <a:t>6000 bps</a:t>
            </a:r>
            <a:r>
              <a:rPr lang="zh-CN" altLang="en-US" sz="1800" dirty="0">
                <a:latin typeface="微软雅黑" panose="020B0503020204020204" pitchFamily="34" charset="-122"/>
                <a:ea typeface="宋体" panose="02010600030101010101" pitchFamily="2" charset="-122"/>
              </a:rPr>
              <a:t>。</a:t>
            </a:r>
          </a:p>
        </p:txBody>
      </p:sp>
    </p:spTree>
    <p:extLst>
      <p:ext uri="{BB962C8B-B14F-4D97-AF65-F5344CB8AC3E}">
        <p14:creationId xmlns:p14="http://schemas.microsoft.com/office/powerpoint/2010/main" val="33868191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灯片编号占位符 3">
            <a:extLst>
              <a:ext uri="{FF2B5EF4-FFF2-40B4-BE49-F238E27FC236}">
                <a16:creationId xmlns:a16="http://schemas.microsoft.com/office/drawing/2014/main" id="{3399F7A5-5429-9C4B-AF5B-B41AC1D82F54}"/>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D518720-DC8B-BC4E-B5D1-608F001610CF}"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32</a:t>
            </a:fld>
            <a:endParaRPr lang="en-US" altLang="zh-CN" sz="1050">
              <a:solidFill>
                <a:schemeClr val="bg2"/>
              </a:solidFill>
              <a:latin typeface="Tahoma" panose="020B0604030504040204" pitchFamily="34" charset="0"/>
              <a:ea typeface="宋体" panose="02010600030101010101" pitchFamily="2" charset="-122"/>
            </a:endParaRPr>
          </a:p>
        </p:txBody>
      </p:sp>
      <p:sp>
        <p:nvSpPr>
          <p:cNvPr id="79874" name="Rectangle 2">
            <a:extLst>
              <a:ext uri="{FF2B5EF4-FFF2-40B4-BE49-F238E27FC236}">
                <a16:creationId xmlns:a16="http://schemas.microsoft.com/office/drawing/2014/main" id="{5905D797-8DCF-3449-9E24-7440994EE2AB}"/>
              </a:ext>
            </a:extLst>
          </p:cNvPr>
          <p:cNvSpPr>
            <a:spLocks noGrp="1" noChangeArrowheads="1"/>
          </p:cNvSpPr>
          <p:nvPr>
            <p:ph type="title"/>
          </p:nvPr>
        </p:nvSpPr>
        <p:spPr>
          <a:xfrm>
            <a:off x="171451" y="322660"/>
            <a:ext cx="7004448" cy="575072"/>
          </a:xfrm>
        </p:spPr>
        <p:txBody>
          <a:bodyPr/>
          <a:lstStyle/>
          <a:p>
            <a:pPr eaLnBrk="1" hangingPunct="1"/>
            <a:r>
              <a:rPr lang="zh-CN" altLang="en-US" dirty="0">
                <a:latin typeface="微软雅黑" panose="020B0503020204020204" pitchFamily="34" charset="-122"/>
                <a:ea typeface="宋体" panose="02010600030101010101" pitchFamily="2" charset="-122"/>
              </a:rPr>
              <a:t>要注意 </a:t>
            </a:r>
          </a:p>
        </p:txBody>
      </p:sp>
      <p:sp>
        <p:nvSpPr>
          <p:cNvPr id="322563" name="Rectangle 3">
            <a:extLst>
              <a:ext uri="{FF2B5EF4-FFF2-40B4-BE49-F238E27FC236}">
                <a16:creationId xmlns:a16="http://schemas.microsoft.com/office/drawing/2014/main" id="{2C7E7BC6-FD70-F94A-B268-5545622B29CF}"/>
              </a:ext>
            </a:extLst>
          </p:cNvPr>
          <p:cNvSpPr>
            <a:spLocks noGrp="1" noChangeArrowheads="1"/>
          </p:cNvSpPr>
          <p:nvPr>
            <p:ph type="body" idx="1"/>
          </p:nvPr>
        </p:nvSpPr>
        <p:spPr>
          <a:xfrm>
            <a:off x="262890" y="1097281"/>
            <a:ext cx="8663939" cy="3904536"/>
          </a:xfrm>
        </p:spPr>
        <p:txBody>
          <a:bodyPr/>
          <a:lstStyle/>
          <a:p>
            <a:pPr eaLnBrk="1" hangingPunct="1">
              <a:lnSpc>
                <a:spcPct val="90000"/>
              </a:lnSpc>
            </a:pPr>
            <a:r>
              <a:rPr lang="zh-CN" altLang="en-US" sz="2100" dirty="0">
                <a:solidFill>
                  <a:srgbClr val="FF0000"/>
                </a:solidFill>
                <a:latin typeface="微软雅黑" panose="020B0503020204020204" pitchFamily="34" charset="-122"/>
                <a:ea typeface="宋体" panose="02010600030101010101" pitchFamily="2" charset="-122"/>
              </a:rPr>
              <a:t>波特</a:t>
            </a:r>
            <a:r>
              <a:rPr lang="en-US" altLang="zh-CN" sz="2100" dirty="0">
                <a:latin typeface="微软雅黑" panose="020B0503020204020204" pitchFamily="34" charset="-122"/>
                <a:ea typeface="宋体" panose="02010600030101010101" pitchFamily="2" charset="-122"/>
              </a:rPr>
              <a:t>(Baud)</a:t>
            </a:r>
            <a:r>
              <a:rPr lang="zh-CN" altLang="en-US" sz="2100" dirty="0">
                <a:latin typeface="微软雅黑" panose="020B0503020204020204" pitchFamily="34" charset="-122"/>
                <a:ea typeface="宋体" panose="02010600030101010101" pitchFamily="2" charset="-122"/>
              </a:rPr>
              <a:t>和</a:t>
            </a:r>
            <a:r>
              <a:rPr lang="zh-CN" altLang="en-US" sz="2100" dirty="0">
                <a:solidFill>
                  <a:srgbClr val="FF0000"/>
                </a:solidFill>
                <a:latin typeface="微软雅黑" panose="020B0503020204020204" pitchFamily="34" charset="-122"/>
                <a:ea typeface="宋体" panose="02010600030101010101" pitchFamily="2" charset="-122"/>
              </a:rPr>
              <a:t>比特</a:t>
            </a:r>
            <a:r>
              <a:rPr lang="en-US" altLang="zh-CN" sz="2100" dirty="0">
                <a:latin typeface="微软雅黑" panose="020B0503020204020204" pitchFamily="34" charset="-122"/>
                <a:ea typeface="宋体" panose="02010600030101010101" pitchFamily="2" charset="-122"/>
              </a:rPr>
              <a:t>(bit)</a:t>
            </a:r>
            <a:r>
              <a:rPr lang="zh-CN" altLang="en-US" sz="2100" dirty="0">
                <a:latin typeface="微软雅黑" panose="020B0503020204020204" pitchFamily="34" charset="-122"/>
                <a:ea typeface="宋体" panose="02010600030101010101" pitchFamily="2" charset="-122"/>
              </a:rPr>
              <a:t>是两个</a:t>
            </a:r>
            <a:r>
              <a:rPr lang="zh-CN" altLang="en-US" sz="2100" dirty="0">
                <a:solidFill>
                  <a:schemeClr val="hlink"/>
                </a:solidFill>
                <a:latin typeface="微软雅黑" panose="020B0503020204020204" pitchFamily="34" charset="-122"/>
                <a:ea typeface="宋体" panose="02010600030101010101" pitchFamily="2" charset="-122"/>
              </a:rPr>
              <a:t>完全</a:t>
            </a:r>
            <a:r>
              <a:rPr lang="zh-CN" altLang="en-US" sz="2100" dirty="0">
                <a:latin typeface="微软雅黑" panose="020B0503020204020204" pitchFamily="34" charset="-122"/>
                <a:ea typeface="宋体" panose="02010600030101010101" pitchFamily="2" charset="-122"/>
              </a:rPr>
              <a:t>不同的概念。 </a:t>
            </a:r>
          </a:p>
          <a:p>
            <a:pPr lvl="1" eaLnBrk="1" hangingPunct="1">
              <a:lnSpc>
                <a:spcPct val="90000"/>
              </a:lnSpc>
            </a:pPr>
            <a:r>
              <a:rPr lang="zh-CN" altLang="en-US" sz="1800" dirty="0">
                <a:solidFill>
                  <a:schemeClr val="hlink"/>
                </a:solidFill>
                <a:latin typeface="微软雅黑" panose="020B0503020204020204" pitchFamily="34" charset="-122"/>
                <a:ea typeface="宋体" panose="02010600030101010101" pitchFamily="2" charset="-122"/>
              </a:rPr>
              <a:t>波特</a:t>
            </a:r>
            <a:r>
              <a:rPr lang="zh-CN" altLang="en-US" sz="1800" dirty="0">
                <a:solidFill>
                  <a:srgbClr val="333399"/>
                </a:solidFill>
                <a:latin typeface="微软雅黑" panose="020B0503020204020204" pitchFamily="34" charset="-122"/>
                <a:ea typeface="宋体" panose="02010600030101010101" pitchFamily="2" charset="-122"/>
              </a:rPr>
              <a:t>是码元传输的速率单位（每秒传多少个码元）。码元传输速率也称为</a:t>
            </a:r>
            <a:r>
              <a:rPr lang="zh-CN" altLang="en-US" sz="1800" dirty="0">
                <a:solidFill>
                  <a:schemeClr val="hlink"/>
                </a:solidFill>
                <a:latin typeface="微软雅黑" panose="020B0503020204020204" pitchFamily="34" charset="-122"/>
                <a:ea typeface="宋体" panose="02010600030101010101" pitchFamily="2" charset="-122"/>
              </a:rPr>
              <a:t>调制速率</a:t>
            </a:r>
            <a:r>
              <a:rPr lang="zh-CN" altLang="en-US" sz="1800" dirty="0">
                <a:solidFill>
                  <a:srgbClr val="333399"/>
                </a:solidFill>
                <a:latin typeface="微软雅黑" panose="020B0503020204020204" pitchFamily="34" charset="-122"/>
                <a:ea typeface="宋体" panose="02010600030101010101" pitchFamily="2" charset="-122"/>
              </a:rPr>
              <a:t>、</a:t>
            </a:r>
            <a:r>
              <a:rPr lang="zh-CN" altLang="en-US" sz="1800" dirty="0">
                <a:solidFill>
                  <a:schemeClr val="hlink"/>
                </a:solidFill>
                <a:latin typeface="微软雅黑" panose="020B0503020204020204" pitchFamily="34" charset="-122"/>
                <a:ea typeface="宋体" panose="02010600030101010101" pitchFamily="2" charset="-122"/>
              </a:rPr>
              <a:t>波形速率</a:t>
            </a:r>
            <a:r>
              <a:rPr lang="zh-CN" altLang="en-US" sz="1800" dirty="0">
                <a:solidFill>
                  <a:srgbClr val="333399"/>
                </a:solidFill>
                <a:latin typeface="微软雅黑" panose="020B0503020204020204" pitchFamily="34" charset="-122"/>
                <a:ea typeface="宋体" panose="02010600030101010101" pitchFamily="2" charset="-122"/>
              </a:rPr>
              <a:t>或</a:t>
            </a:r>
            <a:r>
              <a:rPr lang="zh-CN" altLang="en-US" sz="1800" dirty="0">
                <a:solidFill>
                  <a:schemeClr val="hlink"/>
                </a:solidFill>
                <a:latin typeface="微软雅黑" panose="020B0503020204020204" pitchFamily="34" charset="-122"/>
                <a:ea typeface="宋体" panose="02010600030101010101" pitchFamily="2" charset="-122"/>
              </a:rPr>
              <a:t>符号速率</a:t>
            </a:r>
            <a:r>
              <a:rPr lang="zh-CN" altLang="en-US" sz="1800" dirty="0">
                <a:solidFill>
                  <a:srgbClr val="333399"/>
                </a:solidFill>
                <a:latin typeface="微软雅黑" panose="020B0503020204020204" pitchFamily="34" charset="-122"/>
                <a:ea typeface="宋体" panose="02010600030101010101" pitchFamily="2" charset="-122"/>
              </a:rPr>
              <a:t>。</a:t>
            </a:r>
          </a:p>
          <a:p>
            <a:pPr lvl="1" eaLnBrk="1" hangingPunct="1">
              <a:lnSpc>
                <a:spcPct val="90000"/>
              </a:lnSpc>
            </a:pPr>
            <a:r>
              <a:rPr lang="zh-CN" altLang="en-US" sz="1800" dirty="0">
                <a:solidFill>
                  <a:schemeClr val="hlink"/>
                </a:solidFill>
                <a:latin typeface="微软雅黑" panose="020B0503020204020204" pitchFamily="34" charset="-122"/>
                <a:ea typeface="宋体" panose="02010600030101010101" pitchFamily="2" charset="-122"/>
              </a:rPr>
              <a:t>比特</a:t>
            </a:r>
            <a:r>
              <a:rPr lang="zh-CN" altLang="en-US" sz="1800" dirty="0">
                <a:solidFill>
                  <a:srgbClr val="333399"/>
                </a:solidFill>
                <a:latin typeface="微软雅黑" panose="020B0503020204020204" pitchFamily="34" charset="-122"/>
                <a:ea typeface="宋体" panose="02010600030101010101" pitchFamily="2" charset="-122"/>
              </a:rPr>
              <a:t>是信息量的单位。</a:t>
            </a:r>
            <a:endParaRPr lang="zh-CN" altLang="en-US" sz="1800" dirty="0">
              <a:latin typeface="微软雅黑" panose="020B0503020204020204" pitchFamily="34" charset="-122"/>
              <a:ea typeface="宋体" panose="02010600030101010101" pitchFamily="2" charset="-122"/>
            </a:endParaRPr>
          </a:p>
          <a:p>
            <a:pPr eaLnBrk="1" hangingPunct="1">
              <a:lnSpc>
                <a:spcPct val="90000"/>
              </a:lnSpc>
            </a:pPr>
            <a:r>
              <a:rPr lang="zh-CN" altLang="en-US" sz="2100" dirty="0">
                <a:latin typeface="微软雅黑" panose="020B0503020204020204" pitchFamily="34" charset="-122"/>
                <a:ea typeface="宋体" panose="02010600030101010101" pitchFamily="2" charset="-122"/>
              </a:rPr>
              <a:t>信息的传输速率</a:t>
            </a:r>
            <a:r>
              <a:rPr lang="zh-CN" altLang="en-US" sz="2100" dirty="0">
                <a:latin typeface="Arial" panose="020B0604020202020204" pitchFamily="34" charset="0"/>
                <a:ea typeface="宋体" panose="02010600030101010101" pitchFamily="2" charset="-122"/>
              </a:rPr>
              <a:t>“</a:t>
            </a:r>
            <a:r>
              <a:rPr lang="zh-CN" altLang="en-US" sz="2100" dirty="0">
                <a:solidFill>
                  <a:schemeClr val="hlink"/>
                </a:solidFill>
                <a:latin typeface="微软雅黑" panose="020B0503020204020204" pitchFamily="34" charset="-122"/>
                <a:ea typeface="宋体" panose="02010600030101010101" pitchFamily="2" charset="-122"/>
              </a:rPr>
              <a:t>比特</a:t>
            </a:r>
            <a:r>
              <a:rPr lang="en-US" altLang="zh-CN" sz="2100" dirty="0">
                <a:solidFill>
                  <a:schemeClr val="hlink"/>
                </a:solidFill>
                <a:latin typeface="微软雅黑" panose="020B0503020204020204" pitchFamily="34" charset="-122"/>
                <a:ea typeface="宋体" panose="02010600030101010101" pitchFamily="2" charset="-122"/>
              </a:rPr>
              <a:t>/</a:t>
            </a:r>
            <a:r>
              <a:rPr lang="zh-CN" altLang="en-US" sz="2100" dirty="0">
                <a:solidFill>
                  <a:schemeClr val="hlink"/>
                </a:solidFill>
                <a:latin typeface="微软雅黑" panose="020B0503020204020204" pitchFamily="34" charset="-122"/>
                <a:ea typeface="宋体" panose="02010600030101010101" pitchFamily="2" charset="-122"/>
              </a:rPr>
              <a:t>秒</a:t>
            </a:r>
            <a:r>
              <a:rPr lang="zh-CN" altLang="en-US" sz="2100" dirty="0">
                <a:latin typeface="Arial" panose="020B0604020202020204" pitchFamily="34" charset="0"/>
                <a:ea typeface="宋体" panose="02010600030101010101" pitchFamily="2" charset="-122"/>
              </a:rPr>
              <a:t>”</a:t>
            </a:r>
            <a:r>
              <a:rPr lang="zh-CN" altLang="en-US" sz="2100" dirty="0">
                <a:latin typeface="微软雅黑" panose="020B0503020204020204" pitchFamily="34" charset="-122"/>
                <a:ea typeface="宋体" panose="02010600030101010101" pitchFamily="2" charset="-122"/>
              </a:rPr>
              <a:t>与码元的传输速率</a:t>
            </a:r>
            <a:r>
              <a:rPr lang="zh-CN" altLang="en-US" sz="2100" dirty="0">
                <a:latin typeface="Arial" panose="020B0604020202020204" pitchFamily="34" charset="0"/>
                <a:ea typeface="宋体" panose="02010600030101010101" pitchFamily="2" charset="-122"/>
              </a:rPr>
              <a:t>“</a:t>
            </a:r>
            <a:r>
              <a:rPr lang="zh-CN" altLang="en-US" sz="2100" dirty="0">
                <a:solidFill>
                  <a:schemeClr val="hlink"/>
                </a:solidFill>
                <a:latin typeface="微软雅黑" panose="020B0503020204020204" pitchFamily="34" charset="-122"/>
                <a:ea typeface="宋体" panose="02010600030101010101" pitchFamily="2" charset="-122"/>
              </a:rPr>
              <a:t>波特</a:t>
            </a:r>
            <a:r>
              <a:rPr lang="zh-CN" altLang="en-US" sz="2100" dirty="0">
                <a:latin typeface="Arial" panose="020B0604020202020204" pitchFamily="34" charset="0"/>
                <a:ea typeface="宋体" panose="02010600030101010101" pitchFamily="2" charset="-122"/>
              </a:rPr>
              <a:t>”</a:t>
            </a:r>
            <a:r>
              <a:rPr lang="zh-CN" altLang="en-US" sz="2100" dirty="0">
                <a:solidFill>
                  <a:schemeClr val="hlink"/>
                </a:solidFill>
                <a:latin typeface="微软雅黑" panose="020B0503020204020204" pitchFamily="34" charset="-122"/>
                <a:ea typeface="宋体" panose="02010600030101010101" pitchFamily="2" charset="-122"/>
              </a:rPr>
              <a:t>在数量上</a:t>
            </a:r>
            <a:r>
              <a:rPr lang="zh-CN" altLang="en-US" sz="2100" dirty="0">
                <a:latin typeface="微软雅黑" panose="020B0503020204020204" pitchFamily="34" charset="-122"/>
                <a:ea typeface="宋体" panose="02010600030101010101" pitchFamily="2" charset="-122"/>
              </a:rPr>
              <a:t>却有一定的关系。</a:t>
            </a:r>
          </a:p>
          <a:p>
            <a:pPr eaLnBrk="1" hangingPunct="1">
              <a:lnSpc>
                <a:spcPct val="90000"/>
              </a:lnSpc>
            </a:pPr>
            <a:r>
              <a:rPr lang="zh-CN" altLang="en-US" sz="2100" dirty="0">
                <a:latin typeface="微软雅黑" panose="020B0503020204020204" pitchFamily="34" charset="-122"/>
                <a:ea typeface="宋体" panose="02010600030101010101" pitchFamily="2" charset="-122"/>
              </a:rPr>
              <a:t>若</a:t>
            </a:r>
            <a:r>
              <a:rPr lang="en-US" altLang="zh-CN" sz="2100" dirty="0">
                <a:latin typeface="微软雅黑" panose="020B0503020204020204" pitchFamily="34" charset="-122"/>
                <a:ea typeface="宋体" panose="02010600030101010101" pitchFamily="2" charset="-122"/>
              </a:rPr>
              <a:t>1</a:t>
            </a:r>
            <a:r>
              <a:rPr lang="zh-CN" altLang="en-US" sz="2100" dirty="0">
                <a:latin typeface="微软雅黑" panose="020B0503020204020204" pitchFamily="34" charset="-122"/>
                <a:ea typeface="宋体" panose="02010600030101010101" pitchFamily="2" charset="-122"/>
              </a:rPr>
              <a:t>个码元只携带 </a:t>
            </a:r>
            <a:r>
              <a:rPr lang="en-US" altLang="zh-CN" sz="2100" dirty="0">
                <a:latin typeface="微软雅黑" panose="020B0503020204020204" pitchFamily="34" charset="-122"/>
                <a:ea typeface="宋体" panose="02010600030101010101" pitchFamily="2" charset="-122"/>
              </a:rPr>
              <a:t>1 bit </a:t>
            </a:r>
            <a:r>
              <a:rPr lang="zh-CN" altLang="en-US" sz="2100" dirty="0">
                <a:latin typeface="微软雅黑" panose="020B0503020204020204" pitchFamily="34" charset="-122"/>
                <a:ea typeface="宋体" panose="02010600030101010101" pitchFamily="2" charset="-122"/>
              </a:rPr>
              <a:t>的信息量，则</a:t>
            </a:r>
            <a:r>
              <a:rPr lang="zh-CN" altLang="en-US" sz="2100" dirty="0">
                <a:latin typeface="Arial" panose="020B0604020202020204" pitchFamily="34" charset="0"/>
                <a:ea typeface="宋体" panose="02010600030101010101" pitchFamily="2" charset="-122"/>
              </a:rPr>
              <a:t>“</a:t>
            </a:r>
            <a:r>
              <a:rPr lang="zh-CN" altLang="en-US" sz="2100" dirty="0">
                <a:latin typeface="微软雅黑" panose="020B0503020204020204" pitchFamily="34" charset="-122"/>
                <a:ea typeface="宋体" panose="02010600030101010101" pitchFamily="2" charset="-122"/>
              </a:rPr>
              <a:t>比特</a:t>
            </a:r>
            <a:r>
              <a:rPr lang="en-US" altLang="zh-CN" sz="2100" dirty="0">
                <a:latin typeface="微软雅黑" panose="020B0503020204020204" pitchFamily="34" charset="-122"/>
                <a:ea typeface="宋体" panose="02010600030101010101" pitchFamily="2" charset="-122"/>
              </a:rPr>
              <a:t>/</a:t>
            </a:r>
            <a:r>
              <a:rPr lang="zh-CN" altLang="en-US" sz="2100" dirty="0">
                <a:latin typeface="微软雅黑" panose="020B0503020204020204" pitchFamily="34" charset="-122"/>
                <a:ea typeface="宋体" panose="02010600030101010101" pitchFamily="2" charset="-122"/>
              </a:rPr>
              <a:t>秒</a:t>
            </a:r>
            <a:r>
              <a:rPr lang="zh-CN" altLang="en-US" sz="2100" dirty="0">
                <a:latin typeface="Arial" panose="020B0604020202020204" pitchFamily="34" charset="0"/>
                <a:ea typeface="宋体" panose="02010600030101010101" pitchFamily="2" charset="-122"/>
              </a:rPr>
              <a:t>”</a:t>
            </a:r>
            <a:r>
              <a:rPr lang="zh-CN" altLang="en-US" sz="2100" dirty="0">
                <a:latin typeface="微软雅黑" panose="020B0503020204020204" pitchFamily="34" charset="-122"/>
                <a:ea typeface="宋体" panose="02010600030101010101" pitchFamily="2" charset="-122"/>
              </a:rPr>
              <a:t>和</a:t>
            </a:r>
            <a:r>
              <a:rPr lang="zh-CN" altLang="en-US" sz="2100" dirty="0">
                <a:latin typeface="Arial" panose="020B0604020202020204" pitchFamily="34" charset="0"/>
                <a:ea typeface="宋体" panose="02010600030101010101" pitchFamily="2" charset="-122"/>
              </a:rPr>
              <a:t>“</a:t>
            </a:r>
            <a:r>
              <a:rPr lang="zh-CN" altLang="en-US" sz="2100" dirty="0">
                <a:latin typeface="微软雅黑" panose="020B0503020204020204" pitchFamily="34" charset="-122"/>
                <a:ea typeface="宋体" panose="02010600030101010101" pitchFamily="2" charset="-122"/>
              </a:rPr>
              <a:t>波特</a:t>
            </a:r>
            <a:r>
              <a:rPr lang="zh-CN" altLang="en-US" sz="2100" dirty="0">
                <a:latin typeface="Arial" panose="020B0604020202020204" pitchFamily="34" charset="0"/>
                <a:ea typeface="宋体" panose="02010600030101010101" pitchFamily="2" charset="-122"/>
              </a:rPr>
              <a:t>”</a:t>
            </a:r>
            <a:r>
              <a:rPr lang="zh-CN" altLang="en-US" sz="2100" dirty="0">
                <a:latin typeface="微软雅黑" panose="020B0503020204020204" pitchFamily="34" charset="-122"/>
                <a:ea typeface="宋体" panose="02010600030101010101" pitchFamily="2" charset="-122"/>
              </a:rPr>
              <a:t>在数值上相等。</a:t>
            </a:r>
          </a:p>
          <a:p>
            <a:pPr eaLnBrk="1" hangingPunct="1">
              <a:lnSpc>
                <a:spcPct val="90000"/>
              </a:lnSpc>
            </a:pPr>
            <a:r>
              <a:rPr lang="zh-CN" altLang="en-US" sz="2100" dirty="0">
                <a:latin typeface="微软雅黑" panose="020B0503020204020204" pitchFamily="34" charset="-122"/>
                <a:ea typeface="宋体" panose="02010600030101010101" pitchFamily="2" charset="-122"/>
              </a:rPr>
              <a:t>若</a:t>
            </a:r>
            <a:r>
              <a:rPr lang="en-US" altLang="zh-CN" sz="2100" dirty="0">
                <a:latin typeface="微软雅黑" panose="020B0503020204020204" pitchFamily="34" charset="-122"/>
                <a:ea typeface="宋体" panose="02010600030101010101" pitchFamily="2" charset="-122"/>
              </a:rPr>
              <a:t>1</a:t>
            </a:r>
            <a:r>
              <a:rPr lang="zh-CN" altLang="en-US" sz="2100" dirty="0">
                <a:latin typeface="微软雅黑" panose="020B0503020204020204" pitchFamily="34" charset="-122"/>
                <a:ea typeface="宋体" panose="02010600030101010101" pitchFamily="2" charset="-122"/>
              </a:rPr>
              <a:t>个码元携带</a:t>
            </a:r>
            <a:r>
              <a:rPr lang="en-US" altLang="zh-CN" sz="2100" i="1" dirty="0">
                <a:latin typeface="微软雅黑" panose="020B0503020204020204" pitchFamily="34" charset="-122"/>
                <a:ea typeface="宋体" panose="02010600030101010101" pitchFamily="2" charset="-122"/>
              </a:rPr>
              <a:t>n</a:t>
            </a:r>
            <a:r>
              <a:rPr lang="en-US" altLang="zh-CN" sz="2100" dirty="0">
                <a:latin typeface="微软雅黑" panose="020B0503020204020204" pitchFamily="34" charset="-122"/>
                <a:ea typeface="宋体" panose="02010600030101010101" pitchFamily="2" charset="-122"/>
              </a:rPr>
              <a:t> bit </a:t>
            </a:r>
            <a:r>
              <a:rPr lang="zh-CN" altLang="en-US" sz="2100" dirty="0">
                <a:latin typeface="微软雅黑" panose="020B0503020204020204" pitchFamily="34" charset="-122"/>
                <a:ea typeface="宋体" panose="02010600030101010101" pitchFamily="2" charset="-122"/>
              </a:rPr>
              <a:t>的信息量，则</a:t>
            </a:r>
          </a:p>
          <a:p>
            <a:pPr eaLnBrk="1" hangingPunct="1">
              <a:lnSpc>
                <a:spcPct val="90000"/>
              </a:lnSpc>
              <a:buFont typeface="Wingdings" pitchFamily="2" charset="2"/>
              <a:buNone/>
            </a:pPr>
            <a:r>
              <a:rPr lang="zh-CN" altLang="en-US" sz="2100" i="1" dirty="0">
                <a:latin typeface="微软雅黑" panose="020B0503020204020204" pitchFamily="34" charset="-122"/>
                <a:ea typeface="宋体" panose="02010600030101010101" pitchFamily="2" charset="-122"/>
              </a:rPr>
              <a:t>   </a:t>
            </a:r>
            <a:r>
              <a:rPr lang="en-US" altLang="zh-CN" sz="2100" i="1" dirty="0">
                <a:latin typeface="微软雅黑" panose="020B0503020204020204" pitchFamily="34" charset="-122"/>
                <a:ea typeface="宋体" panose="02010600030101010101" pitchFamily="2" charset="-122"/>
              </a:rPr>
              <a:t>M</a:t>
            </a:r>
            <a:r>
              <a:rPr lang="zh-CN" altLang="en-US" sz="2100" dirty="0">
                <a:latin typeface="微软雅黑" panose="020B0503020204020204" pitchFamily="34" charset="-122"/>
                <a:ea typeface="宋体" panose="02010600030101010101" pitchFamily="2" charset="-122"/>
              </a:rPr>
              <a:t> </a:t>
            </a:r>
            <a:r>
              <a:rPr lang="en-US" altLang="zh-CN" sz="2100" dirty="0">
                <a:latin typeface="微软雅黑" panose="020B0503020204020204" pitchFamily="34" charset="-122"/>
                <a:ea typeface="宋体" panose="02010600030101010101" pitchFamily="2" charset="-122"/>
              </a:rPr>
              <a:t>Baud</a:t>
            </a:r>
            <a:r>
              <a:rPr lang="zh-CN" altLang="en-US" sz="2100" dirty="0">
                <a:latin typeface="微软雅黑" panose="020B0503020204020204" pitchFamily="34" charset="-122"/>
                <a:ea typeface="宋体" panose="02010600030101010101" pitchFamily="2" charset="-122"/>
              </a:rPr>
              <a:t>的码元传输速率所对应的信息传输速率为</a:t>
            </a:r>
            <a:r>
              <a:rPr lang="en-US" altLang="zh-CN" sz="2100" i="1" dirty="0">
                <a:latin typeface="微软雅黑" panose="020B0503020204020204" pitchFamily="34" charset="-122"/>
                <a:ea typeface="宋体" panose="02010600030101010101" pitchFamily="2" charset="-122"/>
              </a:rPr>
              <a:t>M </a:t>
            </a:r>
            <a:r>
              <a:rPr lang="en-US" altLang="zh-CN" sz="2100" dirty="0">
                <a:latin typeface="微软雅黑" panose="020B0503020204020204" pitchFamily="34" charset="-122"/>
                <a:ea typeface="宋体" panose="02010600030101010101" pitchFamily="2" charset="-122"/>
                <a:sym typeface="Symbol" pitchFamily="2" charset="2"/>
              </a:rPr>
              <a:t></a:t>
            </a:r>
            <a:r>
              <a:rPr lang="en-US" altLang="zh-CN" sz="2100" i="1" dirty="0">
                <a:latin typeface="微软雅黑" panose="020B0503020204020204" pitchFamily="34" charset="-122"/>
                <a:ea typeface="宋体" panose="02010600030101010101" pitchFamily="2" charset="-122"/>
              </a:rPr>
              <a:t>n</a:t>
            </a:r>
            <a:r>
              <a:rPr lang="en-US" altLang="zh-CN" sz="2100" dirty="0">
                <a:latin typeface="微软雅黑" panose="020B0503020204020204" pitchFamily="34" charset="-122"/>
                <a:ea typeface="宋体" panose="02010600030101010101" pitchFamily="2" charset="-122"/>
              </a:rPr>
              <a:t> b/s</a:t>
            </a:r>
            <a:r>
              <a:rPr lang="zh-CN" altLang="en-US" sz="2100" dirty="0">
                <a:latin typeface="微软雅黑" panose="020B0503020204020204" pitchFamily="34" charset="-122"/>
                <a:ea typeface="宋体" panose="02010600030101010101" pitchFamily="2" charset="-122"/>
              </a:rPr>
              <a:t>。</a:t>
            </a:r>
          </a:p>
          <a:p>
            <a:pPr eaLnBrk="1" hangingPunct="1">
              <a:lnSpc>
                <a:spcPct val="90000"/>
              </a:lnSpc>
              <a:buFont typeface="Wingdings" pitchFamily="2" charset="2"/>
              <a:buNone/>
            </a:pPr>
            <a:r>
              <a:rPr lang="zh-CN" altLang="en-US" sz="2100" dirty="0">
                <a:latin typeface="微软雅黑" panose="020B0503020204020204" pitchFamily="34" charset="-122"/>
                <a:ea typeface="宋体" panose="02010600030101010101" pitchFamily="2" charset="-122"/>
              </a:rPr>
              <a:t> </a:t>
            </a:r>
          </a:p>
        </p:txBody>
      </p:sp>
    </p:spTree>
    <p:extLst>
      <p:ext uri="{BB962C8B-B14F-4D97-AF65-F5344CB8AC3E}">
        <p14:creationId xmlns:p14="http://schemas.microsoft.com/office/powerpoint/2010/main" val="34250033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2563">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2563">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2563">
                                            <p:txEl>
                                              <p:pRg st="6" end="6"/>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2256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256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灯片编号占位符 3">
            <a:extLst>
              <a:ext uri="{FF2B5EF4-FFF2-40B4-BE49-F238E27FC236}">
                <a16:creationId xmlns:a16="http://schemas.microsoft.com/office/drawing/2014/main" id="{B439477B-43C4-BA42-89BD-F3FAC0152D30}"/>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DFAF28EF-AD0E-514D-89EF-0DBC78974EAD}"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33</a:t>
            </a:fld>
            <a:endParaRPr lang="en-US" altLang="zh-CN" sz="1050">
              <a:solidFill>
                <a:schemeClr val="bg2"/>
              </a:solidFill>
              <a:latin typeface="Tahoma" panose="020B0604030504040204" pitchFamily="34" charset="0"/>
              <a:ea typeface="宋体" panose="02010600030101010101" pitchFamily="2" charset="-122"/>
            </a:endParaRPr>
          </a:p>
        </p:txBody>
      </p:sp>
      <p:sp>
        <p:nvSpPr>
          <p:cNvPr id="81922" name="Rectangle 2">
            <a:extLst>
              <a:ext uri="{FF2B5EF4-FFF2-40B4-BE49-F238E27FC236}">
                <a16:creationId xmlns:a16="http://schemas.microsoft.com/office/drawing/2014/main" id="{2D0D601D-C57B-EA49-89F3-2A00D33793A7}"/>
              </a:ext>
            </a:extLst>
          </p:cNvPr>
          <p:cNvSpPr>
            <a:spLocks noGrp="1" noChangeArrowheads="1"/>
          </p:cNvSpPr>
          <p:nvPr>
            <p:ph type="title"/>
          </p:nvPr>
        </p:nvSpPr>
        <p:spPr/>
        <p:txBody>
          <a:bodyPr/>
          <a:lstStyle/>
          <a:p>
            <a:pPr eaLnBrk="1" hangingPunct="1"/>
            <a:r>
              <a:rPr lang="zh-CN" altLang="en-US">
                <a:latin typeface="微软雅黑" panose="020B0503020204020204" pitchFamily="34" charset="-122"/>
                <a:ea typeface="宋体" panose="02010600030101010101" pitchFamily="2" charset="-122"/>
              </a:rPr>
              <a:t>波特率（</a:t>
            </a:r>
            <a:r>
              <a:rPr lang="en-US" altLang="zh-CN">
                <a:latin typeface="微软雅黑" panose="020B0503020204020204" pitchFamily="34" charset="-122"/>
                <a:ea typeface="宋体" panose="02010600030101010101" pitchFamily="2" charset="-122"/>
              </a:rPr>
              <a:t>baud</a:t>
            </a:r>
            <a:r>
              <a:rPr lang="zh-CN" altLang="en-US">
                <a:latin typeface="微软雅黑" panose="020B0503020204020204" pitchFamily="34" charset="-122"/>
                <a:ea typeface="宋体" panose="02010600030101010101" pitchFamily="2" charset="-122"/>
              </a:rPr>
              <a:t>）和比特率（</a:t>
            </a:r>
            <a:r>
              <a:rPr lang="en-US" altLang="zh-CN">
                <a:latin typeface="微软雅黑" panose="020B0503020204020204" pitchFamily="34" charset="-122"/>
                <a:ea typeface="宋体" panose="02010600030101010101" pitchFamily="2" charset="-122"/>
              </a:rPr>
              <a:t>bit</a:t>
            </a:r>
            <a:r>
              <a:rPr lang="zh-CN" altLang="en-US">
                <a:latin typeface="微软雅黑" panose="020B0503020204020204" pitchFamily="34" charset="-122"/>
                <a:ea typeface="宋体" panose="02010600030101010101" pitchFamily="2" charset="-122"/>
              </a:rPr>
              <a:t>）的关系</a:t>
            </a:r>
          </a:p>
        </p:txBody>
      </p:sp>
      <p:sp>
        <p:nvSpPr>
          <p:cNvPr id="81923" name="Rectangle 3">
            <a:extLst>
              <a:ext uri="{FF2B5EF4-FFF2-40B4-BE49-F238E27FC236}">
                <a16:creationId xmlns:a16="http://schemas.microsoft.com/office/drawing/2014/main" id="{D2667CC7-BAA0-4847-8244-28DBD2C98D7B}"/>
              </a:ext>
            </a:extLst>
          </p:cNvPr>
          <p:cNvSpPr>
            <a:spLocks noGrp="1" noChangeArrowheads="1"/>
          </p:cNvSpPr>
          <p:nvPr>
            <p:ph type="body" idx="1"/>
          </p:nvPr>
        </p:nvSpPr>
        <p:spPr>
          <a:xfrm>
            <a:off x="217170" y="1113235"/>
            <a:ext cx="8721346" cy="3726656"/>
          </a:xfrm>
        </p:spPr>
        <p:txBody>
          <a:bodyPr/>
          <a:lstStyle/>
          <a:p>
            <a:pPr eaLnBrk="1" hangingPunct="1"/>
            <a:r>
              <a:rPr lang="zh-CN" altLang="en-US" sz="2100" dirty="0">
                <a:solidFill>
                  <a:srgbClr val="FF0000"/>
                </a:solidFill>
                <a:latin typeface="微软雅黑" panose="020B0503020204020204" pitchFamily="34" charset="-122"/>
                <a:ea typeface="宋体" panose="02010600030101010101" pitchFamily="2" charset="-122"/>
              </a:rPr>
              <a:t>波特率</a:t>
            </a:r>
            <a:r>
              <a:rPr lang="zh-CN" altLang="en-US" sz="2100" dirty="0">
                <a:latin typeface="微软雅黑" panose="020B0503020204020204" pitchFamily="34" charset="-122"/>
                <a:ea typeface="宋体" panose="02010600030101010101" pitchFamily="2" charset="-122"/>
              </a:rPr>
              <a:t>：信号每秒钟变化的次数，也称调制速率。</a:t>
            </a:r>
          </a:p>
          <a:p>
            <a:pPr eaLnBrk="1" hangingPunct="1"/>
            <a:r>
              <a:rPr lang="zh-CN" altLang="en-US" sz="2100" dirty="0">
                <a:solidFill>
                  <a:srgbClr val="FF0000"/>
                </a:solidFill>
                <a:latin typeface="微软雅黑" panose="020B0503020204020204" pitchFamily="34" charset="-122"/>
                <a:ea typeface="宋体" panose="02010600030101010101" pitchFamily="2" charset="-122"/>
              </a:rPr>
              <a:t>比特率</a:t>
            </a:r>
            <a:r>
              <a:rPr lang="zh-CN" altLang="en-US" sz="2100" dirty="0">
                <a:latin typeface="微软雅黑" panose="020B0503020204020204" pitchFamily="34" charset="-122"/>
                <a:ea typeface="宋体" panose="02010600030101010101" pitchFamily="2" charset="-122"/>
              </a:rPr>
              <a:t>：每秒钟传送的二进制位数。</a:t>
            </a:r>
          </a:p>
          <a:p>
            <a:pPr eaLnBrk="1" hangingPunct="1"/>
            <a:r>
              <a:rPr lang="zh-CN" altLang="en-US" sz="2100" dirty="0">
                <a:latin typeface="微软雅黑" panose="020B0503020204020204" pitchFamily="34" charset="-122"/>
                <a:ea typeface="宋体" panose="02010600030101010101" pitchFamily="2" charset="-122"/>
              </a:rPr>
              <a:t>波特率与比特率的关系取决于信号值与比特位的关系。</a:t>
            </a:r>
            <a:endParaRPr lang="zh-CN" altLang="en-US" sz="1800" dirty="0">
              <a:latin typeface="微软雅黑" panose="020B0503020204020204" pitchFamily="34" charset="-122"/>
              <a:ea typeface="宋体" panose="02010600030101010101" pitchFamily="2" charset="-122"/>
            </a:endParaRPr>
          </a:p>
          <a:p>
            <a:pPr lvl="1" eaLnBrk="1" hangingPunct="1"/>
            <a:r>
              <a:rPr lang="zh-CN" altLang="en-US" sz="1800" dirty="0">
                <a:latin typeface="微软雅黑" panose="020B0503020204020204" pitchFamily="34" charset="-122"/>
                <a:ea typeface="宋体" panose="02010600030101010101" pitchFamily="2" charset="-122"/>
              </a:rPr>
              <a:t>例：每个信号值可表示３位，则比特率是波特率的３倍；</a:t>
            </a:r>
          </a:p>
          <a:p>
            <a:pPr lvl="1" eaLnBrk="1" hangingPunct="1">
              <a:buFont typeface="Wingdings" pitchFamily="2" charset="2"/>
              <a:buNone/>
            </a:pPr>
            <a:r>
              <a:rPr lang="zh-CN" altLang="en-US" sz="1800" dirty="0">
                <a:latin typeface="微软雅黑" panose="020B0503020204020204" pitchFamily="34" charset="-122"/>
                <a:ea typeface="宋体" panose="02010600030101010101" pitchFamily="2" charset="-122"/>
              </a:rPr>
              <a:t>		      每个信号值可表示１位，则比特率和波特率相同。</a:t>
            </a:r>
          </a:p>
          <a:p>
            <a:pPr lvl="1" algn="just" eaLnBrk="1" hangingPunct="1"/>
            <a:r>
              <a:rPr lang="zh-CN" altLang="en-US" sz="1800" dirty="0">
                <a:latin typeface="微软雅黑" panose="020B0503020204020204" pitchFamily="34" charset="-122"/>
                <a:ea typeface="宋体" panose="02010600030101010101" pitchFamily="2" charset="-122"/>
              </a:rPr>
              <a:t>例如，有一个带宽为</a:t>
            </a:r>
            <a:r>
              <a:rPr lang="en-US" altLang="zh-CN" sz="1800" dirty="0">
                <a:latin typeface="微软雅黑" panose="020B0503020204020204" pitchFamily="34" charset="-122"/>
                <a:ea typeface="宋体" panose="02010600030101010101" pitchFamily="2" charset="-122"/>
              </a:rPr>
              <a:t>3kHz</a:t>
            </a:r>
            <a:r>
              <a:rPr lang="zh-CN" altLang="en-US" sz="1800" dirty="0">
                <a:latin typeface="微软雅黑" panose="020B0503020204020204" pitchFamily="34" charset="-122"/>
                <a:ea typeface="宋体" panose="02010600030101010101" pitchFamily="2" charset="-122"/>
              </a:rPr>
              <a:t>的理想低通信道，其最高码元传输速率为</a:t>
            </a:r>
            <a:r>
              <a:rPr lang="en-US" altLang="zh-CN" sz="1800" dirty="0">
                <a:latin typeface="微软雅黑" panose="020B0503020204020204" pitchFamily="34" charset="-122"/>
                <a:ea typeface="宋体" panose="02010600030101010101" pitchFamily="2" charset="-122"/>
              </a:rPr>
              <a:t>6000</a:t>
            </a:r>
            <a:r>
              <a:rPr lang="zh-CN" altLang="en-US" sz="1800" dirty="0">
                <a:latin typeface="微软雅黑" panose="020B0503020204020204" pitchFamily="34" charset="-122"/>
                <a:ea typeface="宋体" panose="02010600030101010101" pitchFamily="2" charset="-122"/>
              </a:rPr>
              <a:t> </a:t>
            </a:r>
            <a:r>
              <a:rPr lang="en-US" altLang="zh-CN" sz="1800" dirty="0">
                <a:latin typeface="微软雅黑" panose="020B0503020204020204" pitchFamily="34" charset="-122"/>
                <a:ea typeface="宋体" panose="02010600030101010101" pitchFamily="2" charset="-122"/>
              </a:rPr>
              <a:t>Baud(</a:t>
            </a:r>
            <a:r>
              <a:rPr lang="zh-CN" altLang="en-US" sz="1800" dirty="0">
                <a:latin typeface="微软雅黑" panose="020B0503020204020204" pitchFamily="34" charset="-122"/>
                <a:ea typeface="宋体" panose="02010600030101010101" pitchFamily="2" charset="-122"/>
              </a:rPr>
              <a:t>即每秒传</a:t>
            </a:r>
            <a:r>
              <a:rPr lang="en-US" altLang="zh-CN" sz="1800" dirty="0">
                <a:latin typeface="微软雅黑" panose="020B0503020204020204" pitchFamily="34" charset="-122"/>
                <a:ea typeface="宋体" panose="02010600030101010101" pitchFamily="2" charset="-122"/>
              </a:rPr>
              <a:t>6000</a:t>
            </a:r>
            <a:r>
              <a:rPr lang="zh-CN" altLang="en-US" sz="1800" dirty="0">
                <a:latin typeface="微软雅黑" panose="020B0503020204020204" pitchFamily="34" charset="-122"/>
                <a:ea typeface="宋体" panose="02010600030101010101" pitchFamily="2" charset="-122"/>
              </a:rPr>
              <a:t>个码元</a:t>
            </a:r>
            <a:r>
              <a:rPr lang="en-US" altLang="zh-CN" sz="1800" dirty="0">
                <a:latin typeface="微软雅黑" panose="020B0503020204020204" pitchFamily="34" charset="-122"/>
                <a:ea typeface="宋体" panose="02010600030101010101" pitchFamily="2" charset="-122"/>
              </a:rPr>
              <a:t>)</a:t>
            </a:r>
            <a:r>
              <a:rPr lang="zh-CN" altLang="en-US" sz="1800" dirty="0">
                <a:latin typeface="微软雅黑" panose="020B0503020204020204" pitchFamily="34" charset="-122"/>
                <a:ea typeface="宋体" panose="02010600030101010101" pitchFamily="2" charset="-122"/>
              </a:rPr>
              <a:t>。若</a:t>
            </a:r>
            <a:r>
              <a:rPr lang="en-US" altLang="zh-CN" sz="1800" dirty="0">
                <a:latin typeface="微软雅黑" panose="020B0503020204020204" pitchFamily="34" charset="-122"/>
                <a:ea typeface="宋体" panose="02010600030101010101" pitchFamily="2" charset="-122"/>
              </a:rPr>
              <a:t>1</a:t>
            </a:r>
            <a:r>
              <a:rPr lang="zh-CN" altLang="en-US" sz="1800" dirty="0">
                <a:latin typeface="微软雅黑" panose="020B0503020204020204" pitchFamily="34" charset="-122"/>
                <a:ea typeface="宋体" panose="02010600030101010101" pitchFamily="2" charset="-122"/>
              </a:rPr>
              <a:t>个码元能携带</a:t>
            </a:r>
            <a:r>
              <a:rPr lang="en-US" altLang="zh-CN" sz="1800" dirty="0">
                <a:latin typeface="微软雅黑" panose="020B0503020204020204" pitchFamily="34" charset="-122"/>
                <a:ea typeface="宋体" panose="02010600030101010101" pitchFamily="2" charset="-122"/>
              </a:rPr>
              <a:t>3bit</a:t>
            </a:r>
            <a:r>
              <a:rPr lang="zh-CN" altLang="en-US" sz="1800" dirty="0">
                <a:latin typeface="微软雅黑" panose="020B0503020204020204" pitchFamily="34" charset="-122"/>
                <a:ea typeface="宋体" panose="02010600030101010101" pitchFamily="2" charset="-122"/>
              </a:rPr>
              <a:t>的信息量，则最高信息传输速率为</a:t>
            </a:r>
            <a:r>
              <a:rPr lang="en-US" altLang="zh-CN" sz="1800" dirty="0">
                <a:latin typeface="微软雅黑" panose="020B0503020204020204" pitchFamily="34" charset="-122"/>
                <a:ea typeface="宋体" panose="02010600030101010101" pitchFamily="2" charset="-122"/>
              </a:rPr>
              <a:t>18000 b/s</a:t>
            </a:r>
            <a:r>
              <a:rPr lang="zh-CN" altLang="en-US" sz="1800" dirty="0">
                <a:latin typeface="微软雅黑" panose="020B0503020204020204" pitchFamily="34" charset="-122"/>
                <a:ea typeface="宋体" panose="02010600030101010101" pitchFamily="2" charset="-122"/>
              </a:rPr>
              <a:t>。</a:t>
            </a:r>
            <a:r>
              <a:rPr lang="zh-CN" altLang="en-US" dirty="0">
                <a:latin typeface="微软雅黑" panose="020B0503020204020204" pitchFamily="34" charset="-122"/>
                <a:ea typeface="宋体" panose="02010600030101010101" pitchFamily="2" charset="-122"/>
              </a:rPr>
              <a:t>  </a:t>
            </a:r>
          </a:p>
          <a:p>
            <a:pPr lvl="1" eaLnBrk="1" hangingPunct="1">
              <a:buFont typeface="Wingdings" pitchFamily="2" charset="2"/>
              <a:buNone/>
            </a:pPr>
            <a:endParaRPr lang="en-US" altLang="zh-CN" dirty="0">
              <a:latin typeface="微软雅黑" panose="020B0503020204020204" pitchFamily="34" charset="-122"/>
              <a:ea typeface="宋体" panose="02010600030101010101" pitchFamily="2" charset="-122"/>
            </a:endParaRPr>
          </a:p>
        </p:txBody>
      </p:sp>
      <p:sp>
        <p:nvSpPr>
          <p:cNvPr id="81924" name="Text Box 4">
            <a:extLst>
              <a:ext uri="{FF2B5EF4-FFF2-40B4-BE49-F238E27FC236}">
                <a16:creationId xmlns:a16="http://schemas.microsoft.com/office/drawing/2014/main" id="{EAB1FEAB-6678-6B46-8049-CAD89E08D067}"/>
              </a:ext>
            </a:extLst>
          </p:cNvPr>
          <p:cNvSpPr txBox="1">
            <a:spLocks noChangeArrowheads="1"/>
          </p:cNvSpPr>
          <p:nvPr/>
        </p:nvSpPr>
        <p:spPr bwMode="auto">
          <a:xfrm>
            <a:off x="1844279" y="4521994"/>
            <a:ext cx="5562600" cy="415498"/>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lang="zh-CN" altLang="en-US" sz="2100">
                <a:solidFill>
                  <a:schemeClr val="folHlink"/>
                </a:solidFill>
                <a:latin typeface="Tahoma" panose="020B0604030504040204" pitchFamily="34" charset="0"/>
                <a:ea typeface="宋体" panose="02010600030101010101" pitchFamily="2" charset="-122"/>
              </a:rPr>
              <a:t>思考：怎样使一个码元携带</a:t>
            </a:r>
            <a:r>
              <a:rPr lang="en-US" altLang="zh-CN" sz="2100">
                <a:solidFill>
                  <a:schemeClr val="folHlink"/>
                </a:solidFill>
                <a:latin typeface="Tahoma" panose="020B0604030504040204" pitchFamily="34" charset="0"/>
                <a:ea typeface="宋体" panose="02010600030101010101" pitchFamily="2" charset="-122"/>
              </a:rPr>
              <a:t>3 bit</a:t>
            </a:r>
            <a:r>
              <a:rPr lang="zh-CN" altLang="en-US" sz="2100">
                <a:solidFill>
                  <a:schemeClr val="folHlink"/>
                </a:solidFill>
                <a:latin typeface="Tahoma" panose="020B0604030504040204" pitchFamily="34" charset="0"/>
                <a:ea typeface="宋体" panose="02010600030101010101" pitchFamily="2" charset="-122"/>
              </a:rPr>
              <a:t>的信息量呢？</a:t>
            </a:r>
          </a:p>
        </p:txBody>
      </p:sp>
    </p:spTree>
    <p:extLst>
      <p:ext uri="{BB962C8B-B14F-4D97-AF65-F5344CB8AC3E}">
        <p14:creationId xmlns:p14="http://schemas.microsoft.com/office/powerpoint/2010/main" val="37319665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a:extLst>
              <a:ext uri="{FF2B5EF4-FFF2-40B4-BE49-F238E27FC236}">
                <a16:creationId xmlns:a16="http://schemas.microsoft.com/office/drawing/2014/main" id="{97CDAEBF-9A29-2D45-94EF-277F01DDAF9D}"/>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信噪比 </a:t>
            </a:r>
          </a:p>
        </p:txBody>
      </p:sp>
      <p:sp>
        <p:nvSpPr>
          <p:cNvPr id="113667" name="Rectangle 3">
            <a:extLst>
              <a:ext uri="{FF2B5EF4-FFF2-40B4-BE49-F238E27FC236}">
                <a16:creationId xmlns:a16="http://schemas.microsoft.com/office/drawing/2014/main" id="{784DEA58-C9ED-804D-B8F9-3A10574F262C}"/>
              </a:ext>
            </a:extLst>
          </p:cNvPr>
          <p:cNvSpPr>
            <a:spLocks noGrp="1" noChangeArrowheads="1"/>
          </p:cNvSpPr>
          <p:nvPr>
            <p:ph type="body" idx="1"/>
          </p:nvPr>
        </p:nvSpPr>
        <p:spPr>
          <a:xfrm>
            <a:off x="274320" y="1108710"/>
            <a:ext cx="8664196" cy="3731181"/>
          </a:xfrm>
        </p:spPr>
        <p:txBody>
          <a:bodyPr/>
          <a:lstStyle/>
          <a:p>
            <a:pPr eaLnBrk="1" hangingPunct="1"/>
            <a:r>
              <a:rPr lang="zh-CN" altLang="en-US" dirty="0">
                <a:latin typeface="Times New Roman" panose="02020603050405020304" pitchFamily="18" charset="0"/>
                <a:ea typeface="宋体" panose="02010600030101010101" pitchFamily="2" charset="-122"/>
              </a:rPr>
              <a:t>香农</a:t>
            </a:r>
            <a:r>
              <a:rPr lang="en-US" altLang="zh-CN" dirty="0">
                <a:latin typeface="Times New Roman" panose="02020603050405020304" pitchFamily="18" charset="0"/>
                <a:ea typeface="宋体" panose="02010600030101010101" pitchFamily="2" charset="-122"/>
              </a:rPr>
              <a:t>(Shannon)</a:t>
            </a:r>
            <a:r>
              <a:rPr lang="zh-CN" altLang="en-US" dirty="0">
                <a:latin typeface="Times New Roman" panose="02020603050405020304" pitchFamily="18" charset="0"/>
                <a:ea typeface="宋体" panose="02010600030101010101" pitchFamily="2" charset="-122"/>
              </a:rPr>
              <a:t>用信息论的理论推导出了带宽受限且有高斯白噪声干扰的信道的</a:t>
            </a:r>
            <a:r>
              <a:rPr lang="zh-CN" altLang="en-US" dirty="0">
                <a:solidFill>
                  <a:schemeClr val="hlink"/>
                </a:solidFill>
                <a:latin typeface="Times New Roman" panose="02020603050405020304" pitchFamily="18" charset="0"/>
                <a:ea typeface="宋体" panose="02010600030101010101" pitchFamily="2" charset="-122"/>
              </a:rPr>
              <a:t>极限</a:t>
            </a:r>
            <a:r>
              <a:rPr lang="zh-CN" altLang="en-US" dirty="0">
                <a:latin typeface="Times New Roman" panose="02020603050405020304" pitchFamily="18" charset="0"/>
                <a:ea typeface="宋体" panose="02010600030101010101" pitchFamily="2" charset="-122"/>
              </a:rPr>
              <a:t>、</a:t>
            </a:r>
            <a:r>
              <a:rPr lang="zh-CN" altLang="en-US" dirty="0">
                <a:solidFill>
                  <a:schemeClr val="hlink"/>
                </a:solidFill>
                <a:latin typeface="Times New Roman" panose="02020603050405020304" pitchFamily="18" charset="0"/>
                <a:ea typeface="宋体" panose="02010600030101010101" pitchFamily="2" charset="-122"/>
              </a:rPr>
              <a:t>无差错的</a:t>
            </a:r>
            <a:r>
              <a:rPr lang="zh-CN" altLang="en-US" dirty="0">
                <a:latin typeface="Times New Roman" panose="02020603050405020304" pitchFamily="18" charset="0"/>
                <a:ea typeface="宋体" panose="02010600030101010101" pitchFamily="2" charset="-122"/>
              </a:rPr>
              <a:t>信息传输速率。</a:t>
            </a:r>
          </a:p>
          <a:p>
            <a:pPr eaLnBrk="1" hangingPunct="1"/>
            <a:r>
              <a:rPr lang="zh-CN" altLang="en-US" dirty="0">
                <a:latin typeface="Times New Roman" panose="02020603050405020304" pitchFamily="18" charset="0"/>
                <a:ea typeface="宋体" panose="02010600030101010101" pitchFamily="2" charset="-122"/>
              </a:rPr>
              <a:t>信道的极限信息传输速率 </a:t>
            </a:r>
            <a:r>
              <a:rPr lang="en-US" altLang="zh-CN" i="1" dirty="0">
                <a:latin typeface="Times New Roman" panose="02020603050405020304" pitchFamily="18" charset="0"/>
                <a:ea typeface="宋体" panose="02010600030101010101" pitchFamily="2" charset="-122"/>
              </a:rPr>
              <a:t>C </a:t>
            </a:r>
            <a:r>
              <a:rPr lang="zh-CN" altLang="en-US" dirty="0">
                <a:latin typeface="Times New Roman" panose="02020603050405020304" pitchFamily="18" charset="0"/>
                <a:ea typeface="宋体" panose="02010600030101010101" pitchFamily="2" charset="-122"/>
              </a:rPr>
              <a:t>可表达为</a:t>
            </a:r>
          </a:p>
          <a:p>
            <a:pPr eaLnBrk="1" hangingPunct="1">
              <a:spcBef>
                <a:spcPct val="25000"/>
              </a:spcBef>
              <a:spcAft>
                <a:spcPct val="25000"/>
              </a:spcAft>
            </a:pPr>
            <a:r>
              <a:rPr lang="zh-CN" altLang="en-US" i="1"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 = </a:t>
            </a:r>
            <a:r>
              <a:rPr lang="en-US" altLang="zh-CN" i="1" dirty="0">
                <a:latin typeface="Times New Roman" panose="02020603050405020304" pitchFamily="18" charset="0"/>
                <a:ea typeface="宋体" panose="02010600030101010101" pitchFamily="2" charset="-122"/>
              </a:rPr>
              <a:t>W</a:t>
            </a:r>
            <a:r>
              <a:rPr lang="en-US" altLang="zh-CN" dirty="0">
                <a:latin typeface="Times New Roman" panose="02020603050405020304" pitchFamily="18" charset="0"/>
                <a:ea typeface="宋体" panose="02010600030101010101" pitchFamily="2" charset="-122"/>
              </a:rPr>
              <a:t> log</a:t>
            </a:r>
            <a:r>
              <a:rPr lang="en-US" altLang="zh-CN" baseline="-25000" dirty="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(1+</a:t>
            </a:r>
            <a:r>
              <a:rPr lang="en-US" altLang="zh-CN" i="1" dirty="0">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  b/s </a:t>
            </a:r>
          </a:p>
          <a:p>
            <a:pPr lvl="1" eaLnBrk="1" hangingPunct="1"/>
            <a:r>
              <a:rPr lang="en-US" altLang="zh-CN" i="1" dirty="0">
                <a:solidFill>
                  <a:srgbClr val="333399"/>
                </a:solidFill>
                <a:latin typeface="Arial" panose="020B0604020202020204" pitchFamily="34" charset="0"/>
                <a:ea typeface="宋体" panose="02010600030101010101" pitchFamily="2" charset="-122"/>
              </a:rPr>
              <a:t>W </a:t>
            </a:r>
            <a:r>
              <a:rPr lang="zh-CN" altLang="en-US" dirty="0">
                <a:solidFill>
                  <a:srgbClr val="333399"/>
                </a:solidFill>
                <a:latin typeface="Arial" panose="020B0604020202020204" pitchFamily="34" charset="0"/>
                <a:ea typeface="宋体" panose="02010600030101010101" pitchFamily="2" charset="-122"/>
              </a:rPr>
              <a:t>为信道的带宽（以 </a:t>
            </a:r>
            <a:r>
              <a:rPr lang="en-US" altLang="zh-CN" dirty="0">
                <a:solidFill>
                  <a:srgbClr val="333399"/>
                </a:solidFill>
                <a:latin typeface="Arial" panose="020B0604020202020204" pitchFamily="34" charset="0"/>
                <a:ea typeface="宋体" panose="02010600030101010101" pitchFamily="2" charset="-122"/>
              </a:rPr>
              <a:t>Hz </a:t>
            </a:r>
            <a:r>
              <a:rPr lang="zh-CN" altLang="en-US" dirty="0">
                <a:solidFill>
                  <a:srgbClr val="333399"/>
                </a:solidFill>
                <a:latin typeface="Arial" panose="020B0604020202020204" pitchFamily="34" charset="0"/>
                <a:ea typeface="宋体" panose="02010600030101010101" pitchFamily="2" charset="-122"/>
              </a:rPr>
              <a:t>为单位）；</a:t>
            </a:r>
          </a:p>
          <a:p>
            <a:pPr lvl="1" eaLnBrk="1" hangingPunct="1"/>
            <a:r>
              <a:rPr lang="en-US" altLang="zh-CN" i="1" dirty="0">
                <a:solidFill>
                  <a:srgbClr val="333399"/>
                </a:solidFill>
                <a:latin typeface="Arial" panose="020B0604020202020204" pitchFamily="34" charset="0"/>
                <a:ea typeface="宋体" panose="02010600030101010101" pitchFamily="2" charset="-122"/>
              </a:rPr>
              <a:t>S </a:t>
            </a:r>
            <a:r>
              <a:rPr lang="zh-CN" altLang="en-US" dirty="0">
                <a:solidFill>
                  <a:srgbClr val="333399"/>
                </a:solidFill>
                <a:latin typeface="Arial" panose="020B0604020202020204" pitchFamily="34" charset="0"/>
                <a:ea typeface="宋体" panose="02010600030101010101" pitchFamily="2" charset="-122"/>
              </a:rPr>
              <a:t>为信道内所传信号的平均功率；</a:t>
            </a:r>
          </a:p>
          <a:p>
            <a:pPr lvl="1" eaLnBrk="1" hangingPunct="1"/>
            <a:r>
              <a:rPr lang="en-US" altLang="zh-CN" i="1" dirty="0">
                <a:solidFill>
                  <a:srgbClr val="333399"/>
                </a:solidFill>
                <a:latin typeface="Arial" panose="020B0604020202020204" pitchFamily="34" charset="0"/>
                <a:ea typeface="宋体" panose="02010600030101010101" pitchFamily="2" charset="-122"/>
              </a:rPr>
              <a:t>N </a:t>
            </a:r>
            <a:r>
              <a:rPr lang="zh-CN" altLang="en-US" dirty="0">
                <a:solidFill>
                  <a:srgbClr val="333399"/>
                </a:solidFill>
                <a:latin typeface="Arial" panose="020B0604020202020204" pitchFamily="34" charset="0"/>
                <a:ea typeface="宋体" panose="02010600030101010101" pitchFamily="2" charset="-122"/>
              </a:rPr>
              <a:t>为信道内部的高斯噪声功率。</a:t>
            </a:r>
            <a:r>
              <a:rPr lang="zh-CN" altLang="en-US" dirty="0">
                <a:latin typeface="Times New Roman" panose="02020603050405020304" pitchFamily="18" charset="0"/>
                <a:ea typeface="宋体" panose="02010600030101010101" pitchFamily="2" charset="-122"/>
              </a:rPr>
              <a:t>  </a:t>
            </a:r>
          </a:p>
        </p:txBody>
      </p:sp>
      <p:sp>
        <p:nvSpPr>
          <p:cNvPr id="83971" name="幻灯片编号占位符 1">
            <a:extLst>
              <a:ext uri="{FF2B5EF4-FFF2-40B4-BE49-F238E27FC236}">
                <a16:creationId xmlns:a16="http://schemas.microsoft.com/office/drawing/2014/main" id="{DF918B8A-4DAC-4C4E-8BC8-7F8D748EB11C}"/>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A552C41-AC72-244F-8E2A-F88AB60228E0}"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34</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573390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6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366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366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3667">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36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灯片编号占位符 3">
            <a:extLst>
              <a:ext uri="{FF2B5EF4-FFF2-40B4-BE49-F238E27FC236}">
                <a16:creationId xmlns:a16="http://schemas.microsoft.com/office/drawing/2014/main" id="{F37B0405-B91C-9F43-8BBB-FD97162C4906}"/>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53560FF-7F2C-9F43-BF7D-DBE129886E9E}"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35</a:t>
            </a:fld>
            <a:endParaRPr lang="en-US" altLang="zh-CN" sz="1050">
              <a:solidFill>
                <a:schemeClr val="bg2"/>
              </a:solidFill>
              <a:latin typeface="Tahoma" panose="020B0604030504040204" pitchFamily="34" charset="0"/>
              <a:ea typeface="宋体" panose="02010600030101010101" pitchFamily="2" charset="-122"/>
            </a:endParaRPr>
          </a:p>
        </p:txBody>
      </p:sp>
      <p:sp>
        <p:nvSpPr>
          <p:cNvPr id="83970" name="Rectangle 2">
            <a:extLst>
              <a:ext uri="{FF2B5EF4-FFF2-40B4-BE49-F238E27FC236}">
                <a16:creationId xmlns:a16="http://schemas.microsoft.com/office/drawing/2014/main" id="{4AAFA0D9-D790-BE41-845D-492D2CC68114}"/>
              </a:ext>
            </a:extLst>
          </p:cNvPr>
          <p:cNvSpPr>
            <a:spLocks noGrp="1" noChangeArrowheads="1"/>
          </p:cNvSpPr>
          <p:nvPr>
            <p:ph type="title"/>
          </p:nvPr>
        </p:nvSpPr>
        <p:spPr>
          <a:xfrm>
            <a:off x="1331119" y="160735"/>
            <a:ext cx="6519863" cy="628650"/>
          </a:xfrm>
        </p:spPr>
        <p:txBody>
          <a:bodyPr/>
          <a:lstStyle/>
          <a:p>
            <a:pPr algn="ctr" eaLnBrk="1" hangingPunct="1">
              <a:defRPr/>
            </a:pPr>
            <a:r>
              <a:rPr lang="en-US" altLang="zh-CN">
                <a:latin typeface="Comic Sans MS" charset="0"/>
                <a:ea typeface="宋体" charset="-122"/>
                <a:cs typeface="+mj-cs"/>
              </a:rPr>
              <a:t> </a:t>
            </a:r>
          </a:p>
        </p:txBody>
      </p:sp>
      <p:sp>
        <p:nvSpPr>
          <p:cNvPr id="86019" name="Rectangle 4">
            <a:extLst>
              <a:ext uri="{FF2B5EF4-FFF2-40B4-BE49-F238E27FC236}">
                <a16:creationId xmlns:a16="http://schemas.microsoft.com/office/drawing/2014/main" id="{AADD175C-42CA-8247-9DAB-1E5F0E804643}"/>
              </a:ext>
            </a:extLst>
          </p:cNvPr>
          <p:cNvSpPr>
            <a:spLocks noGrp="1" noChangeArrowheads="1"/>
          </p:cNvSpPr>
          <p:nvPr>
            <p:ph type="body" idx="1"/>
          </p:nvPr>
        </p:nvSpPr>
        <p:spPr>
          <a:xfrm>
            <a:off x="251460" y="1040130"/>
            <a:ext cx="8606790" cy="3714750"/>
          </a:xfrm>
        </p:spPr>
        <p:txBody>
          <a:bodyPr/>
          <a:lstStyle/>
          <a:p>
            <a:pPr eaLnBrk="1" hangingPunct="1"/>
            <a:r>
              <a:rPr lang="en-US" altLang="zh-CN" sz="2100">
                <a:latin typeface="微软雅黑" panose="020B0503020204020204" pitchFamily="34" charset="-122"/>
                <a:ea typeface="宋体" panose="02010600030101010101" pitchFamily="2" charset="-122"/>
              </a:rPr>
              <a:t>1948</a:t>
            </a:r>
            <a:r>
              <a:rPr lang="zh-CN" altLang="en-US" sz="2100">
                <a:latin typeface="微软雅黑" panose="020B0503020204020204" pitchFamily="34" charset="-122"/>
                <a:ea typeface="宋体" panose="02010600030101010101" pitchFamily="2" charset="-122"/>
              </a:rPr>
              <a:t>年，香农（</a:t>
            </a:r>
            <a:r>
              <a:rPr lang="en-US" altLang="zh-CN" sz="2100">
                <a:latin typeface="微软雅黑" panose="020B0503020204020204" pitchFamily="34" charset="-122"/>
                <a:ea typeface="宋体" panose="02010600030101010101" pitchFamily="2" charset="-122"/>
              </a:rPr>
              <a:t>C. Shannon</a:t>
            </a:r>
            <a:r>
              <a:rPr lang="zh-CN" altLang="en-US" sz="2100">
                <a:latin typeface="微软雅黑" panose="020B0503020204020204" pitchFamily="34" charset="-122"/>
                <a:ea typeface="宋体" panose="02010600030101010101" pitchFamily="2" charset="-122"/>
              </a:rPr>
              <a:t>）把尼奎斯特的工作扩大到信道受到</a:t>
            </a:r>
            <a:r>
              <a:rPr lang="zh-CN" altLang="en-US" sz="2100">
                <a:solidFill>
                  <a:srgbClr val="FF0000"/>
                </a:solidFill>
                <a:latin typeface="微软雅黑" panose="020B0503020204020204" pitchFamily="34" charset="-122"/>
                <a:ea typeface="宋体" panose="02010600030101010101" pitchFamily="2" charset="-122"/>
              </a:rPr>
              <a:t>随机（热）噪声</a:t>
            </a:r>
            <a:r>
              <a:rPr lang="zh-CN" altLang="en-US" sz="2100">
                <a:latin typeface="微软雅黑" panose="020B0503020204020204" pitchFamily="34" charset="-122"/>
                <a:ea typeface="宋体" panose="02010600030101010101" pitchFamily="2" charset="-122"/>
              </a:rPr>
              <a:t>干扰的情况。</a:t>
            </a:r>
          </a:p>
          <a:p>
            <a:pPr eaLnBrk="1" hangingPunct="1"/>
            <a:r>
              <a:rPr lang="zh-CN" altLang="en-US" sz="2100">
                <a:latin typeface="微软雅黑" panose="020B0503020204020204" pitchFamily="34" charset="-122"/>
                <a:ea typeface="宋体" panose="02010600030101010101" pitchFamily="2" charset="-122"/>
              </a:rPr>
              <a:t>热噪声出现的大小用信噪比（信号功率与噪声功率之比</a:t>
            </a:r>
            <a:r>
              <a:rPr lang="en-US" altLang="zh-CN" sz="2100">
                <a:latin typeface="微软雅黑" panose="020B0503020204020204" pitchFamily="34" charset="-122"/>
                <a:ea typeface="宋体" panose="02010600030101010101" pitchFamily="2" charset="-122"/>
              </a:rPr>
              <a:t>: </a:t>
            </a:r>
            <a:r>
              <a:rPr lang="zh-CN" altLang="en-US" sz="2100">
                <a:latin typeface="微软雅黑" panose="020B0503020204020204" pitchFamily="34" charset="-122"/>
                <a:ea typeface="宋体" panose="02010600030101010101" pitchFamily="2" charset="-122"/>
              </a:rPr>
              <a:t>用</a:t>
            </a:r>
            <a:r>
              <a:rPr lang="en-US" altLang="zh-CN" sz="2100">
                <a:latin typeface="微软雅黑" panose="020B0503020204020204" pitchFamily="34" charset="-122"/>
                <a:ea typeface="宋体" panose="02010600030101010101" pitchFamily="2" charset="-122"/>
              </a:rPr>
              <a:t>S/N</a:t>
            </a:r>
            <a:r>
              <a:rPr lang="zh-CN" altLang="en-US" sz="2100">
                <a:latin typeface="微软雅黑" panose="020B0503020204020204" pitchFamily="34" charset="-122"/>
                <a:ea typeface="宋体" panose="02010600030101010101" pitchFamily="2" charset="-122"/>
              </a:rPr>
              <a:t>或</a:t>
            </a:r>
            <a:r>
              <a:rPr lang="en-US" altLang="zh-CN" sz="2100">
                <a:latin typeface="微软雅黑" panose="020B0503020204020204" pitchFamily="34" charset="-122"/>
                <a:ea typeface="宋体" panose="02010600030101010101" pitchFamily="2" charset="-122"/>
              </a:rPr>
              <a:t>SNR</a:t>
            </a:r>
            <a:r>
              <a:rPr lang="zh-CN" altLang="en-US" sz="2100">
                <a:latin typeface="微软雅黑" panose="020B0503020204020204" pitchFamily="34" charset="-122"/>
                <a:ea typeface="宋体" panose="02010600030101010101" pitchFamily="2" charset="-122"/>
              </a:rPr>
              <a:t>表示）来衡量。</a:t>
            </a:r>
          </a:p>
          <a:p>
            <a:pPr lvl="1" eaLnBrk="1" hangingPunct="1"/>
            <a:r>
              <a:rPr lang="zh-CN" altLang="en-US" sz="1800">
                <a:latin typeface="微软雅黑" panose="020B0503020204020204" pitchFamily="34" charset="-122"/>
                <a:ea typeface="宋体" panose="02010600030101010101" pitchFamily="2" charset="-122"/>
              </a:rPr>
              <a:t> </a:t>
            </a:r>
            <a:r>
              <a:rPr lang="en-US" altLang="zh-CN" sz="1800">
                <a:latin typeface="微软雅黑" panose="020B0503020204020204" pitchFamily="34" charset="-122"/>
                <a:ea typeface="宋体" panose="02010600030101010101" pitchFamily="2" charset="-122"/>
              </a:rPr>
              <a:t>S</a:t>
            </a:r>
            <a:r>
              <a:rPr lang="zh-CN" altLang="en-US" sz="1800">
                <a:latin typeface="微软雅黑" panose="020B0503020204020204" pitchFamily="34" charset="-122"/>
                <a:ea typeface="宋体" panose="02010600030101010101" pitchFamily="2" charset="-122"/>
              </a:rPr>
              <a:t>：信号功率，	</a:t>
            </a:r>
            <a:r>
              <a:rPr lang="en-US" altLang="zh-CN" sz="1800">
                <a:latin typeface="微软雅黑" panose="020B0503020204020204" pitchFamily="34" charset="-122"/>
                <a:ea typeface="宋体" panose="02010600030101010101" pitchFamily="2" charset="-122"/>
              </a:rPr>
              <a:t>N</a:t>
            </a:r>
            <a:r>
              <a:rPr lang="zh-CN" altLang="en-US" sz="1800">
                <a:latin typeface="微软雅黑" panose="020B0503020204020204" pitchFamily="34" charset="-122"/>
                <a:ea typeface="宋体" panose="02010600030101010101" pitchFamily="2" charset="-122"/>
              </a:rPr>
              <a:t>：噪声功率</a:t>
            </a:r>
          </a:p>
          <a:p>
            <a:pPr lvl="1" eaLnBrk="1" hangingPunct="1"/>
            <a:r>
              <a:rPr lang="zh-CN" altLang="en-US" sz="1800">
                <a:latin typeface="微软雅黑" panose="020B0503020204020204" pitchFamily="34" charset="-122"/>
                <a:ea typeface="宋体" panose="02010600030101010101" pitchFamily="2" charset="-122"/>
              </a:rPr>
              <a:t> </a:t>
            </a:r>
            <a:r>
              <a:rPr lang="en-US" altLang="zh-CN" sz="1800">
                <a:latin typeface="微软雅黑" panose="020B0503020204020204" pitchFamily="34" charset="-122"/>
                <a:ea typeface="宋体" panose="02010600030101010101" pitchFamily="2" charset="-122"/>
              </a:rPr>
              <a:t>10log</a:t>
            </a:r>
            <a:r>
              <a:rPr lang="en-US" altLang="zh-CN" sz="1800" baseline="-25000">
                <a:latin typeface="微软雅黑" panose="020B0503020204020204" pitchFamily="34" charset="-122"/>
                <a:ea typeface="宋体" panose="02010600030101010101" pitchFamily="2" charset="-122"/>
              </a:rPr>
              <a:t>10</a:t>
            </a:r>
            <a:r>
              <a:rPr lang="en-US" altLang="zh-CN" sz="1800">
                <a:latin typeface="微软雅黑" panose="020B0503020204020204" pitchFamily="34" charset="-122"/>
                <a:ea typeface="宋体" panose="02010600030101010101" pitchFamily="2" charset="-122"/>
              </a:rPr>
              <a:t>S/N		</a:t>
            </a:r>
            <a:r>
              <a:rPr lang="zh-CN" altLang="en-US" sz="1800">
                <a:latin typeface="微软雅黑" panose="020B0503020204020204" pitchFamily="34" charset="-122"/>
                <a:ea typeface="宋体" panose="02010600030101010101" pitchFamily="2" charset="-122"/>
              </a:rPr>
              <a:t>单位：分贝（</a:t>
            </a:r>
            <a:r>
              <a:rPr lang="en-US" altLang="zh-CN" sz="1800">
                <a:latin typeface="微软雅黑" panose="020B0503020204020204" pitchFamily="34" charset="-122"/>
                <a:ea typeface="宋体" panose="02010600030101010101" pitchFamily="2" charset="-122"/>
              </a:rPr>
              <a:t>dB</a:t>
            </a:r>
            <a:r>
              <a:rPr lang="zh-CN" altLang="en-US" sz="1800">
                <a:latin typeface="微软雅黑" panose="020B0503020204020204" pitchFamily="34" charset="-122"/>
                <a:ea typeface="宋体" panose="02010600030101010101" pitchFamily="2" charset="-122"/>
              </a:rPr>
              <a:t>）</a:t>
            </a:r>
          </a:p>
          <a:p>
            <a:pPr lvl="1" eaLnBrk="1" hangingPunct="1"/>
            <a:r>
              <a:rPr lang="zh-CN" altLang="en-US" sz="1800">
                <a:latin typeface="微软雅黑" panose="020B0503020204020204" pitchFamily="34" charset="-122"/>
                <a:ea typeface="宋体" panose="02010600030101010101" pitchFamily="2" charset="-122"/>
              </a:rPr>
              <a:t> 即，人们常说的信噪比，是指</a:t>
            </a:r>
            <a:r>
              <a:rPr lang="en-US" altLang="zh-CN" sz="1800">
                <a:latin typeface="微软雅黑" panose="020B0503020204020204" pitchFamily="34" charset="-122"/>
                <a:ea typeface="宋体" panose="02010600030101010101" pitchFamily="2" charset="-122"/>
              </a:rPr>
              <a:t>10log</a:t>
            </a:r>
            <a:r>
              <a:rPr lang="en-US" altLang="zh-CN" sz="1800" baseline="-25000">
                <a:latin typeface="微软雅黑" panose="020B0503020204020204" pitchFamily="34" charset="-122"/>
                <a:ea typeface="宋体" panose="02010600030101010101" pitchFamily="2" charset="-122"/>
              </a:rPr>
              <a:t>10</a:t>
            </a:r>
            <a:r>
              <a:rPr lang="en-US" altLang="zh-CN" sz="1800">
                <a:latin typeface="微软雅黑" panose="020B0503020204020204" pitchFamily="34" charset="-122"/>
                <a:ea typeface="宋体" panose="02010600030101010101" pitchFamily="2" charset="-122"/>
              </a:rPr>
              <a:t>S/N</a:t>
            </a:r>
            <a:r>
              <a:rPr lang="zh-CN" altLang="en-US" sz="1800">
                <a:latin typeface="微软雅黑" panose="020B0503020204020204" pitchFamily="34" charset="-122"/>
                <a:ea typeface="宋体" panose="02010600030101010101" pitchFamily="2" charset="-122"/>
              </a:rPr>
              <a:t>值</a:t>
            </a:r>
          </a:p>
          <a:p>
            <a:pPr marL="900113" lvl="2" indent="-257175" eaLnBrk="1" hangingPunct="1"/>
            <a:r>
              <a:rPr lang="zh-CN" altLang="en-US" sz="1500">
                <a:latin typeface="微软雅黑" panose="020B0503020204020204" pitchFamily="34" charset="-122"/>
                <a:ea typeface="宋体" panose="02010600030101010101" pitchFamily="2" charset="-122"/>
              </a:rPr>
              <a:t>如信噪比</a:t>
            </a:r>
            <a:r>
              <a:rPr lang="en-US" altLang="zh-CN" sz="1500">
                <a:latin typeface="微软雅黑" panose="020B0503020204020204" pitchFamily="34" charset="-122"/>
                <a:ea typeface="宋体" panose="02010600030101010101" pitchFamily="2" charset="-122"/>
              </a:rPr>
              <a:t>10</a:t>
            </a:r>
            <a:r>
              <a:rPr lang="zh-CN" altLang="en-US" sz="1500">
                <a:latin typeface="微软雅黑" panose="020B0503020204020204" pitchFamily="34" charset="-122"/>
                <a:ea typeface="宋体" panose="02010600030101010101" pitchFamily="2" charset="-122"/>
              </a:rPr>
              <a:t>分贝，实际上</a:t>
            </a:r>
            <a:r>
              <a:rPr lang="en-US" altLang="zh-CN" sz="1500">
                <a:latin typeface="微软雅黑" panose="020B0503020204020204" pitchFamily="34" charset="-122"/>
                <a:ea typeface="宋体" panose="02010600030101010101" pitchFamily="2" charset="-122"/>
              </a:rPr>
              <a:t>S/N=10</a:t>
            </a:r>
          </a:p>
          <a:p>
            <a:pPr marL="900113" lvl="2" indent="-257175" eaLnBrk="1" hangingPunct="1"/>
            <a:r>
              <a:rPr lang="zh-CN" altLang="en-US" sz="1500">
                <a:latin typeface="微软雅黑" panose="020B0503020204020204" pitchFamily="34" charset="-122"/>
                <a:ea typeface="宋体" panose="02010600030101010101" pitchFamily="2" charset="-122"/>
              </a:rPr>
              <a:t>如信噪比</a:t>
            </a:r>
            <a:r>
              <a:rPr lang="en-US" altLang="zh-CN" sz="1500">
                <a:latin typeface="微软雅黑" panose="020B0503020204020204" pitchFamily="34" charset="-122"/>
                <a:ea typeface="宋体" panose="02010600030101010101" pitchFamily="2" charset="-122"/>
              </a:rPr>
              <a:t>20</a:t>
            </a:r>
            <a:r>
              <a:rPr lang="zh-CN" altLang="en-US" sz="1500">
                <a:latin typeface="微软雅黑" panose="020B0503020204020204" pitchFamily="34" charset="-122"/>
                <a:ea typeface="宋体" panose="02010600030101010101" pitchFamily="2" charset="-122"/>
              </a:rPr>
              <a:t>分贝，实际上</a:t>
            </a:r>
            <a:r>
              <a:rPr lang="en-US" altLang="zh-CN" sz="1500">
                <a:latin typeface="微软雅黑" panose="020B0503020204020204" pitchFamily="34" charset="-122"/>
                <a:ea typeface="宋体" panose="02010600030101010101" pitchFamily="2" charset="-122"/>
              </a:rPr>
              <a:t>S/N=100</a:t>
            </a:r>
          </a:p>
          <a:p>
            <a:pPr marL="900113" lvl="2" indent="-257175" eaLnBrk="1" hangingPunct="1"/>
            <a:r>
              <a:rPr lang="zh-CN" altLang="en-US" sz="1500">
                <a:latin typeface="微软雅黑" panose="020B0503020204020204" pitchFamily="34" charset="-122"/>
                <a:ea typeface="宋体" panose="02010600030101010101" pitchFamily="2" charset="-122"/>
              </a:rPr>
              <a:t>如信噪比</a:t>
            </a:r>
            <a:r>
              <a:rPr lang="en-US" altLang="zh-CN" sz="1500">
                <a:latin typeface="微软雅黑" panose="020B0503020204020204" pitchFamily="34" charset="-122"/>
                <a:ea typeface="宋体" panose="02010600030101010101" pitchFamily="2" charset="-122"/>
              </a:rPr>
              <a:t>30</a:t>
            </a:r>
            <a:r>
              <a:rPr lang="zh-CN" altLang="en-US" sz="1500">
                <a:latin typeface="微软雅黑" panose="020B0503020204020204" pitchFamily="34" charset="-122"/>
                <a:ea typeface="宋体" panose="02010600030101010101" pitchFamily="2" charset="-122"/>
              </a:rPr>
              <a:t>分贝，实际上</a:t>
            </a:r>
            <a:r>
              <a:rPr lang="en-US" altLang="zh-CN" sz="1500">
                <a:latin typeface="微软雅黑" panose="020B0503020204020204" pitchFamily="34" charset="-122"/>
                <a:ea typeface="宋体" panose="02010600030101010101" pitchFamily="2" charset="-122"/>
              </a:rPr>
              <a:t>S/N=1000</a:t>
            </a:r>
          </a:p>
        </p:txBody>
      </p:sp>
      <p:sp>
        <p:nvSpPr>
          <p:cNvPr id="86020" name="Rectangle 5">
            <a:extLst>
              <a:ext uri="{FF2B5EF4-FFF2-40B4-BE49-F238E27FC236}">
                <a16:creationId xmlns:a16="http://schemas.microsoft.com/office/drawing/2014/main" id="{BF5D90D0-04C6-6545-9036-72574FFDAB8B}"/>
              </a:ext>
            </a:extLst>
          </p:cNvPr>
          <p:cNvSpPr>
            <a:spLocks noChangeArrowheads="1"/>
          </p:cNvSpPr>
          <p:nvPr/>
        </p:nvSpPr>
        <p:spPr bwMode="auto">
          <a:xfrm>
            <a:off x="171450" y="186453"/>
            <a:ext cx="7679532"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3300" dirty="0">
                <a:solidFill>
                  <a:schemeClr val="tx1"/>
                </a:solidFill>
                <a:latin typeface="微软雅黑" panose="020B0503020204020204" pitchFamily="34" charset="-122"/>
                <a:ea typeface="宋体" panose="02010600030101010101" pitchFamily="2" charset="-122"/>
              </a:rPr>
              <a:t>香农公式的二点说明</a:t>
            </a:r>
          </a:p>
        </p:txBody>
      </p:sp>
    </p:spTree>
    <p:extLst>
      <p:ext uri="{BB962C8B-B14F-4D97-AF65-F5344CB8AC3E}">
        <p14:creationId xmlns:p14="http://schemas.microsoft.com/office/powerpoint/2010/main" val="21324911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a:extLst>
              <a:ext uri="{FF2B5EF4-FFF2-40B4-BE49-F238E27FC236}">
                <a16:creationId xmlns:a16="http://schemas.microsoft.com/office/drawing/2014/main" id="{BA4EB430-02C1-AF45-9076-41D38FA78578}"/>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香农公式表明 </a:t>
            </a:r>
          </a:p>
        </p:txBody>
      </p:sp>
      <p:sp>
        <p:nvSpPr>
          <p:cNvPr id="114691" name="Rectangle 3">
            <a:extLst>
              <a:ext uri="{FF2B5EF4-FFF2-40B4-BE49-F238E27FC236}">
                <a16:creationId xmlns:a16="http://schemas.microsoft.com/office/drawing/2014/main" id="{2691716B-0F10-5E44-86F2-998BDE881B4D}"/>
              </a:ext>
            </a:extLst>
          </p:cNvPr>
          <p:cNvSpPr>
            <a:spLocks noGrp="1" noChangeArrowheads="1"/>
          </p:cNvSpPr>
          <p:nvPr>
            <p:ph type="body" idx="1"/>
          </p:nvPr>
        </p:nvSpPr>
        <p:spPr>
          <a:xfrm>
            <a:off x="274320" y="1062991"/>
            <a:ext cx="8664196" cy="3831670"/>
          </a:xfrm>
        </p:spPr>
        <p:txBody>
          <a:bodyPr/>
          <a:lstStyle/>
          <a:p>
            <a:pPr eaLnBrk="1" hangingPunct="1"/>
            <a:r>
              <a:rPr lang="zh-CN" altLang="en-US" dirty="0">
                <a:ea typeface="宋体" panose="02010600030101010101" pitchFamily="2" charset="-122"/>
              </a:rPr>
              <a:t>信道的带宽或信道中的信噪比越大，则信息的极限传输速率就越高。 </a:t>
            </a:r>
          </a:p>
          <a:p>
            <a:pPr eaLnBrk="1" hangingPunct="1"/>
            <a:r>
              <a:rPr lang="zh-CN" altLang="en-US" dirty="0">
                <a:ea typeface="宋体" panose="02010600030101010101" pitchFamily="2" charset="-122"/>
              </a:rPr>
              <a:t>只要信息传输速率低于信道的极限信息传输速率，就一定可以找到某种办法来实现无差错的传输。 </a:t>
            </a:r>
          </a:p>
          <a:p>
            <a:pPr eaLnBrk="1" hangingPunct="1"/>
            <a:r>
              <a:rPr lang="zh-CN" altLang="en-US" dirty="0">
                <a:ea typeface="宋体" panose="02010600030101010101" pitchFamily="2" charset="-122"/>
              </a:rPr>
              <a:t>若信道带宽</a:t>
            </a:r>
            <a:r>
              <a:rPr lang="zh-CN" altLang="en-US" sz="1400" dirty="0">
                <a:ea typeface="宋体" panose="02010600030101010101" pitchFamily="2" charset="-122"/>
              </a:rPr>
              <a:t> </a:t>
            </a:r>
            <a:r>
              <a:rPr lang="en-US" altLang="zh-CN" i="1" dirty="0">
                <a:ea typeface="宋体" panose="02010600030101010101" pitchFamily="2" charset="-122"/>
              </a:rPr>
              <a:t>W</a:t>
            </a:r>
            <a:r>
              <a:rPr lang="en-US" altLang="zh-CN" sz="1400" i="1" dirty="0">
                <a:ea typeface="宋体" panose="02010600030101010101" pitchFamily="2" charset="-122"/>
              </a:rPr>
              <a:t> </a:t>
            </a:r>
            <a:r>
              <a:rPr lang="zh-CN" altLang="en-US" dirty="0">
                <a:ea typeface="宋体" panose="02010600030101010101" pitchFamily="2" charset="-122"/>
              </a:rPr>
              <a:t>或信噪比</a:t>
            </a:r>
            <a:r>
              <a:rPr lang="zh-CN" altLang="en-US" sz="1400" dirty="0">
                <a:ea typeface="宋体" panose="02010600030101010101" pitchFamily="2" charset="-122"/>
              </a:rPr>
              <a:t> </a:t>
            </a:r>
            <a:r>
              <a:rPr lang="en-US" altLang="zh-CN" i="1" dirty="0">
                <a:ea typeface="宋体" panose="02010600030101010101" pitchFamily="2" charset="-122"/>
              </a:rPr>
              <a:t>S</a:t>
            </a:r>
            <a:r>
              <a:rPr lang="en-US" altLang="zh-CN" dirty="0">
                <a:ea typeface="宋体" panose="02010600030101010101" pitchFamily="2" charset="-122"/>
              </a:rPr>
              <a:t>/</a:t>
            </a:r>
            <a:r>
              <a:rPr lang="en-US" altLang="zh-CN" i="1" dirty="0">
                <a:ea typeface="宋体" panose="02010600030101010101" pitchFamily="2" charset="-122"/>
              </a:rPr>
              <a:t>N</a:t>
            </a:r>
            <a:r>
              <a:rPr lang="en-US" altLang="zh-CN" sz="1400" i="1" dirty="0">
                <a:ea typeface="宋体" panose="02010600030101010101" pitchFamily="2" charset="-122"/>
              </a:rPr>
              <a:t> </a:t>
            </a:r>
            <a:r>
              <a:rPr lang="zh-CN" altLang="en-US" dirty="0">
                <a:ea typeface="宋体" panose="02010600030101010101" pitchFamily="2" charset="-122"/>
              </a:rPr>
              <a:t>没有上限（当然实际信道不可能是这样的），则信道的极限信息传输速率</a:t>
            </a:r>
            <a:r>
              <a:rPr lang="zh-CN" altLang="en-US" sz="1400" dirty="0">
                <a:ea typeface="宋体" panose="02010600030101010101" pitchFamily="2" charset="-122"/>
              </a:rPr>
              <a:t> </a:t>
            </a:r>
            <a:r>
              <a:rPr lang="en-US" altLang="zh-CN" i="1" dirty="0">
                <a:ea typeface="宋体" panose="02010600030101010101" pitchFamily="2" charset="-122"/>
              </a:rPr>
              <a:t>C</a:t>
            </a:r>
            <a:r>
              <a:rPr lang="en-US" altLang="zh-CN" sz="1400" i="1" dirty="0">
                <a:ea typeface="宋体" panose="02010600030101010101" pitchFamily="2" charset="-122"/>
              </a:rPr>
              <a:t> </a:t>
            </a:r>
            <a:r>
              <a:rPr lang="zh-CN" altLang="en-US" dirty="0">
                <a:ea typeface="宋体" panose="02010600030101010101" pitchFamily="2" charset="-122"/>
              </a:rPr>
              <a:t>也就没有上限。</a:t>
            </a:r>
          </a:p>
          <a:p>
            <a:pPr eaLnBrk="1" hangingPunct="1"/>
            <a:r>
              <a:rPr lang="zh-CN" altLang="en-US" dirty="0">
                <a:ea typeface="宋体" panose="02010600030101010101" pitchFamily="2" charset="-122"/>
              </a:rPr>
              <a:t>实际信道上能够达到的信息传输速率要比香农的极限传输速率低不少。  </a:t>
            </a:r>
          </a:p>
        </p:txBody>
      </p:sp>
      <p:sp>
        <p:nvSpPr>
          <p:cNvPr id="88067" name="幻灯片编号占位符 1">
            <a:extLst>
              <a:ext uri="{FF2B5EF4-FFF2-40B4-BE49-F238E27FC236}">
                <a16:creationId xmlns:a16="http://schemas.microsoft.com/office/drawing/2014/main" id="{E560FABA-ADA0-C845-B2B0-DDF0AB02A259}"/>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58FA1C1-1227-9B44-BA49-CBE77E9E8F67}"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36</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7706424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469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469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469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2">
            <a:extLst>
              <a:ext uri="{FF2B5EF4-FFF2-40B4-BE49-F238E27FC236}">
                <a16:creationId xmlns:a16="http://schemas.microsoft.com/office/drawing/2014/main" id="{98B4A0D9-4642-2D4F-B676-7F20C4AC8024}"/>
              </a:ext>
            </a:extLst>
          </p:cNvPr>
          <p:cNvSpPr>
            <a:spLocks noGrp="1" noChangeArrowheads="1"/>
          </p:cNvSpPr>
          <p:nvPr>
            <p:ph type="title"/>
          </p:nvPr>
        </p:nvSpPr>
        <p:spPr>
          <a:xfrm>
            <a:off x="171450" y="228600"/>
            <a:ext cx="6909198" cy="571500"/>
          </a:xfrm>
        </p:spPr>
        <p:txBody>
          <a:bodyPr/>
          <a:lstStyle/>
          <a:p>
            <a:pPr eaLnBrk="1" hangingPunct="1"/>
            <a:r>
              <a:rPr lang="zh-CN" altLang="en-US" dirty="0">
                <a:latin typeface="Times New Roman" panose="02020603050405020304" pitchFamily="18" charset="0"/>
                <a:ea typeface="宋体" panose="02010600030101010101" pitchFamily="2" charset="-122"/>
              </a:rPr>
              <a:t>请注意 </a:t>
            </a:r>
          </a:p>
        </p:txBody>
      </p:sp>
      <p:sp>
        <p:nvSpPr>
          <p:cNvPr id="90114" name="Rectangle 3">
            <a:extLst>
              <a:ext uri="{FF2B5EF4-FFF2-40B4-BE49-F238E27FC236}">
                <a16:creationId xmlns:a16="http://schemas.microsoft.com/office/drawing/2014/main" id="{6C567DA8-3EED-FC45-B20C-E946A395E79C}"/>
              </a:ext>
            </a:extLst>
          </p:cNvPr>
          <p:cNvSpPr>
            <a:spLocks noGrp="1" noChangeArrowheads="1"/>
          </p:cNvSpPr>
          <p:nvPr>
            <p:ph type="body" idx="1"/>
          </p:nvPr>
        </p:nvSpPr>
        <p:spPr>
          <a:xfrm>
            <a:off x="262890" y="1040130"/>
            <a:ext cx="8595360" cy="3205639"/>
          </a:xfrm>
        </p:spPr>
        <p:txBody>
          <a:bodyPr/>
          <a:lstStyle/>
          <a:p>
            <a:pPr eaLnBrk="1" hangingPunct="1"/>
            <a:r>
              <a:rPr lang="zh-CN" altLang="en-US" dirty="0">
                <a:latin typeface="Times New Roman" panose="02020603050405020304" pitchFamily="18" charset="0"/>
                <a:ea typeface="宋体" panose="02010600030101010101" pitchFamily="2" charset="-122"/>
              </a:rPr>
              <a:t>对于频带宽度已确定的信道，如果信噪比不能再提高了，并且码元传输速率也达到了上限值，那么还有办法提高信息的传输速率。这就是用编码的方法让每一个码元携带更多比特的信息量。 </a:t>
            </a:r>
          </a:p>
        </p:txBody>
      </p:sp>
      <p:sp>
        <p:nvSpPr>
          <p:cNvPr id="90115" name="幻灯片编号占位符 1">
            <a:extLst>
              <a:ext uri="{FF2B5EF4-FFF2-40B4-BE49-F238E27FC236}">
                <a16:creationId xmlns:a16="http://schemas.microsoft.com/office/drawing/2014/main" id="{8BC9523A-8414-FE4A-A1A5-F4A749FFC067}"/>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217DCD3-412D-C342-9E7B-74D18E11C691}"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37</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0914503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灯片编号占位符 3">
            <a:extLst>
              <a:ext uri="{FF2B5EF4-FFF2-40B4-BE49-F238E27FC236}">
                <a16:creationId xmlns:a16="http://schemas.microsoft.com/office/drawing/2014/main" id="{70CAD4AE-966F-CE4C-A8C6-AD180EE8622C}"/>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70950A3-A02F-AA45-A507-705ED164B19A}"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38</a:t>
            </a:fld>
            <a:endParaRPr lang="en-US" altLang="zh-CN" sz="1050">
              <a:solidFill>
                <a:schemeClr val="bg2"/>
              </a:solidFill>
              <a:latin typeface="Tahoma" panose="020B0604030504040204" pitchFamily="34" charset="0"/>
              <a:ea typeface="宋体" panose="02010600030101010101" pitchFamily="2" charset="-122"/>
            </a:endParaRPr>
          </a:p>
        </p:txBody>
      </p:sp>
      <p:sp>
        <p:nvSpPr>
          <p:cNvPr id="92162" name="Rectangle 2">
            <a:extLst>
              <a:ext uri="{FF2B5EF4-FFF2-40B4-BE49-F238E27FC236}">
                <a16:creationId xmlns:a16="http://schemas.microsoft.com/office/drawing/2014/main" id="{7A2ACB18-88DB-3848-8A50-47B522453764}"/>
              </a:ext>
            </a:extLst>
          </p:cNvPr>
          <p:cNvSpPr>
            <a:spLocks noGrp="1" noChangeArrowheads="1"/>
          </p:cNvSpPr>
          <p:nvPr>
            <p:ph type="title"/>
          </p:nvPr>
        </p:nvSpPr>
        <p:spPr>
          <a:xfrm>
            <a:off x="160020" y="205740"/>
            <a:ext cx="7698105" cy="647939"/>
          </a:xfrm>
        </p:spPr>
        <p:txBody>
          <a:bodyPr/>
          <a:lstStyle/>
          <a:p>
            <a:pPr eaLnBrk="1" hangingPunct="1"/>
            <a:r>
              <a:rPr lang="zh-CN" altLang="en-US" dirty="0">
                <a:latin typeface="微软雅黑" panose="020B0503020204020204" pitchFamily="34" charset="-122"/>
                <a:ea typeface="宋体" panose="02010600030101010101" pitchFamily="2" charset="-122"/>
              </a:rPr>
              <a:t>尼氏与香农公式举例</a:t>
            </a:r>
          </a:p>
        </p:txBody>
      </p:sp>
      <p:sp>
        <p:nvSpPr>
          <p:cNvPr id="92163" name="Rectangle 5">
            <a:extLst>
              <a:ext uri="{FF2B5EF4-FFF2-40B4-BE49-F238E27FC236}">
                <a16:creationId xmlns:a16="http://schemas.microsoft.com/office/drawing/2014/main" id="{A9475B37-771C-6A4C-9C75-11F4291C4631}"/>
              </a:ext>
            </a:extLst>
          </p:cNvPr>
          <p:cNvSpPr>
            <a:spLocks noChangeArrowheads="1"/>
          </p:cNvSpPr>
          <p:nvPr/>
        </p:nvSpPr>
        <p:spPr bwMode="auto">
          <a:xfrm>
            <a:off x="160020" y="1085850"/>
            <a:ext cx="8755380" cy="350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r>
              <a:rPr lang="en-US" altLang="zh-CN" sz="2400" dirty="0">
                <a:latin typeface="微软雅黑" panose="020B0503020204020204" pitchFamily="34" charset="-122"/>
                <a:ea typeface="宋体" panose="02010600030101010101" pitchFamily="2" charset="-122"/>
              </a:rPr>
              <a:t>Spectrum of a channel between 3 MHz and 4 MHz ; </a:t>
            </a:r>
            <a:r>
              <a:rPr lang="en-US" altLang="zh-CN" sz="2400" dirty="0" err="1">
                <a:latin typeface="微软雅黑" panose="020B0503020204020204" pitchFamily="34" charset="-122"/>
                <a:ea typeface="宋体" panose="02010600030101010101" pitchFamily="2" charset="-122"/>
              </a:rPr>
              <a:t>SNR</a:t>
            </a:r>
            <a:r>
              <a:rPr lang="en-US" altLang="zh-CN" sz="2400" baseline="-30000" dirty="0" err="1">
                <a:latin typeface="微软雅黑" panose="020B0503020204020204" pitchFamily="34" charset="-122"/>
                <a:ea typeface="宋体" panose="02010600030101010101" pitchFamily="2" charset="-122"/>
              </a:rPr>
              <a:t>dB</a:t>
            </a:r>
            <a:r>
              <a:rPr lang="en-US" altLang="zh-CN" sz="2400" dirty="0">
                <a:latin typeface="微软雅黑" panose="020B0503020204020204" pitchFamily="34" charset="-122"/>
                <a:ea typeface="宋体" panose="02010600030101010101" pitchFamily="2" charset="-122"/>
              </a:rPr>
              <a:t> = 24 dB</a:t>
            </a:r>
          </a:p>
          <a:p>
            <a:pPr eaLnBrk="1" hangingPunct="1"/>
            <a:endParaRPr lang="en-US" altLang="zh-CN" sz="2400" dirty="0">
              <a:latin typeface="微软雅黑" panose="020B0503020204020204" pitchFamily="34" charset="-122"/>
              <a:ea typeface="宋体" panose="02010600030101010101" pitchFamily="2" charset="-122"/>
            </a:endParaRPr>
          </a:p>
          <a:p>
            <a:pPr eaLnBrk="1" hangingPunct="1"/>
            <a:endParaRPr lang="en-US" altLang="zh-CN" sz="2400" dirty="0">
              <a:latin typeface="微软雅黑" panose="020B0503020204020204" pitchFamily="34" charset="-122"/>
              <a:ea typeface="宋体" panose="02010600030101010101" pitchFamily="2" charset="-122"/>
            </a:endParaRPr>
          </a:p>
          <a:p>
            <a:pPr eaLnBrk="1" hangingPunct="1"/>
            <a:endParaRPr lang="en-US" altLang="zh-CN" sz="2400" dirty="0">
              <a:latin typeface="微软雅黑" panose="020B0503020204020204" pitchFamily="34" charset="-122"/>
              <a:ea typeface="宋体" panose="02010600030101010101" pitchFamily="2" charset="-122"/>
            </a:endParaRPr>
          </a:p>
          <a:p>
            <a:pPr eaLnBrk="1" hangingPunct="1"/>
            <a:r>
              <a:rPr lang="en-US" altLang="zh-CN" sz="2400" dirty="0">
                <a:latin typeface="微软雅黑" panose="020B0503020204020204" pitchFamily="34" charset="-122"/>
                <a:ea typeface="宋体" panose="02010600030101010101" pitchFamily="2" charset="-122"/>
              </a:rPr>
              <a:t>Using Shannon</a:t>
            </a:r>
            <a:r>
              <a:rPr lang="en-US" altLang="zh-CN" sz="2400" dirty="0">
                <a:latin typeface="Arial" panose="020B0604020202020204" pitchFamily="34" charset="0"/>
                <a:ea typeface="宋体" panose="02010600030101010101" pitchFamily="2" charset="-122"/>
              </a:rPr>
              <a:t>’</a:t>
            </a:r>
            <a:r>
              <a:rPr lang="en-US" altLang="zh-CN" sz="2400" dirty="0">
                <a:latin typeface="微软雅黑" panose="020B0503020204020204" pitchFamily="34" charset="-122"/>
                <a:ea typeface="宋体" panose="02010600030101010101" pitchFamily="2" charset="-122"/>
              </a:rPr>
              <a:t>s formula</a:t>
            </a:r>
          </a:p>
          <a:p>
            <a:pPr eaLnBrk="1" hangingPunct="1"/>
            <a:endParaRPr lang="en-US" altLang="zh-CN" sz="2400" dirty="0">
              <a:latin typeface="微软雅黑" panose="020B0503020204020204" pitchFamily="34" charset="-122"/>
              <a:ea typeface="宋体" panose="02010600030101010101" pitchFamily="2" charset="-122"/>
            </a:endParaRPr>
          </a:p>
          <a:p>
            <a:pPr eaLnBrk="1" hangingPunct="1"/>
            <a:endParaRPr lang="en-US" altLang="zh-CN" sz="2400" dirty="0">
              <a:latin typeface="微软雅黑" panose="020B0503020204020204" pitchFamily="34" charset="-122"/>
              <a:ea typeface="宋体" panose="02010600030101010101" pitchFamily="2" charset="-122"/>
            </a:endParaRPr>
          </a:p>
          <a:p>
            <a:pPr eaLnBrk="1" hangingPunct="1"/>
            <a:endParaRPr lang="en-US" altLang="zh-CN" sz="2400" dirty="0">
              <a:latin typeface="微软雅黑" panose="020B0503020204020204" pitchFamily="34" charset="-122"/>
              <a:ea typeface="宋体" panose="02010600030101010101" pitchFamily="2" charset="-122"/>
            </a:endParaRPr>
          </a:p>
        </p:txBody>
      </p:sp>
      <p:graphicFrame>
        <p:nvGraphicFramePr>
          <p:cNvPr id="92164" name="Object 6">
            <a:extLst>
              <a:ext uri="{FF2B5EF4-FFF2-40B4-BE49-F238E27FC236}">
                <a16:creationId xmlns:a16="http://schemas.microsoft.com/office/drawing/2014/main" id="{9A99041D-4C74-2544-AD2A-32E01E33FB95}"/>
              </a:ext>
            </a:extLst>
          </p:cNvPr>
          <p:cNvGraphicFramePr>
            <a:graphicFrameLocks noChangeAspect="1"/>
          </p:cNvGraphicFramePr>
          <p:nvPr/>
        </p:nvGraphicFramePr>
        <p:xfrm>
          <a:off x="2400300" y="2057400"/>
          <a:ext cx="3657600" cy="1171575"/>
        </p:xfrm>
        <a:graphic>
          <a:graphicData uri="http://schemas.openxmlformats.org/presentationml/2006/ole">
            <mc:AlternateContent xmlns:mc="http://schemas.openxmlformats.org/markup-compatibility/2006">
              <mc:Choice xmlns:v="urn:schemas-microsoft-com:vml" Requires="v">
                <p:oleObj spid="_x0000_s75799" name="Equation" r:id="rId4" imgW="45643800" imgH="14630400" progId="Equation.3">
                  <p:embed/>
                </p:oleObj>
              </mc:Choice>
              <mc:Fallback>
                <p:oleObj name="Equation" r:id="rId4" imgW="45643800" imgH="14630400" progId="Equation.3">
                  <p:embed/>
                  <p:pic>
                    <p:nvPicPr>
                      <p:cNvPr id="92164" name="Object 6">
                        <a:extLst>
                          <a:ext uri="{FF2B5EF4-FFF2-40B4-BE49-F238E27FC236}">
                            <a16:creationId xmlns:a16="http://schemas.microsoft.com/office/drawing/2014/main" id="{9A99041D-4C74-2544-AD2A-32E01E33FB9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00300" y="2057400"/>
                        <a:ext cx="3657600" cy="1171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92165" name="Object 7">
            <a:extLst>
              <a:ext uri="{FF2B5EF4-FFF2-40B4-BE49-F238E27FC236}">
                <a16:creationId xmlns:a16="http://schemas.microsoft.com/office/drawing/2014/main" id="{1056A46D-8681-854D-85F9-9DA9F2ACD1F5}"/>
              </a:ext>
            </a:extLst>
          </p:cNvPr>
          <p:cNvGraphicFramePr>
            <a:graphicFrameLocks noChangeAspect="1"/>
          </p:cNvGraphicFramePr>
          <p:nvPr>
            <p:extLst>
              <p:ext uri="{D42A27DB-BD31-4B8C-83A1-F6EECF244321}">
                <p14:modId xmlns:p14="http://schemas.microsoft.com/office/powerpoint/2010/main" val="2089713226"/>
              </p:ext>
            </p:extLst>
          </p:nvPr>
        </p:nvGraphicFramePr>
        <p:xfrm>
          <a:off x="2400300" y="3829645"/>
          <a:ext cx="4972050" cy="456010"/>
        </p:xfrm>
        <a:graphic>
          <a:graphicData uri="http://schemas.openxmlformats.org/presentationml/2006/ole">
            <mc:AlternateContent xmlns:mc="http://schemas.openxmlformats.org/markup-compatibility/2006">
              <mc:Choice xmlns:v="urn:schemas-microsoft-com:vml" Requires="v">
                <p:oleObj spid="_x0000_s75800" name="Equation" r:id="rId6" imgW="57340500" imgH="5270500" progId="Equation.3">
                  <p:embed/>
                </p:oleObj>
              </mc:Choice>
              <mc:Fallback>
                <p:oleObj name="Equation" r:id="rId6" imgW="57340500" imgH="5270500" progId="Equation.3">
                  <p:embed/>
                  <p:pic>
                    <p:nvPicPr>
                      <p:cNvPr id="92165" name="Object 7">
                        <a:extLst>
                          <a:ext uri="{FF2B5EF4-FFF2-40B4-BE49-F238E27FC236}">
                            <a16:creationId xmlns:a16="http://schemas.microsoft.com/office/drawing/2014/main" id="{1056A46D-8681-854D-85F9-9DA9F2ACD1F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00300" y="3829645"/>
                        <a:ext cx="4972050" cy="4560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30934082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灯片编号占位符 3">
            <a:extLst>
              <a:ext uri="{FF2B5EF4-FFF2-40B4-BE49-F238E27FC236}">
                <a16:creationId xmlns:a16="http://schemas.microsoft.com/office/drawing/2014/main" id="{33A5610B-5236-6C4A-B46F-61221773E157}"/>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AB06F0E-D7C2-ED4B-A06D-1879F8A0986F}"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39</a:t>
            </a:fld>
            <a:endParaRPr lang="en-US" altLang="zh-CN" sz="1050">
              <a:solidFill>
                <a:schemeClr val="bg2"/>
              </a:solidFill>
              <a:latin typeface="Tahoma" panose="020B0604030504040204" pitchFamily="34" charset="0"/>
              <a:ea typeface="宋体" panose="02010600030101010101" pitchFamily="2" charset="-122"/>
            </a:endParaRPr>
          </a:p>
        </p:txBody>
      </p:sp>
      <p:sp>
        <p:nvSpPr>
          <p:cNvPr id="94210" name="Rectangle 2">
            <a:extLst>
              <a:ext uri="{FF2B5EF4-FFF2-40B4-BE49-F238E27FC236}">
                <a16:creationId xmlns:a16="http://schemas.microsoft.com/office/drawing/2014/main" id="{7DB8984E-CCFA-1F4F-87D4-0945C99C038A}"/>
              </a:ext>
            </a:extLst>
          </p:cNvPr>
          <p:cNvSpPr>
            <a:spLocks noGrp="1" noChangeArrowheads="1"/>
          </p:cNvSpPr>
          <p:nvPr>
            <p:ph type="title"/>
          </p:nvPr>
        </p:nvSpPr>
        <p:spPr>
          <a:xfrm>
            <a:off x="160020" y="214313"/>
            <a:ext cx="7690962" cy="736997"/>
          </a:xfrm>
        </p:spPr>
        <p:txBody>
          <a:bodyPr/>
          <a:lstStyle/>
          <a:p>
            <a:pPr eaLnBrk="1" hangingPunct="1"/>
            <a:r>
              <a:rPr lang="zh-CN" altLang="en-US" dirty="0">
                <a:latin typeface="微软雅黑" panose="020B0503020204020204" pitchFamily="34" charset="-122"/>
                <a:ea typeface="宋体" panose="02010600030101010101" pitchFamily="2" charset="-122"/>
              </a:rPr>
              <a:t>尼氏与香农公式举例</a:t>
            </a:r>
          </a:p>
        </p:txBody>
      </p:sp>
      <p:sp>
        <p:nvSpPr>
          <p:cNvPr id="100355" name="Rectangle 6">
            <a:extLst>
              <a:ext uri="{FF2B5EF4-FFF2-40B4-BE49-F238E27FC236}">
                <a16:creationId xmlns:a16="http://schemas.microsoft.com/office/drawing/2014/main" id="{A53EC08B-C082-5942-B998-A5B0D5946846}"/>
              </a:ext>
            </a:extLst>
          </p:cNvPr>
          <p:cNvSpPr>
            <a:spLocks noGrp="1" noChangeArrowheads="1"/>
          </p:cNvSpPr>
          <p:nvPr>
            <p:ph type="body" idx="1"/>
          </p:nvPr>
        </p:nvSpPr>
        <p:spPr>
          <a:xfrm>
            <a:off x="240030" y="1040130"/>
            <a:ext cx="8629650" cy="3554493"/>
          </a:xfrm>
        </p:spPr>
        <p:txBody>
          <a:bodyPr/>
          <a:lstStyle/>
          <a:p>
            <a:pPr eaLnBrk="1" hangingPunct="1">
              <a:buFont typeface="Wingdings" charset="2"/>
              <a:buChar char="n"/>
              <a:defRPr/>
            </a:pPr>
            <a:r>
              <a:rPr lang="en-US" altLang="zh-CN" dirty="0">
                <a:latin typeface="微软雅黑" charset="-122"/>
                <a:cs typeface="+mn-cs"/>
              </a:rPr>
              <a:t>How many signaling levels are required?</a:t>
            </a:r>
          </a:p>
        </p:txBody>
      </p:sp>
      <p:graphicFrame>
        <p:nvGraphicFramePr>
          <p:cNvPr id="94212" name="Object 7">
            <a:extLst>
              <a:ext uri="{FF2B5EF4-FFF2-40B4-BE49-F238E27FC236}">
                <a16:creationId xmlns:a16="http://schemas.microsoft.com/office/drawing/2014/main" id="{177F043B-C200-494E-8B44-FCEC54A8072A}"/>
              </a:ext>
            </a:extLst>
          </p:cNvPr>
          <p:cNvGraphicFramePr>
            <a:graphicFrameLocks noChangeAspect="1"/>
          </p:cNvGraphicFramePr>
          <p:nvPr>
            <p:extLst>
              <p:ext uri="{D42A27DB-BD31-4B8C-83A1-F6EECF244321}">
                <p14:modId xmlns:p14="http://schemas.microsoft.com/office/powerpoint/2010/main" val="2967538209"/>
              </p:ext>
            </p:extLst>
          </p:nvPr>
        </p:nvGraphicFramePr>
        <p:xfrm>
          <a:off x="2360057" y="1910715"/>
          <a:ext cx="3290888" cy="1813322"/>
        </p:xfrm>
        <a:graphic>
          <a:graphicData uri="http://schemas.openxmlformats.org/presentationml/2006/ole">
            <mc:AlternateContent xmlns:mc="http://schemas.openxmlformats.org/markup-compatibility/2006">
              <mc:Choice xmlns:v="urn:schemas-microsoft-com:vml" Requires="v">
                <p:oleObj spid="_x0000_s77836" name="Equation" r:id="rId4" imgW="37160200" imgH="20485100" progId="Equation.3">
                  <p:embed/>
                </p:oleObj>
              </mc:Choice>
              <mc:Fallback>
                <p:oleObj name="Equation" r:id="rId4" imgW="37160200" imgH="20485100" progId="Equation.3">
                  <p:embed/>
                  <p:pic>
                    <p:nvPicPr>
                      <p:cNvPr id="94212" name="Object 7">
                        <a:extLst>
                          <a:ext uri="{FF2B5EF4-FFF2-40B4-BE49-F238E27FC236}">
                            <a16:creationId xmlns:a16="http://schemas.microsoft.com/office/drawing/2014/main" id="{177F043B-C200-494E-8B44-FCEC54A8072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0057" y="1910715"/>
                        <a:ext cx="3290888" cy="18133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39031117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2">
            <a:extLst>
              <a:ext uri="{FF2B5EF4-FFF2-40B4-BE49-F238E27FC236}">
                <a16:creationId xmlns:a16="http://schemas.microsoft.com/office/drawing/2014/main" id="{95DD63F1-064E-A644-BD58-98A1B0E04F3F}"/>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2.3 </a:t>
            </a:r>
            <a:r>
              <a:rPr lang="zh-CN" altLang="en-US" dirty="0">
                <a:latin typeface="Times New Roman" panose="02020603050405020304" pitchFamily="18" charset="0"/>
                <a:ea typeface="宋体" panose="02010600030101010101" pitchFamily="2" charset="-122"/>
              </a:rPr>
              <a:t>物理层下面的传输媒体</a:t>
            </a:r>
          </a:p>
        </p:txBody>
      </p:sp>
      <p:sp>
        <p:nvSpPr>
          <p:cNvPr id="40966" name="Line 6">
            <a:extLst>
              <a:ext uri="{FF2B5EF4-FFF2-40B4-BE49-F238E27FC236}">
                <a16:creationId xmlns:a16="http://schemas.microsoft.com/office/drawing/2014/main" id="{60777E14-C49D-9241-891E-1E395C0ED1C6}"/>
              </a:ext>
            </a:extLst>
          </p:cNvPr>
          <p:cNvSpPr>
            <a:spLocks noChangeShapeType="1"/>
          </p:cNvSpPr>
          <p:nvPr/>
        </p:nvSpPr>
        <p:spPr bwMode="auto">
          <a:xfrm>
            <a:off x="5534025" y="2589610"/>
            <a:ext cx="1762125" cy="628650"/>
          </a:xfrm>
          <a:prstGeom prst="line">
            <a:avLst/>
          </a:prstGeom>
          <a:noFill/>
          <a:ln w="9525" cap="rnd">
            <a:solidFill>
              <a:schemeClr val="tx1"/>
            </a:solidFill>
            <a:prstDash val="sysDot"/>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67" name="Rectangle 7">
            <a:extLst>
              <a:ext uri="{FF2B5EF4-FFF2-40B4-BE49-F238E27FC236}">
                <a16:creationId xmlns:a16="http://schemas.microsoft.com/office/drawing/2014/main" id="{D337A30A-46D8-3F4D-B795-7B419B054EC7}"/>
              </a:ext>
            </a:extLst>
          </p:cNvPr>
          <p:cNvSpPr>
            <a:spLocks noChangeArrowheads="1"/>
          </p:cNvSpPr>
          <p:nvPr/>
        </p:nvSpPr>
        <p:spPr bwMode="auto">
          <a:xfrm>
            <a:off x="6800850" y="2983707"/>
            <a:ext cx="271463" cy="178594"/>
          </a:xfrm>
          <a:prstGeom prst="rect">
            <a:avLst/>
          </a:prstGeom>
          <a:solidFill>
            <a:schemeClr val="bg1"/>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68" name="Line 8">
            <a:extLst>
              <a:ext uri="{FF2B5EF4-FFF2-40B4-BE49-F238E27FC236}">
                <a16:creationId xmlns:a16="http://schemas.microsoft.com/office/drawing/2014/main" id="{40133692-F1C1-B845-8816-46D2F52729F6}"/>
              </a:ext>
            </a:extLst>
          </p:cNvPr>
          <p:cNvSpPr>
            <a:spLocks noChangeShapeType="1"/>
          </p:cNvSpPr>
          <p:nvPr/>
        </p:nvSpPr>
        <p:spPr bwMode="auto">
          <a:xfrm flipV="1">
            <a:off x="2018110" y="2589610"/>
            <a:ext cx="878681" cy="628650"/>
          </a:xfrm>
          <a:prstGeom prst="line">
            <a:avLst/>
          </a:prstGeom>
          <a:noFill/>
          <a:ln w="9525" cap="rnd">
            <a:solidFill>
              <a:schemeClr val="tx1"/>
            </a:solidFill>
            <a:prstDash val="sysDot"/>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69" name="Rectangle 9">
            <a:extLst>
              <a:ext uri="{FF2B5EF4-FFF2-40B4-BE49-F238E27FC236}">
                <a16:creationId xmlns:a16="http://schemas.microsoft.com/office/drawing/2014/main" id="{3A5FA9B7-88A6-A740-AC2A-C0D6F1DF3318}"/>
              </a:ext>
            </a:extLst>
          </p:cNvPr>
          <p:cNvSpPr>
            <a:spLocks noChangeArrowheads="1"/>
          </p:cNvSpPr>
          <p:nvPr/>
        </p:nvSpPr>
        <p:spPr bwMode="auto">
          <a:xfrm>
            <a:off x="1943100" y="2983707"/>
            <a:ext cx="242888" cy="164306"/>
          </a:xfrm>
          <a:prstGeom prst="rect">
            <a:avLst/>
          </a:prstGeom>
          <a:solidFill>
            <a:schemeClr val="bg1"/>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70" name="Line 10">
            <a:extLst>
              <a:ext uri="{FF2B5EF4-FFF2-40B4-BE49-F238E27FC236}">
                <a16:creationId xmlns:a16="http://schemas.microsoft.com/office/drawing/2014/main" id="{3EDBCCAB-A66D-A148-9888-A49CA60835F8}"/>
              </a:ext>
            </a:extLst>
          </p:cNvPr>
          <p:cNvSpPr>
            <a:spLocks noChangeShapeType="1"/>
          </p:cNvSpPr>
          <p:nvPr/>
        </p:nvSpPr>
        <p:spPr bwMode="auto">
          <a:xfrm>
            <a:off x="2895600" y="3203972"/>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71" name="Rectangle 11">
            <a:extLst>
              <a:ext uri="{FF2B5EF4-FFF2-40B4-BE49-F238E27FC236}">
                <a16:creationId xmlns:a16="http://schemas.microsoft.com/office/drawing/2014/main" id="{EDB18707-9B62-7B40-BFE3-7F1B3FA4CE73}"/>
              </a:ext>
            </a:extLst>
          </p:cNvPr>
          <p:cNvSpPr>
            <a:spLocks noChangeArrowheads="1"/>
          </p:cNvSpPr>
          <p:nvPr/>
        </p:nvSpPr>
        <p:spPr bwMode="auto">
          <a:xfrm>
            <a:off x="2806304" y="3769519"/>
            <a:ext cx="240506" cy="420291"/>
          </a:xfrm>
          <a:prstGeom prst="rect">
            <a:avLst/>
          </a:prstGeom>
          <a:solidFill>
            <a:schemeClr val="bg1"/>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72" name="Line 12">
            <a:extLst>
              <a:ext uri="{FF2B5EF4-FFF2-40B4-BE49-F238E27FC236}">
                <a16:creationId xmlns:a16="http://schemas.microsoft.com/office/drawing/2014/main" id="{1DEF5CDB-4F6B-AE49-99C5-44BCF413F77B}"/>
              </a:ext>
            </a:extLst>
          </p:cNvPr>
          <p:cNvSpPr>
            <a:spLocks noChangeShapeType="1"/>
          </p:cNvSpPr>
          <p:nvPr/>
        </p:nvSpPr>
        <p:spPr bwMode="auto">
          <a:xfrm>
            <a:off x="2461022" y="3206354"/>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73" name="Rectangle 13">
            <a:extLst>
              <a:ext uri="{FF2B5EF4-FFF2-40B4-BE49-F238E27FC236}">
                <a16:creationId xmlns:a16="http://schemas.microsoft.com/office/drawing/2014/main" id="{3F146018-D657-C044-9AE8-DA59E0F4A448}"/>
              </a:ext>
            </a:extLst>
          </p:cNvPr>
          <p:cNvSpPr>
            <a:spLocks noChangeArrowheads="1"/>
          </p:cNvSpPr>
          <p:nvPr/>
        </p:nvSpPr>
        <p:spPr bwMode="auto">
          <a:xfrm>
            <a:off x="2396729" y="3783807"/>
            <a:ext cx="148828" cy="426244"/>
          </a:xfrm>
          <a:prstGeom prst="rect">
            <a:avLst/>
          </a:prstGeom>
          <a:solidFill>
            <a:schemeClr val="bg1"/>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74" name="Rectangle 14">
            <a:extLst>
              <a:ext uri="{FF2B5EF4-FFF2-40B4-BE49-F238E27FC236}">
                <a16:creationId xmlns:a16="http://schemas.microsoft.com/office/drawing/2014/main" id="{20820ABF-040B-D344-81B3-9739067D5E6A}"/>
              </a:ext>
            </a:extLst>
          </p:cNvPr>
          <p:cNvSpPr>
            <a:spLocks noChangeArrowheads="1"/>
          </p:cNvSpPr>
          <p:nvPr/>
        </p:nvSpPr>
        <p:spPr bwMode="auto">
          <a:xfrm>
            <a:off x="2386012" y="3236119"/>
            <a:ext cx="167879" cy="233363"/>
          </a:xfrm>
          <a:prstGeom prst="rect">
            <a:avLst/>
          </a:prstGeom>
          <a:solidFill>
            <a:schemeClr val="bg1"/>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75" name="Line 15">
            <a:extLst>
              <a:ext uri="{FF2B5EF4-FFF2-40B4-BE49-F238E27FC236}">
                <a16:creationId xmlns:a16="http://schemas.microsoft.com/office/drawing/2014/main" id="{5D81EF7D-CF81-4C43-8FC2-3CAD3EF34A96}"/>
              </a:ext>
            </a:extLst>
          </p:cNvPr>
          <p:cNvSpPr>
            <a:spLocks noChangeShapeType="1"/>
          </p:cNvSpPr>
          <p:nvPr/>
        </p:nvSpPr>
        <p:spPr bwMode="auto">
          <a:xfrm>
            <a:off x="3337322" y="3208735"/>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76" name="Rectangle 16">
            <a:extLst>
              <a:ext uri="{FF2B5EF4-FFF2-40B4-BE49-F238E27FC236}">
                <a16:creationId xmlns:a16="http://schemas.microsoft.com/office/drawing/2014/main" id="{3D0CACB6-E494-7040-B148-5852DF0B6D75}"/>
              </a:ext>
            </a:extLst>
          </p:cNvPr>
          <p:cNvSpPr>
            <a:spLocks noChangeArrowheads="1"/>
          </p:cNvSpPr>
          <p:nvPr/>
        </p:nvSpPr>
        <p:spPr bwMode="auto">
          <a:xfrm>
            <a:off x="3028950" y="3500438"/>
            <a:ext cx="625079" cy="211931"/>
          </a:xfrm>
          <a:prstGeom prst="rect">
            <a:avLst/>
          </a:prstGeom>
          <a:solidFill>
            <a:schemeClr val="bg1"/>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77" name="Line 17">
            <a:extLst>
              <a:ext uri="{FF2B5EF4-FFF2-40B4-BE49-F238E27FC236}">
                <a16:creationId xmlns:a16="http://schemas.microsoft.com/office/drawing/2014/main" id="{576F4957-C54C-9442-9A5A-50790FBED70F}"/>
              </a:ext>
            </a:extLst>
          </p:cNvPr>
          <p:cNvSpPr>
            <a:spLocks noChangeShapeType="1"/>
          </p:cNvSpPr>
          <p:nvPr/>
        </p:nvSpPr>
        <p:spPr bwMode="auto">
          <a:xfrm>
            <a:off x="3775472" y="3213497"/>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78" name="Rectangle 18">
            <a:extLst>
              <a:ext uri="{FF2B5EF4-FFF2-40B4-BE49-F238E27FC236}">
                <a16:creationId xmlns:a16="http://schemas.microsoft.com/office/drawing/2014/main" id="{192487F5-09C4-6F49-AC13-CCED6BF2F519}"/>
              </a:ext>
            </a:extLst>
          </p:cNvPr>
          <p:cNvSpPr>
            <a:spLocks noChangeArrowheads="1"/>
          </p:cNvSpPr>
          <p:nvPr/>
        </p:nvSpPr>
        <p:spPr bwMode="auto">
          <a:xfrm>
            <a:off x="3673079" y="3789760"/>
            <a:ext cx="200025" cy="372665"/>
          </a:xfrm>
          <a:prstGeom prst="rect">
            <a:avLst/>
          </a:prstGeom>
          <a:solidFill>
            <a:schemeClr val="bg1"/>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79" name="Line 19">
            <a:extLst>
              <a:ext uri="{FF2B5EF4-FFF2-40B4-BE49-F238E27FC236}">
                <a16:creationId xmlns:a16="http://schemas.microsoft.com/office/drawing/2014/main" id="{F4F9DF5F-5C43-3E4D-941E-4A235528DE6F}"/>
              </a:ext>
            </a:extLst>
          </p:cNvPr>
          <p:cNvSpPr>
            <a:spLocks noChangeShapeType="1"/>
          </p:cNvSpPr>
          <p:nvPr/>
        </p:nvSpPr>
        <p:spPr bwMode="auto">
          <a:xfrm>
            <a:off x="4655344" y="3208735"/>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80" name="Rectangle 20">
            <a:extLst>
              <a:ext uri="{FF2B5EF4-FFF2-40B4-BE49-F238E27FC236}">
                <a16:creationId xmlns:a16="http://schemas.microsoft.com/office/drawing/2014/main" id="{EDC29D53-2512-F943-AE69-6463E074EA9E}"/>
              </a:ext>
            </a:extLst>
          </p:cNvPr>
          <p:cNvSpPr>
            <a:spLocks noChangeArrowheads="1"/>
          </p:cNvSpPr>
          <p:nvPr/>
        </p:nvSpPr>
        <p:spPr bwMode="auto">
          <a:xfrm>
            <a:off x="4595813" y="3555207"/>
            <a:ext cx="172641" cy="208360"/>
          </a:xfrm>
          <a:prstGeom prst="rect">
            <a:avLst/>
          </a:prstGeom>
          <a:solidFill>
            <a:schemeClr val="bg1"/>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81" name="Line 21">
            <a:extLst>
              <a:ext uri="{FF2B5EF4-FFF2-40B4-BE49-F238E27FC236}">
                <a16:creationId xmlns:a16="http://schemas.microsoft.com/office/drawing/2014/main" id="{4A88FC07-8EB7-954E-902F-1665BE886149}"/>
              </a:ext>
            </a:extLst>
          </p:cNvPr>
          <p:cNvSpPr>
            <a:spLocks noChangeShapeType="1"/>
          </p:cNvSpPr>
          <p:nvPr/>
        </p:nvSpPr>
        <p:spPr bwMode="auto">
          <a:xfrm>
            <a:off x="2012156" y="2303860"/>
            <a:ext cx="5657850" cy="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82" name="Line 22">
            <a:extLst>
              <a:ext uri="{FF2B5EF4-FFF2-40B4-BE49-F238E27FC236}">
                <a16:creationId xmlns:a16="http://schemas.microsoft.com/office/drawing/2014/main" id="{D7DC7689-8FDF-B248-AF3E-37284563C84C}"/>
              </a:ext>
            </a:extLst>
          </p:cNvPr>
          <p:cNvSpPr>
            <a:spLocks noChangeShapeType="1"/>
          </p:cNvSpPr>
          <p:nvPr/>
        </p:nvSpPr>
        <p:spPr bwMode="auto">
          <a:xfrm>
            <a:off x="2026444" y="2589610"/>
            <a:ext cx="5657850" cy="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83" name="Line 23">
            <a:extLst>
              <a:ext uri="{FF2B5EF4-FFF2-40B4-BE49-F238E27FC236}">
                <a16:creationId xmlns:a16="http://schemas.microsoft.com/office/drawing/2014/main" id="{FE1D5C9B-CCCF-7746-8479-62D0D9298E88}"/>
              </a:ext>
            </a:extLst>
          </p:cNvPr>
          <p:cNvSpPr>
            <a:spLocks noChangeShapeType="1"/>
          </p:cNvSpPr>
          <p:nvPr/>
        </p:nvSpPr>
        <p:spPr bwMode="auto">
          <a:xfrm>
            <a:off x="2009775" y="2303860"/>
            <a:ext cx="0" cy="45720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84" name="Line 24">
            <a:extLst>
              <a:ext uri="{FF2B5EF4-FFF2-40B4-BE49-F238E27FC236}">
                <a16:creationId xmlns:a16="http://schemas.microsoft.com/office/drawing/2014/main" id="{68E7FC48-1CFF-9B47-AF5B-5DA3B5A33B98}"/>
              </a:ext>
            </a:extLst>
          </p:cNvPr>
          <p:cNvSpPr>
            <a:spLocks noChangeShapeType="1"/>
          </p:cNvSpPr>
          <p:nvPr/>
        </p:nvSpPr>
        <p:spPr bwMode="auto">
          <a:xfrm>
            <a:off x="3667125" y="2307431"/>
            <a:ext cx="0" cy="282179"/>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85" name="Line 25">
            <a:extLst>
              <a:ext uri="{FF2B5EF4-FFF2-40B4-BE49-F238E27FC236}">
                <a16:creationId xmlns:a16="http://schemas.microsoft.com/office/drawing/2014/main" id="{64C37337-BE5B-9B45-B6F6-EE639DA5EC0E}"/>
              </a:ext>
            </a:extLst>
          </p:cNvPr>
          <p:cNvSpPr>
            <a:spLocks noChangeShapeType="1"/>
          </p:cNvSpPr>
          <p:nvPr/>
        </p:nvSpPr>
        <p:spPr bwMode="auto">
          <a:xfrm>
            <a:off x="2902744" y="2315767"/>
            <a:ext cx="0" cy="288131"/>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86" name="Line 26">
            <a:extLst>
              <a:ext uri="{FF2B5EF4-FFF2-40B4-BE49-F238E27FC236}">
                <a16:creationId xmlns:a16="http://schemas.microsoft.com/office/drawing/2014/main" id="{00640D3E-71E4-E549-A420-A67936924878}"/>
              </a:ext>
            </a:extLst>
          </p:cNvPr>
          <p:cNvSpPr>
            <a:spLocks noChangeShapeType="1"/>
          </p:cNvSpPr>
          <p:nvPr/>
        </p:nvSpPr>
        <p:spPr bwMode="auto">
          <a:xfrm>
            <a:off x="5260181" y="2303860"/>
            <a:ext cx="0" cy="2857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87" name="Line 27">
            <a:extLst>
              <a:ext uri="{FF2B5EF4-FFF2-40B4-BE49-F238E27FC236}">
                <a16:creationId xmlns:a16="http://schemas.microsoft.com/office/drawing/2014/main" id="{F33FBB96-FCDF-5744-A0BE-E815A2477533}"/>
              </a:ext>
            </a:extLst>
          </p:cNvPr>
          <p:cNvSpPr>
            <a:spLocks noChangeShapeType="1"/>
          </p:cNvSpPr>
          <p:nvPr/>
        </p:nvSpPr>
        <p:spPr bwMode="auto">
          <a:xfrm>
            <a:off x="6917531" y="2311004"/>
            <a:ext cx="0" cy="275034"/>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88" name="Line 28">
            <a:extLst>
              <a:ext uri="{FF2B5EF4-FFF2-40B4-BE49-F238E27FC236}">
                <a16:creationId xmlns:a16="http://schemas.microsoft.com/office/drawing/2014/main" id="{18995E41-DBBD-3340-8B6A-EB8CB16FF611}"/>
              </a:ext>
            </a:extLst>
          </p:cNvPr>
          <p:cNvSpPr>
            <a:spLocks noChangeShapeType="1"/>
          </p:cNvSpPr>
          <p:nvPr/>
        </p:nvSpPr>
        <p:spPr bwMode="auto">
          <a:xfrm flipV="1">
            <a:off x="2014538" y="3208735"/>
            <a:ext cx="5287566" cy="3572"/>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281" name="Text Box 29">
            <a:extLst>
              <a:ext uri="{FF2B5EF4-FFF2-40B4-BE49-F238E27FC236}">
                <a16:creationId xmlns:a16="http://schemas.microsoft.com/office/drawing/2014/main" id="{22B9291B-35AA-3149-B354-BC9F9BD34DD2}"/>
              </a:ext>
            </a:extLst>
          </p:cNvPr>
          <p:cNvSpPr txBox="1">
            <a:spLocks noChangeArrowheads="1"/>
          </p:cNvSpPr>
          <p:nvPr/>
        </p:nvSpPr>
        <p:spPr bwMode="auto">
          <a:xfrm>
            <a:off x="3036094" y="2318148"/>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无线电</a:t>
            </a:r>
          </a:p>
        </p:txBody>
      </p:sp>
      <p:sp>
        <p:nvSpPr>
          <p:cNvPr id="96282" name="Text Box 30">
            <a:extLst>
              <a:ext uri="{FF2B5EF4-FFF2-40B4-BE49-F238E27FC236}">
                <a16:creationId xmlns:a16="http://schemas.microsoft.com/office/drawing/2014/main" id="{402F49E9-AB48-6C41-92D6-72BBD8FBE149}"/>
              </a:ext>
            </a:extLst>
          </p:cNvPr>
          <p:cNvSpPr txBox="1">
            <a:spLocks noChangeArrowheads="1"/>
          </p:cNvSpPr>
          <p:nvPr/>
        </p:nvSpPr>
        <p:spPr bwMode="auto">
          <a:xfrm>
            <a:off x="3771901" y="2318148"/>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微波</a:t>
            </a:r>
          </a:p>
        </p:txBody>
      </p:sp>
      <p:sp>
        <p:nvSpPr>
          <p:cNvPr id="40991" name="Line 31">
            <a:extLst>
              <a:ext uri="{FF2B5EF4-FFF2-40B4-BE49-F238E27FC236}">
                <a16:creationId xmlns:a16="http://schemas.microsoft.com/office/drawing/2014/main" id="{81E49B75-2E92-D944-B2C3-8952B26B19DE}"/>
              </a:ext>
            </a:extLst>
          </p:cNvPr>
          <p:cNvSpPr>
            <a:spLocks noChangeShapeType="1"/>
          </p:cNvSpPr>
          <p:nvPr/>
        </p:nvSpPr>
        <p:spPr bwMode="auto">
          <a:xfrm>
            <a:off x="4457700" y="2303860"/>
            <a:ext cx="0" cy="2857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0992" name="Line 32">
            <a:extLst>
              <a:ext uri="{FF2B5EF4-FFF2-40B4-BE49-F238E27FC236}">
                <a16:creationId xmlns:a16="http://schemas.microsoft.com/office/drawing/2014/main" id="{F0DEF784-50DC-EB4E-BA87-90FC2D8E132C}"/>
              </a:ext>
            </a:extLst>
          </p:cNvPr>
          <p:cNvSpPr>
            <a:spLocks noChangeShapeType="1"/>
          </p:cNvSpPr>
          <p:nvPr/>
        </p:nvSpPr>
        <p:spPr bwMode="auto">
          <a:xfrm>
            <a:off x="5186363" y="2303860"/>
            <a:ext cx="0" cy="2857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285" name="Text Box 33">
            <a:extLst>
              <a:ext uri="{FF2B5EF4-FFF2-40B4-BE49-F238E27FC236}">
                <a16:creationId xmlns:a16="http://schemas.microsoft.com/office/drawing/2014/main" id="{A88C3C5A-220D-244B-8B44-E35E01C56D7E}"/>
              </a:ext>
            </a:extLst>
          </p:cNvPr>
          <p:cNvSpPr txBox="1">
            <a:spLocks noChangeArrowheads="1"/>
          </p:cNvSpPr>
          <p:nvPr/>
        </p:nvSpPr>
        <p:spPr bwMode="auto">
          <a:xfrm>
            <a:off x="4552951" y="2318148"/>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红外线</a:t>
            </a:r>
          </a:p>
        </p:txBody>
      </p:sp>
      <p:sp>
        <p:nvSpPr>
          <p:cNvPr id="96286" name="Text Box 34">
            <a:extLst>
              <a:ext uri="{FF2B5EF4-FFF2-40B4-BE49-F238E27FC236}">
                <a16:creationId xmlns:a16="http://schemas.microsoft.com/office/drawing/2014/main" id="{644C64B4-989B-DC4F-AD8E-D83BD9634F18}"/>
              </a:ext>
            </a:extLst>
          </p:cNvPr>
          <p:cNvSpPr txBox="1">
            <a:spLocks noChangeArrowheads="1"/>
          </p:cNvSpPr>
          <p:nvPr/>
        </p:nvSpPr>
        <p:spPr bwMode="auto">
          <a:xfrm>
            <a:off x="4752976" y="2703910"/>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可见光</a:t>
            </a:r>
          </a:p>
        </p:txBody>
      </p:sp>
      <p:sp>
        <p:nvSpPr>
          <p:cNvPr id="96287" name="Text Box 35">
            <a:extLst>
              <a:ext uri="{FF2B5EF4-FFF2-40B4-BE49-F238E27FC236}">
                <a16:creationId xmlns:a16="http://schemas.microsoft.com/office/drawing/2014/main" id="{69D3D467-03B8-1C45-9E58-6133B3020335}"/>
              </a:ext>
            </a:extLst>
          </p:cNvPr>
          <p:cNvSpPr txBox="1">
            <a:spLocks noChangeArrowheads="1"/>
          </p:cNvSpPr>
          <p:nvPr/>
        </p:nvSpPr>
        <p:spPr bwMode="auto">
          <a:xfrm>
            <a:off x="5353051" y="2703910"/>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紫外线</a:t>
            </a:r>
          </a:p>
        </p:txBody>
      </p:sp>
      <p:sp>
        <p:nvSpPr>
          <p:cNvPr id="40996" name="Line 36">
            <a:extLst>
              <a:ext uri="{FF2B5EF4-FFF2-40B4-BE49-F238E27FC236}">
                <a16:creationId xmlns:a16="http://schemas.microsoft.com/office/drawing/2014/main" id="{826BD3A4-921E-1D4B-A0C6-1A5E02619BCE}"/>
              </a:ext>
            </a:extLst>
          </p:cNvPr>
          <p:cNvSpPr>
            <a:spLocks noChangeShapeType="1"/>
          </p:cNvSpPr>
          <p:nvPr/>
        </p:nvSpPr>
        <p:spPr bwMode="auto">
          <a:xfrm>
            <a:off x="5543550" y="2303860"/>
            <a:ext cx="0" cy="289322"/>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289" name="Text Box 37">
            <a:extLst>
              <a:ext uri="{FF2B5EF4-FFF2-40B4-BE49-F238E27FC236}">
                <a16:creationId xmlns:a16="http://schemas.microsoft.com/office/drawing/2014/main" id="{3011F159-82E3-BD4C-881D-B83717717D42}"/>
              </a:ext>
            </a:extLst>
          </p:cNvPr>
          <p:cNvSpPr txBox="1">
            <a:spLocks noChangeArrowheads="1"/>
          </p:cNvSpPr>
          <p:nvPr/>
        </p:nvSpPr>
        <p:spPr bwMode="auto">
          <a:xfrm>
            <a:off x="5886450" y="2318148"/>
            <a:ext cx="6030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200">
                <a:ea typeface="宋体" panose="02010600030101010101" pitchFamily="2" charset="-122"/>
              </a:rPr>
              <a:t>X</a:t>
            </a:r>
            <a:r>
              <a:rPr kumimoji="1" lang="zh-CN" altLang="en-US" sz="1200">
                <a:ea typeface="宋体" panose="02010600030101010101" pitchFamily="2" charset="-122"/>
              </a:rPr>
              <a:t>射线</a:t>
            </a:r>
          </a:p>
        </p:txBody>
      </p:sp>
      <p:sp>
        <p:nvSpPr>
          <p:cNvPr id="96290" name="Text Box 38">
            <a:extLst>
              <a:ext uri="{FF2B5EF4-FFF2-40B4-BE49-F238E27FC236}">
                <a16:creationId xmlns:a16="http://schemas.microsoft.com/office/drawing/2014/main" id="{5236B667-43DD-204B-A75F-07953AE102C7}"/>
              </a:ext>
            </a:extLst>
          </p:cNvPr>
          <p:cNvSpPr txBox="1">
            <a:spLocks noChangeArrowheads="1"/>
          </p:cNvSpPr>
          <p:nvPr/>
        </p:nvSpPr>
        <p:spPr bwMode="auto">
          <a:xfrm>
            <a:off x="7029450" y="2294335"/>
            <a:ext cx="24718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200">
                <a:ea typeface="宋体" panose="02010600030101010101" pitchFamily="2" charset="-122"/>
                <a:sym typeface="Symbol" pitchFamily="2" charset="2"/>
              </a:rPr>
              <a:t></a:t>
            </a:r>
          </a:p>
        </p:txBody>
      </p:sp>
      <p:sp>
        <p:nvSpPr>
          <p:cNvPr id="96291" name="Text Box 39">
            <a:extLst>
              <a:ext uri="{FF2B5EF4-FFF2-40B4-BE49-F238E27FC236}">
                <a16:creationId xmlns:a16="http://schemas.microsoft.com/office/drawing/2014/main" id="{9FEE8107-BDE0-754F-BA02-8F05ABAF0D88}"/>
              </a:ext>
            </a:extLst>
          </p:cNvPr>
          <p:cNvSpPr txBox="1">
            <a:spLocks noChangeArrowheads="1"/>
          </p:cNvSpPr>
          <p:nvPr/>
        </p:nvSpPr>
        <p:spPr bwMode="auto">
          <a:xfrm>
            <a:off x="7141369" y="2318148"/>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射线</a:t>
            </a:r>
          </a:p>
        </p:txBody>
      </p:sp>
      <p:sp>
        <p:nvSpPr>
          <p:cNvPr id="96292" name="Text Box 40">
            <a:extLst>
              <a:ext uri="{FF2B5EF4-FFF2-40B4-BE49-F238E27FC236}">
                <a16:creationId xmlns:a16="http://schemas.microsoft.com/office/drawing/2014/main" id="{9E02A3B9-8D7E-DF4B-9FF5-6A54FBB80B51}"/>
              </a:ext>
            </a:extLst>
          </p:cNvPr>
          <p:cNvSpPr txBox="1">
            <a:spLocks noChangeArrowheads="1"/>
          </p:cNvSpPr>
          <p:nvPr/>
        </p:nvSpPr>
        <p:spPr bwMode="auto">
          <a:xfrm>
            <a:off x="2180035" y="3208735"/>
            <a:ext cx="64633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双绞线</a:t>
            </a:r>
          </a:p>
        </p:txBody>
      </p:sp>
      <p:sp>
        <p:nvSpPr>
          <p:cNvPr id="41001" name="Line 41">
            <a:extLst>
              <a:ext uri="{FF2B5EF4-FFF2-40B4-BE49-F238E27FC236}">
                <a16:creationId xmlns:a16="http://schemas.microsoft.com/office/drawing/2014/main" id="{01DDF614-685E-4342-AA49-D2B18F37FC88}"/>
              </a:ext>
            </a:extLst>
          </p:cNvPr>
          <p:cNvSpPr>
            <a:spLocks noChangeShapeType="1"/>
          </p:cNvSpPr>
          <p:nvPr/>
        </p:nvSpPr>
        <p:spPr bwMode="auto">
          <a:xfrm>
            <a:off x="2014537" y="3446860"/>
            <a:ext cx="1014413" cy="0"/>
          </a:xfrm>
          <a:prstGeom prst="line">
            <a:avLst/>
          </a:prstGeom>
          <a:noFill/>
          <a:ln w="9525">
            <a:solidFill>
              <a:schemeClr val="tx1"/>
            </a:solidFill>
            <a:round/>
            <a:headEn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294" name="Text Box 42">
            <a:extLst>
              <a:ext uri="{FF2B5EF4-FFF2-40B4-BE49-F238E27FC236}">
                <a16:creationId xmlns:a16="http://schemas.microsoft.com/office/drawing/2014/main" id="{98DD689E-7164-B34F-AF57-FC307D3CE95E}"/>
              </a:ext>
            </a:extLst>
          </p:cNvPr>
          <p:cNvSpPr txBox="1">
            <a:spLocks noChangeArrowheads="1"/>
          </p:cNvSpPr>
          <p:nvPr/>
        </p:nvSpPr>
        <p:spPr bwMode="auto">
          <a:xfrm>
            <a:off x="2959894" y="3464719"/>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同轴电缆</a:t>
            </a:r>
          </a:p>
        </p:txBody>
      </p:sp>
      <p:sp>
        <p:nvSpPr>
          <p:cNvPr id="41003" name="Line 43">
            <a:extLst>
              <a:ext uri="{FF2B5EF4-FFF2-40B4-BE49-F238E27FC236}">
                <a16:creationId xmlns:a16="http://schemas.microsoft.com/office/drawing/2014/main" id="{0E19D923-11AE-B348-82D4-B92A27E3EAF5}"/>
              </a:ext>
            </a:extLst>
          </p:cNvPr>
          <p:cNvSpPr>
            <a:spLocks noChangeShapeType="1"/>
          </p:cNvSpPr>
          <p:nvPr/>
        </p:nvSpPr>
        <p:spPr bwMode="auto">
          <a:xfrm>
            <a:off x="2457450" y="3726656"/>
            <a:ext cx="1714500" cy="0"/>
          </a:xfrm>
          <a:prstGeom prst="line">
            <a:avLst/>
          </a:prstGeom>
          <a:noFill/>
          <a:ln w="9525">
            <a:solidFill>
              <a:schemeClr val="tx1"/>
            </a:solidFill>
            <a:round/>
            <a:headEnd type="triangle" w="med" len="lg"/>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296" name="Text Box 44">
            <a:extLst>
              <a:ext uri="{FF2B5EF4-FFF2-40B4-BE49-F238E27FC236}">
                <a16:creationId xmlns:a16="http://schemas.microsoft.com/office/drawing/2014/main" id="{8024AEF3-A5AF-8647-88B4-E2DE5A2CBF05}"/>
              </a:ext>
            </a:extLst>
          </p:cNvPr>
          <p:cNvSpPr txBox="1">
            <a:spLocks noChangeArrowheads="1"/>
          </p:cNvSpPr>
          <p:nvPr/>
        </p:nvSpPr>
        <p:spPr bwMode="auto">
          <a:xfrm>
            <a:off x="4229101" y="3212307"/>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卫星</a:t>
            </a:r>
          </a:p>
        </p:txBody>
      </p:sp>
      <p:sp>
        <p:nvSpPr>
          <p:cNvPr id="41005" name="Line 45">
            <a:extLst>
              <a:ext uri="{FF2B5EF4-FFF2-40B4-BE49-F238E27FC236}">
                <a16:creationId xmlns:a16="http://schemas.microsoft.com/office/drawing/2014/main" id="{A055F911-A58A-344F-BCEE-F3E0FD541C1A}"/>
              </a:ext>
            </a:extLst>
          </p:cNvPr>
          <p:cNvSpPr>
            <a:spLocks noChangeShapeType="1"/>
          </p:cNvSpPr>
          <p:nvPr/>
        </p:nvSpPr>
        <p:spPr bwMode="auto">
          <a:xfrm>
            <a:off x="4057650" y="3469481"/>
            <a:ext cx="857250" cy="0"/>
          </a:xfrm>
          <a:prstGeom prst="line">
            <a:avLst/>
          </a:prstGeom>
          <a:noFill/>
          <a:ln w="9525">
            <a:solidFill>
              <a:schemeClr val="tx1"/>
            </a:solidFill>
            <a:round/>
            <a:headEnd type="triangle" w="med" len="lg"/>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298" name="Text Box 46">
            <a:extLst>
              <a:ext uri="{FF2B5EF4-FFF2-40B4-BE49-F238E27FC236}">
                <a16:creationId xmlns:a16="http://schemas.microsoft.com/office/drawing/2014/main" id="{23A9DD57-9C07-0E48-A07A-0648A20BD458}"/>
              </a:ext>
            </a:extLst>
          </p:cNvPr>
          <p:cNvSpPr txBox="1">
            <a:spLocks noChangeArrowheads="1"/>
          </p:cNvSpPr>
          <p:nvPr/>
        </p:nvSpPr>
        <p:spPr bwMode="auto">
          <a:xfrm>
            <a:off x="4341019" y="3526632"/>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地面微波</a:t>
            </a:r>
          </a:p>
        </p:txBody>
      </p:sp>
      <p:sp>
        <p:nvSpPr>
          <p:cNvPr id="41007" name="Line 47">
            <a:extLst>
              <a:ext uri="{FF2B5EF4-FFF2-40B4-BE49-F238E27FC236}">
                <a16:creationId xmlns:a16="http://schemas.microsoft.com/office/drawing/2014/main" id="{1D6AFF0B-E972-F042-A483-15070AF7D259}"/>
              </a:ext>
            </a:extLst>
          </p:cNvPr>
          <p:cNvSpPr>
            <a:spLocks noChangeShapeType="1"/>
          </p:cNvSpPr>
          <p:nvPr/>
        </p:nvSpPr>
        <p:spPr bwMode="auto">
          <a:xfrm>
            <a:off x="4333875" y="3789760"/>
            <a:ext cx="704850" cy="0"/>
          </a:xfrm>
          <a:prstGeom prst="line">
            <a:avLst/>
          </a:prstGeom>
          <a:noFill/>
          <a:ln w="9525">
            <a:solidFill>
              <a:schemeClr val="tx1"/>
            </a:solidFill>
            <a:round/>
            <a:headEnd type="triangle" w="med" len="lg"/>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300" name="Text Box 48">
            <a:extLst>
              <a:ext uri="{FF2B5EF4-FFF2-40B4-BE49-F238E27FC236}">
                <a16:creationId xmlns:a16="http://schemas.microsoft.com/office/drawing/2014/main" id="{CBB5219A-A89F-474A-B476-1EAC27ECC8FD}"/>
              </a:ext>
            </a:extLst>
          </p:cNvPr>
          <p:cNvSpPr txBox="1">
            <a:spLocks noChangeArrowheads="1"/>
          </p:cNvSpPr>
          <p:nvPr/>
        </p:nvSpPr>
        <p:spPr bwMode="auto">
          <a:xfrm>
            <a:off x="2628901" y="3813572"/>
            <a:ext cx="646331"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en-US" altLang="zh-CN" sz="1200">
                <a:ea typeface="宋体" panose="02010600030101010101" pitchFamily="2" charset="-122"/>
              </a:rPr>
              <a:t>  </a:t>
            </a:r>
            <a:r>
              <a:rPr kumimoji="1" lang="zh-CN" altLang="en-US" sz="1200">
                <a:ea typeface="宋体" panose="02010600030101010101" pitchFamily="2" charset="-122"/>
              </a:rPr>
              <a:t>调幅</a:t>
            </a:r>
          </a:p>
          <a:p>
            <a:pPr eaLnBrk="1" hangingPunct="1">
              <a:lnSpc>
                <a:spcPct val="90000"/>
              </a:lnSpc>
              <a:spcBef>
                <a:spcPct val="0"/>
              </a:spcBef>
              <a:buClrTx/>
              <a:buSzTx/>
              <a:buFontTx/>
              <a:buNone/>
            </a:pPr>
            <a:r>
              <a:rPr kumimoji="1" lang="zh-CN" altLang="en-US" sz="1200">
                <a:ea typeface="宋体" panose="02010600030101010101" pitchFamily="2" charset="-122"/>
              </a:rPr>
              <a:t>无线电</a:t>
            </a:r>
          </a:p>
        </p:txBody>
      </p:sp>
      <p:sp>
        <p:nvSpPr>
          <p:cNvPr id="96301" name="Text Box 49">
            <a:extLst>
              <a:ext uri="{FF2B5EF4-FFF2-40B4-BE49-F238E27FC236}">
                <a16:creationId xmlns:a16="http://schemas.microsoft.com/office/drawing/2014/main" id="{C5F9B986-3110-9C45-8BA4-BCB6662AA295}"/>
              </a:ext>
            </a:extLst>
          </p:cNvPr>
          <p:cNvSpPr txBox="1">
            <a:spLocks noChangeArrowheads="1"/>
          </p:cNvSpPr>
          <p:nvPr/>
        </p:nvSpPr>
        <p:spPr bwMode="auto">
          <a:xfrm>
            <a:off x="3429001" y="3774281"/>
            <a:ext cx="646331"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en-US" altLang="zh-CN" sz="1200">
                <a:ea typeface="宋体" panose="02010600030101010101" pitchFamily="2" charset="-122"/>
              </a:rPr>
              <a:t>  </a:t>
            </a:r>
            <a:r>
              <a:rPr kumimoji="1" lang="zh-CN" altLang="en-US" sz="1200">
                <a:ea typeface="宋体" panose="02010600030101010101" pitchFamily="2" charset="-122"/>
              </a:rPr>
              <a:t>调频</a:t>
            </a:r>
          </a:p>
          <a:p>
            <a:pPr eaLnBrk="1" hangingPunct="1">
              <a:lnSpc>
                <a:spcPct val="90000"/>
              </a:lnSpc>
              <a:spcBef>
                <a:spcPct val="0"/>
              </a:spcBef>
              <a:buClrTx/>
              <a:buSzTx/>
              <a:buFontTx/>
              <a:buNone/>
            </a:pPr>
            <a:r>
              <a:rPr kumimoji="1" lang="zh-CN" altLang="en-US" sz="1200">
                <a:ea typeface="宋体" panose="02010600030101010101" pitchFamily="2" charset="-122"/>
              </a:rPr>
              <a:t>无线电</a:t>
            </a:r>
          </a:p>
        </p:txBody>
      </p:sp>
      <p:sp>
        <p:nvSpPr>
          <p:cNvPr id="96302" name="Text Box 50">
            <a:extLst>
              <a:ext uri="{FF2B5EF4-FFF2-40B4-BE49-F238E27FC236}">
                <a16:creationId xmlns:a16="http://schemas.microsoft.com/office/drawing/2014/main" id="{E0CCFF75-3903-2543-8A9F-E27241269DE4}"/>
              </a:ext>
            </a:extLst>
          </p:cNvPr>
          <p:cNvSpPr txBox="1">
            <a:spLocks noChangeArrowheads="1"/>
          </p:cNvSpPr>
          <p:nvPr/>
        </p:nvSpPr>
        <p:spPr bwMode="auto">
          <a:xfrm>
            <a:off x="2083594" y="3815954"/>
            <a:ext cx="646331"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en-US" altLang="zh-CN" sz="1200">
                <a:ea typeface="宋体" panose="02010600030101010101" pitchFamily="2" charset="-122"/>
              </a:rPr>
              <a:t>  </a:t>
            </a:r>
            <a:r>
              <a:rPr kumimoji="1" lang="zh-CN" altLang="en-US" sz="1200">
                <a:ea typeface="宋体" panose="02010600030101010101" pitchFamily="2" charset="-122"/>
              </a:rPr>
              <a:t>海事</a:t>
            </a:r>
          </a:p>
          <a:p>
            <a:pPr eaLnBrk="1" hangingPunct="1">
              <a:lnSpc>
                <a:spcPct val="90000"/>
              </a:lnSpc>
              <a:spcBef>
                <a:spcPct val="0"/>
              </a:spcBef>
              <a:buClrTx/>
              <a:buSzTx/>
              <a:buFontTx/>
              <a:buNone/>
            </a:pPr>
            <a:r>
              <a:rPr kumimoji="1" lang="zh-CN" altLang="en-US" sz="1200">
                <a:ea typeface="宋体" panose="02010600030101010101" pitchFamily="2" charset="-122"/>
              </a:rPr>
              <a:t>无线电</a:t>
            </a:r>
          </a:p>
        </p:txBody>
      </p:sp>
      <p:sp>
        <p:nvSpPr>
          <p:cNvPr id="41011" name="Line 51">
            <a:extLst>
              <a:ext uri="{FF2B5EF4-FFF2-40B4-BE49-F238E27FC236}">
                <a16:creationId xmlns:a16="http://schemas.microsoft.com/office/drawing/2014/main" id="{2C9B0270-21EC-7649-917C-42FE77A40071}"/>
              </a:ext>
            </a:extLst>
          </p:cNvPr>
          <p:cNvSpPr>
            <a:spLocks noChangeShapeType="1"/>
          </p:cNvSpPr>
          <p:nvPr/>
        </p:nvSpPr>
        <p:spPr bwMode="auto">
          <a:xfrm>
            <a:off x="3629025" y="4189810"/>
            <a:ext cx="323850" cy="0"/>
          </a:xfrm>
          <a:prstGeom prst="line">
            <a:avLst/>
          </a:prstGeom>
          <a:noFill/>
          <a:ln w="9525">
            <a:solidFill>
              <a:schemeClr val="tx1"/>
            </a:solidFill>
            <a:round/>
            <a:headEnd type="triangle" w="med" len="lg"/>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304" name="Text Box 52">
            <a:extLst>
              <a:ext uri="{FF2B5EF4-FFF2-40B4-BE49-F238E27FC236}">
                <a16:creationId xmlns:a16="http://schemas.microsoft.com/office/drawing/2014/main" id="{C0E81699-3905-3F48-B4A4-157632C51278}"/>
              </a:ext>
            </a:extLst>
          </p:cNvPr>
          <p:cNvSpPr txBox="1">
            <a:spLocks noChangeArrowheads="1"/>
          </p:cNvSpPr>
          <p:nvPr/>
        </p:nvSpPr>
        <p:spPr bwMode="auto">
          <a:xfrm>
            <a:off x="6419851" y="3230167"/>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光纤</a:t>
            </a:r>
          </a:p>
        </p:txBody>
      </p:sp>
      <p:sp>
        <p:nvSpPr>
          <p:cNvPr id="41013" name="Line 53">
            <a:extLst>
              <a:ext uri="{FF2B5EF4-FFF2-40B4-BE49-F238E27FC236}">
                <a16:creationId xmlns:a16="http://schemas.microsoft.com/office/drawing/2014/main" id="{FB0F5516-0113-2242-8177-66236CE33433}"/>
              </a:ext>
            </a:extLst>
          </p:cNvPr>
          <p:cNvSpPr>
            <a:spLocks noChangeShapeType="1"/>
          </p:cNvSpPr>
          <p:nvPr/>
        </p:nvSpPr>
        <p:spPr bwMode="auto">
          <a:xfrm>
            <a:off x="6400800" y="3479006"/>
            <a:ext cx="447675" cy="0"/>
          </a:xfrm>
          <a:prstGeom prst="line">
            <a:avLst/>
          </a:prstGeom>
          <a:noFill/>
          <a:ln w="9525">
            <a:solidFill>
              <a:schemeClr val="tx1"/>
            </a:solidFill>
            <a:round/>
            <a:headEnd type="triangle" w="med" len="lg"/>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306" name="Text Box 54">
            <a:extLst>
              <a:ext uri="{FF2B5EF4-FFF2-40B4-BE49-F238E27FC236}">
                <a16:creationId xmlns:a16="http://schemas.microsoft.com/office/drawing/2014/main" id="{160952B2-91FA-A341-947E-E5881C02A41A}"/>
              </a:ext>
            </a:extLst>
          </p:cNvPr>
          <p:cNvSpPr txBox="1">
            <a:spLocks noChangeArrowheads="1"/>
          </p:cNvSpPr>
          <p:nvPr/>
        </p:nvSpPr>
        <p:spPr bwMode="auto">
          <a:xfrm>
            <a:off x="3771901" y="4223148"/>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电视</a:t>
            </a:r>
          </a:p>
        </p:txBody>
      </p:sp>
      <p:sp>
        <p:nvSpPr>
          <p:cNvPr id="41015" name="Line 55">
            <a:extLst>
              <a:ext uri="{FF2B5EF4-FFF2-40B4-BE49-F238E27FC236}">
                <a16:creationId xmlns:a16="http://schemas.microsoft.com/office/drawing/2014/main" id="{6586E7C2-24FE-104A-B175-5B306160BCB0}"/>
              </a:ext>
            </a:extLst>
          </p:cNvPr>
          <p:cNvSpPr>
            <a:spLocks noChangeShapeType="1"/>
          </p:cNvSpPr>
          <p:nvPr/>
        </p:nvSpPr>
        <p:spPr bwMode="auto">
          <a:xfrm flipV="1">
            <a:off x="5086350" y="2418160"/>
            <a:ext cx="142875" cy="342900"/>
          </a:xfrm>
          <a:prstGeom prst="line">
            <a:avLst/>
          </a:prstGeom>
          <a:noFill/>
          <a:ln w="9525">
            <a:solidFill>
              <a:schemeClr val="tx1"/>
            </a:solidFill>
            <a:round/>
            <a:headEn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16" name="Line 56">
            <a:extLst>
              <a:ext uri="{FF2B5EF4-FFF2-40B4-BE49-F238E27FC236}">
                <a16:creationId xmlns:a16="http://schemas.microsoft.com/office/drawing/2014/main" id="{A2F8A0F1-3ACD-6C41-8121-D067AF9E478A}"/>
              </a:ext>
            </a:extLst>
          </p:cNvPr>
          <p:cNvSpPr>
            <a:spLocks noChangeShapeType="1"/>
          </p:cNvSpPr>
          <p:nvPr/>
        </p:nvSpPr>
        <p:spPr bwMode="auto">
          <a:xfrm flipH="1" flipV="1">
            <a:off x="5410200" y="2418160"/>
            <a:ext cx="61913" cy="340519"/>
          </a:xfrm>
          <a:prstGeom prst="line">
            <a:avLst/>
          </a:prstGeom>
          <a:noFill/>
          <a:ln w="9525">
            <a:solidFill>
              <a:schemeClr val="tx1"/>
            </a:solidFill>
            <a:round/>
            <a:headEnd/>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17" name="Line 57">
            <a:extLst>
              <a:ext uri="{FF2B5EF4-FFF2-40B4-BE49-F238E27FC236}">
                <a16:creationId xmlns:a16="http://schemas.microsoft.com/office/drawing/2014/main" id="{1F48EB4C-01C0-E344-8B3E-743DBD0C44DD}"/>
              </a:ext>
            </a:extLst>
          </p:cNvPr>
          <p:cNvSpPr>
            <a:spLocks noChangeShapeType="1"/>
          </p:cNvSpPr>
          <p:nvPr/>
        </p:nvSpPr>
        <p:spPr bwMode="auto">
          <a:xfrm>
            <a:off x="2114550" y="4246960"/>
            <a:ext cx="514350" cy="0"/>
          </a:xfrm>
          <a:prstGeom prst="line">
            <a:avLst/>
          </a:prstGeom>
          <a:noFill/>
          <a:ln w="9525">
            <a:solidFill>
              <a:schemeClr val="tx1"/>
            </a:solidFill>
            <a:round/>
            <a:headEnd type="triangle" w="med" len="lg"/>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18" name="Line 58">
            <a:extLst>
              <a:ext uri="{FF2B5EF4-FFF2-40B4-BE49-F238E27FC236}">
                <a16:creationId xmlns:a16="http://schemas.microsoft.com/office/drawing/2014/main" id="{65D2F79F-ED01-6E42-A5C4-25D9D924A9BE}"/>
              </a:ext>
            </a:extLst>
          </p:cNvPr>
          <p:cNvSpPr>
            <a:spLocks noChangeShapeType="1"/>
          </p:cNvSpPr>
          <p:nvPr/>
        </p:nvSpPr>
        <p:spPr bwMode="auto">
          <a:xfrm>
            <a:off x="2743200" y="4246960"/>
            <a:ext cx="342900" cy="0"/>
          </a:xfrm>
          <a:prstGeom prst="line">
            <a:avLst/>
          </a:prstGeom>
          <a:noFill/>
          <a:ln w="9525">
            <a:solidFill>
              <a:schemeClr val="tx1"/>
            </a:solidFill>
            <a:round/>
            <a:headEnd type="triangle" w="med" len="lg"/>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19" name="Line 59">
            <a:extLst>
              <a:ext uri="{FF2B5EF4-FFF2-40B4-BE49-F238E27FC236}">
                <a16:creationId xmlns:a16="http://schemas.microsoft.com/office/drawing/2014/main" id="{AFEB5F8B-0379-444A-A813-063597570800}"/>
              </a:ext>
            </a:extLst>
          </p:cNvPr>
          <p:cNvSpPr>
            <a:spLocks noChangeShapeType="1"/>
          </p:cNvSpPr>
          <p:nvPr/>
        </p:nvSpPr>
        <p:spPr bwMode="auto">
          <a:xfrm>
            <a:off x="3657600" y="4475560"/>
            <a:ext cx="561975" cy="0"/>
          </a:xfrm>
          <a:prstGeom prst="line">
            <a:avLst/>
          </a:prstGeom>
          <a:noFill/>
          <a:ln w="9525">
            <a:solidFill>
              <a:schemeClr val="tx1"/>
            </a:solidFill>
            <a:round/>
            <a:headEnd type="triangle" w="med" len="lg"/>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20" name="Line 60">
            <a:extLst>
              <a:ext uri="{FF2B5EF4-FFF2-40B4-BE49-F238E27FC236}">
                <a16:creationId xmlns:a16="http://schemas.microsoft.com/office/drawing/2014/main" id="{419E45AF-43AF-0545-B70A-11AFC4F4587F}"/>
              </a:ext>
            </a:extLst>
          </p:cNvPr>
          <p:cNvSpPr>
            <a:spLocks noChangeShapeType="1"/>
          </p:cNvSpPr>
          <p:nvPr/>
        </p:nvSpPr>
        <p:spPr bwMode="auto">
          <a:xfrm>
            <a:off x="2010966" y="4526756"/>
            <a:ext cx="5294709" cy="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21" name="Line 61">
            <a:extLst>
              <a:ext uri="{FF2B5EF4-FFF2-40B4-BE49-F238E27FC236}">
                <a16:creationId xmlns:a16="http://schemas.microsoft.com/office/drawing/2014/main" id="{C9DBEEEA-4647-8248-8AFA-1677C8E2B06F}"/>
              </a:ext>
            </a:extLst>
          </p:cNvPr>
          <p:cNvSpPr>
            <a:spLocks noChangeShapeType="1"/>
          </p:cNvSpPr>
          <p:nvPr/>
        </p:nvSpPr>
        <p:spPr bwMode="auto">
          <a:xfrm>
            <a:off x="2019300" y="3212306"/>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22" name="Line 62">
            <a:extLst>
              <a:ext uri="{FF2B5EF4-FFF2-40B4-BE49-F238E27FC236}">
                <a16:creationId xmlns:a16="http://schemas.microsoft.com/office/drawing/2014/main" id="{8222325A-D9E8-C845-8877-53181E312A21}"/>
              </a:ext>
            </a:extLst>
          </p:cNvPr>
          <p:cNvSpPr>
            <a:spLocks noChangeShapeType="1"/>
          </p:cNvSpPr>
          <p:nvPr/>
        </p:nvSpPr>
        <p:spPr bwMode="auto">
          <a:xfrm>
            <a:off x="4217194" y="3207544"/>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23" name="Line 63">
            <a:extLst>
              <a:ext uri="{FF2B5EF4-FFF2-40B4-BE49-F238E27FC236}">
                <a16:creationId xmlns:a16="http://schemas.microsoft.com/office/drawing/2014/main" id="{B139F667-97DB-FF40-8968-B28FD1EC5663}"/>
              </a:ext>
            </a:extLst>
          </p:cNvPr>
          <p:cNvSpPr>
            <a:spLocks noChangeShapeType="1"/>
          </p:cNvSpPr>
          <p:nvPr/>
        </p:nvSpPr>
        <p:spPr bwMode="auto">
          <a:xfrm>
            <a:off x="5093494" y="3213497"/>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24" name="Line 64">
            <a:extLst>
              <a:ext uri="{FF2B5EF4-FFF2-40B4-BE49-F238E27FC236}">
                <a16:creationId xmlns:a16="http://schemas.microsoft.com/office/drawing/2014/main" id="{4025AA8A-126A-C448-A15E-41FDC41F5158}"/>
              </a:ext>
            </a:extLst>
          </p:cNvPr>
          <p:cNvSpPr>
            <a:spLocks noChangeShapeType="1"/>
          </p:cNvSpPr>
          <p:nvPr/>
        </p:nvSpPr>
        <p:spPr bwMode="auto">
          <a:xfrm>
            <a:off x="5531644" y="3211116"/>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25" name="Line 65">
            <a:extLst>
              <a:ext uri="{FF2B5EF4-FFF2-40B4-BE49-F238E27FC236}">
                <a16:creationId xmlns:a16="http://schemas.microsoft.com/office/drawing/2014/main" id="{79A8C50F-E0F8-5345-9BF9-2AAF34852FC4}"/>
              </a:ext>
            </a:extLst>
          </p:cNvPr>
          <p:cNvSpPr>
            <a:spLocks noChangeShapeType="1"/>
          </p:cNvSpPr>
          <p:nvPr/>
        </p:nvSpPr>
        <p:spPr bwMode="auto">
          <a:xfrm>
            <a:off x="5973366" y="3212306"/>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26" name="Line 66">
            <a:extLst>
              <a:ext uri="{FF2B5EF4-FFF2-40B4-BE49-F238E27FC236}">
                <a16:creationId xmlns:a16="http://schemas.microsoft.com/office/drawing/2014/main" id="{E830E381-3DD7-804B-8F8F-69FF9F992C1D}"/>
              </a:ext>
            </a:extLst>
          </p:cNvPr>
          <p:cNvSpPr>
            <a:spLocks noChangeShapeType="1"/>
          </p:cNvSpPr>
          <p:nvPr/>
        </p:nvSpPr>
        <p:spPr bwMode="auto">
          <a:xfrm>
            <a:off x="6415088" y="3220641"/>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27" name="Line 67">
            <a:extLst>
              <a:ext uri="{FF2B5EF4-FFF2-40B4-BE49-F238E27FC236}">
                <a16:creationId xmlns:a16="http://schemas.microsoft.com/office/drawing/2014/main" id="{AF3E9DFC-544F-7B41-99BD-2ADF176E3DF6}"/>
              </a:ext>
            </a:extLst>
          </p:cNvPr>
          <p:cNvSpPr>
            <a:spLocks noChangeShapeType="1"/>
          </p:cNvSpPr>
          <p:nvPr/>
        </p:nvSpPr>
        <p:spPr bwMode="auto">
          <a:xfrm>
            <a:off x="6853238" y="3214688"/>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28" name="Line 68">
            <a:extLst>
              <a:ext uri="{FF2B5EF4-FFF2-40B4-BE49-F238E27FC236}">
                <a16:creationId xmlns:a16="http://schemas.microsoft.com/office/drawing/2014/main" id="{56AD715C-87C8-E642-8985-8F86EC5B0941}"/>
              </a:ext>
            </a:extLst>
          </p:cNvPr>
          <p:cNvSpPr>
            <a:spLocks noChangeShapeType="1"/>
          </p:cNvSpPr>
          <p:nvPr/>
        </p:nvSpPr>
        <p:spPr bwMode="auto">
          <a:xfrm>
            <a:off x="7294960" y="3212306"/>
            <a:ext cx="0" cy="1314450"/>
          </a:xfrm>
          <a:prstGeom prst="line">
            <a:avLst/>
          </a:prstGeom>
          <a:noFill/>
          <a:ln w="1905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nvGrpSpPr>
          <p:cNvPr id="96321" name="Group 69">
            <a:extLst>
              <a:ext uri="{FF2B5EF4-FFF2-40B4-BE49-F238E27FC236}">
                <a16:creationId xmlns:a16="http://schemas.microsoft.com/office/drawing/2014/main" id="{94BCBFA7-FE22-4040-8C4F-432AD39C618B}"/>
              </a:ext>
            </a:extLst>
          </p:cNvPr>
          <p:cNvGrpSpPr>
            <a:grpSpLocks/>
          </p:cNvGrpSpPr>
          <p:nvPr/>
        </p:nvGrpSpPr>
        <p:grpSpPr bwMode="auto">
          <a:xfrm>
            <a:off x="1371600" y="2075259"/>
            <a:ext cx="614363" cy="301228"/>
            <a:chOff x="6" y="352"/>
            <a:chExt cx="516" cy="253"/>
          </a:xfrm>
        </p:grpSpPr>
        <p:sp>
          <p:nvSpPr>
            <p:cNvPr id="41030" name="Text Box 70">
              <a:extLst>
                <a:ext uri="{FF2B5EF4-FFF2-40B4-BE49-F238E27FC236}">
                  <a16:creationId xmlns:a16="http://schemas.microsoft.com/office/drawing/2014/main" id="{2EC0B8FA-16E5-1748-97BD-8B06AF631F5D}"/>
                </a:ext>
              </a:extLst>
            </p:cNvPr>
            <p:cNvSpPr txBox="1">
              <a:spLocks noChangeArrowheads="1"/>
            </p:cNvSpPr>
            <p:nvPr/>
          </p:nvSpPr>
          <p:spPr bwMode="auto">
            <a:xfrm>
              <a:off x="92" y="353"/>
              <a:ext cx="430" cy="252"/>
            </a:xfrm>
            <a:prstGeom prst="rect">
              <a:avLst/>
            </a:prstGeom>
            <a:noFill/>
            <a:ln>
              <a:noFill/>
            </a:ln>
            <a:effectLst/>
          </p:spPr>
          <p:txBody>
            <a:bodyPr wrap="none">
              <a:spAutoFit/>
            </a:bodyPr>
            <a:lstStyle/>
            <a:p>
              <a:pPr eaLnBrk="1" hangingPunct="1">
                <a:defRPr/>
              </a:pPr>
              <a:r>
                <a:rPr kumimoji="1" lang="en-US" altLang="zh-CN" sz="1350" b="1">
                  <a:solidFill>
                    <a:srgbClr val="333399"/>
                  </a:solidFill>
                  <a:latin typeface="Times New Roman" charset="0"/>
                  <a:ea typeface="黑体" charset="-122"/>
                </a:rPr>
                <a:t>(Hz)</a:t>
              </a:r>
            </a:p>
          </p:txBody>
        </p:sp>
        <p:sp>
          <p:nvSpPr>
            <p:cNvPr id="41031" name="Text Box 71">
              <a:extLst>
                <a:ext uri="{FF2B5EF4-FFF2-40B4-BE49-F238E27FC236}">
                  <a16:creationId xmlns:a16="http://schemas.microsoft.com/office/drawing/2014/main" id="{6ABEACE3-85F1-E74C-B104-C3FC10B2E0CD}"/>
                </a:ext>
              </a:extLst>
            </p:cNvPr>
            <p:cNvSpPr txBox="1">
              <a:spLocks noChangeArrowheads="1"/>
            </p:cNvSpPr>
            <p:nvPr/>
          </p:nvSpPr>
          <p:spPr bwMode="auto">
            <a:xfrm>
              <a:off x="6" y="352"/>
              <a:ext cx="204" cy="252"/>
            </a:xfrm>
            <a:prstGeom prst="rect">
              <a:avLst/>
            </a:prstGeom>
            <a:noFill/>
            <a:ln>
              <a:noFill/>
            </a:ln>
            <a:effectLst/>
          </p:spPr>
          <p:txBody>
            <a:bodyPr wrap="none">
              <a:spAutoFit/>
            </a:bodyPr>
            <a:lstStyle/>
            <a:p>
              <a:pPr eaLnBrk="1" hangingPunct="1">
                <a:defRPr/>
              </a:pPr>
              <a:r>
                <a:rPr kumimoji="1" lang="en-US" altLang="zh-CN" sz="1350" b="1">
                  <a:solidFill>
                    <a:srgbClr val="333399"/>
                  </a:solidFill>
                  <a:latin typeface="Times New Roman" charset="0"/>
                  <a:ea typeface="黑体" charset="-122"/>
                </a:rPr>
                <a:t>f</a:t>
              </a:r>
            </a:p>
          </p:txBody>
        </p:sp>
      </p:grpSp>
      <p:grpSp>
        <p:nvGrpSpPr>
          <p:cNvPr id="96322" name="Group 72">
            <a:extLst>
              <a:ext uri="{FF2B5EF4-FFF2-40B4-BE49-F238E27FC236}">
                <a16:creationId xmlns:a16="http://schemas.microsoft.com/office/drawing/2014/main" id="{211CAEF4-FF2D-8C42-B875-CE86ECBD2B53}"/>
              </a:ext>
            </a:extLst>
          </p:cNvPr>
          <p:cNvGrpSpPr>
            <a:grpSpLocks/>
          </p:cNvGrpSpPr>
          <p:nvPr/>
        </p:nvGrpSpPr>
        <p:grpSpPr bwMode="auto">
          <a:xfrm>
            <a:off x="1376362" y="2989664"/>
            <a:ext cx="609601" cy="303610"/>
            <a:chOff x="78" y="1589"/>
            <a:chExt cx="512" cy="255"/>
          </a:xfrm>
        </p:grpSpPr>
        <p:sp>
          <p:nvSpPr>
            <p:cNvPr id="41033" name="Text Box 73">
              <a:extLst>
                <a:ext uri="{FF2B5EF4-FFF2-40B4-BE49-F238E27FC236}">
                  <a16:creationId xmlns:a16="http://schemas.microsoft.com/office/drawing/2014/main" id="{F8F07929-D89C-BF43-A819-80433DD6B5CB}"/>
                </a:ext>
              </a:extLst>
            </p:cNvPr>
            <p:cNvSpPr txBox="1">
              <a:spLocks noChangeArrowheads="1"/>
            </p:cNvSpPr>
            <p:nvPr/>
          </p:nvSpPr>
          <p:spPr bwMode="auto">
            <a:xfrm>
              <a:off x="124" y="1589"/>
              <a:ext cx="466" cy="252"/>
            </a:xfrm>
            <a:prstGeom prst="rect">
              <a:avLst/>
            </a:prstGeom>
            <a:noFill/>
            <a:ln>
              <a:noFill/>
            </a:ln>
            <a:effectLst/>
          </p:spPr>
          <p:txBody>
            <a:bodyPr wrap="none">
              <a:spAutoFit/>
            </a:bodyPr>
            <a:lstStyle/>
            <a:p>
              <a:pPr eaLnBrk="1" hangingPunct="1">
                <a:defRPr/>
              </a:pPr>
              <a:r>
                <a:rPr kumimoji="1" lang="en-US" altLang="zh-CN" sz="1350" b="1">
                  <a:solidFill>
                    <a:srgbClr val="333399"/>
                  </a:solidFill>
                  <a:latin typeface="Times New Roman" charset="0"/>
                  <a:ea typeface="黑体" charset="-122"/>
                </a:rPr>
                <a:t> (Hz)</a:t>
              </a:r>
            </a:p>
          </p:txBody>
        </p:sp>
        <p:sp>
          <p:nvSpPr>
            <p:cNvPr id="41034" name="Text Box 74">
              <a:extLst>
                <a:ext uri="{FF2B5EF4-FFF2-40B4-BE49-F238E27FC236}">
                  <a16:creationId xmlns:a16="http://schemas.microsoft.com/office/drawing/2014/main" id="{208BA74E-756F-6B43-8EB7-8DC0D8D72A1C}"/>
                </a:ext>
              </a:extLst>
            </p:cNvPr>
            <p:cNvSpPr txBox="1">
              <a:spLocks noChangeArrowheads="1"/>
            </p:cNvSpPr>
            <p:nvPr/>
          </p:nvSpPr>
          <p:spPr bwMode="auto">
            <a:xfrm>
              <a:off x="78" y="1592"/>
              <a:ext cx="204" cy="252"/>
            </a:xfrm>
            <a:prstGeom prst="rect">
              <a:avLst/>
            </a:prstGeom>
            <a:noFill/>
            <a:ln>
              <a:noFill/>
            </a:ln>
            <a:effectLst/>
          </p:spPr>
          <p:txBody>
            <a:bodyPr wrap="none">
              <a:spAutoFit/>
            </a:bodyPr>
            <a:lstStyle/>
            <a:p>
              <a:pPr eaLnBrk="1" hangingPunct="1">
                <a:defRPr/>
              </a:pPr>
              <a:r>
                <a:rPr kumimoji="1" lang="en-US" altLang="zh-CN" sz="1350" b="1">
                  <a:solidFill>
                    <a:srgbClr val="333399"/>
                  </a:solidFill>
                  <a:latin typeface="Times New Roman" charset="0"/>
                  <a:ea typeface="黑体" charset="-122"/>
                </a:rPr>
                <a:t>f</a:t>
              </a:r>
            </a:p>
          </p:txBody>
        </p:sp>
      </p:grpSp>
      <p:sp>
        <p:nvSpPr>
          <p:cNvPr id="41035" name="Line 75">
            <a:extLst>
              <a:ext uri="{FF2B5EF4-FFF2-40B4-BE49-F238E27FC236}">
                <a16:creationId xmlns:a16="http://schemas.microsoft.com/office/drawing/2014/main" id="{D63364E8-ACE5-E046-BD3E-8E356C071275}"/>
              </a:ext>
            </a:extLst>
          </p:cNvPr>
          <p:cNvSpPr>
            <a:spLocks noChangeShapeType="1"/>
          </p:cNvSpPr>
          <p:nvPr/>
        </p:nvSpPr>
        <p:spPr bwMode="auto">
          <a:xfrm>
            <a:off x="2171700" y="4526756"/>
            <a:ext cx="0" cy="571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36" name="Line 76">
            <a:extLst>
              <a:ext uri="{FF2B5EF4-FFF2-40B4-BE49-F238E27FC236}">
                <a16:creationId xmlns:a16="http://schemas.microsoft.com/office/drawing/2014/main" id="{23E9C3B5-1DE8-8A46-9951-0DE759D69D66}"/>
              </a:ext>
            </a:extLst>
          </p:cNvPr>
          <p:cNvSpPr>
            <a:spLocks noChangeShapeType="1"/>
          </p:cNvSpPr>
          <p:nvPr/>
        </p:nvSpPr>
        <p:spPr bwMode="auto">
          <a:xfrm>
            <a:off x="2600325" y="4533900"/>
            <a:ext cx="0" cy="571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37" name="Line 77">
            <a:extLst>
              <a:ext uri="{FF2B5EF4-FFF2-40B4-BE49-F238E27FC236}">
                <a16:creationId xmlns:a16="http://schemas.microsoft.com/office/drawing/2014/main" id="{BFF8E368-F5F9-D847-8FE3-A4152984587D}"/>
              </a:ext>
            </a:extLst>
          </p:cNvPr>
          <p:cNvSpPr>
            <a:spLocks noChangeShapeType="1"/>
          </p:cNvSpPr>
          <p:nvPr/>
        </p:nvSpPr>
        <p:spPr bwMode="auto">
          <a:xfrm>
            <a:off x="3032522" y="4537472"/>
            <a:ext cx="0" cy="571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38" name="Line 78">
            <a:extLst>
              <a:ext uri="{FF2B5EF4-FFF2-40B4-BE49-F238E27FC236}">
                <a16:creationId xmlns:a16="http://schemas.microsoft.com/office/drawing/2014/main" id="{832CFAFF-9159-774E-ABEE-A5C7A8E4E704}"/>
              </a:ext>
            </a:extLst>
          </p:cNvPr>
          <p:cNvSpPr>
            <a:spLocks noChangeShapeType="1"/>
          </p:cNvSpPr>
          <p:nvPr/>
        </p:nvSpPr>
        <p:spPr bwMode="auto">
          <a:xfrm>
            <a:off x="3479006" y="4533900"/>
            <a:ext cx="0" cy="571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39" name="Line 79">
            <a:extLst>
              <a:ext uri="{FF2B5EF4-FFF2-40B4-BE49-F238E27FC236}">
                <a16:creationId xmlns:a16="http://schemas.microsoft.com/office/drawing/2014/main" id="{7696B0E8-6A4E-AF44-A041-CED375B3B62A}"/>
              </a:ext>
            </a:extLst>
          </p:cNvPr>
          <p:cNvSpPr>
            <a:spLocks noChangeShapeType="1"/>
          </p:cNvSpPr>
          <p:nvPr/>
        </p:nvSpPr>
        <p:spPr bwMode="auto">
          <a:xfrm>
            <a:off x="3904060" y="4533900"/>
            <a:ext cx="0" cy="571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40" name="Line 80">
            <a:extLst>
              <a:ext uri="{FF2B5EF4-FFF2-40B4-BE49-F238E27FC236}">
                <a16:creationId xmlns:a16="http://schemas.microsoft.com/office/drawing/2014/main" id="{753EC852-056E-8348-8BE1-B1366E76D5F4}"/>
              </a:ext>
            </a:extLst>
          </p:cNvPr>
          <p:cNvSpPr>
            <a:spLocks noChangeShapeType="1"/>
          </p:cNvSpPr>
          <p:nvPr/>
        </p:nvSpPr>
        <p:spPr bwMode="auto">
          <a:xfrm>
            <a:off x="4350544" y="4533900"/>
            <a:ext cx="0" cy="571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41" name="Line 81">
            <a:extLst>
              <a:ext uri="{FF2B5EF4-FFF2-40B4-BE49-F238E27FC236}">
                <a16:creationId xmlns:a16="http://schemas.microsoft.com/office/drawing/2014/main" id="{D22FDD10-030A-3D43-BCF2-92F326757229}"/>
              </a:ext>
            </a:extLst>
          </p:cNvPr>
          <p:cNvSpPr>
            <a:spLocks noChangeShapeType="1"/>
          </p:cNvSpPr>
          <p:nvPr/>
        </p:nvSpPr>
        <p:spPr bwMode="auto">
          <a:xfrm>
            <a:off x="4793456" y="4533900"/>
            <a:ext cx="0" cy="571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42" name="Line 82">
            <a:extLst>
              <a:ext uri="{FF2B5EF4-FFF2-40B4-BE49-F238E27FC236}">
                <a16:creationId xmlns:a16="http://schemas.microsoft.com/office/drawing/2014/main" id="{36D4ECD8-DDE1-D149-BA67-19588E931D56}"/>
              </a:ext>
            </a:extLst>
          </p:cNvPr>
          <p:cNvSpPr>
            <a:spLocks noChangeShapeType="1"/>
          </p:cNvSpPr>
          <p:nvPr/>
        </p:nvSpPr>
        <p:spPr bwMode="auto">
          <a:xfrm>
            <a:off x="5225654" y="4533900"/>
            <a:ext cx="0" cy="571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43" name="Line 83">
            <a:extLst>
              <a:ext uri="{FF2B5EF4-FFF2-40B4-BE49-F238E27FC236}">
                <a16:creationId xmlns:a16="http://schemas.microsoft.com/office/drawing/2014/main" id="{BFC6E735-B8FD-444C-A000-412611FA0E7E}"/>
              </a:ext>
            </a:extLst>
          </p:cNvPr>
          <p:cNvSpPr>
            <a:spLocks noChangeShapeType="1"/>
          </p:cNvSpPr>
          <p:nvPr/>
        </p:nvSpPr>
        <p:spPr bwMode="auto">
          <a:xfrm>
            <a:off x="5675710" y="4537472"/>
            <a:ext cx="0" cy="571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44" name="Line 84">
            <a:extLst>
              <a:ext uri="{FF2B5EF4-FFF2-40B4-BE49-F238E27FC236}">
                <a16:creationId xmlns:a16="http://schemas.microsoft.com/office/drawing/2014/main" id="{FE53FE6E-29A1-B24D-AA5E-501546B7F154}"/>
              </a:ext>
            </a:extLst>
          </p:cNvPr>
          <p:cNvSpPr>
            <a:spLocks noChangeShapeType="1"/>
          </p:cNvSpPr>
          <p:nvPr/>
        </p:nvSpPr>
        <p:spPr bwMode="auto">
          <a:xfrm>
            <a:off x="6115050" y="4530329"/>
            <a:ext cx="0" cy="571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45" name="Line 85">
            <a:extLst>
              <a:ext uri="{FF2B5EF4-FFF2-40B4-BE49-F238E27FC236}">
                <a16:creationId xmlns:a16="http://schemas.microsoft.com/office/drawing/2014/main" id="{F68AA6CC-55A0-AD41-9D18-48FF6C1DB6C3}"/>
              </a:ext>
            </a:extLst>
          </p:cNvPr>
          <p:cNvSpPr>
            <a:spLocks noChangeShapeType="1"/>
          </p:cNvSpPr>
          <p:nvPr/>
        </p:nvSpPr>
        <p:spPr bwMode="auto">
          <a:xfrm>
            <a:off x="6561535" y="4537472"/>
            <a:ext cx="0" cy="571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46" name="Line 86">
            <a:extLst>
              <a:ext uri="{FF2B5EF4-FFF2-40B4-BE49-F238E27FC236}">
                <a16:creationId xmlns:a16="http://schemas.microsoft.com/office/drawing/2014/main" id="{04845FCA-107C-8643-9BA6-366BEBC96CAE}"/>
              </a:ext>
            </a:extLst>
          </p:cNvPr>
          <p:cNvSpPr>
            <a:spLocks noChangeShapeType="1"/>
          </p:cNvSpPr>
          <p:nvPr/>
        </p:nvSpPr>
        <p:spPr bwMode="auto">
          <a:xfrm>
            <a:off x="7004447" y="4530329"/>
            <a:ext cx="0" cy="57150"/>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47" name="Text Box 87">
            <a:extLst>
              <a:ext uri="{FF2B5EF4-FFF2-40B4-BE49-F238E27FC236}">
                <a16:creationId xmlns:a16="http://schemas.microsoft.com/office/drawing/2014/main" id="{22DB7A71-F4C6-5045-9ABA-0F0142978BFD}"/>
              </a:ext>
            </a:extLst>
          </p:cNvPr>
          <p:cNvSpPr txBox="1">
            <a:spLocks noChangeArrowheads="1"/>
          </p:cNvSpPr>
          <p:nvPr/>
        </p:nvSpPr>
        <p:spPr bwMode="auto">
          <a:xfrm>
            <a:off x="2220516" y="4533901"/>
            <a:ext cx="381836" cy="276999"/>
          </a:xfrm>
          <a:prstGeom prst="rect">
            <a:avLst/>
          </a:prstGeom>
          <a:noFill/>
          <a:ln>
            <a:noFill/>
          </a:ln>
          <a:effectLst/>
        </p:spPr>
        <p:txBody>
          <a:bodyPr wrap="none">
            <a:spAutoFit/>
          </a:bodyPr>
          <a:lstStyle/>
          <a:p>
            <a:pPr eaLnBrk="1" hangingPunct="1">
              <a:defRPr/>
            </a:pPr>
            <a:r>
              <a:rPr kumimoji="1" lang="en-US" altLang="zh-CN" sz="1200" b="1">
                <a:solidFill>
                  <a:srgbClr val="333399"/>
                </a:solidFill>
                <a:latin typeface="Times New Roman" charset="0"/>
                <a:ea typeface="黑体" charset="-122"/>
              </a:rPr>
              <a:t>LF</a:t>
            </a:r>
          </a:p>
        </p:txBody>
      </p:sp>
      <p:sp>
        <p:nvSpPr>
          <p:cNvPr id="41048" name="Text Box 88">
            <a:extLst>
              <a:ext uri="{FF2B5EF4-FFF2-40B4-BE49-F238E27FC236}">
                <a16:creationId xmlns:a16="http://schemas.microsoft.com/office/drawing/2014/main" id="{2A7DB2D7-1EF4-F74C-87C7-1ECB46821CA2}"/>
              </a:ext>
            </a:extLst>
          </p:cNvPr>
          <p:cNvSpPr txBox="1">
            <a:spLocks noChangeArrowheads="1"/>
          </p:cNvSpPr>
          <p:nvPr/>
        </p:nvSpPr>
        <p:spPr bwMode="auto">
          <a:xfrm>
            <a:off x="2659856" y="4533901"/>
            <a:ext cx="425116" cy="276999"/>
          </a:xfrm>
          <a:prstGeom prst="rect">
            <a:avLst/>
          </a:prstGeom>
          <a:noFill/>
          <a:ln>
            <a:noFill/>
          </a:ln>
          <a:effectLst/>
        </p:spPr>
        <p:txBody>
          <a:bodyPr wrap="none">
            <a:spAutoFit/>
          </a:bodyPr>
          <a:lstStyle/>
          <a:p>
            <a:pPr eaLnBrk="1" hangingPunct="1">
              <a:defRPr/>
            </a:pPr>
            <a:r>
              <a:rPr kumimoji="1" lang="en-US" altLang="zh-CN" sz="1200" b="1">
                <a:solidFill>
                  <a:srgbClr val="333399"/>
                </a:solidFill>
                <a:latin typeface="Times New Roman" charset="0"/>
                <a:ea typeface="黑体" charset="-122"/>
              </a:rPr>
              <a:t>MF</a:t>
            </a:r>
          </a:p>
        </p:txBody>
      </p:sp>
      <p:sp>
        <p:nvSpPr>
          <p:cNvPr id="41049" name="Text Box 89">
            <a:extLst>
              <a:ext uri="{FF2B5EF4-FFF2-40B4-BE49-F238E27FC236}">
                <a16:creationId xmlns:a16="http://schemas.microsoft.com/office/drawing/2014/main" id="{E70FD6A1-2A32-3B4F-AD01-28CCA8B9DBFB}"/>
              </a:ext>
            </a:extLst>
          </p:cNvPr>
          <p:cNvSpPr txBox="1">
            <a:spLocks noChangeArrowheads="1"/>
          </p:cNvSpPr>
          <p:nvPr/>
        </p:nvSpPr>
        <p:spPr bwMode="auto">
          <a:xfrm>
            <a:off x="3099197" y="4533901"/>
            <a:ext cx="399468" cy="276999"/>
          </a:xfrm>
          <a:prstGeom prst="rect">
            <a:avLst/>
          </a:prstGeom>
          <a:noFill/>
          <a:ln>
            <a:noFill/>
          </a:ln>
          <a:effectLst/>
        </p:spPr>
        <p:txBody>
          <a:bodyPr wrap="none">
            <a:spAutoFit/>
          </a:bodyPr>
          <a:lstStyle/>
          <a:p>
            <a:pPr eaLnBrk="1" hangingPunct="1">
              <a:defRPr/>
            </a:pPr>
            <a:r>
              <a:rPr kumimoji="1" lang="en-US" altLang="zh-CN" sz="1200" b="1">
                <a:solidFill>
                  <a:srgbClr val="333399"/>
                </a:solidFill>
                <a:latin typeface="Times New Roman" charset="0"/>
                <a:ea typeface="黑体" charset="-122"/>
              </a:rPr>
              <a:t>HF</a:t>
            </a:r>
          </a:p>
        </p:txBody>
      </p:sp>
      <p:sp>
        <p:nvSpPr>
          <p:cNvPr id="41050" name="Text Box 90">
            <a:extLst>
              <a:ext uri="{FF2B5EF4-FFF2-40B4-BE49-F238E27FC236}">
                <a16:creationId xmlns:a16="http://schemas.microsoft.com/office/drawing/2014/main" id="{B2B8D843-9C42-E340-A1BD-1B1B3B528B9B}"/>
              </a:ext>
            </a:extLst>
          </p:cNvPr>
          <p:cNvSpPr txBox="1">
            <a:spLocks noChangeArrowheads="1"/>
          </p:cNvSpPr>
          <p:nvPr/>
        </p:nvSpPr>
        <p:spPr bwMode="auto">
          <a:xfrm>
            <a:off x="3488531" y="4533901"/>
            <a:ext cx="510076" cy="276999"/>
          </a:xfrm>
          <a:prstGeom prst="rect">
            <a:avLst/>
          </a:prstGeom>
          <a:noFill/>
          <a:ln>
            <a:noFill/>
          </a:ln>
          <a:effectLst/>
        </p:spPr>
        <p:txBody>
          <a:bodyPr wrap="none">
            <a:spAutoFit/>
          </a:bodyPr>
          <a:lstStyle/>
          <a:p>
            <a:pPr eaLnBrk="1" hangingPunct="1">
              <a:defRPr/>
            </a:pPr>
            <a:r>
              <a:rPr kumimoji="1" lang="en-US" altLang="zh-CN" sz="1200" b="1">
                <a:solidFill>
                  <a:srgbClr val="333399"/>
                </a:solidFill>
                <a:latin typeface="Times New Roman" charset="0"/>
                <a:ea typeface="黑体" charset="-122"/>
              </a:rPr>
              <a:t>VHF</a:t>
            </a:r>
          </a:p>
        </p:txBody>
      </p:sp>
      <p:sp>
        <p:nvSpPr>
          <p:cNvPr id="41051" name="Text Box 91">
            <a:extLst>
              <a:ext uri="{FF2B5EF4-FFF2-40B4-BE49-F238E27FC236}">
                <a16:creationId xmlns:a16="http://schemas.microsoft.com/office/drawing/2014/main" id="{0D314EC3-150A-B64A-882C-DD893A639BFF}"/>
              </a:ext>
            </a:extLst>
          </p:cNvPr>
          <p:cNvSpPr txBox="1">
            <a:spLocks noChangeArrowheads="1"/>
          </p:cNvSpPr>
          <p:nvPr/>
        </p:nvSpPr>
        <p:spPr bwMode="auto">
          <a:xfrm>
            <a:off x="3917156" y="4533901"/>
            <a:ext cx="510076" cy="276999"/>
          </a:xfrm>
          <a:prstGeom prst="rect">
            <a:avLst/>
          </a:prstGeom>
          <a:noFill/>
          <a:ln>
            <a:noFill/>
          </a:ln>
          <a:effectLst/>
        </p:spPr>
        <p:txBody>
          <a:bodyPr wrap="none">
            <a:spAutoFit/>
          </a:bodyPr>
          <a:lstStyle/>
          <a:p>
            <a:pPr eaLnBrk="1" hangingPunct="1">
              <a:defRPr/>
            </a:pPr>
            <a:r>
              <a:rPr kumimoji="1" lang="en-US" altLang="zh-CN" sz="1200" b="1">
                <a:solidFill>
                  <a:srgbClr val="333399"/>
                </a:solidFill>
                <a:latin typeface="Times New Roman" charset="0"/>
                <a:ea typeface="黑体" charset="-122"/>
              </a:rPr>
              <a:t>UHF</a:t>
            </a:r>
          </a:p>
        </p:txBody>
      </p:sp>
      <p:sp>
        <p:nvSpPr>
          <p:cNvPr id="41052" name="Text Box 92">
            <a:extLst>
              <a:ext uri="{FF2B5EF4-FFF2-40B4-BE49-F238E27FC236}">
                <a16:creationId xmlns:a16="http://schemas.microsoft.com/office/drawing/2014/main" id="{589787BB-649F-F040-B27C-C1F13DE34761}"/>
              </a:ext>
            </a:extLst>
          </p:cNvPr>
          <p:cNvSpPr txBox="1">
            <a:spLocks noChangeArrowheads="1"/>
          </p:cNvSpPr>
          <p:nvPr/>
        </p:nvSpPr>
        <p:spPr bwMode="auto">
          <a:xfrm>
            <a:off x="4342210" y="4533901"/>
            <a:ext cx="484428" cy="276999"/>
          </a:xfrm>
          <a:prstGeom prst="rect">
            <a:avLst/>
          </a:prstGeom>
          <a:noFill/>
          <a:ln>
            <a:noFill/>
          </a:ln>
          <a:effectLst/>
        </p:spPr>
        <p:txBody>
          <a:bodyPr wrap="none">
            <a:spAutoFit/>
          </a:bodyPr>
          <a:lstStyle/>
          <a:p>
            <a:pPr eaLnBrk="1" hangingPunct="1">
              <a:defRPr/>
            </a:pPr>
            <a:r>
              <a:rPr kumimoji="1" lang="en-US" altLang="zh-CN" sz="1200" b="1">
                <a:solidFill>
                  <a:srgbClr val="333399"/>
                </a:solidFill>
                <a:latin typeface="Times New Roman" charset="0"/>
                <a:ea typeface="黑体" charset="-122"/>
              </a:rPr>
              <a:t>SHF</a:t>
            </a:r>
          </a:p>
        </p:txBody>
      </p:sp>
      <p:sp>
        <p:nvSpPr>
          <p:cNvPr id="41053" name="Text Box 93">
            <a:extLst>
              <a:ext uri="{FF2B5EF4-FFF2-40B4-BE49-F238E27FC236}">
                <a16:creationId xmlns:a16="http://schemas.microsoft.com/office/drawing/2014/main" id="{4F63F9EC-B983-0A44-825A-56932E492B09}"/>
              </a:ext>
            </a:extLst>
          </p:cNvPr>
          <p:cNvSpPr txBox="1">
            <a:spLocks noChangeArrowheads="1"/>
          </p:cNvSpPr>
          <p:nvPr/>
        </p:nvSpPr>
        <p:spPr bwMode="auto">
          <a:xfrm>
            <a:off x="4792266" y="4533901"/>
            <a:ext cx="502061" cy="276999"/>
          </a:xfrm>
          <a:prstGeom prst="rect">
            <a:avLst/>
          </a:prstGeom>
          <a:noFill/>
          <a:ln>
            <a:noFill/>
          </a:ln>
          <a:effectLst/>
        </p:spPr>
        <p:txBody>
          <a:bodyPr wrap="none">
            <a:spAutoFit/>
          </a:bodyPr>
          <a:lstStyle/>
          <a:p>
            <a:pPr eaLnBrk="1" hangingPunct="1">
              <a:defRPr/>
            </a:pPr>
            <a:r>
              <a:rPr kumimoji="1" lang="en-US" altLang="zh-CN" sz="1200" b="1">
                <a:solidFill>
                  <a:srgbClr val="333399"/>
                </a:solidFill>
                <a:latin typeface="Times New Roman" charset="0"/>
                <a:ea typeface="黑体" charset="-122"/>
              </a:rPr>
              <a:t>EHF</a:t>
            </a:r>
          </a:p>
        </p:txBody>
      </p:sp>
      <p:sp>
        <p:nvSpPr>
          <p:cNvPr id="41054" name="Text Box 94">
            <a:extLst>
              <a:ext uri="{FF2B5EF4-FFF2-40B4-BE49-F238E27FC236}">
                <a16:creationId xmlns:a16="http://schemas.microsoft.com/office/drawing/2014/main" id="{CBC8A289-B007-D246-969F-DDBF8B743BD7}"/>
              </a:ext>
            </a:extLst>
          </p:cNvPr>
          <p:cNvSpPr txBox="1">
            <a:spLocks noChangeArrowheads="1"/>
          </p:cNvSpPr>
          <p:nvPr/>
        </p:nvSpPr>
        <p:spPr bwMode="auto">
          <a:xfrm>
            <a:off x="5228035" y="4533901"/>
            <a:ext cx="502061" cy="276999"/>
          </a:xfrm>
          <a:prstGeom prst="rect">
            <a:avLst/>
          </a:prstGeom>
          <a:noFill/>
          <a:ln>
            <a:noFill/>
          </a:ln>
          <a:effectLst/>
        </p:spPr>
        <p:txBody>
          <a:bodyPr wrap="none">
            <a:spAutoFit/>
          </a:bodyPr>
          <a:lstStyle/>
          <a:p>
            <a:pPr eaLnBrk="1" hangingPunct="1">
              <a:defRPr/>
            </a:pPr>
            <a:r>
              <a:rPr kumimoji="1" lang="en-US" altLang="zh-CN" sz="1200" b="1">
                <a:solidFill>
                  <a:srgbClr val="333399"/>
                </a:solidFill>
                <a:latin typeface="Times New Roman" charset="0"/>
                <a:ea typeface="黑体" charset="-122"/>
              </a:rPr>
              <a:t>THF</a:t>
            </a:r>
          </a:p>
        </p:txBody>
      </p:sp>
      <p:sp>
        <p:nvSpPr>
          <p:cNvPr id="96343" name="Text Box 95">
            <a:extLst>
              <a:ext uri="{FF2B5EF4-FFF2-40B4-BE49-F238E27FC236}">
                <a16:creationId xmlns:a16="http://schemas.microsoft.com/office/drawing/2014/main" id="{DDEA1C09-4DAE-874C-909F-AB8D5390785E}"/>
              </a:ext>
            </a:extLst>
          </p:cNvPr>
          <p:cNvSpPr txBox="1">
            <a:spLocks noChangeArrowheads="1"/>
          </p:cNvSpPr>
          <p:nvPr/>
        </p:nvSpPr>
        <p:spPr bwMode="auto">
          <a:xfrm>
            <a:off x="1485901" y="4475560"/>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200">
                <a:ea typeface="宋体" panose="02010600030101010101" pitchFamily="2" charset="-122"/>
              </a:rPr>
              <a:t>波段</a:t>
            </a:r>
          </a:p>
        </p:txBody>
      </p:sp>
      <p:sp>
        <p:nvSpPr>
          <p:cNvPr id="96344" name="Text Box 96">
            <a:extLst>
              <a:ext uri="{FF2B5EF4-FFF2-40B4-BE49-F238E27FC236}">
                <a16:creationId xmlns:a16="http://schemas.microsoft.com/office/drawing/2014/main" id="{AF811A30-692B-2243-BE57-448A82E41916}"/>
              </a:ext>
            </a:extLst>
          </p:cNvPr>
          <p:cNvSpPr txBox="1">
            <a:spLocks noChangeArrowheads="1"/>
          </p:cNvSpPr>
          <p:nvPr/>
        </p:nvSpPr>
        <p:spPr bwMode="auto">
          <a:xfrm>
            <a:off x="1862138" y="2968229"/>
            <a:ext cx="566770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200" b="1">
                <a:ea typeface="宋体" panose="02010600030101010101" pitchFamily="2" charset="-122"/>
              </a:rPr>
              <a:t>10</a:t>
            </a:r>
            <a:r>
              <a:rPr kumimoji="1" lang="en-US" altLang="zh-CN" sz="1200" b="1" baseline="30000">
                <a:ea typeface="宋体" panose="02010600030101010101" pitchFamily="2" charset="-122"/>
              </a:rPr>
              <a:t>4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5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6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7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8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9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10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11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12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13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14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15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16</a:t>
            </a:r>
            <a:endParaRPr kumimoji="1" lang="en-US" altLang="zh-CN" sz="1200" b="1">
              <a:ea typeface="宋体" panose="02010600030101010101" pitchFamily="2" charset="-122"/>
            </a:endParaRPr>
          </a:p>
        </p:txBody>
      </p:sp>
      <p:sp>
        <p:nvSpPr>
          <p:cNvPr id="96345" name="Text Box 97">
            <a:extLst>
              <a:ext uri="{FF2B5EF4-FFF2-40B4-BE49-F238E27FC236}">
                <a16:creationId xmlns:a16="http://schemas.microsoft.com/office/drawing/2014/main" id="{64A108BA-9FAE-2046-B2D2-9D7D3536FA5E}"/>
              </a:ext>
            </a:extLst>
          </p:cNvPr>
          <p:cNvSpPr txBox="1">
            <a:spLocks noChangeArrowheads="1"/>
          </p:cNvSpPr>
          <p:nvPr/>
        </p:nvSpPr>
        <p:spPr bwMode="auto">
          <a:xfrm>
            <a:off x="1885950" y="2051448"/>
            <a:ext cx="572464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200" b="1">
                <a:ea typeface="宋体" panose="02010600030101010101" pitchFamily="2" charset="-122"/>
              </a:rPr>
              <a:t>10</a:t>
            </a:r>
            <a:r>
              <a:rPr kumimoji="1" lang="en-US" altLang="zh-CN" sz="1200" b="1" baseline="30000">
                <a:ea typeface="宋体" panose="02010600030101010101" pitchFamily="2" charset="-122"/>
              </a:rPr>
              <a:t>0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2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4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6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8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10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12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14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16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18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20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22       </a:t>
            </a:r>
            <a:r>
              <a:rPr kumimoji="1" lang="en-US" altLang="zh-CN" sz="1200" b="1">
                <a:ea typeface="宋体" panose="02010600030101010101" pitchFamily="2" charset="-122"/>
              </a:rPr>
              <a:t>10</a:t>
            </a:r>
            <a:r>
              <a:rPr kumimoji="1" lang="en-US" altLang="zh-CN" sz="1200" b="1" baseline="30000">
                <a:ea typeface="宋体" panose="02010600030101010101" pitchFamily="2" charset="-122"/>
              </a:rPr>
              <a:t>24</a:t>
            </a:r>
            <a:endParaRPr kumimoji="1" lang="en-US" altLang="zh-CN" sz="1200" b="1">
              <a:ea typeface="宋体" panose="02010600030101010101" pitchFamily="2" charset="-122"/>
            </a:endParaRPr>
          </a:p>
        </p:txBody>
      </p:sp>
      <p:sp>
        <p:nvSpPr>
          <p:cNvPr id="41058" name="Line 98">
            <a:extLst>
              <a:ext uri="{FF2B5EF4-FFF2-40B4-BE49-F238E27FC236}">
                <a16:creationId xmlns:a16="http://schemas.microsoft.com/office/drawing/2014/main" id="{48A13EA2-D668-2245-B96E-98FDD782E565}"/>
              </a:ext>
            </a:extLst>
          </p:cNvPr>
          <p:cNvSpPr>
            <a:spLocks noChangeShapeType="1"/>
          </p:cNvSpPr>
          <p:nvPr/>
        </p:nvSpPr>
        <p:spPr bwMode="auto">
          <a:xfrm flipV="1">
            <a:off x="4076700" y="4187429"/>
            <a:ext cx="267891" cy="2381"/>
          </a:xfrm>
          <a:prstGeom prst="line">
            <a:avLst/>
          </a:prstGeom>
          <a:noFill/>
          <a:ln w="9525">
            <a:solidFill>
              <a:schemeClr val="tx1"/>
            </a:solidFill>
            <a:round/>
            <a:headEnd type="triangle" w="med" len="lg"/>
            <a:tailEnd type="triangle" w="med"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41059" name="Rectangle 99">
            <a:extLst>
              <a:ext uri="{FF2B5EF4-FFF2-40B4-BE49-F238E27FC236}">
                <a16:creationId xmlns:a16="http://schemas.microsoft.com/office/drawing/2014/main" id="{3876479B-19F9-7540-A179-6E83C23BBDEE}"/>
              </a:ext>
            </a:extLst>
          </p:cNvPr>
          <p:cNvSpPr>
            <a:spLocks noChangeArrowheads="1"/>
          </p:cNvSpPr>
          <p:nvPr/>
        </p:nvSpPr>
        <p:spPr bwMode="auto">
          <a:xfrm>
            <a:off x="4171950" y="3789760"/>
            <a:ext cx="63104" cy="332184"/>
          </a:xfrm>
          <a:prstGeom prst="rect">
            <a:avLst/>
          </a:prstGeom>
          <a:solidFill>
            <a:schemeClr val="bg1"/>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96348" name="Text Box 100">
            <a:extLst>
              <a:ext uri="{FF2B5EF4-FFF2-40B4-BE49-F238E27FC236}">
                <a16:creationId xmlns:a16="http://schemas.microsoft.com/office/drawing/2014/main" id="{8C5063DE-5945-3040-9AD5-D7E1108C51FA}"/>
              </a:ext>
            </a:extLst>
          </p:cNvPr>
          <p:cNvSpPr txBox="1">
            <a:spLocks noChangeArrowheads="1"/>
          </p:cNvSpPr>
          <p:nvPr/>
        </p:nvSpPr>
        <p:spPr bwMode="auto">
          <a:xfrm>
            <a:off x="3939779" y="3786188"/>
            <a:ext cx="684803"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en-US" altLang="zh-CN" sz="1200">
                <a:ea typeface="宋体" panose="02010600030101010101" pitchFamily="2" charset="-122"/>
              </a:rPr>
              <a:t>  </a:t>
            </a:r>
            <a:r>
              <a:rPr kumimoji="1" lang="zh-CN" altLang="en-US" sz="1200">
                <a:ea typeface="宋体" panose="02010600030101010101" pitchFamily="2" charset="-122"/>
              </a:rPr>
              <a:t>移动</a:t>
            </a:r>
          </a:p>
          <a:p>
            <a:pPr eaLnBrk="1" hangingPunct="1">
              <a:lnSpc>
                <a:spcPct val="90000"/>
              </a:lnSpc>
              <a:spcBef>
                <a:spcPct val="0"/>
              </a:spcBef>
              <a:buClrTx/>
              <a:buSzTx/>
              <a:buFontTx/>
              <a:buNone/>
            </a:pPr>
            <a:r>
              <a:rPr kumimoji="1" lang="zh-CN" altLang="en-US" sz="1200">
                <a:ea typeface="宋体" panose="02010600030101010101" pitchFamily="2" charset="-122"/>
              </a:rPr>
              <a:t>无线电 </a:t>
            </a:r>
          </a:p>
        </p:txBody>
      </p:sp>
      <p:sp>
        <p:nvSpPr>
          <p:cNvPr id="96349" name="Rectangle 101">
            <a:extLst>
              <a:ext uri="{FF2B5EF4-FFF2-40B4-BE49-F238E27FC236}">
                <a16:creationId xmlns:a16="http://schemas.microsoft.com/office/drawing/2014/main" id="{1CFDE240-653D-AD49-A6C0-34F2FE4561E5}"/>
              </a:ext>
            </a:extLst>
          </p:cNvPr>
          <p:cNvSpPr>
            <a:spLocks noChangeArrowheads="1"/>
          </p:cNvSpPr>
          <p:nvPr/>
        </p:nvSpPr>
        <p:spPr bwMode="auto">
          <a:xfrm>
            <a:off x="1708547" y="988934"/>
            <a:ext cx="5844779" cy="594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lang="zh-CN" altLang="en-US" sz="2400" dirty="0">
                <a:latin typeface="Arial" panose="020B0604020202020204" pitchFamily="34" charset="0"/>
                <a:ea typeface="宋体" panose="02010600030101010101" pitchFamily="2" charset="-122"/>
              </a:rPr>
              <a:t>电信领域使用的电磁波的频谱</a:t>
            </a:r>
          </a:p>
        </p:txBody>
      </p:sp>
      <p:sp>
        <p:nvSpPr>
          <p:cNvPr id="96350" name="幻灯片编号占位符 1">
            <a:extLst>
              <a:ext uri="{FF2B5EF4-FFF2-40B4-BE49-F238E27FC236}">
                <a16:creationId xmlns:a16="http://schemas.microsoft.com/office/drawing/2014/main" id="{BD210BC9-20EC-034C-8F93-3C7FC9A0EF89}"/>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0B7E464-B1F4-5241-9BDD-A5C38D7553A7}"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40</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927231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a:extLst>
              <a:ext uri="{FF2B5EF4-FFF2-40B4-BE49-F238E27FC236}">
                <a16:creationId xmlns:a16="http://schemas.microsoft.com/office/drawing/2014/main" id="{27FFE0BD-EC5E-994C-BEB4-BB998F470419}"/>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2.3.1 </a:t>
            </a:r>
            <a:r>
              <a:rPr lang="zh-CN" altLang="en-US" dirty="0">
                <a:latin typeface="Times New Roman" panose="02020603050405020304" pitchFamily="18" charset="0"/>
                <a:ea typeface="宋体" panose="02010600030101010101" pitchFamily="2" charset="-122"/>
              </a:rPr>
              <a:t>导引型传输媒体</a:t>
            </a:r>
          </a:p>
        </p:txBody>
      </p:sp>
      <p:sp>
        <p:nvSpPr>
          <p:cNvPr id="121859" name="Rectangle 3">
            <a:extLst>
              <a:ext uri="{FF2B5EF4-FFF2-40B4-BE49-F238E27FC236}">
                <a16:creationId xmlns:a16="http://schemas.microsoft.com/office/drawing/2014/main" id="{0C364031-6C4D-9644-8085-9B574A388985}"/>
              </a:ext>
            </a:extLst>
          </p:cNvPr>
          <p:cNvSpPr>
            <a:spLocks noGrp="1" noChangeArrowheads="1"/>
          </p:cNvSpPr>
          <p:nvPr>
            <p:ph type="body" idx="1"/>
          </p:nvPr>
        </p:nvSpPr>
        <p:spPr>
          <a:xfrm>
            <a:off x="240030" y="1062991"/>
            <a:ext cx="8698485" cy="3623310"/>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双裸线</a:t>
            </a:r>
            <a:endParaRPr lang="en-US" altLang="zh-CN" dirty="0">
              <a:latin typeface="Times New Roman" panose="02020603050405020304" pitchFamily="18" charset="0"/>
              <a:ea typeface="宋体" panose="02010600030101010101" pitchFamily="2" charset="-122"/>
            </a:endParaRPr>
          </a:p>
          <a:p>
            <a:pPr eaLnBrk="1" hangingPunct="1">
              <a:lnSpc>
                <a:spcPct val="90000"/>
              </a:lnSpc>
            </a:pPr>
            <a:r>
              <a:rPr lang="zh-CN" altLang="en-US" dirty="0">
                <a:latin typeface="Times New Roman" panose="02020603050405020304" pitchFamily="18" charset="0"/>
                <a:ea typeface="宋体" panose="02010600030101010101" pitchFamily="2" charset="-122"/>
              </a:rPr>
              <a:t>双绞线</a:t>
            </a:r>
          </a:p>
          <a:p>
            <a:pPr lvl="1" eaLnBrk="1" hangingPunct="1">
              <a:lnSpc>
                <a:spcPct val="90000"/>
              </a:lnSpc>
            </a:pPr>
            <a:r>
              <a:rPr lang="zh-CN" altLang="en-US" dirty="0">
                <a:solidFill>
                  <a:srgbClr val="333399"/>
                </a:solidFill>
                <a:latin typeface="Arial" panose="020B0604020202020204" pitchFamily="34" charset="0"/>
                <a:ea typeface="宋体" panose="02010600030101010101" pitchFamily="2" charset="-122"/>
              </a:rPr>
              <a:t>屏蔽双绞线 </a:t>
            </a:r>
            <a:r>
              <a:rPr lang="en-US" altLang="zh-CN" dirty="0">
                <a:solidFill>
                  <a:srgbClr val="333399"/>
                </a:solidFill>
                <a:latin typeface="Arial" panose="020B0604020202020204" pitchFamily="34" charset="0"/>
                <a:ea typeface="宋体" panose="02010600030101010101" pitchFamily="2" charset="-122"/>
              </a:rPr>
              <a:t>STP (Shielded Twisted Pair)</a:t>
            </a:r>
          </a:p>
          <a:p>
            <a:pPr lvl="1" eaLnBrk="1" hangingPunct="1">
              <a:lnSpc>
                <a:spcPct val="90000"/>
              </a:lnSpc>
            </a:pPr>
            <a:r>
              <a:rPr lang="zh-CN" altLang="en-US" dirty="0">
                <a:solidFill>
                  <a:srgbClr val="333399"/>
                </a:solidFill>
                <a:latin typeface="Arial" panose="020B0604020202020204" pitchFamily="34" charset="0"/>
                <a:ea typeface="宋体" panose="02010600030101010101" pitchFamily="2" charset="-122"/>
              </a:rPr>
              <a:t>无屏蔽双绞线 </a:t>
            </a:r>
            <a:r>
              <a:rPr lang="en-US" altLang="zh-CN" dirty="0">
                <a:solidFill>
                  <a:srgbClr val="333399"/>
                </a:solidFill>
                <a:latin typeface="Arial" panose="020B0604020202020204" pitchFamily="34" charset="0"/>
                <a:ea typeface="宋体" panose="02010600030101010101" pitchFamily="2" charset="-122"/>
              </a:rPr>
              <a:t>UTP (Unshielded Twisted Pair)</a:t>
            </a:r>
            <a:r>
              <a:rPr lang="en-US" altLang="zh-CN" dirty="0">
                <a:latin typeface="Times New Roman" panose="02020603050405020304" pitchFamily="18" charset="0"/>
                <a:ea typeface="宋体" panose="02010600030101010101" pitchFamily="2" charset="-122"/>
              </a:rPr>
              <a:t> </a:t>
            </a:r>
            <a:endParaRPr lang="en-US" altLang="zh-CN" dirty="0">
              <a:solidFill>
                <a:srgbClr val="333399"/>
              </a:solidFill>
              <a:latin typeface="Times New Roman" panose="02020603050405020304" pitchFamily="18" charset="0"/>
              <a:ea typeface="宋体" panose="02010600030101010101" pitchFamily="2" charset="-122"/>
            </a:endParaRPr>
          </a:p>
          <a:p>
            <a:pPr eaLnBrk="1" hangingPunct="1">
              <a:lnSpc>
                <a:spcPct val="90000"/>
              </a:lnSpc>
            </a:pPr>
            <a:r>
              <a:rPr lang="zh-CN" altLang="en-US" dirty="0">
                <a:latin typeface="Times New Roman" panose="02020603050405020304" pitchFamily="18" charset="0"/>
                <a:ea typeface="宋体" panose="02010600030101010101" pitchFamily="2" charset="-122"/>
              </a:rPr>
              <a:t>同轴电缆</a:t>
            </a:r>
          </a:p>
          <a:p>
            <a:pPr lvl="1" eaLnBrk="1" hangingPunct="1">
              <a:lnSpc>
                <a:spcPct val="90000"/>
              </a:lnSpc>
            </a:pPr>
            <a:r>
              <a:rPr lang="en-US" altLang="zh-CN" dirty="0">
                <a:solidFill>
                  <a:srgbClr val="333399"/>
                </a:solidFill>
                <a:latin typeface="Arial" panose="020B0604020202020204" pitchFamily="34" charset="0"/>
                <a:ea typeface="宋体" panose="02010600030101010101" pitchFamily="2" charset="-122"/>
              </a:rPr>
              <a:t>50</a:t>
            </a:r>
            <a:r>
              <a:rPr lang="en-US" altLang="zh-CN" sz="1200" dirty="0">
                <a:solidFill>
                  <a:srgbClr val="333399"/>
                </a:solidFill>
                <a:latin typeface="Arial" panose="020B0604020202020204" pitchFamily="34" charset="0"/>
                <a:ea typeface="宋体" panose="02010600030101010101" pitchFamily="2" charset="-122"/>
              </a:rPr>
              <a:t> </a:t>
            </a:r>
            <a:r>
              <a:rPr lang="en-US" altLang="zh-CN" dirty="0">
                <a:solidFill>
                  <a:srgbClr val="333399"/>
                </a:solidFill>
                <a:latin typeface="Arial" panose="020B0604020202020204" pitchFamily="34" charset="0"/>
                <a:ea typeface="宋体" panose="02010600030101010101" pitchFamily="2" charset="-122"/>
                <a:sym typeface="Symbol" pitchFamily="2" charset="2"/>
              </a:rPr>
              <a:t></a:t>
            </a:r>
            <a:r>
              <a:rPr lang="en-US" altLang="zh-CN" sz="1050" dirty="0">
                <a:solidFill>
                  <a:srgbClr val="333399"/>
                </a:solidFill>
                <a:latin typeface="黑体" panose="02010609060101010101" pitchFamily="49" charset="-122"/>
                <a:ea typeface="宋体" panose="02010600030101010101" pitchFamily="2" charset="-122"/>
              </a:rPr>
              <a:t> </a:t>
            </a:r>
            <a:r>
              <a:rPr lang="zh-CN" altLang="en-US" dirty="0">
                <a:solidFill>
                  <a:srgbClr val="333399"/>
                </a:solidFill>
                <a:latin typeface="黑体" panose="02010609060101010101" pitchFamily="49" charset="-122"/>
                <a:ea typeface="宋体" panose="02010600030101010101" pitchFamily="2" charset="-122"/>
              </a:rPr>
              <a:t>同轴电缆</a:t>
            </a:r>
          </a:p>
          <a:p>
            <a:pPr lvl="1" eaLnBrk="1" hangingPunct="1">
              <a:lnSpc>
                <a:spcPct val="90000"/>
              </a:lnSpc>
            </a:pPr>
            <a:r>
              <a:rPr lang="en-US" altLang="zh-CN" dirty="0">
                <a:solidFill>
                  <a:srgbClr val="333399"/>
                </a:solidFill>
                <a:latin typeface="Arial" panose="020B0604020202020204" pitchFamily="34" charset="0"/>
                <a:ea typeface="宋体" panose="02010600030101010101" pitchFamily="2" charset="-122"/>
              </a:rPr>
              <a:t>75</a:t>
            </a:r>
            <a:r>
              <a:rPr lang="en-US" altLang="zh-CN" sz="1200" dirty="0">
                <a:solidFill>
                  <a:srgbClr val="333399"/>
                </a:solidFill>
                <a:latin typeface="Arial" panose="020B0604020202020204" pitchFamily="34" charset="0"/>
                <a:ea typeface="宋体" panose="02010600030101010101" pitchFamily="2" charset="-122"/>
              </a:rPr>
              <a:t> </a:t>
            </a:r>
            <a:r>
              <a:rPr lang="en-US" altLang="zh-CN" dirty="0">
                <a:solidFill>
                  <a:srgbClr val="333399"/>
                </a:solidFill>
                <a:latin typeface="Arial" panose="020B0604020202020204" pitchFamily="34" charset="0"/>
                <a:ea typeface="宋体" panose="02010600030101010101" pitchFamily="2" charset="-122"/>
                <a:sym typeface="Symbol" pitchFamily="2" charset="2"/>
              </a:rPr>
              <a:t></a:t>
            </a:r>
            <a:r>
              <a:rPr lang="en-US" altLang="zh-CN" sz="1050" dirty="0">
                <a:solidFill>
                  <a:srgbClr val="333399"/>
                </a:solidFill>
                <a:latin typeface="黑体" panose="02010609060101010101" pitchFamily="49" charset="-122"/>
                <a:ea typeface="宋体" panose="02010600030101010101" pitchFamily="2" charset="-122"/>
              </a:rPr>
              <a:t> </a:t>
            </a:r>
            <a:r>
              <a:rPr lang="zh-CN" altLang="en-US" dirty="0">
                <a:solidFill>
                  <a:srgbClr val="333399"/>
                </a:solidFill>
                <a:latin typeface="黑体" panose="02010609060101010101" pitchFamily="49" charset="-122"/>
                <a:ea typeface="宋体" panose="02010600030101010101" pitchFamily="2" charset="-122"/>
              </a:rPr>
              <a:t>同轴电缆</a:t>
            </a:r>
          </a:p>
          <a:p>
            <a:pPr eaLnBrk="1" hangingPunct="1">
              <a:lnSpc>
                <a:spcPct val="90000"/>
              </a:lnSpc>
            </a:pPr>
            <a:r>
              <a:rPr lang="zh-CN" altLang="en-US" dirty="0">
                <a:latin typeface="Times New Roman" panose="02020603050405020304" pitchFamily="18" charset="0"/>
                <a:ea typeface="宋体" panose="02010600030101010101" pitchFamily="2" charset="-122"/>
              </a:rPr>
              <a:t>光缆 </a:t>
            </a:r>
          </a:p>
        </p:txBody>
      </p:sp>
      <p:sp>
        <p:nvSpPr>
          <p:cNvPr id="98307" name="幻灯片编号占位符 1">
            <a:extLst>
              <a:ext uri="{FF2B5EF4-FFF2-40B4-BE49-F238E27FC236}">
                <a16:creationId xmlns:a16="http://schemas.microsoft.com/office/drawing/2014/main" id="{E8EBF1A6-3605-564F-AA25-12A0A323C3DC}"/>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0CB7F46-F480-F646-88BB-E78653232F92}"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41</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1093883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1859">
                                            <p:txEl>
                                              <p:pRg st="4" end="4"/>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1859">
                                            <p:txEl>
                                              <p:pRg st="5" end="5"/>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1859">
                                            <p:txEl>
                                              <p:pRg st="6" end="6"/>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185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9"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B0E438A-C6E6-4540-8C6A-94A12C70038E}"/>
              </a:ext>
            </a:extLst>
          </p:cNvPr>
          <p:cNvSpPr>
            <a:spLocks noGrp="1"/>
          </p:cNvSpPr>
          <p:nvPr>
            <p:ph idx="1"/>
          </p:nvPr>
        </p:nvSpPr>
        <p:spPr/>
        <p:txBody>
          <a:bodyPr/>
          <a:lstStyle/>
          <a:p>
            <a:pPr eaLnBrk="1" hangingPunct="1">
              <a:spcBef>
                <a:spcPct val="0"/>
              </a:spcBef>
              <a:buClrTx/>
              <a:buSzTx/>
            </a:pPr>
            <a:r>
              <a:rPr kumimoji="1" lang="en-US" altLang="zh-CN" dirty="0">
                <a:solidFill>
                  <a:srgbClr val="000000"/>
                </a:solidFill>
                <a:latin typeface="微软雅黑" panose="020B0503020204020204" pitchFamily="34" charset="-122"/>
                <a:ea typeface="宋体" panose="02010600030101010101" pitchFamily="2" charset="-122"/>
              </a:rPr>
              <a:t> </a:t>
            </a:r>
            <a:r>
              <a:rPr kumimoji="1" lang="zh-CN" altLang="en-US" dirty="0">
                <a:solidFill>
                  <a:srgbClr val="000000"/>
                </a:solidFill>
                <a:latin typeface="微软雅黑" panose="020B0503020204020204" pitchFamily="34" charset="-122"/>
                <a:ea typeface="宋体" panose="02010600030101010101" pitchFamily="2" charset="-122"/>
              </a:rPr>
              <a:t>一种最简单的传输介质，也称平行线。</a:t>
            </a:r>
          </a:p>
          <a:p>
            <a:pPr eaLnBrk="1" hangingPunct="1">
              <a:spcBef>
                <a:spcPct val="0"/>
              </a:spcBef>
              <a:buClr>
                <a:schemeClr val="tx1"/>
              </a:buClr>
              <a:buSzTx/>
            </a:pPr>
            <a:r>
              <a:rPr kumimoji="1" lang="zh-CN" altLang="en-US" dirty="0">
                <a:solidFill>
                  <a:srgbClr val="000000"/>
                </a:solidFill>
                <a:latin typeface="微软雅黑" panose="020B0503020204020204" pitchFamily="34" charset="-122"/>
                <a:ea typeface="宋体" panose="02010600030101010101" pitchFamily="2" charset="-122"/>
              </a:rPr>
              <a:t> 两根裸露在空气中的铜导线彼此隔离地并排放在一起构成图。</a:t>
            </a:r>
          </a:p>
          <a:p>
            <a:pPr eaLnBrk="1" hangingPunct="1">
              <a:spcBef>
                <a:spcPct val="0"/>
              </a:spcBef>
              <a:buClrTx/>
              <a:buSzTx/>
            </a:pPr>
            <a:r>
              <a:rPr kumimoji="1" lang="zh-CN" altLang="en-US" dirty="0">
                <a:solidFill>
                  <a:srgbClr val="000000"/>
                </a:solidFill>
                <a:latin typeface="微软雅黑" panose="020B0503020204020204" pitchFamily="34" charset="-122"/>
                <a:ea typeface="宋体" panose="02010600030101010101" pitchFamily="2" charset="-122"/>
              </a:rPr>
              <a:t>串扰严重，速率低，距离短</a:t>
            </a:r>
          </a:p>
          <a:p>
            <a:endParaRPr kumimoji="1" lang="zh-CN" altLang="en-US" dirty="0"/>
          </a:p>
        </p:txBody>
      </p:sp>
      <p:sp>
        <p:nvSpPr>
          <p:cNvPr id="100353" name="灯片编号占位符 1">
            <a:extLst>
              <a:ext uri="{FF2B5EF4-FFF2-40B4-BE49-F238E27FC236}">
                <a16:creationId xmlns:a16="http://schemas.microsoft.com/office/drawing/2014/main" id="{951B5EEE-4C8D-4A4D-8D17-8163CAEB110C}"/>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03A8D11-1B41-A844-988E-D9E608D7EE36}"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42</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02933A02-6481-5F40-ACBF-08D649C09E8B}"/>
              </a:ext>
            </a:extLst>
          </p:cNvPr>
          <p:cNvSpPr>
            <a:spLocks noGrp="1"/>
          </p:cNvSpPr>
          <p:nvPr>
            <p:ph type="title"/>
          </p:nvPr>
        </p:nvSpPr>
        <p:spPr/>
        <p:txBody>
          <a:bodyPr/>
          <a:lstStyle/>
          <a:p>
            <a:r>
              <a:rPr kumimoji="1" lang="zh-CN" altLang="en-US" dirty="0">
                <a:latin typeface="微软雅黑" panose="020B0503020204020204" pitchFamily="34" charset="-122"/>
                <a:ea typeface="宋体" panose="02010600030101010101" pitchFamily="2" charset="-122"/>
              </a:rPr>
              <a:t>双裸线</a:t>
            </a:r>
            <a:endParaRPr kumimoji="1" lang="zh-CN" altLang="en-US" dirty="0"/>
          </a:p>
        </p:txBody>
      </p:sp>
      <p:graphicFrame>
        <p:nvGraphicFramePr>
          <p:cNvPr id="100354" name="Object 2">
            <a:extLst>
              <a:ext uri="{FF2B5EF4-FFF2-40B4-BE49-F238E27FC236}">
                <a16:creationId xmlns:a16="http://schemas.microsoft.com/office/drawing/2014/main" id="{34504CE8-EBF9-7B49-B189-859414F00F9E}"/>
              </a:ext>
            </a:extLst>
          </p:cNvPr>
          <p:cNvGraphicFramePr>
            <a:graphicFrameLocks noChangeAspect="1"/>
          </p:cNvGraphicFramePr>
          <p:nvPr/>
        </p:nvGraphicFramePr>
        <p:xfrm>
          <a:off x="2736056" y="3003948"/>
          <a:ext cx="3448050" cy="1550194"/>
        </p:xfrm>
        <a:graphic>
          <a:graphicData uri="http://schemas.openxmlformats.org/presentationml/2006/ole">
            <mc:AlternateContent xmlns:mc="http://schemas.openxmlformats.org/markup-compatibility/2006">
              <mc:Choice xmlns:v="urn:schemas-microsoft-com:vml" Requires="v">
                <p:oleObj spid="_x0000_s83980" name="Picture2" r:id="rId4" imgW="8915400" imgH="3886200" progId="Word.Picture.8">
                  <p:embed/>
                </p:oleObj>
              </mc:Choice>
              <mc:Fallback>
                <p:oleObj name="Picture2" r:id="rId4" imgW="8915400" imgH="3886200" progId="Word.Picture.8">
                  <p:embed/>
                  <p:pic>
                    <p:nvPicPr>
                      <p:cNvPr id="100354" name="Object 2">
                        <a:extLst>
                          <a:ext uri="{FF2B5EF4-FFF2-40B4-BE49-F238E27FC236}">
                            <a16:creationId xmlns:a16="http://schemas.microsoft.com/office/drawing/2014/main" id="{34504CE8-EBF9-7B49-B189-859414F00F9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36056" y="3003948"/>
                        <a:ext cx="3448050" cy="1550194"/>
                      </a:xfrm>
                      <a:prstGeom prst="rect">
                        <a:avLst/>
                      </a:prstGeom>
                      <a:noFill/>
                      <a:ln>
                        <a:noFill/>
                      </a:ln>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91589825"/>
      </p:ext>
    </p:extLst>
  </p:cSld>
  <p:clrMapOvr>
    <a:masterClrMapping/>
  </p:clrMapOvr>
  <p:transition advClick="0"/>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a:extLst>
              <a:ext uri="{FF2B5EF4-FFF2-40B4-BE49-F238E27FC236}">
                <a16:creationId xmlns:a16="http://schemas.microsoft.com/office/drawing/2014/main" id="{C9E6033D-4647-DC43-80BA-3C27B52B594C}"/>
              </a:ext>
            </a:extLst>
          </p:cNvPr>
          <p:cNvSpPr>
            <a:spLocks noGrp="1" noChangeArrowheads="1"/>
          </p:cNvSpPr>
          <p:nvPr>
            <p:ph type="title"/>
          </p:nvPr>
        </p:nvSpPr>
        <p:spPr>
          <a:xfrm>
            <a:off x="194311" y="160735"/>
            <a:ext cx="7131606" cy="707737"/>
          </a:xfrm>
        </p:spPr>
        <p:txBody>
          <a:bodyPr/>
          <a:lstStyle/>
          <a:p>
            <a:pPr eaLnBrk="1" hangingPunct="1"/>
            <a:r>
              <a:rPr lang="zh-CN" altLang="en-US" dirty="0">
                <a:latin typeface="黑体" panose="02010609060101010101" pitchFamily="49" charset="-122"/>
                <a:ea typeface="宋体" panose="02010600030101010101" pitchFamily="2" charset="-122"/>
              </a:rPr>
              <a:t>各种电缆</a:t>
            </a:r>
          </a:p>
        </p:txBody>
      </p:sp>
      <p:pic>
        <p:nvPicPr>
          <p:cNvPr id="102402" name="Picture 20" descr="223b">
            <a:extLst>
              <a:ext uri="{FF2B5EF4-FFF2-40B4-BE49-F238E27FC236}">
                <a16:creationId xmlns:a16="http://schemas.microsoft.com/office/drawing/2014/main" id="{DF46BB4D-4BFF-0045-9CC6-EF4357E5A8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4692" b="39763"/>
          <a:stretch>
            <a:fillRect/>
          </a:stretch>
        </p:blipFill>
        <p:spPr bwMode="auto">
          <a:xfrm>
            <a:off x="841430" y="1546965"/>
            <a:ext cx="2783681" cy="664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03" name="Picture 21" descr="223">
            <a:extLst>
              <a:ext uri="{FF2B5EF4-FFF2-40B4-BE49-F238E27FC236}">
                <a16:creationId xmlns:a16="http://schemas.microsoft.com/office/drawing/2014/main" id="{493408C3-DB56-B749-8580-A22B546B31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17610" b="41142"/>
          <a:stretch>
            <a:fillRect/>
          </a:stretch>
        </p:blipFill>
        <p:spPr bwMode="auto">
          <a:xfrm>
            <a:off x="5464121" y="1503418"/>
            <a:ext cx="2599134" cy="646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04" name="Text Box 22">
            <a:extLst>
              <a:ext uri="{FF2B5EF4-FFF2-40B4-BE49-F238E27FC236}">
                <a16:creationId xmlns:a16="http://schemas.microsoft.com/office/drawing/2014/main" id="{BFCBCB2F-C6A2-8944-9EFC-220753D1D564}"/>
              </a:ext>
            </a:extLst>
          </p:cNvPr>
          <p:cNvSpPr txBox="1">
            <a:spLocks noChangeArrowheads="1"/>
          </p:cNvSpPr>
          <p:nvPr/>
        </p:nvSpPr>
        <p:spPr bwMode="auto">
          <a:xfrm>
            <a:off x="3032180" y="2152993"/>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铜线</a:t>
            </a:r>
          </a:p>
        </p:txBody>
      </p:sp>
      <p:sp>
        <p:nvSpPr>
          <p:cNvPr id="102405" name="Text Box 23">
            <a:extLst>
              <a:ext uri="{FF2B5EF4-FFF2-40B4-BE49-F238E27FC236}">
                <a16:creationId xmlns:a16="http://schemas.microsoft.com/office/drawing/2014/main" id="{806BFB71-1EB5-0F47-A441-CEE2F1E43019}"/>
              </a:ext>
            </a:extLst>
          </p:cNvPr>
          <p:cNvSpPr txBox="1">
            <a:spLocks noChangeArrowheads="1"/>
          </p:cNvSpPr>
          <p:nvPr/>
        </p:nvSpPr>
        <p:spPr bwMode="auto">
          <a:xfrm>
            <a:off x="7550097" y="2158262"/>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铜线</a:t>
            </a:r>
          </a:p>
        </p:txBody>
      </p:sp>
      <p:sp>
        <p:nvSpPr>
          <p:cNvPr id="102406" name="Text Box 24">
            <a:extLst>
              <a:ext uri="{FF2B5EF4-FFF2-40B4-BE49-F238E27FC236}">
                <a16:creationId xmlns:a16="http://schemas.microsoft.com/office/drawing/2014/main" id="{9A69F494-E7BB-A94C-A771-40D29B594161}"/>
              </a:ext>
            </a:extLst>
          </p:cNvPr>
          <p:cNvSpPr txBox="1">
            <a:spLocks noChangeArrowheads="1"/>
          </p:cNvSpPr>
          <p:nvPr/>
        </p:nvSpPr>
        <p:spPr bwMode="auto">
          <a:xfrm>
            <a:off x="955730" y="2198237"/>
            <a:ext cx="979885"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lnSpc>
                <a:spcPct val="90000"/>
              </a:lnSpc>
              <a:spcBef>
                <a:spcPct val="0"/>
              </a:spcBef>
              <a:buClrTx/>
              <a:buSzTx/>
              <a:buFontTx/>
              <a:buNone/>
            </a:pPr>
            <a:r>
              <a:rPr kumimoji="1" lang="zh-CN" altLang="en-US" sz="1500">
                <a:latin typeface="黑体" panose="02010609060101010101" pitchFamily="49" charset="-122"/>
                <a:ea typeface="宋体" panose="02010600030101010101" pitchFamily="2" charset="-122"/>
              </a:rPr>
              <a:t>聚氯乙烯 套层</a:t>
            </a:r>
          </a:p>
        </p:txBody>
      </p:sp>
      <p:sp>
        <p:nvSpPr>
          <p:cNvPr id="102407" name="Text Box 25">
            <a:extLst>
              <a:ext uri="{FF2B5EF4-FFF2-40B4-BE49-F238E27FC236}">
                <a16:creationId xmlns:a16="http://schemas.microsoft.com/office/drawing/2014/main" id="{A18C06E5-4566-EB41-BFBE-5959E579BFA6}"/>
              </a:ext>
            </a:extLst>
          </p:cNvPr>
          <p:cNvSpPr txBox="1">
            <a:spLocks noChangeArrowheads="1"/>
          </p:cNvSpPr>
          <p:nvPr/>
        </p:nvSpPr>
        <p:spPr bwMode="auto">
          <a:xfrm>
            <a:off x="5390303" y="2147546"/>
            <a:ext cx="107513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聚氯乙烯</a:t>
            </a:r>
          </a:p>
          <a:p>
            <a:pPr algn="ct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套层</a:t>
            </a:r>
          </a:p>
        </p:txBody>
      </p:sp>
      <p:sp>
        <p:nvSpPr>
          <p:cNvPr id="102408" name="Text Box 26">
            <a:extLst>
              <a:ext uri="{FF2B5EF4-FFF2-40B4-BE49-F238E27FC236}">
                <a16:creationId xmlns:a16="http://schemas.microsoft.com/office/drawing/2014/main" id="{54624504-A844-3E44-9071-1254ABAB895D}"/>
              </a:ext>
            </a:extLst>
          </p:cNvPr>
          <p:cNvSpPr txBox="1">
            <a:spLocks noChangeArrowheads="1"/>
          </p:cNvSpPr>
          <p:nvPr/>
        </p:nvSpPr>
        <p:spPr bwMode="auto">
          <a:xfrm>
            <a:off x="6388047" y="2105874"/>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屏蔽层</a:t>
            </a:r>
          </a:p>
        </p:txBody>
      </p:sp>
      <p:sp>
        <p:nvSpPr>
          <p:cNvPr id="102409" name="Text Box 27">
            <a:extLst>
              <a:ext uri="{FF2B5EF4-FFF2-40B4-BE49-F238E27FC236}">
                <a16:creationId xmlns:a16="http://schemas.microsoft.com/office/drawing/2014/main" id="{BD8FD45B-5161-1645-9843-375218688948}"/>
              </a:ext>
            </a:extLst>
          </p:cNvPr>
          <p:cNvSpPr txBox="1">
            <a:spLocks noChangeArrowheads="1"/>
          </p:cNvSpPr>
          <p:nvPr/>
        </p:nvSpPr>
        <p:spPr bwMode="auto">
          <a:xfrm>
            <a:off x="2145165" y="2150611"/>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绝缘层</a:t>
            </a:r>
          </a:p>
        </p:txBody>
      </p:sp>
      <p:sp>
        <p:nvSpPr>
          <p:cNvPr id="102410" name="Text Box 28">
            <a:extLst>
              <a:ext uri="{FF2B5EF4-FFF2-40B4-BE49-F238E27FC236}">
                <a16:creationId xmlns:a16="http://schemas.microsoft.com/office/drawing/2014/main" id="{B9601E84-4130-5A4F-97C9-04C00E9426E9}"/>
              </a:ext>
            </a:extLst>
          </p:cNvPr>
          <p:cNvSpPr txBox="1">
            <a:spLocks noChangeArrowheads="1"/>
          </p:cNvSpPr>
          <p:nvPr/>
        </p:nvSpPr>
        <p:spPr bwMode="auto">
          <a:xfrm>
            <a:off x="6920256" y="2292803"/>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绝缘层</a:t>
            </a:r>
          </a:p>
        </p:txBody>
      </p:sp>
      <p:pic>
        <p:nvPicPr>
          <p:cNvPr id="102411" name="Picture 31" descr="222">
            <a:extLst>
              <a:ext uri="{FF2B5EF4-FFF2-40B4-BE49-F238E27FC236}">
                <a16:creationId xmlns:a16="http://schemas.microsoft.com/office/drawing/2014/main" id="{8D94FF0B-D49C-5245-BE09-37CC3BE669A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37741" r="21053" b="25261"/>
          <a:stretch>
            <a:fillRect/>
          </a:stretch>
        </p:blipFill>
        <p:spPr bwMode="auto">
          <a:xfrm>
            <a:off x="2682479" y="3755232"/>
            <a:ext cx="3169444" cy="707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12" name="Text Box 33">
            <a:extLst>
              <a:ext uri="{FF2B5EF4-FFF2-40B4-BE49-F238E27FC236}">
                <a16:creationId xmlns:a16="http://schemas.microsoft.com/office/drawing/2014/main" id="{7B57372E-47E2-204F-8658-A0338C074A84}"/>
              </a:ext>
            </a:extLst>
          </p:cNvPr>
          <p:cNvSpPr txBox="1">
            <a:spLocks noChangeArrowheads="1"/>
          </p:cNvSpPr>
          <p:nvPr/>
        </p:nvSpPr>
        <p:spPr bwMode="auto">
          <a:xfrm>
            <a:off x="4164807" y="3517107"/>
            <a:ext cx="1379935" cy="32316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外导体屏蔽层</a:t>
            </a:r>
          </a:p>
        </p:txBody>
      </p:sp>
      <p:sp>
        <p:nvSpPr>
          <p:cNvPr id="102413" name="Text Box 34">
            <a:extLst>
              <a:ext uri="{FF2B5EF4-FFF2-40B4-BE49-F238E27FC236}">
                <a16:creationId xmlns:a16="http://schemas.microsoft.com/office/drawing/2014/main" id="{DDC6D500-6B83-4C45-96C0-7D8C36F60A00}"/>
              </a:ext>
            </a:extLst>
          </p:cNvPr>
          <p:cNvSpPr txBox="1">
            <a:spLocks noChangeArrowheads="1"/>
          </p:cNvSpPr>
          <p:nvPr/>
        </p:nvSpPr>
        <p:spPr bwMode="auto">
          <a:xfrm>
            <a:off x="5631657" y="3490913"/>
            <a:ext cx="72271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绝缘层</a:t>
            </a:r>
          </a:p>
        </p:txBody>
      </p:sp>
      <p:sp>
        <p:nvSpPr>
          <p:cNvPr id="102414" name="Text Box 35">
            <a:extLst>
              <a:ext uri="{FF2B5EF4-FFF2-40B4-BE49-F238E27FC236}">
                <a16:creationId xmlns:a16="http://schemas.microsoft.com/office/drawing/2014/main" id="{277E9081-E5A9-2C42-8651-6B6BDED4FF5E}"/>
              </a:ext>
            </a:extLst>
          </p:cNvPr>
          <p:cNvSpPr txBox="1">
            <a:spLocks noChangeArrowheads="1"/>
          </p:cNvSpPr>
          <p:nvPr/>
        </p:nvSpPr>
        <p:spPr bwMode="auto">
          <a:xfrm>
            <a:off x="2790825" y="3515916"/>
            <a:ext cx="1433513" cy="32316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绝缘保护套层</a:t>
            </a:r>
          </a:p>
        </p:txBody>
      </p:sp>
      <p:sp>
        <p:nvSpPr>
          <p:cNvPr id="117796" name="Rectangle 36">
            <a:extLst>
              <a:ext uri="{FF2B5EF4-FFF2-40B4-BE49-F238E27FC236}">
                <a16:creationId xmlns:a16="http://schemas.microsoft.com/office/drawing/2014/main" id="{9BA65B16-B3EE-A642-85D0-D2658F2AC14A}"/>
              </a:ext>
            </a:extLst>
          </p:cNvPr>
          <p:cNvSpPr>
            <a:spLocks noChangeArrowheads="1"/>
          </p:cNvSpPr>
          <p:nvPr/>
        </p:nvSpPr>
        <p:spPr bwMode="auto">
          <a:xfrm>
            <a:off x="5574507" y="4220766"/>
            <a:ext cx="388144" cy="207169"/>
          </a:xfrm>
          <a:prstGeom prst="rect">
            <a:avLst/>
          </a:prstGeom>
          <a:solidFill>
            <a:srgbClr val="FFFFFF"/>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102416" name="Text Box 32">
            <a:extLst>
              <a:ext uri="{FF2B5EF4-FFF2-40B4-BE49-F238E27FC236}">
                <a16:creationId xmlns:a16="http://schemas.microsoft.com/office/drawing/2014/main" id="{27DDDD9E-6E75-AE4D-B231-18C3B77E3C20}"/>
              </a:ext>
            </a:extLst>
          </p:cNvPr>
          <p:cNvSpPr txBox="1">
            <a:spLocks noChangeArrowheads="1"/>
          </p:cNvSpPr>
          <p:nvPr/>
        </p:nvSpPr>
        <p:spPr bwMode="auto">
          <a:xfrm>
            <a:off x="5787629" y="3976688"/>
            <a:ext cx="83700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内导体</a:t>
            </a:r>
          </a:p>
        </p:txBody>
      </p:sp>
      <p:sp>
        <p:nvSpPr>
          <p:cNvPr id="102417" name="Text Box 37">
            <a:extLst>
              <a:ext uri="{FF2B5EF4-FFF2-40B4-BE49-F238E27FC236}">
                <a16:creationId xmlns:a16="http://schemas.microsoft.com/office/drawing/2014/main" id="{B2AC2F54-A2DA-504B-BFA9-048CD8158601}"/>
              </a:ext>
            </a:extLst>
          </p:cNvPr>
          <p:cNvSpPr txBox="1">
            <a:spLocks noChangeArrowheads="1"/>
          </p:cNvSpPr>
          <p:nvPr/>
        </p:nvSpPr>
        <p:spPr bwMode="auto">
          <a:xfrm>
            <a:off x="1080745" y="1144533"/>
            <a:ext cx="241444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100" dirty="0">
                <a:latin typeface="Arial" panose="020B0604020202020204" pitchFamily="34" charset="0"/>
                <a:ea typeface="宋体" panose="02010600030101010101" pitchFamily="2" charset="-122"/>
              </a:rPr>
              <a:t>无屏蔽双绞线 </a:t>
            </a:r>
            <a:r>
              <a:rPr lang="en-US" altLang="zh-CN" sz="2100" dirty="0">
                <a:latin typeface="Arial" panose="020B0604020202020204" pitchFamily="34" charset="0"/>
                <a:ea typeface="宋体" panose="02010600030101010101" pitchFamily="2" charset="-122"/>
              </a:rPr>
              <a:t>UTP</a:t>
            </a:r>
          </a:p>
        </p:txBody>
      </p:sp>
      <p:sp>
        <p:nvSpPr>
          <p:cNvPr id="102418" name="Text Box 38">
            <a:extLst>
              <a:ext uri="{FF2B5EF4-FFF2-40B4-BE49-F238E27FC236}">
                <a16:creationId xmlns:a16="http://schemas.microsoft.com/office/drawing/2014/main" id="{7A25185F-FD82-3041-B4F4-1913777D22F3}"/>
              </a:ext>
            </a:extLst>
          </p:cNvPr>
          <p:cNvSpPr txBox="1">
            <a:spLocks noChangeArrowheads="1"/>
          </p:cNvSpPr>
          <p:nvPr/>
        </p:nvSpPr>
        <p:spPr bwMode="auto">
          <a:xfrm>
            <a:off x="5611759" y="1106940"/>
            <a:ext cx="2130711"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100">
                <a:latin typeface="Arial" panose="020B0604020202020204" pitchFamily="34" charset="0"/>
                <a:ea typeface="宋体" panose="02010600030101010101" pitchFamily="2" charset="-122"/>
              </a:rPr>
              <a:t>屏蔽双绞线 </a:t>
            </a:r>
            <a:r>
              <a:rPr lang="en-US" altLang="zh-CN" sz="2100">
                <a:latin typeface="Arial" panose="020B0604020202020204" pitchFamily="34" charset="0"/>
                <a:ea typeface="宋体" panose="02010600030101010101" pitchFamily="2" charset="-122"/>
              </a:rPr>
              <a:t>STP</a:t>
            </a:r>
          </a:p>
        </p:txBody>
      </p:sp>
      <p:sp>
        <p:nvSpPr>
          <p:cNvPr id="102419" name="Text Box 39">
            <a:extLst>
              <a:ext uri="{FF2B5EF4-FFF2-40B4-BE49-F238E27FC236}">
                <a16:creationId xmlns:a16="http://schemas.microsoft.com/office/drawing/2014/main" id="{9568EF5A-7DE2-A54E-9887-C274508AC5F8}"/>
              </a:ext>
            </a:extLst>
          </p:cNvPr>
          <p:cNvSpPr txBox="1">
            <a:spLocks noChangeArrowheads="1"/>
          </p:cNvSpPr>
          <p:nvPr/>
        </p:nvSpPr>
        <p:spPr bwMode="auto">
          <a:xfrm>
            <a:off x="3745706" y="3084910"/>
            <a:ext cx="126188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100">
                <a:latin typeface="Arial" panose="020B0604020202020204" pitchFamily="34" charset="0"/>
                <a:ea typeface="宋体" panose="02010600030101010101" pitchFamily="2" charset="-122"/>
              </a:rPr>
              <a:t>同轴电缆</a:t>
            </a:r>
          </a:p>
        </p:txBody>
      </p:sp>
      <p:sp>
        <p:nvSpPr>
          <p:cNvPr id="117800" name="Line 40">
            <a:extLst>
              <a:ext uri="{FF2B5EF4-FFF2-40B4-BE49-F238E27FC236}">
                <a16:creationId xmlns:a16="http://schemas.microsoft.com/office/drawing/2014/main" id="{FBF8FAB0-D179-404D-A739-66CF16D25791}"/>
              </a:ext>
            </a:extLst>
          </p:cNvPr>
          <p:cNvSpPr>
            <a:spLocks noChangeShapeType="1"/>
          </p:cNvSpPr>
          <p:nvPr/>
        </p:nvSpPr>
        <p:spPr bwMode="auto">
          <a:xfrm>
            <a:off x="7151236" y="1917755"/>
            <a:ext cx="34529" cy="423863"/>
          </a:xfrm>
          <a:prstGeom prst="line">
            <a:avLst/>
          </a:prstGeom>
          <a:noFill/>
          <a:ln w="28575">
            <a:solidFill>
              <a:srgbClr val="333399"/>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17801" name="Line 41">
            <a:extLst>
              <a:ext uri="{FF2B5EF4-FFF2-40B4-BE49-F238E27FC236}">
                <a16:creationId xmlns:a16="http://schemas.microsoft.com/office/drawing/2014/main" id="{95BB685B-0A62-8543-9924-88E0B01B8FD0}"/>
              </a:ext>
            </a:extLst>
          </p:cNvPr>
          <p:cNvSpPr>
            <a:spLocks noChangeShapeType="1"/>
          </p:cNvSpPr>
          <p:nvPr/>
        </p:nvSpPr>
        <p:spPr bwMode="auto">
          <a:xfrm>
            <a:off x="7591768" y="1951093"/>
            <a:ext cx="80963" cy="238125"/>
          </a:xfrm>
          <a:prstGeom prst="line">
            <a:avLst/>
          </a:prstGeom>
          <a:noFill/>
          <a:ln w="28575">
            <a:solidFill>
              <a:srgbClr val="333399"/>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17802" name="Line 42">
            <a:extLst>
              <a:ext uri="{FF2B5EF4-FFF2-40B4-BE49-F238E27FC236}">
                <a16:creationId xmlns:a16="http://schemas.microsoft.com/office/drawing/2014/main" id="{171B40DF-1638-7F46-87C2-27E9D508FFD4}"/>
              </a:ext>
            </a:extLst>
          </p:cNvPr>
          <p:cNvSpPr>
            <a:spLocks noChangeShapeType="1"/>
          </p:cNvSpPr>
          <p:nvPr/>
        </p:nvSpPr>
        <p:spPr bwMode="auto">
          <a:xfrm flipH="1">
            <a:off x="6713087" y="1948711"/>
            <a:ext cx="11906" cy="209550"/>
          </a:xfrm>
          <a:prstGeom prst="line">
            <a:avLst/>
          </a:prstGeom>
          <a:noFill/>
          <a:ln w="28575">
            <a:solidFill>
              <a:srgbClr val="333399"/>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17803" name="Line 43">
            <a:extLst>
              <a:ext uri="{FF2B5EF4-FFF2-40B4-BE49-F238E27FC236}">
                <a16:creationId xmlns:a16="http://schemas.microsoft.com/office/drawing/2014/main" id="{BB2A26BD-A692-E14B-B71B-87E3C99241DC}"/>
              </a:ext>
            </a:extLst>
          </p:cNvPr>
          <p:cNvSpPr>
            <a:spLocks noChangeShapeType="1"/>
          </p:cNvSpPr>
          <p:nvPr/>
        </p:nvSpPr>
        <p:spPr bwMode="auto">
          <a:xfrm flipH="1">
            <a:off x="5901081" y="1982049"/>
            <a:ext cx="92869" cy="239316"/>
          </a:xfrm>
          <a:prstGeom prst="line">
            <a:avLst/>
          </a:prstGeom>
          <a:noFill/>
          <a:ln w="28575">
            <a:solidFill>
              <a:srgbClr val="333399"/>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17804" name="Line 44">
            <a:extLst>
              <a:ext uri="{FF2B5EF4-FFF2-40B4-BE49-F238E27FC236}">
                <a16:creationId xmlns:a16="http://schemas.microsoft.com/office/drawing/2014/main" id="{C8EBD7CC-46F2-0F4D-9E0D-41C36BB69793}"/>
              </a:ext>
            </a:extLst>
          </p:cNvPr>
          <p:cNvSpPr>
            <a:spLocks noChangeShapeType="1"/>
          </p:cNvSpPr>
          <p:nvPr/>
        </p:nvSpPr>
        <p:spPr bwMode="auto">
          <a:xfrm>
            <a:off x="2407102" y="1977971"/>
            <a:ext cx="34528" cy="239315"/>
          </a:xfrm>
          <a:prstGeom prst="line">
            <a:avLst/>
          </a:prstGeom>
          <a:noFill/>
          <a:ln w="28575">
            <a:solidFill>
              <a:srgbClr val="333399"/>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17805" name="Line 45">
            <a:extLst>
              <a:ext uri="{FF2B5EF4-FFF2-40B4-BE49-F238E27FC236}">
                <a16:creationId xmlns:a16="http://schemas.microsoft.com/office/drawing/2014/main" id="{92F2DA41-4FEC-0743-B200-D469AE5FDCD1}"/>
              </a:ext>
            </a:extLst>
          </p:cNvPr>
          <p:cNvSpPr>
            <a:spLocks noChangeShapeType="1"/>
          </p:cNvSpPr>
          <p:nvPr/>
        </p:nvSpPr>
        <p:spPr bwMode="auto">
          <a:xfrm>
            <a:off x="3147670" y="2008927"/>
            <a:ext cx="66675" cy="184547"/>
          </a:xfrm>
          <a:prstGeom prst="line">
            <a:avLst/>
          </a:prstGeom>
          <a:noFill/>
          <a:ln w="28575">
            <a:solidFill>
              <a:srgbClr val="333399"/>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17806" name="Line 46">
            <a:extLst>
              <a:ext uri="{FF2B5EF4-FFF2-40B4-BE49-F238E27FC236}">
                <a16:creationId xmlns:a16="http://schemas.microsoft.com/office/drawing/2014/main" id="{0E1ABF60-F1BD-A04F-B8C8-3208AB064B59}"/>
              </a:ext>
            </a:extLst>
          </p:cNvPr>
          <p:cNvSpPr>
            <a:spLocks noChangeShapeType="1"/>
          </p:cNvSpPr>
          <p:nvPr/>
        </p:nvSpPr>
        <p:spPr bwMode="auto">
          <a:xfrm flipH="1">
            <a:off x="4660106" y="3813573"/>
            <a:ext cx="20241" cy="196453"/>
          </a:xfrm>
          <a:prstGeom prst="line">
            <a:avLst/>
          </a:prstGeom>
          <a:noFill/>
          <a:ln w="28575">
            <a:solidFill>
              <a:srgbClr val="333399"/>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17807" name="Line 47">
            <a:extLst>
              <a:ext uri="{FF2B5EF4-FFF2-40B4-BE49-F238E27FC236}">
                <a16:creationId xmlns:a16="http://schemas.microsoft.com/office/drawing/2014/main" id="{6807BB1F-F520-724E-BE01-850DDAE1C8E4}"/>
              </a:ext>
            </a:extLst>
          </p:cNvPr>
          <p:cNvSpPr>
            <a:spLocks noChangeShapeType="1"/>
          </p:cNvSpPr>
          <p:nvPr/>
        </p:nvSpPr>
        <p:spPr bwMode="auto">
          <a:xfrm flipH="1">
            <a:off x="5178029" y="3759994"/>
            <a:ext cx="532209" cy="282179"/>
          </a:xfrm>
          <a:prstGeom prst="line">
            <a:avLst/>
          </a:prstGeom>
          <a:noFill/>
          <a:ln w="28575">
            <a:solidFill>
              <a:srgbClr val="333399"/>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17808" name="Line 48">
            <a:extLst>
              <a:ext uri="{FF2B5EF4-FFF2-40B4-BE49-F238E27FC236}">
                <a16:creationId xmlns:a16="http://schemas.microsoft.com/office/drawing/2014/main" id="{03C7173D-BA70-B547-8884-466CB0D93AB1}"/>
              </a:ext>
            </a:extLst>
          </p:cNvPr>
          <p:cNvSpPr>
            <a:spLocks noChangeShapeType="1"/>
          </p:cNvSpPr>
          <p:nvPr/>
        </p:nvSpPr>
        <p:spPr bwMode="auto">
          <a:xfrm>
            <a:off x="3458766" y="3782617"/>
            <a:ext cx="16669" cy="96440"/>
          </a:xfrm>
          <a:prstGeom prst="line">
            <a:avLst/>
          </a:prstGeom>
          <a:noFill/>
          <a:ln w="28575">
            <a:solidFill>
              <a:srgbClr val="333399"/>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17809" name="Line 49">
            <a:extLst>
              <a:ext uri="{FF2B5EF4-FFF2-40B4-BE49-F238E27FC236}">
                <a16:creationId xmlns:a16="http://schemas.microsoft.com/office/drawing/2014/main" id="{675A1F7E-0CA4-0E44-86A9-41B084F45905}"/>
              </a:ext>
            </a:extLst>
          </p:cNvPr>
          <p:cNvSpPr>
            <a:spLocks noChangeShapeType="1"/>
          </p:cNvSpPr>
          <p:nvPr/>
        </p:nvSpPr>
        <p:spPr bwMode="auto">
          <a:xfrm flipH="1">
            <a:off x="1415310" y="2064886"/>
            <a:ext cx="5954" cy="140494"/>
          </a:xfrm>
          <a:prstGeom prst="line">
            <a:avLst/>
          </a:prstGeom>
          <a:noFill/>
          <a:ln w="28575">
            <a:solidFill>
              <a:srgbClr val="333399"/>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02430" name="幻灯片编号占位符 1">
            <a:extLst>
              <a:ext uri="{FF2B5EF4-FFF2-40B4-BE49-F238E27FC236}">
                <a16:creationId xmlns:a16="http://schemas.microsoft.com/office/drawing/2014/main" id="{B10393DD-BF94-DF40-B870-0A7C3DADDD33}"/>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1A9543D-6F85-F843-AA70-15A84684B94E}"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43</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9821708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B3B7A24-AF5D-0042-AB03-8E3F75B0B211}"/>
              </a:ext>
            </a:extLst>
          </p:cNvPr>
          <p:cNvSpPr>
            <a:spLocks noGrp="1"/>
          </p:cNvSpPr>
          <p:nvPr>
            <p:ph idx="1"/>
          </p:nvPr>
        </p:nvSpPr>
        <p:spPr/>
        <p:txBody>
          <a:bodyPr/>
          <a:lstStyle/>
          <a:p>
            <a:pPr eaLnBrk="1" hangingPunct="1">
              <a:spcBef>
                <a:spcPct val="0"/>
              </a:spcBef>
              <a:buClrTx/>
              <a:buSzTx/>
              <a:buFontTx/>
              <a:buNone/>
            </a:pPr>
            <a:r>
              <a:rPr kumimoji="1" lang="zh-CN" altLang="en-US" dirty="0">
                <a:solidFill>
                  <a:srgbClr val="000000"/>
                </a:solidFill>
                <a:latin typeface="微软雅黑" panose="020B0503020204020204" pitchFamily="34" charset="-122"/>
                <a:ea typeface="宋体" panose="02010600030101010101" pitchFamily="2" charset="-122"/>
              </a:rPr>
              <a:t>也称双扭线</a:t>
            </a:r>
          </a:p>
          <a:p>
            <a:pPr eaLnBrk="1" hangingPunct="1">
              <a:spcBef>
                <a:spcPct val="0"/>
              </a:spcBef>
              <a:buClrTx/>
              <a:buSzTx/>
              <a:buFontTx/>
              <a:buNone/>
            </a:pPr>
            <a:r>
              <a:rPr kumimoji="1" lang="zh-CN" altLang="en-US" dirty="0">
                <a:solidFill>
                  <a:srgbClr val="000000"/>
                </a:solidFill>
                <a:latin typeface="微软雅黑" panose="020B0503020204020204" pitchFamily="34" charset="-122"/>
                <a:ea typeface="宋体" panose="02010600030101010101" pitchFamily="2" charset="-122"/>
              </a:rPr>
              <a:t>   由两根互相绝缘的铜导线用规则的方法扭绞起来构成图</a:t>
            </a:r>
          </a:p>
        </p:txBody>
      </p:sp>
      <p:sp>
        <p:nvSpPr>
          <p:cNvPr id="104449" name="灯片编号占位符 1">
            <a:extLst>
              <a:ext uri="{FF2B5EF4-FFF2-40B4-BE49-F238E27FC236}">
                <a16:creationId xmlns:a16="http://schemas.microsoft.com/office/drawing/2014/main" id="{355BCB10-6706-1F4D-9CC1-6BD6BE330393}"/>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B808394-7A41-4C4D-976C-0EBB4156D65D}"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44</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F747BA66-F6C8-9A40-92FC-4D029A5F1DF4}"/>
              </a:ext>
            </a:extLst>
          </p:cNvPr>
          <p:cNvSpPr>
            <a:spLocks noGrp="1"/>
          </p:cNvSpPr>
          <p:nvPr>
            <p:ph type="title"/>
          </p:nvPr>
        </p:nvSpPr>
        <p:spPr/>
        <p:txBody>
          <a:bodyPr/>
          <a:lstStyle/>
          <a:p>
            <a:r>
              <a:rPr kumimoji="1" lang="zh-CN" altLang="en-US" dirty="0">
                <a:latin typeface="微软雅黑" panose="020B0503020204020204" pitchFamily="34" charset="-122"/>
                <a:ea typeface="宋体" panose="02010600030101010101" pitchFamily="2" charset="-122"/>
              </a:rPr>
              <a:t>双绞线</a:t>
            </a:r>
            <a:r>
              <a:rPr kumimoji="1" lang="en-US" altLang="zh-CN" dirty="0">
                <a:latin typeface="微软雅黑" panose="020B0503020204020204" pitchFamily="34" charset="-122"/>
                <a:ea typeface="宋体" panose="02010600030101010101" pitchFamily="2" charset="-122"/>
              </a:rPr>
              <a:t>(Twisted-pair)</a:t>
            </a:r>
            <a:endParaRPr kumimoji="1" lang="zh-CN" altLang="en-US" dirty="0"/>
          </a:p>
        </p:txBody>
      </p:sp>
      <p:pic>
        <p:nvPicPr>
          <p:cNvPr id="104451" name="Picture 3">
            <a:extLst>
              <a:ext uri="{FF2B5EF4-FFF2-40B4-BE49-F238E27FC236}">
                <a16:creationId xmlns:a16="http://schemas.microsoft.com/office/drawing/2014/main" id="{1B79933A-8C92-884E-95B5-30F2125DFA4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00" y="3037285"/>
            <a:ext cx="5257800" cy="1964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04452" name="Picture 4">
            <a:extLst>
              <a:ext uri="{FF2B5EF4-FFF2-40B4-BE49-F238E27FC236}">
                <a16:creationId xmlns:a16="http://schemas.microsoft.com/office/drawing/2014/main" id="{2CA8CD1A-EAB5-4A4C-B388-C244C0F26A8E}"/>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1651" y="2286000"/>
            <a:ext cx="6003131" cy="664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766862665"/>
      </p:ext>
    </p:extLst>
  </p:cSld>
  <p:clrMapOvr>
    <a:masterClrMapping/>
  </p:clrMapOvr>
  <p:transition advClick="0"/>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1A8496F-9036-9543-877A-4E390716CACB}"/>
              </a:ext>
            </a:extLst>
          </p:cNvPr>
          <p:cNvSpPr>
            <a:spLocks noGrp="1"/>
          </p:cNvSpPr>
          <p:nvPr>
            <p:ph idx="1"/>
          </p:nvPr>
        </p:nvSpPr>
        <p:spPr/>
        <p:txBody>
          <a:bodyPr/>
          <a:lstStyle/>
          <a:p>
            <a:endParaRPr kumimoji="1" lang="zh-CN" altLang="en-US"/>
          </a:p>
        </p:txBody>
      </p:sp>
      <p:sp>
        <p:nvSpPr>
          <p:cNvPr id="106497" name="灯片编号占位符 1">
            <a:extLst>
              <a:ext uri="{FF2B5EF4-FFF2-40B4-BE49-F238E27FC236}">
                <a16:creationId xmlns:a16="http://schemas.microsoft.com/office/drawing/2014/main" id="{53FF4354-5477-D74A-B558-D1E04E0266F6}"/>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1DA969A-356D-0A45-B23B-3A01ED3FB3FD}" type="slidenum">
              <a:rPr lang="en-US" altLang="zh-CN" sz="1050">
                <a:solidFill>
                  <a:schemeClr val="bg2"/>
                </a:solidFill>
                <a:latin typeface="微软雅黑" panose="020B0503020204020204" pitchFamily="34" charset="-122"/>
                <a:ea typeface="宋体" panose="02010600030101010101" pitchFamily="2" charset="-122"/>
              </a:rPr>
              <a:pPr>
                <a:spcBef>
                  <a:spcPct val="0"/>
                </a:spcBef>
                <a:buClrTx/>
                <a:buSzTx/>
                <a:buFontTx/>
                <a:buNone/>
              </a:pPr>
              <a:t>45</a:t>
            </a:fld>
            <a:endParaRPr lang="en-US" altLang="zh-CN" sz="1050">
              <a:solidFill>
                <a:schemeClr val="bg2"/>
              </a:solidFill>
              <a:latin typeface="微软雅黑" panose="020B0503020204020204" pitchFamily="34" charset="-122"/>
              <a:ea typeface="宋体" panose="02010600030101010101" pitchFamily="2" charset="-122"/>
            </a:endParaRPr>
          </a:p>
        </p:txBody>
      </p:sp>
      <p:sp>
        <p:nvSpPr>
          <p:cNvPr id="2" name="标题 1">
            <a:extLst>
              <a:ext uri="{FF2B5EF4-FFF2-40B4-BE49-F238E27FC236}">
                <a16:creationId xmlns:a16="http://schemas.microsoft.com/office/drawing/2014/main" id="{621F700C-CA9C-BF41-A53A-C2423E70DE1B}"/>
              </a:ext>
            </a:extLst>
          </p:cNvPr>
          <p:cNvSpPr>
            <a:spLocks noGrp="1"/>
          </p:cNvSpPr>
          <p:nvPr>
            <p:ph type="title"/>
          </p:nvPr>
        </p:nvSpPr>
        <p:spPr/>
        <p:txBody>
          <a:bodyPr/>
          <a:lstStyle/>
          <a:p>
            <a:r>
              <a:rPr kumimoji="1" lang="zh-CN" altLang="en-US" dirty="0">
                <a:latin typeface="微软雅黑" panose="020B0503020204020204" pitchFamily="34" charset="-122"/>
                <a:ea typeface="宋体" panose="02010600030101010101" pitchFamily="2" charset="-122"/>
              </a:rPr>
              <a:t>双绞线上的噪声效应</a:t>
            </a:r>
            <a:endParaRPr kumimoji="1" lang="zh-CN" altLang="en-US" dirty="0"/>
          </a:p>
        </p:txBody>
      </p:sp>
      <p:pic>
        <p:nvPicPr>
          <p:cNvPr id="106498" name="Picture 2">
            <a:extLst>
              <a:ext uri="{FF2B5EF4-FFF2-40B4-BE49-F238E27FC236}">
                <a16:creationId xmlns:a16="http://schemas.microsoft.com/office/drawing/2014/main" id="{8DC321C2-C523-9440-B9C5-10E17BBC330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4451" y="1132285"/>
            <a:ext cx="6574631" cy="3330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06500" name="Text Box 4">
            <a:extLst>
              <a:ext uri="{FF2B5EF4-FFF2-40B4-BE49-F238E27FC236}">
                <a16:creationId xmlns:a16="http://schemas.microsoft.com/office/drawing/2014/main" id="{A2158160-8A6A-7844-96A7-D5E40396A2CF}"/>
              </a:ext>
            </a:extLst>
          </p:cNvPr>
          <p:cNvSpPr txBox="1">
            <a:spLocks noChangeArrowheads="1"/>
          </p:cNvSpPr>
          <p:nvPr/>
        </p:nvSpPr>
        <p:spPr bwMode="auto">
          <a:xfrm>
            <a:off x="586527" y="4473683"/>
            <a:ext cx="842391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2100" dirty="0">
                <a:solidFill>
                  <a:schemeClr val="folHlink"/>
                </a:solidFill>
                <a:latin typeface="微软雅黑" panose="020B0503020204020204" pitchFamily="34" charset="-122"/>
                <a:ea typeface="宋体" panose="02010600030101010101" pitchFamily="2" charset="-122"/>
              </a:rPr>
              <a:t>双绞线的扭绞结构是为了减少相邻导线之间的串扰和消除外界干扰 </a:t>
            </a:r>
          </a:p>
        </p:txBody>
      </p:sp>
    </p:spTree>
    <p:extLst>
      <p:ext uri="{BB962C8B-B14F-4D97-AF65-F5344CB8AC3E}">
        <p14:creationId xmlns:p14="http://schemas.microsoft.com/office/powerpoint/2010/main" val="3578100007"/>
      </p:ext>
    </p:extLst>
  </p:cSld>
  <p:clrMapOvr>
    <a:masterClrMapping/>
  </p:clrMapOvr>
  <p:transition advClick="0"/>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7BC1C02-C153-7B4A-AC28-4D1CDFAEF17C}"/>
              </a:ext>
            </a:extLst>
          </p:cNvPr>
          <p:cNvSpPr>
            <a:spLocks noGrp="1"/>
          </p:cNvSpPr>
          <p:nvPr>
            <p:ph idx="1"/>
          </p:nvPr>
        </p:nvSpPr>
        <p:spPr/>
        <p:txBody>
          <a:bodyPr/>
          <a:lstStyle/>
          <a:p>
            <a:endParaRPr kumimoji="1" lang="zh-CN" altLang="en-US"/>
          </a:p>
        </p:txBody>
      </p:sp>
      <p:sp>
        <p:nvSpPr>
          <p:cNvPr id="108545" name="灯片编号占位符 1">
            <a:extLst>
              <a:ext uri="{FF2B5EF4-FFF2-40B4-BE49-F238E27FC236}">
                <a16:creationId xmlns:a16="http://schemas.microsoft.com/office/drawing/2014/main" id="{3EDD5EBD-DB3D-9744-908B-BBA1AECA0FE0}"/>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C4F36E7-A66C-4E44-8063-33F3051A8F5C}"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46</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0BD4CC84-E9A2-9F47-B92E-F85913BDECB3}"/>
              </a:ext>
            </a:extLst>
          </p:cNvPr>
          <p:cNvSpPr>
            <a:spLocks noGrp="1"/>
          </p:cNvSpPr>
          <p:nvPr>
            <p:ph type="title"/>
          </p:nvPr>
        </p:nvSpPr>
        <p:spPr/>
        <p:txBody>
          <a:bodyPr/>
          <a:lstStyle/>
          <a:p>
            <a:r>
              <a:rPr kumimoji="1" lang="zh-CN" altLang="en-US" dirty="0">
                <a:latin typeface="微软雅黑" panose="020B0503020204020204" pitchFamily="34" charset="-122"/>
                <a:ea typeface="宋体" panose="02010600030101010101" pitchFamily="2" charset="-122"/>
              </a:rPr>
              <a:t>平行线上的噪声效应</a:t>
            </a:r>
            <a:endParaRPr kumimoji="1" lang="zh-CN" altLang="en-US" dirty="0"/>
          </a:p>
        </p:txBody>
      </p:sp>
      <p:pic>
        <p:nvPicPr>
          <p:cNvPr id="108546" name="Picture 2">
            <a:extLst>
              <a:ext uri="{FF2B5EF4-FFF2-40B4-BE49-F238E27FC236}">
                <a16:creationId xmlns:a16="http://schemas.microsoft.com/office/drawing/2014/main" id="{7A5CBA49-A77E-9F4E-9781-D730230114E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8750" y="1200150"/>
            <a:ext cx="6344841" cy="3025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714447733"/>
      </p:ext>
    </p:extLst>
  </p:cSld>
  <p:clrMapOvr>
    <a:masterClrMapping/>
  </p:clrMapOvr>
  <p:transition advClick="0"/>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AB28CB2-C28D-AC4D-8AC8-474D539841B5}"/>
              </a:ext>
            </a:extLst>
          </p:cNvPr>
          <p:cNvSpPr>
            <a:spLocks noGrp="1"/>
          </p:cNvSpPr>
          <p:nvPr>
            <p:ph idx="1"/>
          </p:nvPr>
        </p:nvSpPr>
        <p:spPr/>
        <p:txBody>
          <a:bodyPr/>
          <a:lstStyle/>
          <a:p>
            <a:endParaRPr kumimoji="1" lang="zh-CN" altLang="en-US"/>
          </a:p>
        </p:txBody>
      </p:sp>
      <p:sp>
        <p:nvSpPr>
          <p:cNvPr id="110593" name="灯片编号占位符 1">
            <a:extLst>
              <a:ext uri="{FF2B5EF4-FFF2-40B4-BE49-F238E27FC236}">
                <a16:creationId xmlns:a16="http://schemas.microsoft.com/office/drawing/2014/main" id="{F2A2D4BD-96D2-1441-AAD3-B72CC279EF7A}"/>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EE348B1-FF17-1B4D-A7F2-C0966D88B4F1}"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47</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30E6A15A-A5FC-014A-9703-CA4E8530848E}"/>
              </a:ext>
            </a:extLst>
          </p:cNvPr>
          <p:cNvSpPr>
            <a:spLocks noGrp="1"/>
          </p:cNvSpPr>
          <p:nvPr>
            <p:ph type="title"/>
          </p:nvPr>
        </p:nvSpPr>
        <p:spPr/>
        <p:txBody>
          <a:bodyPr/>
          <a:lstStyle/>
          <a:p>
            <a:r>
              <a:rPr kumimoji="1" lang="en-US" altLang="zh-CN" dirty="0">
                <a:latin typeface="微软雅黑" panose="020B0503020204020204" pitchFamily="34" charset="-122"/>
                <a:ea typeface="宋体" panose="02010600030101010101" pitchFamily="2" charset="-122"/>
              </a:rPr>
              <a:t>STP(Shielded Twisted-Pair)</a:t>
            </a:r>
            <a:r>
              <a:rPr kumimoji="1" lang="zh-CN" altLang="en-US" dirty="0">
                <a:latin typeface="微软雅黑" panose="020B0503020204020204" pitchFamily="34" charset="-122"/>
                <a:ea typeface="宋体" panose="02010600030101010101" pitchFamily="2" charset="-122"/>
              </a:rPr>
              <a:t>电缆</a:t>
            </a:r>
            <a:endParaRPr kumimoji="1" lang="zh-CN" altLang="en-US" dirty="0"/>
          </a:p>
        </p:txBody>
      </p:sp>
      <p:pic>
        <p:nvPicPr>
          <p:cNvPr id="110595" name="Picture 3">
            <a:extLst>
              <a:ext uri="{FF2B5EF4-FFF2-40B4-BE49-F238E27FC236}">
                <a16:creationId xmlns:a16="http://schemas.microsoft.com/office/drawing/2014/main" id="{5C41B776-A890-C94F-A352-705DC56B1F2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4450" y="1485901"/>
            <a:ext cx="6529388" cy="2221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2308283866"/>
      </p:ext>
    </p:extLst>
  </p:cSld>
  <p:clrMapOvr>
    <a:masterClrMapping/>
  </p:clrMapOvr>
  <p:transition advClick="0"/>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953F76D-0FF9-3149-9FC2-EE6AD8AD0285}"/>
              </a:ext>
            </a:extLst>
          </p:cNvPr>
          <p:cNvSpPr>
            <a:spLocks noGrp="1"/>
          </p:cNvSpPr>
          <p:nvPr>
            <p:ph idx="1"/>
          </p:nvPr>
        </p:nvSpPr>
        <p:spPr/>
        <p:txBody>
          <a:bodyPr/>
          <a:lstStyle/>
          <a:p>
            <a:endParaRPr kumimoji="1" lang="zh-CN" altLang="en-US"/>
          </a:p>
        </p:txBody>
      </p:sp>
      <p:sp>
        <p:nvSpPr>
          <p:cNvPr id="112641" name="灯片编号占位符 1">
            <a:extLst>
              <a:ext uri="{FF2B5EF4-FFF2-40B4-BE49-F238E27FC236}">
                <a16:creationId xmlns:a16="http://schemas.microsoft.com/office/drawing/2014/main" id="{78428C4C-6E4F-8F43-BEE9-C8A44B1F8E53}"/>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2BBBED4-7CFE-DC44-AC07-361C8D117511}"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48</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53258E81-FEAF-6B45-B7EE-C61FF28E62F5}"/>
              </a:ext>
            </a:extLst>
          </p:cNvPr>
          <p:cNvSpPr>
            <a:spLocks noGrp="1"/>
          </p:cNvSpPr>
          <p:nvPr>
            <p:ph type="title"/>
          </p:nvPr>
        </p:nvSpPr>
        <p:spPr/>
        <p:txBody>
          <a:bodyPr/>
          <a:lstStyle/>
          <a:p>
            <a:r>
              <a:rPr kumimoji="1" lang="en-US" altLang="zh-CN" dirty="0">
                <a:latin typeface="微软雅黑" panose="020B0503020204020204" pitchFamily="34" charset="-122"/>
                <a:ea typeface="宋体" panose="02010600030101010101" pitchFamily="2" charset="-122"/>
              </a:rPr>
              <a:t>10BASET</a:t>
            </a:r>
            <a:r>
              <a:rPr kumimoji="1" lang="zh-CN" altLang="en-US" dirty="0">
                <a:latin typeface="微软雅黑" panose="020B0503020204020204" pitchFamily="34" charset="-122"/>
                <a:ea typeface="宋体" panose="02010600030101010101" pitchFamily="2" charset="-122"/>
              </a:rPr>
              <a:t>的含义</a:t>
            </a:r>
            <a:endParaRPr kumimoji="1" lang="zh-CN" altLang="en-US" dirty="0"/>
          </a:p>
        </p:txBody>
      </p:sp>
      <p:pic>
        <p:nvPicPr>
          <p:cNvPr id="112642" name="Picture 2">
            <a:extLst>
              <a:ext uri="{FF2B5EF4-FFF2-40B4-BE49-F238E27FC236}">
                <a16:creationId xmlns:a16="http://schemas.microsoft.com/office/drawing/2014/main" id="{5D1B7F18-1A09-5645-B0FB-AD0BEFAD51C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6579" y="2013347"/>
            <a:ext cx="6550819" cy="1737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3973100763"/>
      </p:ext>
    </p:extLst>
  </p:cSld>
  <p:clrMapOvr>
    <a:masterClrMapping/>
  </p:clrMapOvr>
  <p:transition advClick="0"/>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3F29617-3174-5D44-BC13-39954C2D553E}"/>
              </a:ext>
            </a:extLst>
          </p:cNvPr>
          <p:cNvSpPr>
            <a:spLocks noGrp="1"/>
          </p:cNvSpPr>
          <p:nvPr>
            <p:ph idx="1"/>
          </p:nvPr>
        </p:nvSpPr>
        <p:spPr>
          <a:xfrm>
            <a:off x="169523" y="1031278"/>
            <a:ext cx="8804953" cy="3708326"/>
          </a:xfrm>
        </p:spPr>
        <p:txBody>
          <a:bodyPr/>
          <a:lstStyle/>
          <a:p>
            <a:pPr eaLnBrk="1" hangingPunct="1">
              <a:spcBef>
                <a:spcPct val="0"/>
              </a:spcBef>
              <a:buClrTx/>
            </a:pPr>
            <a:r>
              <a:rPr kumimoji="1" lang="zh-CN" altLang="en-US" dirty="0">
                <a:solidFill>
                  <a:schemeClr val="folHlink"/>
                </a:solidFill>
                <a:latin typeface="微软雅黑" panose="020B0503020204020204" pitchFamily="34" charset="-122"/>
                <a:ea typeface="宋体" panose="02010600030101010101" pitchFamily="2" charset="-122"/>
              </a:rPr>
              <a:t>由单股实心或多股绞合的铜质芯线（内导体）、绝缘层、网状编织的屏蔽层</a:t>
            </a:r>
            <a:r>
              <a:rPr kumimoji="1" lang="en-US" altLang="zh-CN" dirty="0">
                <a:solidFill>
                  <a:schemeClr val="folHlink"/>
                </a:solidFill>
                <a:latin typeface="微软雅黑" panose="020B0503020204020204" pitchFamily="34" charset="-122"/>
                <a:ea typeface="宋体" panose="02010600030101010101" pitchFamily="2" charset="-122"/>
              </a:rPr>
              <a:t>(</a:t>
            </a:r>
            <a:r>
              <a:rPr kumimoji="1" lang="zh-CN" altLang="en-US" dirty="0">
                <a:solidFill>
                  <a:schemeClr val="folHlink"/>
                </a:solidFill>
                <a:latin typeface="微软雅黑" panose="020B0503020204020204" pitchFamily="34" charset="-122"/>
                <a:ea typeface="宋体" panose="02010600030101010101" pitchFamily="2" charset="-122"/>
              </a:rPr>
              <a:t>外导体</a:t>
            </a:r>
            <a:r>
              <a:rPr kumimoji="1" lang="en-US" altLang="zh-CN" dirty="0">
                <a:solidFill>
                  <a:schemeClr val="folHlink"/>
                </a:solidFill>
                <a:latin typeface="微软雅黑" panose="020B0503020204020204" pitchFamily="34" charset="-122"/>
                <a:ea typeface="宋体" panose="02010600030101010101" pitchFamily="2" charset="-122"/>
              </a:rPr>
              <a:t>)</a:t>
            </a:r>
            <a:r>
              <a:rPr kumimoji="1" lang="zh-CN" altLang="en-US" dirty="0">
                <a:solidFill>
                  <a:schemeClr val="folHlink"/>
                </a:solidFill>
                <a:latin typeface="微软雅黑" panose="020B0503020204020204" pitchFamily="34" charset="-122"/>
                <a:ea typeface="宋体" panose="02010600030101010101" pitchFamily="2" charset="-122"/>
              </a:rPr>
              <a:t>以及保护外层所组成</a:t>
            </a:r>
          </a:p>
          <a:p>
            <a:pPr marL="0" indent="0">
              <a:buNone/>
            </a:pPr>
            <a:endParaRPr kumimoji="1" lang="zh-CN" altLang="en-US" dirty="0"/>
          </a:p>
        </p:txBody>
      </p:sp>
      <p:sp>
        <p:nvSpPr>
          <p:cNvPr id="114689" name="灯片编号占位符 1">
            <a:extLst>
              <a:ext uri="{FF2B5EF4-FFF2-40B4-BE49-F238E27FC236}">
                <a16:creationId xmlns:a16="http://schemas.microsoft.com/office/drawing/2014/main" id="{314DBD47-5949-D84F-B2C3-E1DA11EBA945}"/>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805525D-5999-344C-B290-D36C8DC65E77}"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49</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F313C808-AA4C-F44A-A2BD-06BBBFCB20B5}"/>
              </a:ext>
            </a:extLst>
          </p:cNvPr>
          <p:cNvSpPr>
            <a:spLocks noGrp="1"/>
          </p:cNvSpPr>
          <p:nvPr>
            <p:ph type="title"/>
          </p:nvPr>
        </p:nvSpPr>
        <p:spPr/>
        <p:txBody>
          <a:bodyPr/>
          <a:lstStyle/>
          <a:p>
            <a:r>
              <a:rPr kumimoji="1" lang="zh-CN" altLang="en-US" dirty="0">
                <a:latin typeface="微软雅黑" panose="020B0503020204020204" pitchFamily="34" charset="-122"/>
                <a:ea typeface="宋体" panose="02010600030101010101" pitchFamily="2" charset="-122"/>
              </a:rPr>
              <a:t>同轴电缆</a:t>
            </a:r>
            <a:r>
              <a:rPr kumimoji="1" lang="en-US" altLang="zh-CN" dirty="0">
                <a:latin typeface="微软雅黑" panose="020B0503020204020204" pitchFamily="34" charset="-122"/>
                <a:ea typeface="宋体" panose="02010600030101010101" pitchFamily="2" charset="-122"/>
              </a:rPr>
              <a:t>(Coaxial Cable)</a:t>
            </a:r>
            <a:endParaRPr kumimoji="1" lang="zh-CN" altLang="en-US" dirty="0"/>
          </a:p>
        </p:txBody>
      </p:sp>
      <p:pic>
        <p:nvPicPr>
          <p:cNvPr id="114691" name="Picture 3">
            <a:extLst>
              <a:ext uri="{FF2B5EF4-FFF2-40B4-BE49-F238E27FC236}">
                <a16:creationId xmlns:a16="http://schemas.microsoft.com/office/drawing/2014/main" id="{2A45A343-4037-0041-AB73-0ED9C9D3147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4709" y="1923714"/>
            <a:ext cx="6003131" cy="664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14692" name="Picture 4">
            <a:extLst>
              <a:ext uri="{FF2B5EF4-FFF2-40B4-BE49-F238E27FC236}">
                <a16:creationId xmlns:a16="http://schemas.microsoft.com/office/drawing/2014/main" id="{B147F2F0-25C0-9241-AD69-F6E76D73C1D1}"/>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2652713"/>
            <a:ext cx="5314950" cy="245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3462677136"/>
      </p:ext>
    </p:extLst>
  </p:cSld>
  <p:clrMapOvr>
    <a:masterClrMapping/>
  </p:clrMapOvr>
  <p:transition advClick="0"/>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0CAEA3D-4CFB-6F41-B50A-0EC0480680FF}"/>
              </a:ext>
            </a:extLst>
          </p:cNvPr>
          <p:cNvSpPr>
            <a:spLocks noGrp="1"/>
          </p:cNvSpPr>
          <p:nvPr>
            <p:ph idx="1"/>
          </p:nvPr>
        </p:nvSpPr>
        <p:spPr/>
        <p:txBody>
          <a:bodyPr/>
          <a:lstStyle/>
          <a:p>
            <a:pPr eaLnBrk="1" hangingPunct="1">
              <a:spcBef>
                <a:spcPct val="0"/>
              </a:spcBef>
              <a:buClrTx/>
            </a:pPr>
            <a:r>
              <a:rPr kumimoji="1" lang="zh-CN" altLang="en-US" dirty="0">
                <a:latin typeface="微软雅黑" panose="020B0503020204020204" pitchFamily="34" charset="-122"/>
                <a:ea typeface="宋体" panose="02010600030101010101" pitchFamily="2" charset="-122"/>
              </a:rPr>
              <a:t>粗同轴电缆</a:t>
            </a:r>
          </a:p>
          <a:p>
            <a:pPr lvl="1" eaLnBrk="1" hangingPunct="1">
              <a:spcBef>
                <a:spcPct val="0"/>
              </a:spcBef>
              <a:buClrTx/>
            </a:pPr>
            <a:r>
              <a:rPr kumimoji="1" lang="zh-CN" altLang="en-US" dirty="0">
                <a:latin typeface="微软雅黑" panose="020B0503020204020204" pitchFamily="34" charset="-122"/>
                <a:ea typeface="宋体" panose="02010600030101010101" pitchFamily="2" charset="-122"/>
              </a:rPr>
              <a:t>简称粗缆，用于传送基带数字信号</a:t>
            </a:r>
            <a:r>
              <a:rPr kumimoji="1" lang="en-US" altLang="zh-CN" dirty="0">
                <a:latin typeface="微软雅黑" panose="020B0503020204020204" pitchFamily="34" charset="-122"/>
                <a:ea typeface="宋体" panose="02010600030101010101" pitchFamily="2" charset="-122"/>
              </a:rPr>
              <a:t>. </a:t>
            </a:r>
            <a:r>
              <a:rPr lang="en-US" altLang="zh-CN" dirty="0">
                <a:latin typeface="微软雅黑" panose="020B0503020204020204" pitchFamily="34" charset="-122"/>
                <a:ea typeface="宋体" panose="02010600030101010101" pitchFamily="2" charset="-122"/>
              </a:rPr>
              <a:t>50</a:t>
            </a:r>
            <a:r>
              <a:rPr lang="zh-CN" altLang="en-US" dirty="0">
                <a:latin typeface="微软雅黑" panose="020B0503020204020204" pitchFamily="34" charset="-122"/>
                <a:ea typeface="宋体" panose="02010600030101010101" pitchFamily="2" charset="-122"/>
              </a:rPr>
              <a:t>欧姆，用于数据传输；</a:t>
            </a:r>
          </a:p>
          <a:p>
            <a:pPr eaLnBrk="1" hangingPunct="1">
              <a:spcBef>
                <a:spcPct val="0"/>
              </a:spcBef>
              <a:buClrTx/>
            </a:pPr>
            <a:r>
              <a:rPr kumimoji="1" lang="zh-CN" altLang="en-US" dirty="0">
                <a:latin typeface="微软雅黑" panose="020B0503020204020204" pitchFamily="34" charset="-122"/>
                <a:ea typeface="宋体" panose="02010600030101010101" pitchFamily="2" charset="-122"/>
              </a:rPr>
              <a:t>细同轴电缆</a:t>
            </a:r>
          </a:p>
          <a:p>
            <a:pPr lvl="1" eaLnBrk="1" hangingPunct="1">
              <a:spcBef>
                <a:spcPct val="0"/>
              </a:spcBef>
              <a:buClrTx/>
            </a:pPr>
            <a:r>
              <a:rPr kumimoji="1" lang="zh-CN" altLang="en-US" dirty="0">
                <a:latin typeface="微软雅黑" panose="020B0503020204020204" pitchFamily="34" charset="-122"/>
                <a:ea typeface="宋体" panose="02010600030101010101" pitchFamily="2" charset="-122"/>
              </a:rPr>
              <a:t>简称细缆，也用于传送基带数字信号。最大传输距离不及粗缆，但因比粗缆便宜而被广泛使用。</a:t>
            </a:r>
          </a:p>
          <a:p>
            <a:pPr eaLnBrk="1" hangingPunct="1">
              <a:spcBef>
                <a:spcPct val="0"/>
              </a:spcBef>
              <a:buClrTx/>
            </a:pPr>
            <a:r>
              <a:rPr kumimoji="1" lang="en-US" altLang="zh-CN" dirty="0">
                <a:latin typeface="微软雅黑" panose="020B0503020204020204" pitchFamily="34" charset="-122"/>
                <a:ea typeface="宋体" panose="02010600030101010101" pitchFamily="2" charset="-122"/>
              </a:rPr>
              <a:t>TV</a:t>
            </a:r>
            <a:r>
              <a:rPr kumimoji="1" lang="zh-CN" altLang="en-US" dirty="0">
                <a:latin typeface="微软雅黑" panose="020B0503020204020204" pitchFamily="34" charset="-122"/>
                <a:ea typeface="宋体" panose="02010600030101010101" pitchFamily="2" charset="-122"/>
              </a:rPr>
              <a:t>电缆</a:t>
            </a:r>
          </a:p>
          <a:p>
            <a:pPr lvl="1" eaLnBrk="1" hangingPunct="1">
              <a:spcBef>
                <a:spcPct val="0"/>
              </a:spcBef>
              <a:buClrTx/>
            </a:pPr>
            <a:r>
              <a:rPr lang="en-US" altLang="zh-CN" dirty="0">
                <a:latin typeface="微软雅黑" panose="020B0503020204020204" pitchFamily="34" charset="-122"/>
                <a:ea typeface="宋体" panose="02010600030101010101" pitchFamily="2" charset="-122"/>
              </a:rPr>
              <a:t>75</a:t>
            </a:r>
            <a:r>
              <a:rPr lang="zh-CN" altLang="en-US" dirty="0">
                <a:latin typeface="微软雅黑" panose="020B0503020204020204" pitchFamily="34" charset="-122"/>
                <a:ea typeface="宋体" panose="02010600030101010101" pitchFamily="2" charset="-122"/>
              </a:rPr>
              <a:t>欧姆，</a:t>
            </a:r>
            <a:r>
              <a:rPr kumimoji="1" lang="zh-CN" altLang="en-US" dirty="0">
                <a:latin typeface="微软雅黑" panose="020B0503020204020204" pitchFamily="34" charset="-122"/>
                <a:ea typeface="宋体" panose="02010600030101010101" pitchFamily="2" charset="-122"/>
              </a:rPr>
              <a:t>用于模拟传输系统，它是公用天线电视系统</a:t>
            </a:r>
            <a:r>
              <a:rPr kumimoji="1" lang="en-US" altLang="zh-CN" dirty="0">
                <a:latin typeface="微软雅黑" panose="020B0503020204020204" pitchFamily="34" charset="-122"/>
                <a:ea typeface="宋体" panose="02010600030101010101" pitchFamily="2" charset="-122"/>
              </a:rPr>
              <a:t>(CATV)</a:t>
            </a:r>
            <a:r>
              <a:rPr kumimoji="1" lang="zh-CN" altLang="en-US" dirty="0">
                <a:latin typeface="微软雅黑" panose="020B0503020204020204" pitchFamily="34" charset="-122"/>
                <a:ea typeface="宋体" panose="02010600030101010101" pitchFamily="2" charset="-122"/>
              </a:rPr>
              <a:t>中的标准传输电缆。其采用的是频分复用的宽带信号</a:t>
            </a:r>
            <a:r>
              <a:rPr lang="zh-CN" altLang="en-US" sz="1600" dirty="0">
                <a:latin typeface="微软雅黑" panose="020B0503020204020204" pitchFamily="34" charset="-122"/>
                <a:ea typeface="宋体" panose="02010600030101010101" pitchFamily="2" charset="-122"/>
              </a:rPr>
              <a:t>，</a:t>
            </a:r>
            <a:r>
              <a:rPr lang="en-US" altLang="zh-CN" sz="1600" dirty="0">
                <a:latin typeface="微软雅黑" panose="020B0503020204020204" pitchFamily="34" charset="-122"/>
                <a:ea typeface="宋体" panose="02010600030101010101" pitchFamily="2" charset="-122"/>
              </a:rPr>
              <a:t>300MHz</a:t>
            </a:r>
            <a:r>
              <a:rPr lang="zh-CN" altLang="en-US" sz="1600" dirty="0">
                <a:latin typeface="微软雅黑" panose="020B0503020204020204" pitchFamily="34" charset="-122"/>
                <a:ea typeface="宋体" panose="02010600030101010101" pitchFamily="2" charset="-122"/>
              </a:rPr>
              <a:t>或</a:t>
            </a:r>
            <a:r>
              <a:rPr lang="en-US" altLang="zh-CN" sz="1600" dirty="0">
                <a:latin typeface="微软雅黑" panose="020B0503020204020204" pitchFamily="34" charset="-122"/>
                <a:ea typeface="宋体" panose="02010600030101010101" pitchFamily="2" charset="-122"/>
              </a:rPr>
              <a:t>450MHz</a:t>
            </a:r>
            <a:r>
              <a:rPr lang="zh-CN" altLang="en-US" sz="1600" dirty="0">
                <a:latin typeface="微软雅黑" panose="020B0503020204020204" pitchFamily="34" charset="-122"/>
                <a:ea typeface="宋体" panose="02010600030101010101" pitchFamily="2" charset="-122"/>
              </a:rPr>
              <a:t>。</a:t>
            </a:r>
          </a:p>
          <a:p>
            <a:pPr eaLnBrk="1" hangingPunct="1">
              <a:spcBef>
                <a:spcPct val="0"/>
              </a:spcBef>
              <a:buClrTx/>
            </a:pPr>
            <a:endParaRPr lang="zh-CN" altLang="en-US" sz="1600" dirty="0">
              <a:latin typeface="微软雅黑" panose="020B0503020204020204" pitchFamily="34" charset="-122"/>
              <a:ea typeface="宋体" panose="02010600030101010101" pitchFamily="2" charset="-122"/>
            </a:endParaRPr>
          </a:p>
        </p:txBody>
      </p:sp>
      <p:sp>
        <p:nvSpPr>
          <p:cNvPr id="116737" name="灯片编号占位符 1">
            <a:extLst>
              <a:ext uri="{FF2B5EF4-FFF2-40B4-BE49-F238E27FC236}">
                <a16:creationId xmlns:a16="http://schemas.microsoft.com/office/drawing/2014/main" id="{8D109DFC-C00A-1448-BEBF-E565C31DE443}"/>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83C0025-B45C-F549-90F8-500F209ACECE}"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50</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4EE690D4-12E7-EE46-92F0-6402FE18415E}"/>
              </a:ext>
            </a:extLst>
          </p:cNvPr>
          <p:cNvSpPr>
            <a:spLocks noGrp="1"/>
          </p:cNvSpPr>
          <p:nvPr>
            <p:ph type="title"/>
          </p:nvPr>
        </p:nvSpPr>
        <p:spPr/>
        <p:txBody>
          <a:bodyPr/>
          <a:lstStyle/>
          <a:p>
            <a:r>
              <a:rPr kumimoji="1" lang="zh-CN" altLang="en-US" dirty="0">
                <a:latin typeface="微软雅黑" panose="020B0503020204020204" pitchFamily="34" charset="-122"/>
                <a:ea typeface="宋体" panose="02010600030101010101" pitchFamily="2" charset="-122"/>
              </a:rPr>
              <a:t>同轴电缆的种类</a:t>
            </a:r>
            <a:endParaRPr kumimoji="1" lang="zh-CN" altLang="en-US" dirty="0"/>
          </a:p>
        </p:txBody>
      </p:sp>
    </p:spTree>
    <p:extLst>
      <p:ext uri="{BB962C8B-B14F-4D97-AF65-F5344CB8AC3E}">
        <p14:creationId xmlns:p14="http://schemas.microsoft.com/office/powerpoint/2010/main" val="2878254"/>
      </p:ext>
    </p:extLst>
  </p:cSld>
  <p:clrMapOvr>
    <a:masterClrMapping/>
  </p:clrMapOvr>
  <p:transition advClick="0"/>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2C49F03-3F36-DB48-8E5D-586FA600F94E}"/>
              </a:ext>
            </a:extLst>
          </p:cNvPr>
          <p:cNvSpPr>
            <a:spLocks noGrp="1"/>
          </p:cNvSpPr>
          <p:nvPr>
            <p:ph idx="1"/>
          </p:nvPr>
        </p:nvSpPr>
        <p:spPr/>
        <p:txBody>
          <a:bodyPr/>
          <a:lstStyle/>
          <a:p>
            <a:endParaRPr kumimoji="1" lang="zh-CN" altLang="en-US"/>
          </a:p>
        </p:txBody>
      </p:sp>
      <p:sp>
        <p:nvSpPr>
          <p:cNvPr id="118785" name="灯片编号占位符 1">
            <a:extLst>
              <a:ext uri="{FF2B5EF4-FFF2-40B4-BE49-F238E27FC236}">
                <a16:creationId xmlns:a16="http://schemas.microsoft.com/office/drawing/2014/main" id="{2EF0B277-463E-964E-9961-621D531AC04E}"/>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B79C13A-3B9F-0F41-AAD6-8D485FB0853E}"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51</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9C5CC4EE-7949-4040-8269-715F4AD37584}"/>
              </a:ext>
            </a:extLst>
          </p:cNvPr>
          <p:cNvSpPr>
            <a:spLocks noGrp="1"/>
          </p:cNvSpPr>
          <p:nvPr>
            <p:ph type="title"/>
          </p:nvPr>
        </p:nvSpPr>
        <p:spPr/>
        <p:txBody>
          <a:bodyPr/>
          <a:lstStyle/>
          <a:p>
            <a:r>
              <a:rPr kumimoji="1" lang="en-US" altLang="zh-CN" dirty="0">
                <a:latin typeface="微软雅黑" panose="020B0503020204020204" pitchFamily="34" charset="-122"/>
                <a:ea typeface="宋体" panose="02010600030101010101" pitchFamily="2" charset="-122"/>
              </a:rPr>
              <a:t>10BASE5</a:t>
            </a:r>
            <a:r>
              <a:rPr kumimoji="1" lang="zh-CN" altLang="en-US" dirty="0">
                <a:latin typeface="微软雅黑" panose="020B0503020204020204" pitchFamily="34" charset="-122"/>
                <a:ea typeface="宋体" panose="02010600030101010101" pitchFamily="2" charset="-122"/>
              </a:rPr>
              <a:t>的含义</a:t>
            </a:r>
            <a:endParaRPr kumimoji="1" lang="zh-CN" altLang="en-US" dirty="0"/>
          </a:p>
        </p:txBody>
      </p:sp>
      <p:pic>
        <p:nvPicPr>
          <p:cNvPr id="118786" name="Picture 2">
            <a:extLst>
              <a:ext uri="{FF2B5EF4-FFF2-40B4-BE49-F238E27FC236}">
                <a16:creationId xmlns:a16="http://schemas.microsoft.com/office/drawing/2014/main" id="{3EC610ED-775B-D641-A980-7A9AB375C92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5419" y="1547813"/>
            <a:ext cx="6157913" cy="1744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18787" name="Rectangle 3">
            <a:extLst>
              <a:ext uri="{FF2B5EF4-FFF2-40B4-BE49-F238E27FC236}">
                <a16:creationId xmlns:a16="http://schemas.microsoft.com/office/drawing/2014/main" id="{D2AFEA3B-BD1B-F845-9F63-B0E39258A439}"/>
              </a:ext>
            </a:extLst>
          </p:cNvPr>
          <p:cNvSpPr>
            <a:spLocks noChangeArrowheads="1"/>
          </p:cNvSpPr>
          <p:nvPr/>
        </p:nvSpPr>
        <p:spPr bwMode="auto">
          <a:xfrm>
            <a:off x="3359944" y="91679"/>
            <a:ext cx="2280047" cy="434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561410164"/>
      </p:ext>
    </p:extLst>
  </p:cSld>
  <p:clrMapOvr>
    <a:masterClrMapping/>
  </p:clrMapOvr>
  <p:transition advClick="0"/>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72D2DD2-8987-824D-A23D-1D2F9AE55A6D}"/>
              </a:ext>
            </a:extLst>
          </p:cNvPr>
          <p:cNvSpPr>
            <a:spLocks noGrp="1"/>
          </p:cNvSpPr>
          <p:nvPr>
            <p:ph idx="1"/>
          </p:nvPr>
        </p:nvSpPr>
        <p:spPr/>
        <p:txBody>
          <a:bodyPr/>
          <a:lstStyle/>
          <a:p>
            <a:endParaRPr kumimoji="1" lang="zh-CN" altLang="en-US"/>
          </a:p>
        </p:txBody>
      </p:sp>
      <p:sp>
        <p:nvSpPr>
          <p:cNvPr id="120833" name="灯片编号占位符 1">
            <a:extLst>
              <a:ext uri="{FF2B5EF4-FFF2-40B4-BE49-F238E27FC236}">
                <a16:creationId xmlns:a16="http://schemas.microsoft.com/office/drawing/2014/main" id="{D2F3B0DD-3868-DD4C-925C-577A37602581}"/>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DDCB06E-B5CC-A845-9434-ABFF31E462A4}"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52</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39587E08-2AA9-F041-9605-43BC22325901}"/>
              </a:ext>
            </a:extLst>
          </p:cNvPr>
          <p:cNvSpPr>
            <a:spLocks noGrp="1"/>
          </p:cNvSpPr>
          <p:nvPr>
            <p:ph type="title"/>
          </p:nvPr>
        </p:nvSpPr>
        <p:spPr/>
        <p:txBody>
          <a:bodyPr/>
          <a:lstStyle/>
          <a:p>
            <a:r>
              <a:rPr kumimoji="1" lang="en-US" altLang="zh-CN" dirty="0">
                <a:latin typeface="微软雅黑" panose="020B0503020204020204" pitchFamily="34" charset="-122"/>
                <a:ea typeface="宋体" panose="02010600030101010101" pitchFamily="2" charset="-122"/>
              </a:rPr>
              <a:t>10BASE5</a:t>
            </a:r>
            <a:endParaRPr kumimoji="1" lang="zh-CN" altLang="en-US" dirty="0"/>
          </a:p>
        </p:txBody>
      </p:sp>
      <p:pic>
        <p:nvPicPr>
          <p:cNvPr id="120834" name="Picture 2">
            <a:extLst>
              <a:ext uri="{FF2B5EF4-FFF2-40B4-BE49-F238E27FC236}">
                <a16:creationId xmlns:a16="http://schemas.microsoft.com/office/drawing/2014/main" id="{A7987E26-F96A-7548-A95F-944ACD5E4BD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9213" y="1201341"/>
            <a:ext cx="6285310" cy="3349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1763728261"/>
      </p:ext>
    </p:extLst>
  </p:cSld>
  <p:clrMapOvr>
    <a:masterClrMapping/>
  </p:clrMapOvr>
  <p:transition advClick="0"/>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5612F61-8CF0-AE4E-BB0A-0F988E0B1A52}"/>
              </a:ext>
            </a:extLst>
          </p:cNvPr>
          <p:cNvSpPr>
            <a:spLocks noGrp="1"/>
          </p:cNvSpPr>
          <p:nvPr>
            <p:ph idx="1"/>
          </p:nvPr>
        </p:nvSpPr>
        <p:spPr/>
        <p:txBody>
          <a:bodyPr/>
          <a:lstStyle/>
          <a:p>
            <a:endParaRPr kumimoji="1" lang="zh-CN" altLang="en-US"/>
          </a:p>
        </p:txBody>
      </p:sp>
      <p:sp>
        <p:nvSpPr>
          <p:cNvPr id="122881" name="灯片编号占位符 1">
            <a:extLst>
              <a:ext uri="{FF2B5EF4-FFF2-40B4-BE49-F238E27FC236}">
                <a16:creationId xmlns:a16="http://schemas.microsoft.com/office/drawing/2014/main" id="{9C30E4EE-A3E8-E14A-97B5-E5D2FD8190FC}"/>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73BF4FE-B52A-9B47-8443-EB2A502A1B94}"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53</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B79CFB29-5A8A-8B4D-ABD6-BDCB36C9564E}"/>
              </a:ext>
            </a:extLst>
          </p:cNvPr>
          <p:cNvSpPr>
            <a:spLocks noGrp="1"/>
          </p:cNvSpPr>
          <p:nvPr>
            <p:ph type="title"/>
          </p:nvPr>
        </p:nvSpPr>
        <p:spPr/>
        <p:txBody>
          <a:bodyPr/>
          <a:lstStyle/>
          <a:p>
            <a:r>
              <a:rPr kumimoji="1" lang="en-US" altLang="zh-CN" dirty="0">
                <a:latin typeface="微软雅黑" panose="020B0503020204020204" pitchFamily="34" charset="-122"/>
                <a:ea typeface="宋体" panose="02010600030101010101" pitchFamily="2" charset="-122"/>
              </a:rPr>
              <a:t>10BASE2</a:t>
            </a:r>
            <a:r>
              <a:rPr kumimoji="1" lang="zh-CN" altLang="en-US" dirty="0">
                <a:latin typeface="微软雅黑" panose="020B0503020204020204" pitchFamily="34" charset="-122"/>
                <a:ea typeface="宋体" panose="02010600030101010101" pitchFamily="2" charset="-122"/>
              </a:rPr>
              <a:t>的含义</a:t>
            </a:r>
            <a:endParaRPr kumimoji="1" lang="zh-CN" altLang="en-US" dirty="0"/>
          </a:p>
        </p:txBody>
      </p:sp>
      <p:pic>
        <p:nvPicPr>
          <p:cNvPr id="122882" name="Picture 2">
            <a:extLst>
              <a:ext uri="{FF2B5EF4-FFF2-40B4-BE49-F238E27FC236}">
                <a16:creationId xmlns:a16="http://schemas.microsoft.com/office/drawing/2014/main" id="{285FA777-FEBD-C145-B7E2-F2807CCA14E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0404" y="1845469"/>
            <a:ext cx="6531769" cy="1737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3101021381"/>
      </p:ext>
    </p:extLst>
  </p:cSld>
  <p:clrMapOvr>
    <a:masterClrMapping/>
  </p:clrMapOvr>
  <p:transition advClick="0"/>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E2631DE-4815-C449-A0D1-F659039FE5E4}"/>
              </a:ext>
            </a:extLst>
          </p:cNvPr>
          <p:cNvSpPr>
            <a:spLocks noGrp="1"/>
          </p:cNvSpPr>
          <p:nvPr>
            <p:ph idx="1"/>
          </p:nvPr>
        </p:nvSpPr>
        <p:spPr>
          <a:xfrm>
            <a:off x="169523" y="1031278"/>
            <a:ext cx="8804953" cy="3708326"/>
          </a:xfrm>
        </p:spPr>
        <p:txBody>
          <a:bodyPr/>
          <a:lstStyle/>
          <a:p>
            <a:pPr eaLnBrk="1" hangingPunct="1">
              <a:spcBef>
                <a:spcPct val="50000"/>
              </a:spcBef>
              <a:buClrTx/>
            </a:pPr>
            <a:r>
              <a:rPr lang="zh-CN" altLang="en-US" dirty="0">
                <a:latin typeface="微软雅黑" panose="020B0503020204020204" pitchFamily="34" charset="-122"/>
                <a:ea typeface="宋体" panose="02010600030101010101" pitchFamily="2" charset="-122"/>
              </a:rPr>
              <a:t>双裸线构成的线路的串扰现象非常严重。</a:t>
            </a:r>
          </a:p>
          <a:p>
            <a:pPr eaLnBrk="1" hangingPunct="1">
              <a:spcBef>
                <a:spcPct val="50000"/>
              </a:spcBef>
              <a:buClrTx/>
            </a:pPr>
            <a:r>
              <a:rPr lang="zh-CN" altLang="en-US" dirty="0">
                <a:latin typeface="微软雅黑" panose="020B0503020204020204" pitchFamily="34" charset="-122"/>
                <a:ea typeface="宋体" panose="02010600030101010101" pitchFamily="2" charset="-122"/>
              </a:rPr>
              <a:t>双绞线减少相邻导线间的串扰。主要缺点是存在较强的趋肤效应，随着传输速率的增加，导线中的电流趋向于在导体的外层流动，从而减少可使用的有效截面积，增大导线的电阻和信号的衰减。</a:t>
            </a:r>
          </a:p>
          <a:p>
            <a:pPr eaLnBrk="1" hangingPunct="1">
              <a:spcBef>
                <a:spcPct val="50000"/>
              </a:spcBef>
              <a:buClrTx/>
            </a:pPr>
            <a:r>
              <a:rPr lang="zh-CN" altLang="en-US" dirty="0">
                <a:latin typeface="微软雅黑" panose="020B0503020204020204" pitchFamily="34" charset="-122"/>
                <a:ea typeface="宋体" panose="02010600030101010101" pitchFamily="2" charset="-122"/>
              </a:rPr>
              <a:t>同轴电缆由于外导体的作用，外来的电磁干扰被有效地屏蔽了，因此具有很好的扰干扰特性，并且因趋肤效应所引起的功率损失也大大减小。同时，与双绞线相比，同轴电缆具有更宽的带宽和更快的传输速率。</a:t>
            </a:r>
          </a:p>
        </p:txBody>
      </p:sp>
      <p:sp>
        <p:nvSpPr>
          <p:cNvPr id="124929" name="灯片编号占位符 1">
            <a:extLst>
              <a:ext uri="{FF2B5EF4-FFF2-40B4-BE49-F238E27FC236}">
                <a16:creationId xmlns:a16="http://schemas.microsoft.com/office/drawing/2014/main" id="{83957FAF-25C8-EF46-B357-148B2F9F0CA7}"/>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6B63A30-5C76-444B-9566-3E1916781E65}"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54</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18C48FEC-F6DD-0242-ACCE-5FFB5F085B28}"/>
              </a:ext>
            </a:extLst>
          </p:cNvPr>
          <p:cNvSpPr>
            <a:spLocks noGrp="1"/>
          </p:cNvSpPr>
          <p:nvPr>
            <p:ph type="title"/>
          </p:nvPr>
        </p:nvSpPr>
        <p:spPr/>
        <p:txBody>
          <a:bodyPr/>
          <a:lstStyle/>
          <a:p>
            <a:r>
              <a:rPr kumimoji="1" lang="zh-CN" altLang="en-US" dirty="0">
                <a:latin typeface="微软雅黑" panose="020B0503020204020204" pitchFamily="34" charset="-122"/>
                <a:ea typeface="宋体" panose="02010600030101010101" pitchFamily="2" charset="-122"/>
              </a:rPr>
              <a:t>双裸线、双绞线、铜轴电缆的优缺点</a:t>
            </a:r>
            <a:endParaRPr kumimoji="1" lang="zh-CN" altLang="en-US" dirty="0"/>
          </a:p>
        </p:txBody>
      </p:sp>
    </p:spTree>
    <p:extLst>
      <p:ext uri="{BB962C8B-B14F-4D97-AF65-F5344CB8AC3E}">
        <p14:creationId xmlns:p14="http://schemas.microsoft.com/office/powerpoint/2010/main" val="1601801691"/>
      </p:ext>
    </p:extLst>
  </p:cSld>
  <p:clrMapOvr>
    <a:masterClrMapping/>
  </p:clrMapOvr>
  <p:transition advClick="0"/>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2">
            <a:extLst>
              <a:ext uri="{FF2B5EF4-FFF2-40B4-BE49-F238E27FC236}">
                <a16:creationId xmlns:a16="http://schemas.microsoft.com/office/drawing/2014/main" id="{4D86E9D3-47DC-774C-BF59-24F3334C16AA}"/>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光线在光纤中的折射 </a:t>
            </a:r>
          </a:p>
        </p:txBody>
      </p:sp>
      <p:sp>
        <p:nvSpPr>
          <p:cNvPr id="42068" name="弧 84">
            <a:extLst>
              <a:ext uri="{FF2B5EF4-FFF2-40B4-BE49-F238E27FC236}">
                <a16:creationId xmlns:a16="http://schemas.microsoft.com/office/drawing/2014/main" id="{5CE7A826-681F-DD4F-97FF-0DB4A3F72F96}"/>
              </a:ext>
            </a:extLst>
          </p:cNvPr>
          <p:cNvSpPr>
            <a:spLocks/>
          </p:cNvSpPr>
          <p:nvPr/>
        </p:nvSpPr>
        <p:spPr bwMode="auto">
          <a:xfrm rot="9720000">
            <a:off x="3383756" y="3022998"/>
            <a:ext cx="72629" cy="59531"/>
          </a:xfrm>
          <a:custGeom>
            <a:avLst/>
            <a:gdLst>
              <a:gd name="T0" fmla="*/ 0 w 21600"/>
              <a:gd name="T1" fmla="*/ 0 h 21600"/>
              <a:gd name="T2" fmla="*/ 96838 w 21600"/>
              <a:gd name="T3" fmla="*/ 79375 h 21600"/>
              <a:gd name="T4" fmla="*/ 0 w 21600"/>
              <a:gd name="T5" fmla="*/ 79375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19050" cap="rnd">
            <a:solidFill>
              <a:schemeClr val="tx1"/>
            </a:solidFill>
            <a:round/>
            <a:headEnd/>
            <a:tailEnd/>
          </a:ln>
          <a:effectLst/>
        </p:spPr>
        <p:txBody>
          <a:bodyPr wrap="none" anchor="ctr"/>
          <a:lstStyle/>
          <a:p>
            <a:pPr>
              <a:defRPr/>
            </a:pPr>
            <a:endParaRPr lang="zh-CN" altLang="en-US">
              <a:cs typeface="+mn-cs"/>
            </a:endParaRPr>
          </a:p>
        </p:txBody>
      </p:sp>
      <p:grpSp>
        <p:nvGrpSpPr>
          <p:cNvPr id="126979" name="Group 85">
            <a:extLst>
              <a:ext uri="{FF2B5EF4-FFF2-40B4-BE49-F238E27FC236}">
                <a16:creationId xmlns:a16="http://schemas.microsoft.com/office/drawing/2014/main" id="{B7A6F8CA-872B-EC48-BD38-8CD970AFD076}"/>
              </a:ext>
            </a:extLst>
          </p:cNvPr>
          <p:cNvGrpSpPr>
            <a:grpSpLocks/>
          </p:cNvGrpSpPr>
          <p:nvPr/>
        </p:nvGrpSpPr>
        <p:grpSpPr bwMode="auto">
          <a:xfrm>
            <a:off x="3026569" y="2408635"/>
            <a:ext cx="2208610" cy="366713"/>
            <a:chOff x="292" y="1032"/>
            <a:chExt cx="1732" cy="216"/>
          </a:xfrm>
        </p:grpSpPr>
        <p:grpSp>
          <p:nvGrpSpPr>
            <p:cNvPr id="127017" name="Group 86">
              <a:extLst>
                <a:ext uri="{FF2B5EF4-FFF2-40B4-BE49-F238E27FC236}">
                  <a16:creationId xmlns:a16="http://schemas.microsoft.com/office/drawing/2014/main" id="{F3563F39-CD6A-5241-BD6A-770F0B0B76D3}"/>
                </a:ext>
              </a:extLst>
            </p:cNvPr>
            <p:cNvGrpSpPr>
              <a:grpSpLocks/>
            </p:cNvGrpSpPr>
            <p:nvPr/>
          </p:nvGrpSpPr>
          <p:grpSpPr bwMode="auto">
            <a:xfrm>
              <a:off x="292" y="1032"/>
              <a:ext cx="1732" cy="216"/>
              <a:chOff x="292" y="1032"/>
              <a:chExt cx="1732" cy="216"/>
            </a:xfrm>
          </p:grpSpPr>
          <p:sp>
            <p:nvSpPr>
              <p:cNvPr id="42071" name="Line 87">
                <a:extLst>
                  <a:ext uri="{FF2B5EF4-FFF2-40B4-BE49-F238E27FC236}">
                    <a16:creationId xmlns:a16="http://schemas.microsoft.com/office/drawing/2014/main" id="{16720F7C-5CAF-D044-AE55-4945C81B6B67}"/>
                  </a:ext>
                </a:extLst>
              </p:cNvPr>
              <p:cNvSpPr>
                <a:spLocks noChangeShapeType="1"/>
              </p:cNvSpPr>
              <p:nvPr/>
            </p:nvSpPr>
            <p:spPr bwMode="auto">
              <a:xfrm>
                <a:off x="292" y="1032"/>
                <a:ext cx="1732" cy="0"/>
              </a:xfrm>
              <a:prstGeom prst="line">
                <a:avLst/>
              </a:prstGeom>
              <a:noFill/>
              <a:ln w="1270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72" name="Line 88">
                <a:extLst>
                  <a:ext uri="{FF2B5EF4-FFF2-40B4-BE49-F238E27FC236}">
                    <a16:creationId xmlns:a16="http://schemas.microsoft.com/office/drawing/2014/main" id="{71E97424-9498-9545-9981-B0C60DF67AFA}"/>
                  </a:ext>
                </a:extLst>
              </p:cNvPr>
              <p:cNvSpPr>
                <a:spLocks noChangeShapeType="1"/>
              </p:cNvSpPr>
              <p:nvPr/>
            </p:nvSpPr>
            <p:spPr bwMode="auto">
              <a:xfrm>
                <a:off x="292" y="1248"/>
                <a:ext cx="1732" cy="0"/>
              </a:xfrm>
              <a:prstGeom prst="line">
                <a:avLst/>
              </a:prstGeom>
              <a:noFill/>
              <a:ln w="1270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sp>
          <p:nvSpPr>
            <p:cNvPr id="42073" name="Rectangle 89">
              <a:extLst>
                <a:ext uri="{FF2B5EF4-FFF2-40B4-BE49-F238E27FC236}">
                  <a16:creationId xmlns:a16="http://schemas.microsoft.com/office/drawing/2014/main" id="{1B0BDD79-032E-7B42-AF0D-514991DB9245}"/>
                </a:ext>
              </a:extLst>
            </p:cNvPr>
            <p:cNvSpPr>
              <a:spLocks noChangeArrowheads="1"/>
            </p:cNvSpPr>
            <p:nvPr/>
          </p:nvSpPr>
          <p:spPr bwMode="auto">
            <a:xfrm>
              <a:off x="296" y="1041"/>
              <a:ext cx="1716" cy="198"/>
            </a:xfrm>
            <a:prstGeom prst="rect">
              <a:avLst/>
            </a:prstGeom>
            <a:solidFill>
              <a:srgbClr val="66FFFF"/>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grpSp>
      <p:grpSp>
        <p:nvGrpSpPr>
          <p:cNvPr id="126980" name="Group 90">
            <a:extLst>
              <a:ext uri="{FF2B5EF4-FFF2-40B4-BE49-F238E27FC236}">
                <a16:creationId xmlns:a16="http://schemas.microsoft.com/office/drawing/2014/main" id="{E9595CF5-9944-284C-9505-24201DF3BA3E}"/>
              </a:ext>
            </a:extLst>
          </p:cNvPr>
          <p:cNvGrpSpPr>
            <a:grpSpLocks/>
          </p:cNvGrpSpPr>
          <p:nvPr/>
        </p:nvGrpSpPr>
        <p:grpSpPr bwMode="auto">
          <a:xfrm>
            <a:off x="3017044" y="3475435"/>
            <a:ext cx="2193131" cy="327422"/>
            <a:chOff x="284" y="1656"/>
            <a:chExt cx="1720" cy="192"/>
          </a:xfrm>
        </p:grpSpPr>
        <p:grpSp>
          <p:nvGrpSpPr>
            <p:cNvPr id="127013" name="Group 91">
              <a:extLst>
                <a:ext uri="{FF2B5EF4-FFF2-40B4-BE49-F238E27FC236}">
                  <a16:creationId xmlns:a16="http://schemas.microsoft.com/office/drawing/2014/main" id="{B237A0D0-375E-8D4E-A8A0-4F2C7B8D8C35}"/>
                </a:ext>
              </a:extLst>
            </p:cNvPr>
            <p:cNvGrpSpPr>
              <a:grpSpLocks/>
            </p:cNvGrpSpPr>
            <p:nvPr/>
          </p:nvGrpSpPr>
          <p:grpSpPr bwMode="auto">
            <a:xfrm>
              <a:off x="284" y="1656"/>
              <a:ext cx="1720" cy="192"/>
              <a:chOff x="284" y="1656"/>
              <a:chExt cx="1720" cy="192"/>
            </a:xfrm>
          </p:grpSpPr>
          <p:sp>
            <p:nvSpPr>
              <p:cNvPr id="42076" name="Line 92">
                <a:extLst>
                  <a:ext uri="{FF2B5EF4-FFF2-40B4-BE49-F238E27FC236}">
                    <a16:creationId xmlns:a16="http://schemas.microsoft.com/office/drawing/2014/main" id="{06F085FF-2B3C-8447-B2EC-99C4848CA0F1}"/>
                  </a:ext>
                </a:extLst>
              </p:cNvPr>
              <p:cNvSpPr>
                <a:spLocks noChangeShapeType="1"/>
              </p:cNvSpPr>
              <p:nvPr/>
            </p:nvSpPr>
            <p:spPr bwMode="auto">
              <a:xfrm>
                <a:off x="284" y="1656"/>
                <a:ext cx="1720" cy="0"/>
              </a:xfrm>
              <a:prstGeom prst="line">
                <a:avLst/>
              </a:prstGeom>
              <a:noFill/>
              <a:ln w="1270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77" name="Line 93">
                <a:extLst>
                  <a:ext uri="{FF2B5EF4-FFF2-40B4-BE49-F238E27FC236}">
                    <a16:creationId xmlns:a16="http://schemas.microsoft.com/office/drawing/2014/main" id="{921985B7-676C-B442-A10C-5AEC62F8BA54}"/>
                  </a:ext>
                </a:extLst>
              </p:cNvPr>
              <p:cNvSpPr>
                <a:spLocks noChangeShapeType="1"/>
              </p:cNvSpPr>
              <p:nvPr/>
            </p:nvSpPr>
            <p:spPr bwMode="auto">
              <a:xfrm>
                <a:off x="284" y="1848"/>
                <a:ext cx="1720" cy="0"/>
              </a:xfrm>
              <a:prstGeom prst="line">
                <a:avLst/>
              </a:prstGeom>
              <a:noFill/>
              <a:ln w="12700">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sp>
          <p:nvSpPr>
            <p:cNvPr id="42078" name="Rectangle 94">
              <a:extLst>
                <a:ext uri="{FF2B5EF4-FFF2-40B4-BE49-F238E27FC236}">
                  <a16:creationId xmlns:a16="http://schemas.microsoft.com/office/drawing/2014/main" id="{E264F4A9-F083-E543-B856-E0E5669D1570}"/>
                </a:ext>
              </a:extLst>
            </p:cNvPr>
            <p:cNvSpPr>
              <a:spLocks noChangeArrowheads="1"/>
            </p:cNvSpPr>
            <p:nvPr/>
          </p:nvSpPr>
          <p:spPr bwMode="auto">
            <a:xfrm>
              <a:off x="288" y="1664"/>
              <a:ext cx="1704" cy="177"/>
            </a:xfrm>
            <a:prstGeom prst="rect">
              <a:avLst/>
            </a:prstGeom>
            <a:solidFill>
              <a:srgbClr val="66FFFF"/>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grpSp>
      <p:sp>
        <p:nvSpPr>
          <p:cNvPr id="42079" name="Line 95">
            <a:extLst>
              <a:ext uri="{FF2B5EF4-FFF2-40B4-BE49-F238E27FC236}">
                <a16:creationId xmlns:a16="http://schemas.microsoft.com/office/drawing/2014/main" id="{052EC87C-D78C-F440-B4EC-9A5C18599BEA}"/>
              </a:ext>
            </a:extLst>
          </p:cNvPr>
          <p:cNvSpPr>
            <a:spLocks noChangeShapeType="1"/>
          </p:cNvSpPr>
          <p:nvPr/>
        </p:nvSpPr>
        <p:spPr bwMode="auto">
          <a:xfrm>
            <a:off x="3470672" y="2012156"/>
            <a:ext cx="0" cy="1448991"/>
          </a:xfrm>
          <a:prstGeom prst="line">
            <a:avLst/>
          </a:prstGeom>
          <a:noFill/>
          <a:ln w="12700">
            <a:solidFill>
              <a:srgbClr val="333399"/>
            </a:solidFill>
            <a:prstDash val="dash"/>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80" name="Line 96">
            <a:extLst>
              <a:ext uri="{FF2B5EF4-FFF2-40B4-BE49-F238E27FC236}">
                <a16:creationId xmlns:a16="http://schemas.microsoft.com/office/drawing/2014/main" id="{3D3BC4EC-8C33-8043-943F-0CA6BE569011}"/>
              </a:ext>
            </a:extLst>
          </p:cNvPr>
          <p:cNvSpPr>
            <a:spLocks noChangeShapeType="1"/>
          </p:cNvSpPr>
          <p:nvPr/>
        </p:nvSpPr>
        <p:spPr bwMode="auto">
          <a:xfrm flipV="1">
            <a:off x="3475435" y="2511029"/>
            <a:ext cx="296465" cy="273844"/>
          </a:xfrm>
          <a:prstGeom prst="line">
            <a:avLst/>
          </a:prstGeom>
          <a:noFill/>
          <a:ln w="57150">
            <a:solidFill>
              <a:srgbClr val="333399"/>
            </a:solidFill>
            <a:round/>
            <a:headEnd/>
            <a:tailEnd type="triangle" w="sm"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81" name="Line 97">
            <a:extLst>
              <a:ext uri="{FF2B5EF4-FFF2-40B4-BE49-F238E27FC236}">
                <a16:creationId xmlns:a16="http://schemas.microsoft.com/office/drawing/2014/main" id="{544803E1-E49A-E241-AE3F-B8D81EDEE34D}"/>
              </a:ext>
            </a:extLst>
          </p:cNvPr>
          <p:cNvSpPr>
            <a:spLocks noChangeShapeType="1"/>
          </p:cNvSpPr>
          <p:nvPr/>
        </p:nvSpPr>
        <p:spPr bwMode="auto">
          <a:xfrm flipV="1">
            <a:off x="3251597" y="2777729"/>
            <a:ext cx="219075" cy="561975"/>
          </a:xfrm>
          <a:prstGeom prst="line">
            <a:avLst/>
          </a:prstGeom>
          <a:noFill/>
          <a:ln w="57150">
            <a:solidFill>
              <a:srgbClr val="333399"/>
            </a:solidFill>
            <a:round/>
            <a:headEnd/>
            <a:tailEnd type="triangle" w="sm"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82" name="弧 98">
            <a:extLst>
              <a:ext uri="{FF2B5EF4-FFF2-40B4-BE49-F238E27FC236}">
                <a16:creationId xmlns:a16="http://schemas.microsoft.com/office/drawing/2014/main" id="{52CCB472-462E-3542-BA09-422A0FBB4B21}"/>
              </a:ext>
            </a:extLst>
          </p:cNvPr>
          <p:cNvSpPr>
            <a:spLocks/>
          </p:cNvSpPr>
          <p:nvPr/>
        </p:nvSpPr>
        <p:spPr bwMode="auto">
          <a:xfrm>
            <a:off x="3473054" y="2589610"/>
            <a:ext cx="107156" cy="92869"/>
          </a:xfrm>
          <a:custGeom>
            <a:avLst/>
            <a:gdLst>
              <a:gd name="T0" fmla="*/ 0 w 21600"/>
              <a:gd name="T1" fmla="*/ 0 h 21600"/>
              <a:gd name="T2" fmla="*/ 142875 w 21600"/>
              <a:gd name="T3" fmla="*/ 123825 h 21600"/>
              <a:gd name="T4" fmla="*/ 0 w 21600"/>
              <a:gd name="T5" fmla="*/ 123825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19050" cap="rnd">
            <a:solidFill>
              <a:schemeClr val="tx1"/>
            </a:solidFill>
            <a:round/>
            <a:headEnd/>
            <a:tailEnd/>
          </a:ln>
          <a:effectLst/>
        </p:spPr>
        <p:txBody>
          <a:bodyPr wrap="none" anchor="ctr"/>
          <a:lstStyle/>
          <a:p>
            <a:pPr>
              <a:defRPr/>
            </a:pPr>
            <a:endParaRPr lang="zh-CN" altLang="en-US">
              <a:cs typeface="+mn-cs"/>
            </a:endParaRPr>
          </a:p>
        </p:txBody>
      </p:sp>
      <p:sp>
        <p:nvSpPr>
          <p:cNvPr id="42083" name="Line 99">
            <a:extLst>
              <a:ext uri="{FF2B5EF4-FFF2-40B4-BE49-F238E27FC236}">
                <a16:creationId xmlns:a16="http://schemas.microsoft.com/office/drawing/2014/main" id="{BBF44ED3-8099-9649-B102-788013DCF83B}"/>
              </a:ext>
            </a:extLst>
          </p:cNvPr>
          <p:cNvSpPr>
            <a:spLocks noChangeShapeType="1"/>
          </p:cNvSpPr>
          <p:nvPr/>
        </p:nvSpPr>
        <p:spPr bwMode="auto">
          <a:xfrm>
            <a:off x="4460081" y="2026444"/>
            <a:ext cx="0" cy="1448991"/>
          </a:xfrm>
          <a:prstGeom prst="line">
            <a:avLst/>
          </a:prstGeom>
          <a:noFill/>
          <a:ln w="12700">
            <a:solidFill>
              <a:srgbClr val="333399"/>
            </a:solidFill>
            <a:prstDash val="dash"/>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84" name="Line 100">
            <a:extLst>
              <a:ext uri="{FF2B5EF4-FFF2-40B4-BE49-F238E27FC236}">
                <a16:creationId xmlns:a16="http://schemas.microsoft.com/office/drawing/2014/main" id="{47790EBA-D43A-5343-AB49-5D6D99520C3B}"/>
              </a:ext>
            </a:extLst>
          </p:cNvPr>
          <p:cNvSpPr>
            <a:spLocks noChangeShapeType="1"/>
          </p:cNvSpPr>
          <p:nvPr/>
        </p:nvSpPr>
        <p:spPr bwMode="auto">
          <a:xfrm flipV="1">
            <a:off x="3883819" y="2777729"/>
            <a:ext cx="584597" cy="259556"/>
          </a:xfrm>
          <a:prstGeom prst="line">
            <a:avLst/>
          </a:prstGeom>
          <a:noFill/>
          <a:ln w="57150">
            <a:solidFill>
              <a:srgbClr val="333399"/>
            </a:solidFill>
            <a:round/>
            <a:headEnd/>
            <a:tailEnd type="triangle" w="sm"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85" name="Line 101">
            <a:extLst>
              <a:ext uri="{FF2B5EF4-FFF2-40B4-BE49-F238E27FC236}">
                <a16:creationId xmlns:a16="http://schemas.microsoft.com/office/drawing/2014/main" id="{F44060AE-6259-0C47-8311-7AD94EC86919}"/>
              </a:ext>
            </a:extLst>
          </p:cNvPr>
          <p:cNvSpPr>
            <a:spLocks noChangeShapeType="1"/>
          </p:cNvSpPr>
          <p:nvPr/>
        </p:nvSpPr>
        <p:spPr bwMode="auto">
          <a:xfrm>
            <a:off x="4464844" y="2777729"/>
            <a:ext cx="669131" cy="266700"/>
          </a:xfrm>
          <a:prstGeom prst="line">
            <a:avLst/>
          </a:prstGeom>
          <a:noFill/>
          <a:ln w="57150">
            <a:solidFill>
              <a:srgbClr val="333399"/>
            </a:solidFill>
            <a:round/>
            <a:headEnd/>
            <a:tailEnd type="triangle" w="sm" len="lg"/>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86" name="弧 102">
            <a:extLst>
              <a:ext uri="{FF2B5EF4-FFF2-40B4-BE49-F238E27FC236}">
                <a16:creationId xmlns:a16="http://schemas.microsoft.com/office/drawing/2014/main" id="{DA25C901-C775-3C4D-AC06-42DDABC6D77C}"/>
              </a:ext>
            </a:extLst>
          </p:cNvPr>
          <p:cNvSpPr>
            <a:spLocks/>
          </p:cNvSpPr>
          <p:nvPr/>
        </p:nvSpPr>
        <p:spPr bwMode="auto">
          <a:xfrm rot="9840000">
            <a:off x="4251723" y="2855119"/>
            <a:ext cx="177403" cy="246460"/>
          </a:xfrm>
          <a:custGeom>
            <a:avLst/>
            <a:gdLst>
              <a:gd name="T0" fmla="*/ 0 w 21600"/>
              <a:gd name="T1" fmla="*/ 0 h 21600"/>
              <a:gd name="T2" fmla="*/ 236537 w 21600"/>
              <a:gd name="T3" fmla="*/ 328613 h 21600"/>
              <a:gd name="T4" fmla="*/ 0 w 21600"/>
              <a:gd name="T5" fmla="*/ 328613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19050" cap="rnd">
            <a:solidFill>
              <a:srgbClr val="333399"/>
            </a:solidFill>
            <a:round/>
            <a:headEnd/>
            <a:tailEnd/>
          </a:ln>
          <a:effectLst/>
        </p:spPr>
        <p:txBody>
          <a:bodyPr wrap="none" anchor="ctr"/>
          <a:lstStyle/>
          <a:p>
            <a:pPr>
              <a:defRPr/>
            </a:pPr>
            <a:endParaRPr lang="zh-CN" altLang="en-US">
              <a:cs typeface="+mn-cs"/>
            </a:endParaRPr>
          </a:p>
        </p:txBody>
      </p:sp>
      <p:sp>
        <p:nvSpPr>
          <p:cNvPr id="42087" name="Freeform 103">
            <a:extLst>
              <a:ext uri="{FF2B5EF4-FFF2-40B4-BE49-F238E27FC236}">
                <a16:creationId xmlns:a16="http://schemas.microsoft.com/office/drawing/2014/main" id="{C95F86DA-BA07-B644-A770-63C28C2E7FC8}"/>
              </a:ext>
            </a:extLst>
          </p:cNvPr>
          <p:cNvSpPr>
            <a:spLocks/>
          </p:cNvSpPr>
          <p:nvPr/>
        </p:nvSpPr>
        <p:spPr bwMode="auto">
          <a:xfrm>
            <a:off x="2930129" y="2439591"/>
            <a:ext cx="115490" cy="1365647"/>
          </a:xfrm>
          <a:custGeom>
            <a:avLst/>
            <a:gdLst>
              <a:gd name="T0" fmla="*/ 131989 w 91"/>
              <a:gd name="T1" fmla="*/ 0 h 799"/>
              <a:gd name="T2" fmla="*/ 131989 w 91"/>
              <a:gd name="T3" fmla="*/ 41021 h 799"/>
              <a:gd name="T4" fmla="*/ 131989 w 91"/>
              <a:gd name="T5" fmla="*/ 82041 h 799"/>
              <a:gd name="T6" fmla="*/ 101530 w 91"/>
              <a:gd name="T7" fmla="*/ 123062 h 799"/>
              <a:gd name="T8" fmla="*/ 101530 w 91"/>
              <a:gd name="T9" fmla="*/ 164083 h 799"/>
              <a:gd name="T10" fmla="*/ 91377 w 91"/>
              <a:gd name="T11" fmla="*/ 205103 h 799"/>
              <a:gd name="T12" fmla="*/ 91377 w 91"/>
              <a:gd name="T13" fmla="*/ 246124 h 799"/>
              <a:gd name="T14" fmla="*/ 121836 w 91"/>
              <a:gd name="T15" fmla="*/ 287145 h 799"/>
              <a:gd name="T16" fmla="*/ 152295 w 91"/>
              <a:gd name="T17" fmla="*/ 328165 h 799"/>
              <a:gd name="T18" fmla="*/ 152295 w 91"/>
              <a:gd name="T19" fmla="*/ 369186 h 799"/>
              <a:gd name="T20" fmla="*/ 152295 w 91"/>
              <a:gd name="T21" fmla="*/ 410207 h 799"/>
              <a:gd name="T22" fmla="*/ 152295 w 91"/>
              <a:gd name="T23" fmla="*/ 451227 h 799"/>
              <a:gd name="T24" fmla="*/ 142142 w 91"/>
              <a:gd name="T25" fmla="*/ 451227 h 799"/>
              <a:gd name="T26" fmla="*/ 111683 w 91"/>
              <a:gd name="T27" fmla="*/ 478574 h 799"/>
              <a:gd name="T28" fmla="*/ 81224 w 91"/>
              <a:gd name="T29" fmla="*/ 519595 h 799"/>
              <a:gd name="T30" fmla="*/ 60918 w 91"/>
              <a:gd name="T31" fmla="*/ 560616 h 799"/>
              <a:gd name="T32" fmla="*/ 30459 w 91"/>
              <a:gd name="T33" fmla="*/ 587963 h 799"/>
              <a:gd name="T34" fmla="*/ 20306 w 91"/>
              <a:gd name="T35" fmla="*/ 628984 h 799"/>
              <a:gd name="T36" fmla="*/ 20306 w 91"/>
              <a:gd name="T37" fmla="*/ 670004 h 799"/>
              <a:gd name="T38" fmla="*/ 20306 w 91"/>
              <a:gd name="T39" fmla="*/ 711025 h 799"/>
              <a:gd name="T40" fmla="*/ 20306 w 91"/>
              <a:gd name="T41" fmla="*/ 752046 h 799"/>
              <a:gd name="T42" fmla="*/ 0 w 91"/>
              <a:gd name="T43" fmla="*/ 793066 h 799"/>
              <a:gd name="T44" fmla="*/ 0 w 91"/>
              <a:gd name="T45" fmla="*/ 834087 h 799"/>
              <a:gd name="T46" fmla="*/ 0 w 91"/>
              <a:gd name="T47" fmla="*/ 875108 h 799"/>
              <a:gd name="T48" fmla="*/ 0 w 91"/>
              <a:gd name="T49" fmla="*/ 916128 h 799"/>
              <a:gd name="T50" fmla="*/ 0 w 91"/>
              <a:gd name="T51" fmla="*/ 957149 h 799"/>
              <a:gd name="T52" fmla="*/ 0 w 91"/>
              <a:gd name="T53" fmla="*/ 998170 h 799"/>
              <a:gd name="T54" fmla="*/ 30459 w 91"/>
              <a:gd name="T55" fmla="*/ 1025517 h 799"/>
              <a:gd name="T56" fmla="*/ 60918 w 91"/>
              <a:gd name="T57" fmla="*/ 1052864 h 799"/>
              <a:gd name="T58" fmla="*/ 91377 w 91"/>
              <a:gd name="T59" fmla="*/ 1080211 h 799"/>
              <a:gd name="T60" fmla="*/ 101530 w 91"/>
              <a:gd name="T61" fmla="*/ 1121232 h 799"/>
              <a:gd name="T62" fmla="*/ 131989 w 91"/>
              <a:gd name="T63" fmla="*/ 1162252 h 799"/>
              <a:gd name="T64" fmla="*/ 142142 w 91"/>
              <a:gd name="T65" fmla="*/ 1203273 h 799"/>
              <a:gd name="T66" fmla="*/ 152295 w 91"/>
              <a:gd name="T67" fmla="*/ 1244294 h 799"/>
              <a:gd name="T68" fmla="*/ 152295 w 91"/>
              <a:gd name="T69" fmla="*/ 1285314 h 799"/>
              <a:gd name="T70" fmla="*/ 152295 w 91"/>
              <a:gd name="T71" fmla="*/ 1326335 h 799"/>
              <a:gd name="T72" fmla="*/ 152295 w 91"/>
              <a:gd name="T73" fmla="*/ 1367356 h 799"/>
              <a:gd name="T74" fmla="*/ 121836 w 91"/>
              <a:gd name="T75" fmla="*/ 1367356 h 799"/>
              <a:gd name="T76" fmla="*/ 111683 w 91"/>
              <a:gd name="T77" fmla="*/ 1408376 h 799"/>
              <a:gd name="T78" fmla="*/ 101530 w 91"/>
              <a:gd name="T79" fmla="*/ 1449397 h 799"/>
              <a:gd name="T80" fmla="*/ 91377 w 91"/>
              <a:gd name="T81" fmla="*/ 1490418 h 799"/>
              <a:gd name="T82" fmla="*/ 81224 w 91"/>
              <a:gd name="T83" fmla="*/ 1531438 h 799"/>
              <a:gd name="T84" fmla="*/ 81224 w 91"/>
              <a:gd name="T85" fmla="*/ 1572459 h 799"/>
              <a:gd name="T86" fmla="*/ 81224 w 91"/>
              <a:gd name="T87" fmla="*/ 1613480 h 799"/>
              <a:gd name="T88" fmla="*/ 81224 w 91"/>
              <a:gd name="T89" fmla="*/ 1654500 h 799"/>
              <a:gd name="T90" fmla="*/ 81224 w 91"/>
              <a:gd name="T91" fmla="*/ 1695521 h 799"/>
              <a:gd name="T92" fmla="*/ 91377 w 91"/>
              <a:gd name="T93" fmla="*/ 1736542 h 799"/>
              <a:gd name="T94" fmla="*/ 101530 w 91"/>
              <a:gd name="T95" fmla="*/ 1777562 h 799"/>
              <a:gd name="T96" fmla="*/ 121836 w 91"/>
              <a:gd name="T97" fmla="*/ 1818583 h 799"/>
              <a:gd name="T98" fmla="*/ 121836 w 91"/>
              <a:gd name="T99" fmla="*/ 1804910 h 799"/>
              <a:gd name="T100" fmla="*/ 121836 w 91"/>
              <a:gd name="T101" fmla="*/ 1791236 h 79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91" h="799">
                <a:moveTo>
                  <a:pt x="78" y="0"/>
                </a:moveTo>
                <a:lnTo>
                  <a:pt x="78" y="18"/>
                </a:lnTo>
                <a:lnTo>
                  <a:pt x="78" y="36"/>
                </a:lnTo>
                <a:lnTo>
                  <a:pt x="60" y="54"/>
                </a:lnTo>
                <a:lnTo>
                  <a:pt x="60" y="72"/>
                </a:lnTo>
                <a:lnTo>
                  <a:pt x="54" y="90"/>
                </a:lnTo>
                <a:lnTo>
                  <a:pt x="54" y="108"/>
                </a:lnTo>
                <a:lnTo>
                  <a:pt x="72" y="126"/>
                </a:lnTo>
                <a:lnTo>
                  <a:pt x="90" y="144"/>
                </a:lnTo>
                <a:lnTo>
                  <a:pt x="90" y="162"/>
                </a:lnTo>
                <a:lnTo>
                  <a:pt x="90" y="180"/>
                </a:lnTo>
                <a:lnTo>
                  <a:pt x="90" y="198"/>
                </a:lnTo>
                <a:lnTo>
                  <a:pt x="84" y="198"/>
                </a:lnTo>
                <a:lnTo>
                  <a:pt x="66" y="210"/>
                </a:lnTo>
                <a:lnTo>
                  <a:pt x="48" y="228"/>
                </a:lnTo>
                <a:lnTo>
                  <a:pt x="36" y="246"/>
                </a:lnTo>
                <a:lnTo>
                  <a:pt x="18" y="258"/>
                </a:lnTo>
                <a:lnTo>
                  <a:pt x="12" y="276"/>
                </a:lnTo>
                <a:lnTo>
                  <a:pt x="12" y="294"/>
                </a:lnTo>
                <a:lnTo>
                  <a:pt x="12" y="312"/>
                </a:lnTo>
                <a:lnTo>
                  <a:pt x="12" y="330"/>
                </a:lnTo>
                <a:lnTo>
                  <a:pt x="0" y="348"/>
                </a:lnTo>
                <a:lnTo>
                  <a:pt x="0" y="366"/>
                </a:lnTo>
                <a:lnTo>
                  <a:pt x="0" y="384"/>
                </a:lnTo>
                <a:lnTo>
                  <a:pt x="0" y="402"/>
                </a:lnTo>
                <a:lnTo>
                  <a:pt x="0" y="420"/>
                </a:lnTo>
                <a:lnTo>
                  <a:pt x="0" y="438"/>
                </a:lnTo>
                <a:lnTo>
                  <a:pt x="18" y="450"/>
                </a:lnTo>
                <a:lnTo>
                  <a:pt x="36" y="462"/>
                </a:lnTo>
                <a:lnTo>
                  <a:pt x="54" y="474"/>
                </a:lnTo>
                <a:lnTo>
                  <a:pt x="60" y="492"/>
                </a:lnTo>
                <a:lnTo>
                  <a:pt x="78" y="510"/>
                </a:lnTo>
                <a:lnTo>
                  <a:pt x="84" y="528"/>
                </a:lnTo>
                <a:lnTo>
                  <a:pt x="90" y="546"/>
                </a:lnTo>
                <a:lnTo>
                  <a:pt x="90" y="564"/>
                </a:lnTo>
                <a:lnTo>
                  <a:pt x="90" y="582"/>
                </a:lnTo>
                <a:lnTo>
                  <a:pt x="90" y="600"/>
                </a:lnTo>
                <a:lnTo>
                  <a:pt x="72" y="600"/>
                </a:lnTo>
                <a:lnTo>
                  <a:pt x="66" y="618"/>
                </a:lnTo>
                <a:lnTo>
                  <a:pt x="60" y="636"/>
                </a:lnTo>
                <a:lnTo>
                  <a:pt x="54" y="654"/>
                </a:lnTo>
                <a:lnTo>
                  <a:pt x="48" y="672"/>
                </a:lnTo>
                <a:lnTo>
                  <a:pt x="48" y="690"/>
                </a:lnTo>
                <a:lnTo>
                  <a:pt x="48" y="708"/>
                </a:lnTo>
                <a:lnTo>
                  <a:pt x="48" y="726"/>
                </a:lnTo>
                <a:lnTo>
                  <a:pt x="48" y="744"/>
                </a:lnTo>
                <a:lnTo>
                  <a:pt x="54" y="762"/>
                </a:lnTo>
                <a:lnTo>
                  <a:pt x="60" y="780"/>
                </a:lnTo>
                <a:lnTo>
                  <a:pt x="72" y="798"/>
                </a:lnTo>
                <a:lnTo>
                  <a:pt x="72" y="792"/>
                </a:lnTo>
                <a:lnTo>
                  <a:pt x="72" y="786"/>
                </a:lnTo>
              </a:path>
            </a:pathLst>
          </a:custGeom>
          <a:noFill/>
          <a:ln w="12700" cap="rnd" cmpd="sng">
            <a:solidFill>
              <a:schemeClr val="tx1"/>
            </a:solidFill>
            <a:prstDash val="solid"/>
            <a:round/>
            <a:headEnd type="none" w="med" len="med"/>
            <a:tailEnd type="none" w="med" len="med"/>
          </a:ln>
          <a:effectLst/>
        </p:spPr>
        <p:txBody>
          <a:bodyPr/>
          <a:lstStyle/>
          <a:p>
            <a:pPr>
              <a:defRPr/>
            </a:pPr>
            <a:endParaRPr lang="zh-CN" altLang="en-US">
              <a:cs typeface="+mn-cs"/>
            </a:endParaRPr>
          </a:p>
        </p:txBody>
      </p:sp>
      <p:sp>
        <p:nvSpPr>
          <p:cNvPr id="126990" name="Rectangle 104">
            <a:extLst>
              <a:ext uri="{FF2B5EF4-FFF2-40B4-BE49-F238E27FC236}">
                <a16:creationId xmlns:a16="http://schemas.microsoft.com/office/drawing/2014/main" id="{423B54CD-E303-1049-A0A5-E30E879408B7}"/>
              </a:ext>
            </a:extLst>
          </p:cNvPr>
          <p:cNvSpPr>
            <a:spLocks noChangeArrowheads="1"/>
          </p:cNvSpPr>
          <p:nvPr/>
        </p:nvSpPr>
        <p:spPr bwMode="auto">
          <a:xfrm>
            <a:off x="4181475" y="1677592"/>
            <a:ext cx="829555"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折射角</a:t>
            </a:r>
          </a:p>
        </p:txBody>
      </p:sp>
      <p:sp>
        <p:nvSpPr>
          <p:cNvPr id="126991" name="Rectangle 105">
            <a:extLst>
              <a:ext uri="{FF2B5EF4-FFF2-40B4-BE49-F238E27FC236}">
                <a16:creationId xmlns:a16="http://schemas.microsoft.com/office/drawing/2014/main" id="{C72740CE-DB1B-FA4F-A16F-C3BCDBA49BA7}"/>
              </a:ext>
            </a:extLst>
          </p:cNvPr>
          <p:cNvSpPr>
            <a:spLocks noChangeArrowheads="1"/>
          </p:cNvSpPr>
          <p:nvPr/>
        </p:nvSpPr>
        <p:spPr bwMode="auto">
          <a:xfrm>
            <a:off x="3531394" y="3087292"/>
            <a:ext cx="822722" cy="34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7866" tIns="33338" rIns="67866" bIns="33338">
            <a:spAutoFit/>
          </a:bodyPr>
          <a:lstStyle>
            <a:lvl1pPr defTabSz="762000">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71500" indent="-285750" defTabSz="76200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defTabSz="7620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714500" indent="-228600" defTabSz="7620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286000" indent="-228600" defTabSz="7620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7432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32004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6576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4114800" indent="-228600" defTabSz="7620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800">
                <a:latin typeface="Arial" panose="020B0604020202020204" pitchFamily="34" charset="0"/>
                <a:ea typeface="宋体" panose="02010600030101010101" pitchFamily="2" charset="-122"/>
              </a:rPr>
              <a:t>入射角</a:t>
            </a:r>
          </a:p>
        </p:txBody>
      </p:sp>
      <p:sp>
        <p:nvSpPr>
          <p:cNvPr id="42090" name="Line 106">
            <a:extLst>
              <a:ext uri="{FF2B5EF4-FFF2-40B4-BE49-F238E27FC236}">
                <a16:creationId xmlns:a16="http://schemas.microsoft.com/office/drawing/2014/main" id="{8B8AEA52-CAFC-7B49-95EE-5A7EDB15FD58}"/>
              </a:ext>
            </a:extLst>
          </p:cNvPr>
          <p:cNvSpPr>
            <a:spLocks noChangeShapeType="1"/>
          </p:cNvSpPr>
          <p:nvPr/>
        </p:nvSpPr>
        <p:spPr bwMode="auto">
          <a:xfrm>
            <a:off x="4526757" y="2066925"/>
            <a:ext cx="89297" cy="540544"/>
          </a:xfrm>
          <a:prstGeom prst="line">
            <a:avLst/>
          </a:prstGeom>
          <a:noFill/>
          <a:ln w="1270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91" name="Line 107">
            <a:extLst>
              <a:ext uri="{FF2B5EF4-FFF2-40B4-BE49-F238E27FC236}">
                <a16:creationId xmlns:a16="http://schemas.microsoft.com/office/drawing/2014/main" id="{978AC435-7AF7-E14B-B1DC-66ED01D2DC2E}"/>
              </a:ext>
            </a:extLst>
          </p:cNvPr>
          <p:cNvSpPr>
            <a:spLocks noChangeShapeType="1"/>
          </p:cNvSpPr>
          <p:nvPr/>
        </p:nvSpPr>
        <p:spPr bwMode="auto">
          <a:xfrm flipV="1">
            <a:off x="3531394" y="2033587"/>
            <a:ext cx="785813" cy="576263"/>
          </a:xfrm>
          <a:prstGeom prst="line">
            <a:avLst/>
          </a:prstGeom>
          <a:noFill/>
          <a:ln w="1270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92" name="Line 108">
            <a:extLst>
              <a:ext uri="{FF2B5EF4-FFF2-40B4-BE49-F238E27FC236}">
                <a16:creationId xmlns:a16="http://schemas.microsoft.com/office/drawing/2014/main" id="{FE118A76-F16F-3549-92AD-B645341320EF}"/>
              </a:ext>
            </a:extLst>
          </p:cNvPr>
          <p:cNvSpPr>
            <a:spLocks noChangeShapeType="1"/>
          </p:cNvSpPr>
          <p:nvPr/>
        </p:nvSpPr>
        <p:spPr bwMode="auto">
          <a:xfrm>
            <a:off x="3409950" y="3078956"/>
            <a:ext cx="223838" cy="191691"/>
          </a:xfrm>
          <a:prstGeom prst="line">
            <a:avLst/>
          </a:prstGeom>
          <a:noFill/>
          <a:ln w="1270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93" name="Line 109">
            <a:extLst>
              <a:ext uri="{FF2B5EF4-FFF2-40B4-BE49-F238E27FC236}">
                <a16:creationId xmlns:a16="http://schemas.microsoft.com/office/drawing/2014/main" id="{E9C7B476-1050-0449-90D9-D6F347D0C0B7}"/>
              </a:ext>
            </a:extLst>
          </p:cNvPr>
          <p:cNvSpPr>
            <a:spLocks noChangeShapeType="1"/>
          </p:cNvSpPr>
          <p:nvPr/>
        </p:nvSpPr>
        <p:spPr bwMode="auto">
          <a:xfrm flipV="1">
            <a:off x="4138612" y="3037285"/>
            <a:ext cx="186929" cy="239315"/>
          </a:xfrm>
          <a:prstGeom prst="line">
            <a:avLst/>
          </a:prstGeom>
          <a:noFill/>
          <a:ln w="1270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94" name="Line 110">
            <a:extLst>
              <a:ext uri="{FF2B5EF4-FFF2-40B4-BE49-F238E27FC236}">
                <a16:creationId xmlns:a16="http://schemas.microsoft.com/office/drawing/2014/main" id="{326FD13A-4503-8444-A982-34C324D4DDF2}"/>
              </a:ext>
            </a:extLst>
          </p:cNvPr>
          <p:cNvSpPr>
            <a:spLocks noChangeShapeType="1"/>
          </p:cNvSpPr>
          <p:nvPr/>
        </p:nvSpPr>
        <p:spPr bwMode="auto">
          <a:xfrm flipV="1">
            <a:off x="5167313" y="2859882"/>
            <a:ext cx="456010" cy="246460"/>
          </a:xfrm>
          <a:prstGeom prst="line">
            <a:avLst/>
          </a:prstGeom>
          <a:noFill/>
          <a:ln w="1270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95" name="Line 111">
            <a:extLst>
              <a:ext uri="{FF2B5EF4-FFF2-40B4-BE49-F238E27FC236}">
                <a16:creationId xmlns:a16="http://schemas.microsoft.com/office/drawing/2014/main" id="{D504F3A2-9BA9-0346-A3ED-43C853D58032}"/>
              </a:ext>
            </a:extLst>
          </p:cNvPr>
          <p:cNvSpPr>
            <a:spLocks noChangeShapeType="1"/>
          </p:cNvSpPr>
          <p:nvPr/>
        </p:nvSpPr>
        <p:spPr bwMode="auto">
          <a:xfrm flipH="1">
            <a:off x="5060156" y="2085975"/>
            <a:ext cx="376238" cy="531019"/>
          </a:xfrm>
          <a:prstGeom prst="line">
            <a:avLst/>
          </a:prstGeom>
          <a:noFill/>
          <a:ln w="1270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096" name="Freeform 112">
            <a:extLst>
              <a:ext uri="{FF2B5EF4-FFF2-40B4-BE49-F238E27FC236}">
                <a16:creationId xmlns:a16="http://schemas.microsoft.com/office/drawing/2014/main" id="{7BDBD060-1D9F-0648-A244-09C6F9F32D90}"/>
              </a:ext>
            </a:extLst>
          </p:cNvPr>
          <p:cNvSpPr>
            <a:spLocks/>
          </p:cNvSpPr>
          <p:nvPr/>
        </p:nvSpPr>
        <p:spPr bwMode="auto">
          <a:xfrm>
            <a:off x="5225654" y="2419350"/>
            <a:ext cx="16669" cy="370285"/>
          </a:xfrm>
          <a:custGeom>
            <a:avLst/>
            <a:gdLst>
              <a:gd name="T0" fmla="*/ 0 w 13"/>
              <a:gd name="T1" fmla="*/ 0 h 217"/>
              <a:gd name="T2" fmla="*/ 10258 w 13"/>
              <a:gd name="T3" fmla="*/ 40953 h 217"/>
              <a:gd name="T4" fmla="*/ 10258 w 13"/>
              <a:gd name="T5" fmla="*/ 81906 h 217"/>
              <a:gd name="T6" fmla="*/ 10258 w 13"/>
              <a:gd name="T7" fmla="*/ 122859 h 217"/>
              <a:gd name="T8" fmla="*/ 10258 w 13"/>
              <a:gd name="T9" fmla="*/ 163813 h 217"/>
              <a:gd name="T10" fmla="*/ 10258 w 13"/>
              <a:gd name="T11" fmla="*/ 204766 h 217"/>
              <a:gd name="T12" fmla="*/ 0 w 13"/>
              <a:gd name="T13" fmla="*/ 245719 h 217"/>
              <a:gd name="T14" fmla="*/ 0 w 13"/>
              <a:gd name="T15" fmla="*/ 286672 h 217"/>
              <a:gd name="T16" fmla="*/ 0 w 13"/>
              <a:gd name="T17" fmla="*/ 327625 h 217"/>
              <a:gd name="T18" fmla="*/ 0 w 13"/>
              <a:gd name="T19" fmla="*/ 368578 h 217"/>
              <a:gd name="T20" fmla="*/ 0 w 13"/>
              <a:gd name="T21" fmla="*/ 409532 h 217"/>
              <a:gd name="T22" fmla="*/ 10258 w 13"/>
              <a:gd name="T23" fmla="*/ 450485 h 217"/>
              <a:gd name="T24" fmla="*/ 20515 w 13"/>
              <a:gd name="T25" fmla="*/ 491438 h 21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 h="217">
                <a:moveTo>
                  <a:pt x="0" y="0"/>
                </a:moveTo>
                <a:lnTo>
                  <a:pt x="6" y="18"/>
                </a:lnTo>
                <a:lnTo>
                  <a:pt x="6" y="36"/>
                </a:lnTo>
                <a:lnTo>
                  <a:pt x="6" y="54"/>
                </a:lnTo>
                <a:lnTo>
                  <a:pt x="6" y="72"/>
                </a:lnTo>
                <a:lnTo>
                  <a:pt x="6" y="90"/>
                </a:lnTo>
                <a:lnTo>
                  <a:pt x="0" y="108"/>
                </a:lnTo>
                <a:lnTo>
                  <a:pt x="0" y="126"/>
                </a:lnTo>
                <a:lnTo>
                  <a:pt x="0" y="144"/>
                </a:lnTo>
                <a:lnTo>
                  <a:pt x="0" y="162"/>
                </a:lnTo>
                <a:lnTo>
                  <a:pt x="0" y="180"/>
                </a:lnTo>
                <a:lnTo>
                  <a:pt x="6" y="198"/>
                </a:lnTo>
                <a:lnTo>
                  <a:pt x="12" y="216"/>
                </a:lnTo>
              </a:path>
            </a:pathLst>
          </a:custGeom>
          <a:noFill/>
          <a:ln w="12700" cap="rnd" cmpd="sng">
            <a:solidFill>
              <a:schemeClr val="tx1"/>
            </a:solidFill>
            <a:prstDash val="solid"/>
            <a:round/>
            <a:headEnd type="none" w="med" len="med"/>
            <a:tailEnd type="none" w="med" len="med"/>
          </a:ln>
          <a:effectLst/>
        </p:spPr>
        <p:txBody>
          <a:bodyPr/>
          <a:lstStyle/>
          <a:p>
            <a:pPr>
              <a:defRPr/>
            </a:pPr>
            <a:endParaRPr lang="zh-CN" altLang="en-US">
              <a:cs typeface="+mn-cs"/>
            </a:endParaRPr>
          </a:p>
        </p:txBody>
      </p:sp>
      <p:sp>
        <p:nvSpPr>
          <p:cNvPr id="42097" name="Freeform 113">
            <a:extLst>
              <a:ext uri="{FF2B5EF4-FFF2-40B4-BE49-F238E27FC236}">
                <a16:creationId xmlns:a16="http://schemas.microsoft.com/office/drawing/2014/main" id="{E58ECEE0-3B07-B146-A882-53033C6AF9D5}"/>
              </a:ext>
            </a:extLst>
          </p:cNvPr>
          <p:cNvSpPr>
            <a:spLocks/>
          </p:cNvSpPr>
          <p:nvPr/>
        </p:nvSpPr>
        <p:spPr bwMode="auto">
          <a:xfrm>
            <a:off x="5203031" y="2777728"/>
            <a:ext cx="61913" cy="689372"/>
          </a:xfrm>
          <a:custGeom>
            <a:avLst/>
            <a:gdLst>
              <a:gd name="T0" fmla="*/ 30324 w 49"/>
              <a:gd name="T1" fmla="*/ 0 h 403"/>
              <a:gd name="T2" fmla="*/ 20216 w 49"/>
              <a:gd name="T3" fmla="*/ 41054 h 403"/>
              <a:gd name="T4" fmla="*/ 20216 w 49"/>
              <a:gd name="T5" fmla="*/ 82109 h 403"/>
              <a:gd name="T6" fmla="*/ 20216 w 49"/>
              <a:gd name="T7" fmla="*/ 123163 h 403"/>
              <a:gd name="T8" fmla="*/ 20216 w 49"/>
              <a:gd name="T9" fmla="*/ 164218 h 403"/>
              <a:gd name="T10" fmla="*/ 40433 w 49"/>
              <a:gd name="T11" fmla="*/ 205272 h 403"/>
              <a:gd name="T12" fmla="*/ 40433 w 49"/>
              <a:gd name="T13" fmla="*/ 246326 h 403"/>
              <a:gd name="T14" fmla="*/ 50541 w 49"/>
              <a:gd name="T15" fmla="*/ 287381 h 403"/>
              <a:gd name="T16" fmla="*/ 60649 w 49"/>
              <a:gd name="T17" fmla="*/ 328435 h 403"/>
              <a:gd name="T18" fmla="*/ 60649 w 49"/>
              <a:gd name="T19" fmla="*/ 369489 h 403"/>
              <a:gd name="T20" fmla="*/ 80865 w 49"/>
              <a:gd name="T21" fmla="*/ 410544 h 403"/>
              <a:gd name="T22" fmla="*/ 80865 w 49"/>
              <a:gd name="T23" fmla="*/ 451598 h 403"/>
              <a:gd name="T24" fmla="*/ 80865 w 49"/>
              <a:gd name="T25" fmla="*/ 492653 h 403"/>
              <a:gd name="T26" fmla="*/ 80865 w 49"/>
              <a:gd name="T27" fmla="*/ 533707 h 403"/>
              <a:gd name="T28" fmla="*/ 80865 w 49"/>
              <a:gd name="T29" fmla="*/ 574761 h 403"/>
              <a:gd name="T30" fmla="*/ 80865 w 49"/>
              <a:gd name="T31" fmla="*/ 615816 h 403"/>
              <a:gd name="T32" fmla="*/ 70757 w 49"/>
              <a:gd name="T33" fmla="*/ 656870 h 403"/>
              <a:gd name="T34" fmla="*/ 60649 w 49"/>
              <a:gd name="T35" fmla="*/ 697924 h 403"/>
              <a:gd name="T36" fmla="*/ 50541 w 49"/>
              <a:gd name="T37" fmla="*/ 738979 h 403"/>
              <a:gd name="T38" fmla="*/ 30324 w 49"/>
              <a:gd name="T39" fmla="*/ 780033 h 403"/>
              <a:gd name="T40" fmla="*/ 20216 w 49"/>
              <a:gd name="T41" fmla="*/ 834772 h 403"/>
              <a:gd name="T42" fmla="*/ 20216 w 49"/>
              <a:gd name="T43" fmla="*/ 875827 h 403"/>
              <a:gd name="T44" fmla="*/ 0 w 49"/>
              <a:gd name="T45" fmla="*/ 916881 h 403"/>
              <a:gd name="T46" fmla="*/ 0 w 49"/>
              <a:gd name="T47" fmla="*/ 916881 h 40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49" h="403">
                <a:moveTo>
                  <a:pt x="18" y="0"/>
                </a:moveTo>
                <a:lnTo>
                  <a:pt x="12" y="18"/>
                </a:lnTo>
                <a:lnTo>
                  <a:pt x="12" y="36"/>
                </a:lnTo>
                <a:lnTo>
                  <a:pt x="12" y="54"/>
                </a:lnTo>
                <a:lnTo>
                  <a:pt x="12" y="72"/>
                </a:lnTo>
                <a:lnTo>
                  <a:pt x="24" y="90"/>
                </a:lnTo>
                <a:lnTo>
                  <a:pt x="24" y="108"/>
                </a:lnTo>
                <a:lnTo>
                  <a:pt x="30" y="126"/>
                </a:lnTo>
                <a:lnTo>
                  <a:pt x="36" y="144"/>
                </a:lnTo>
                <a:lnTo>
                  <a:pt x="36" y="162"/>
                </a:lnTo>
                <a:lnTo>
                  <a:pt x="48" y="180"/>
                </a:lnTo>
                <a:lnTo>
                  <a:pt x="48" y="198"/>
                </a:lnTo>
                <a:lnTo>
                  <a:pt x="48" y="216"/>
                </a:lnTo>
                <a:lnTo>
                  <a:pt x="48" y="234"/>
                </a:lnTo>
                <a:lnTo>
                  <a:pt x="48" y="252"/>
                </a:lnTo>
                <a:lnTo>
                  <a:pt x="48" y="270"/>
                </a:lnTo>
                <a:lnTo>
                  <a:pt x="42" y="288"/>
                </a:lnTo>
                <a:lnTo>
                  <a:pt x="36" y="306"/>
                </a:lnTo>
                <a:lnTo>
                  <a:pt x="30" y="324"/>
                </a:lnTo>
                <a:lnTo>
                  <a:pt x="18" y="342"/>
                </a:lnTo>
                <a:lnTo>
                  <a:pt x="12" y="366"/>
                </a:lnTo>
                <a:lnTo>
                  <a:pt x="12" y="384"/>
                </a:lnTo>
                <a:lnTo>
                  <a:pt x="0" y="402"/>
                </a:lnTo>
              </a:path>
            </a:pathLst>
          </a:custGeom>
          <a:noFill/>
          <a:ln w="12700" cap="rnd" cmpd="sng">
            <a:solidFill>
              <a:schemeClr val="tx1"/>
            </a:solidFill>
            <a:prstDash val="solid"/>
            <a:round/>
            <a:headEnd type="none" w="med" len="med"/>
            <a:tailEnd type="none" w="med" len="med"/>
          </a:ln>
          <a:effectLst/>
        </p:spPr>
        <p:txBody>
          <a:bodyPr/>
          <a:lstStyle/>
          <a:p>
            <a:pPr>
              <a:defRPr/>
            </a:pPr>
            <a:endParaRPr lang="zh-CN" altLang="en-US">
              <a:cs typeface="+mn-cs"/>
            </a:endParaRPr>
          </a:p>
        </p:txBody>
      </p:sp>
      <p:sp>
        <p:nvSpPr>
          <p:cNvPr id="42098" name="Freeform 114">
            <a:extLst>
              <a:ext uri="{FF2B5EF4-FFF2-40B4-BE49-F238E27FC236}">
                <a16:creationId xmlns:a16="http://schemas.microsoft.com/office/drawing/2014/main" id="{D3D6FE6A-F60A-C848-9B15-16D5B448D6BC}"/>
              </a:ext>
            </a:extLst>
          </p:cNvPr>
          <p:cNvSpPr>
            <a:spLocks/>
          </p:cNvSpPr>
          <p:nvPr/>
        </p:nvSpPr>
        <p:spPr bwMode="auto">
          <a:xfrm>
            <a:off x="5187554" y="3464719"/>
            <a:ext cx="16669" cy="340519"/>
          </a:xfrm>
          <a:custGeom>
            <a:avLst/>
            <a:gdLst>
              <a:gd name="T0" fmla="*/ 20515 w 13"/>
              <a:gd name="T1" fmla="*/ 0 h 199"/>
              <a:gd name="T2" fmla="*/ 20515 w 13"/>
              <a:gd name="T3" fmla="*/ 41068 h 199"/>
              <a:gd name="T4" fmla="*/ 20515 w 13"/>
              <a:gd name="T5" fmla="*/ 82135 h 199"/>
              <a:gd name="T6" fmla="*/ 20515 w 13"/>
              <a:gd name="T7" fmla="*/ 123203 h 199"/>
              <a:gd name="T8" fmla="*/ 20515 w 13"/>
              <a:gd name="T9" fmla="*/ 164270 h 199"/>
              <a:gd name="T10" fmla="*/ 20515 w 13"/>
              <a:gd name="T11" fmla="*/ 205338 h 199"/>
              <a:gd name="T12" fmla="*/ 20515 w 13"/>
              <a:gd name="T13" fmla="*/ 246406 h 199"/>
              <a:gd name="T14" fmla="*/ 20515 w 13"/>
              <a:gd name="T15" fmla="*/ 287473 h 199"/>
              <a:gd name="T16" fmla="*/ 20515 w 13"/>
              <a:gd name="T17" fmla="*/ 328541 h 199"/>
              <a:gd name="T18" fmla="*/ 20515 w 13"/>
              <a:gd name="T19" fmla="*/ 369608 h 199"/>
              <a:gd name="T20" fmla="*/ 10258 w 13"/>
              <a:gd name="T21" fmla="*/ 410676 h 199"/>
              <a:gd name="T22" fmla="*/ 0 w 13"/>
              <a:gd name="T23" fmla="*/ 451743 h 1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 h="199">
                <a:moveTo>
                  <a:pt x="12" y="0"/>
                </a:moveTo>
                <a:lnTo>
                  <a:pt x="12" y="18"/>
                </a:lnTo>
                <a:lnTo>
                  <a:pt x="12" y="36"/>
                </a:lnTo>
                <a:lnTo>
                  <a:pt x="12" y="54"/>
                </a:lnTo>
                <a:lnTo>
                  <a:pt x="12" y="72"/>
                </a:lnTo>
                <a:lnTo>
                  <a:pt x="12" y="90"/>
                </a:lnTo>
                <a:lnTo>
                  <a:pt x="12" y="108"/>
                </a:lnTo>
                <a:lnTo>
                  <a:pt x="12" y="126"/>
                </a:lnTo>
                <a:lnTo>
                  <a:pt x="12" y="144"/>
                </a:lnTo>
                <a:lnTo>
                  <a:pt x="12" y="162"/>
                </a:lnTo>
                <a:lnTo>
                  <a:pt x="6" y="180"/>
                </a:lnTo>
                <a:lnTo>
                  <a:pt x="0" y="198"/>
                </a:lnTo>
              </a:path>
            </a:pathLst>
          </a:custGeom>
          <a:noFill/>
          <a:ln w="12700" cap="rnd" cmpd="sng">
            <a:solidFill>
              <a:schemeClr val="tx1"/>
            </a:solidFill>
            <a:prstDash val="solid"/>
            <a:round/>
            <a:headEnd type="none" w="med" len="med"/>
            <a:tailEnd type="none" w="med" len="med"/>
          </a:ln>
          <a:effectLst/>
        </p:spPr>
        <p:txBody>
          <a:bodyPr/>
          <a:lstStyle/>
          <a:p>
            <a:pPr>
              <a:defRPr/>
            </a:pPr>
            <a:endParaRPr lang="zh-CN" altLang="en-US">
              <a:cs typeface="+mn-cs"/>
            </a:endParaRPr>
          </a:p>
        </p:txBody>
      </p:sp>
      <p:sp>
        <p:nvSpPr>
          <p:cNvPr id="42099" name="弧 115">
            <a:extLst>
              <a:ext uri="{FF2B5EF4-FFF2-40B4-BE49-F238E27FC236}">
                <a16:creationId xmlns:a16="http://schemas.microsoft.com/office/drawing/2014/main" id="{197082C2-4E78-8345-86F7-65B25E64DC9B}"/>
              </a:ext>
            </a:extLst>
          </p:cNvPr>
          <p:cNvSpPr>
            <a:spLocks/>
          </p:cNvSpPr>
          <p:nvPr/>
        </p:nvSpPr>
        <p:spPr bwMode="auto">
          <a:xfrm rot="540000">
            <a:off x="4455319" y="2581276"/>
            <a:ext cx="265510" cy="259556"/>
          </a:xfrm>
          <a:custGeom>
            <a:avLst/>
            <a:gdLst>
              <a:gd name="T0" fmla="*/ 0 w 21600"/>
              <a:gd name="T1" fmla="*/ 0 h 21600"/>
              <a:gd name="T2" fmla="*/ 354013 w 21600"/>
              <a:gd name="T3" fmla="*/ 346075 h 21600"/>
              <a:gd name="T4" fmla="*/ 0 w 21600"/>
              <a:gd name="T5" fmla="*/ 346075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lnTo>
                  <a:pt x="0" y="-1"/>
                </a:lnTo>
                <a:close/>
              </a:path>
            </a:pathLst>
          </a:custGeom>
          <a:noFill/>
          <a:ln w="19050" cap="rnd">
            <a:solidFill>
              <a:srgbClr val="333399"/>
            </a:solidFill>
            <a:round/>
            <a:headEnd/>
            <a:tailEnd/>
          </a:ln>
          <a:effectLst/>
        </p:spPr>
        <p:txBody>
          <a:bodyPr wrap="none" anchor="ctr"/>
          <a:lstStyle/>
          <a:p>
            <a:pPr>
              <a:defRPr/>
            </a:pPr>
            <a:endParaRPr lang="zh-CN" altLang="en-US">
              <a:cs typeface="+mn-cs"/>
            </a:endParaRPr>
          </a:p>
        </p:txBody>
      </p:sp>
      <p:sp>
        <p:nvSpPr>
          <p:cNvPr id="127002" name="Text Box 116">
            <a:extLst>
              <a:ext uri="{FF2B5EF4-FFF2-40B4-BE49-F238E27FC236}">
                <a16:creationId xmlns:a16="http://schemas.microsoft.com/office/drawing/2014/main" id="{B197FE04-3339-5B45-A4BB-59620AE72F34}"/>
              </a:ext>
            </a:extLst>
          </p:cNvPr>
          <p:cNvSpPr txBox="1">
            <a:spLocks noChangeArrowheads="1"/>
          </p:cNvSpPr>
          <p:nvPr/>
        </p:nvSpPr>
        <p:spPr bwMode="auto">
          <a:xfrm>
            <a:off x="5219700" y="1758554"/>
            <a:ext cx="226215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  </a:t>
            </a:r>
            <a:r>
              <a:rPr kumimoji="1" lang="zh-CN" altLang="en-US" sz="1800">
                <a:latin typeface="Arial" panose="020B0604020202020204" pitchFamily="34" charset="0"/>
                <a:ea typeface="宋体" panose="02010600030101010101" pitchFamily="2" charset="-122"/>
              </a:rPr>
              <a:t>包层</a:t>
            </a:r>
          </a:p>
          <a:p>
            <a:pPr eaLnBrk="1" hangingPunct="1">
              <a:spcBef>
                <a:spcPct val="0"/>
              </a:spcBef>
              <a:buClrTx/>
              <a:buSzTx/>
              <a:buFontTx/>
              <a:buNone/>
            </a:pPr>
            <a:r>
              <a:rPr kumimoji="1" lang="zh-CN" altLang="en-US" sz="1800">
                <a:latin typeface="Arial" panose="020B0604020202020204" pitchFamily="34" charset="0"/>
                <a:ea typeface="宋体" panose="02010600030101010101" pitchFamily="2" charset="-122"/>
              </a:rPr>
              <a:t>（低折射率的媒体）</a:t>
            </a:r>
          </a:p>
        </p:txBody>
      </p:sp>
      <p:sp>
        <p:nvSpPr>
          <p:cNvPr id="42101" name="Line 117">
            <a:extLst>
              <a:ext uri="{FF2B5EF4-FFF2-40B4-BE49-F238E27FC236}">
                <a16:creationId xmlns:a16="http://schemas.microsoft.com/office/drawing/2014/main" id="{757565EA-812C-B84E-BD5B-4C21EDE4443C}"/>
              </a:ext>
            </a:extLst>
          </p:cNvPr>
          <p:cNvSpPr>
            <a:spLocks noChangeShapeType="1"/>
          </p:cNvSpPr>
          <p:nvPr/>
        </p:nvSpPr>
        <p:spPr bwMode="auto">
          <a:xfrm flipH="1">
            <a:off x="5044678" y="3598069"/>
            <a:ext cx="489347" cy="82154"/>
          </a:xfrm>
          <a:prstGeom prst="line">
            <a:avLst/>
          </a:prstGeom>
          <a:noFill/>
          <a:ln w="1270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7004" name="Text Box 118">
            <a:extLst>
              <a:ext uri="{FF2B5EF4-FFF2-40B4-BE49-F238E27FC236}">
                <a16:creationId xmlns:a16="http://schemas.microsoft.com/office/drawing/2014/main" id="{43B3E9D4-5FED-1549-91D7-858FA416E965}"/>
              </a:ext>
            </a:extLst>
          </p:cNvPr>
          <p:cNvSpPr txBox="1">
            <a:spLocks noChangeArrowheads="1"/>
          </p:cNvSpPr>
          <p:nvPr/>
        </p:nvSpPr>
        <p:spPr bwMode="auto">
          <a:xfrm>
            <a:off x="5436394" y="3377804"/>
            <a:ext cx="226215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  </a:t>
            </a:r>
            <a:r>
              <a:rPr kumimoji="1" lang="zh-CN" altLang="en-US" sz="1800">
                <a:latin typeface="Arial" panose="020B0604020202020204" pitchFamily="34" charset="0"/>
                <a:ea typeface="宋体" panose="02010600030101010101" pitchFamily="2" charset="-122"/>
              </a:rPr>
              <a:t>包层</a:t>
            </a:r>
          </a:p>
          <a:p>
            <a:pPr eaLnBrk="1" hangingPunct="1">
              <a:spcBef>
                <a:spcPct val="0"/>
              </a:spcBef>
              <a:buClrTx/>
              <a:buSzTx/>
              <a:buFontTx/>
              <a:buNone/>
            </a:pPr>
            <a:r>
              <a:rPr kumimoji="1" lang="zh-CN" altLang="en-US" sz="1800">
                <a:latin typeface="Arial" panose="020B0604020202020204" pitchFamily="34" charset="0"/>
                <a:ea typeface="宋体" panose="02010600030101010101" pitchFamily="2" charset="-122"/>
              </a:rPr>
              <a:t>（低折射率的媒体）</a:t>
            </a:r>
          </a:p>
        </p:txBody>
      </p:sp>
      <p:sp>
        <p:nvSpPr>
          <p:cNvPr id="127005" name="Text Box 119">
            <a:extLst>
              <a:ext uri="{FF2B5EF4-FFF2-40B4-BE49-F238E27FC236}">
                <a16:creationId xmlns:a16="http://schemas.microsoft.com/office/drawing/2014/main" id="{2B4DAEFD-3288-B94B-85FF-6A78BCE0FCA0}"/>
              </a:ext>
            </a:extLst>
          </p:cNvPr>
          <p:cNvSpPr txBox="1">
            <a:spLocks noChangeArrowheads="1"/>
          </p:cNvSpPr>
          <p:nvPr/>
        </p:nvSpPr>
        <p:spPr bwMode="auto">
          <a:xfrm>
            <a:off x="5489972" y="2571751"/>
            <a:ext cx="238482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   </a:t>
            </a:r>
            <a:r>
              <a:rPr kumimoji="1" lang="zh-CN" altLang="en-US" sz="1800">
                <a:latin typeface="Arial" panose="020B0604020202020204" pitchFamily="34" charset="0"/>
                <a:ea typeface="宋体" panose="02010600030101010101" pitchFamily="2" charset="-122"/>
              </a:rPr>
              <a:t>纤芯</a:t>
            </a:r>
          </a:p>
          <a:p>
            <a:pPr eaLnBrk="1" hangingPunct="1">
              <a:spcBef>
                <a:spcPct val="0"/>
              </a:spcBef>
              <a:buClrTx/>
              <a:buSzTx/>
              <a:buFontTx/>
              <a:buNone/>
            </a:pPr>
            <a:r>
              <a:rPr kumimoji="1" lang="zh-CN" altLang="en-US" sz="1800">
                <a:latin typeface="Arial" panose="020B0604020202020204" pitchFamily="34" charset="0"/>
                <a:ea typeface="宋体" panose="02010600030101010101" pitchFamily="2" charset="-122"/>
              </a:rPr>
              <a:t>（高折射率的媒体）            </a:t>
            </a:r>
          </a:p>
        </p:txBody>
      </p:sp>
      <p:sp>
        <p:nvSpPr>
          <p:cNvPr id="42104" name="AutoShape 120">
            <a:extLst>
              <a:ext uri="{FF2B5EF4-FFF2-40B4-BE49-F238E27FC236}">
                <a16:creationId xmlns:a16="http://schemas.microsoft.com/office/drawing/2014/main" id="{36180328-9BCD-0140-A25D-F7697C17225C}"/>
              </a:ext>
            </a:extLst>
          </p:cNvPr>
          <p:cNvSpPr>
            <a:spLocks noChangeArrowheads="1"/>
          </p:cNvSpPr>
          <p:nvPr/>
        </p:nvSpPr>
        <p:spPr bwMode="auto">
          <a:xfrm rot="5400000">
            <a:off x="1154311" y="2616399"/>
            <a:ext cx="1414463" cy="979885"/>
          </a:xfrm>
          <a:prstGeom prst="can">
            <a:avLst>
              <a:gd name="adj" fmla="val 29815"/>
            </a:avLst>
          </a:prstGeom>
          <a:gradFill rotWithShape="1">
            <a:gsLst>
              <a:gs pos="0">
                <a:srgbClr val="66FFFF">
                  <a:gamma/>
                  <a:shade val="46275"/>
                  <a:invGamma/>
                </a:srgbClr>
              </a:gs>
              <a:gs pos="50000">
                <a:srgbClr val="66FFFF"/>
              </a:gs>
              <a:gs pos="100000">
                <a:srgbClr val="66FFFF">
                  <a:gamma/>
                  <a:shade val="46275"/>
                  <a:invGamma/>
                </a:srgbClr>
              </a:gs>
            </a:gsLst>
            <a:lin ang="0" scaled="1"/>
          </a:gradFill>
          <a:ln w="9525">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42105" name="AutoShape 121">
            <a:extLst>
              <a:ext uri="{FF2B5EF4-FFF2-40B4-BE49-F238E27FC236}">
                <a16:creationId xmlns:a16="http://schemas.microsoft.com/office/drawing/2014/main" id="{4E0065D6-F675-4344-9766-086EE2ECFDF4}"/>
              </a:ext>
            </a:extLst>
          </p:cNvPr>
          <p:cNvSpPr>
            <a:spLocks noChangeArrowheads="1"/>
          </p:cNvSpPr>
          <p:nvPr/>
        </p:nvSpPr>
        <p:spPr bwMode="auto">
          <a:xfrm rot="5400000">
            <a:off x="2074069" y="2881312"/>
            <a:ext cx="676275" cy="490538"/>
          </a:xfrm>
          <a:prstGeom prst="can">
            <a:avLst>
              <a:gd name="adj" fmla="val 27343"/>
            </a:avLst>
          </a:prstGeom>
          <a:solidFill>
            <a:srgbClr val="FFFFFF"/>
          </a:solidFill>
          <a:ln w="9525">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7008" name="Text Box 122">
            <a:extLst>
              <a:ext uri="{FF2B5EF4-FFF2-40B4-BE49-F238E27FC236}">
                <a16:creationId xmlns:a16="http://schemas.microsoft.com/office/drawing/2014/main" id="{F3039ECB-D188-A245-9297-45890AC5E7A3}"/>
              </a:ext>
            </a:extLst>
          </p:cNvPr>
          <p:cNvSpPr txBox="1">
            <a:spLocks noChangeArrowheads="1"/>
          </p:cNvSpPr>
          <p:nvPr/>
        </p:nvSpPr>
        <p:spPr bwMode="auto">
          <a:xfrm>
            <a:off x="1677592" y="1681163"/>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latin typeface="Arial" panose="020B0604020202020204" pitchFamily="34" charset="0"/>
                <a:ea typeface="宋体" panose="02010600030101010101" pitchFamily="2" charset="-122"/>
              </a:rPr>
              <a:t>包层</a:t>
            </a:r>
          </a:p>
        </p:txBody>
      </p:sp>
      <p:sp>
        <p:nvSpPr>
          <p:cNvPr id="42107" name="Line 123">
            <a:extLst>
              <a:ext uri="{FF2B5EF4-FFF2-40B4-BE49-F238E27FC236}">
                <a16:creationId xmlns:a16="http://schemas.microsoft.com/office/drawing/2014/main" id="{1E807227-AA99-FC43-8D6F-66FF3706C788}"/>
              </a:ext>
            </a:extLst>
          </p:cNvPr>
          <p:cNvSpPr>
            <a:spLocks noChangeShapeType="1"/>
          </p:cNvSpPr>
          <p:nvPr/>
        </p:nvSpPr>
        <p:spPr bwMode="auto">
          <a:xfrm flipH="1">
            <a:off x="1922860" y="2121694"/>
            <a:ext cx="2381" cy="491729"/>
          </a:xfrm>
          <a:prstGeom prst="line">
            <a:avLst/>
          </a:prstGeom>
          <a:noFill/>
          <a:ln w="1270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7010" name="Text Box 124">
            <a:extLst>
              <a:ext uri="{FF2B5EF4-FFF2-40B4-BE49-F238E27FC236}">
                <a16:creationId xmlns:a16="http://schemas.microsoft.com/office/drawing/2014/main" id="{1A0E2B70-D1A1-B14E-BC48-11136879A95F}"/>
              </a:ext>
            </a:extLst>
          </p:cNvPr>
          <p:cNvSpPr txBox="1">
            <a:spLocks noChangeArrowheads="1"/>
          </p:cNvSpPr>
          <p:nvPr/>
        </p:nvSpPr>
        <p:spPr bwMode="auto">
          <a:xfrm>
            <a:off x="2351485" y="1957388"/>
            <a:ext cx="52268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800">
                <a:latin typeface="Arial" panose="020B0604020202020204" pitchFamily="34" charset="0"/>
                <a:ea typeface="宋体" panose="02010600030101010101" pitchFamily="2" charset="-122"/>
              </a:rPr>
              <a:t>纤芯</a:t>
            </a:r>
          </a:p>
        </p:txBody>
      </p:sp>
      <p:sp>
        <p:nvSpPr>
          <p:cNvPr id="42109" name="Line 125">
            <a:extLst>
              <a:ext uri="{FF2B5EF4-FFF2-40B4-BE49-F238E27FC236}">
                <a16:creationId xmlns:a16="http://schemas.microsoft.com/office/drawing/2014/main" id="{566E99CB-1E93-E347-A3EB-EABF403665E1}"/>
              </a:ext>
            </a:extLst>
          </p:cNvPr>
          <p:cNvSpPr>
            <a:spLocks noChangeShapeType="1"/>
          </p:cNvSpPr>
          <p:nvPr/>
        </p:nvSpPr>
        <p:spPr bwMode="auto">
          <a:xfrm flipH="1">
            <a:off x="2347912" y="2286000"/>
            <a:ext cx="186929" cy="656035"/>
          </a:xfrm>
          <a:prstGeom prst="line">
            <a:avLst/>
          </a:prstGeom>
          <a:noFill/>
          <a:ln w="1270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7012" name="幻灯片编号占位符 1">
            <a:extLst>
              <a:ext uri="{FF2B5EF4-FFF2-40B4-BE49-F238E27FC236}">
                <a16:creationId xmlns:a16="http://schemas.microsoft.com/office/drawing/2014/main" id="{20D30D1C-29A6-494F-A477-FB7537631DFA}"/>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9DD5DCC-6F5A-B649-AF4E-618C18E45D7C}"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55</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1142500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Rectangle 2">
            <a:extLst>
              <a:ext uri="{FF2B5EF4-FFF2-40B4-BE49-F238E27FC236}">
                <a16:creationId xmlns:a16="http://schemas.microsoft.com/office/drawing/2014/main" id="{A74EF8DB-F026-7E4C-BF76-3AE5473CBE34}"/>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光纤的工作原理</a:t>
            </a:r>
          </a:p>
        </p:txBody>
      </p:sp>
      <p:sp>
        <p:nvSpPr>
          <p:cNvPr id="122883" name="Rectangle 3">
            <a:extLst>
              <a:ext uri="{FF2B5EF4-FFF2-40B4-BE49-F238E27FC236}">
                <a16:creationId xmlns:a16="http://schemas.microsoft.com/office/drawing/2014/main" id="{0DF94BBB-588D-B041-9F30-4FE1977A0A29}"/>
              </a:ext>
            </a:extLst>
          </p:cNvPr>
          <p:cNvSpPr>
            <a:spLocks noChangeArrowheads="1"/>
          </p:cNvSpPr>
          <p:nvPr/>
        </p:nvSpPr>
        <p:spPr bwMode="auto">
          <a:xfrm>
            <a:off x="3139679" y="2377679"/>
            <a:ext cx="3668315" cy="183356"/>
          </a:xfrm>
          <a:prstGeom prst="rect">
            <a:avLst/>
          </a:prstGeom>
          <a:solidFill>
            <a:srgbClr val="DDDDDD"/>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2884" name="Rectangle 4">
            <a:extLst>
              <a:ext uri="{FF2B5EF4-FFF2-40B4-BE49-F238E27FC236}">
                <a16:creationId xmlns:a16="http://schemas.microsoft.com/office/drawing/2014/main" id="{52A5C7C3-0D45-5B40-914E-38DCA118AC1C}"/>
              </a:ext>
            </a:extLst>
          </p:cNvPr>
          <p:cNvSpPr>
            <a:spLocks noChangeArrowheads="1"/>
          </p:cNvSpPr>
          <p:nvPr/>
        </p:nvSpPr>
        <p:spPr bwMode="auto">
          <a:xfrm>
            <a:off x="3139679" y="2561035"/>
            <a:ext cx="3668315" cy="258365"/>
          </a:xfrm>
          <a:prstGeom prst="rect">
            <a:avLst/>
          </a:prstGeom>
          <a:solidFill>
            <a:srgbClr val="FFFFFF"/>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2885" name="Rectangle 5">
            <a:extLst>
              <a:ext uri="{FF2B5EF4-FFF2-40B4-BE49-F238E27FC236}">
                <a16:creationId xmlns:a16="http://schemas.microsoft.com/office/drawing/2014/main" id="{054CBD7A-3C76-0143-922A-01A88FDC00E1}"/>
              </a:ext>
            </a:extLst>
          </p:cNvPr>
          <p:cNvSpPr>
            <a:spLocks noChangeArrowheads="1"/>
          </p:cNvSpPr>
          <p:nvPr/>
        </p:nvSpPr>
        <p:spPr bwMode="auto">
          <a:xfrm>
            <a:off x="3139679" y="2819401"/>
            <a:ext cx="3668315" cy="184547"/>
          </a:xfrm>
          <a:prstGeom prst="rect">
            <a:avLst/>
          </a:prstGeom>
          <a:solidFill>
            <a:srgbClr val="DDDDDD"/>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2886" name="AutoShape 6">
            <a:extLst>
              <a:ext uri="{FF2B5EF4-FFF2-40B4-BE49-F238E27FC236}">
                <a16:creationId xmlns:a16="http://schemas.microsoft.com/office/drawing/2014/main" id="{57BC0363-B5E1-2344-8DB8-D3FF37FFBC9B}"/>
              </a:ext>
            </a:extLst>
          </p:cNvPr>
          <p:cNvSpPr>
            <a:spLocks noChangeArrowheads="1"/>
          </p:cNvSpPr>
          <p:nvPr/>
        </p:nvSpPr>
        <p:spPr bwMode="auto">
          <a:xfrm rot="5400000">
            <a:off x="2174082" y="2364582"/>
            <a:ext cx="626269" cy="652463"/>
          </a:xfrm>
          <a:prstGeom prst="can">
            <a:avLst>
              <a:gd name="adj" fmla="val 26046"/>
            </a:avLst>
          </a:prstGeom>
          <a:gradFill rotWithShape="1">
            <a:gsLst>
              <a:gs pos="0">
                <a:srgbClr val="DDDDDD">
                  <a:gamma/>
                  <a:shade val="46275"/>
                  <a:invGamma/>
                </a:srgbClr>
              </a:gs>
              <a:gs pos="50000">
                <a:srgbClr val="DDDDDD"/>
              </a:gs>
              <a:gs pos="100000">
                <a:srgbClr val="DDDDDD">
                  <a:gamma/>
                  <a:shade val="46275"/>
                  <a:invGamma/>
                </a:srgbClr>
              </a:gs>
            </a:gsLst>
            <a:lin ang="0" scaled="1"/>
          </a:grad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2887" name="AutoShape 7">
            <a:extLst>
              <a:ext uri="{FF2B5EF4-FFF2-40B4-BE49-F238E27FC236}">
                <a16:creationId xmlns:a16="http://schemas.microsoft.com/office/drawing/2014/main" id="{FE72950A-E081-7B41-8E3D-7A0F286599FC}"/>
              </a:ext>
            </a:extLst>
          </p:cNvPr>
          <p:cNvSpPr>
            <a:spLocks noChangeArrowheads="1"/>
          </p:cNvSpPr>
          <p:nvPr/>
        </p:nvSpPr>
        <p:spPr bwMode="auto">
          <a:xfrm rot="5400000">
            <a:off x="2724746" y="2527102"/>
            <a:ext cx="258365" cy="326231"/>
          </a:xfrm>
          <a:prstGeom prst="can">
            <a:avLst>
              <a:gd name="adj" fmla="val 20711"/>
            </a:avLst>
          </a:prstGeom>
          <a:solidFill>
            <a:schemeClr val="bg1"/>
          </a:solid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nvGrpSpPr>
          <p:cNvPr id="129031" name="Group 8">
            <a:extLst>
              <a:ext uri="{FF2B5EF4-FFF2-40B4-BE49-F238E27FC236}">
                <a16:creationId xmlns:a16="http://schemas.microsoft.com/office/drawing/2014/main" id="{B841BB1D-143A-B24E-BBE7-23A40952DD64}"/>
              </a:ext>
            </a:extLst>
          </p:cNvPr>
          <p:cNvGrpSpPr>
            <a:grpSpLocks/>
          </p:cNvGrpSpPr>
          <p:nvPr/>
        </p:nvGrpSpPr>
        <p:grpSpPr bwMode="auto">
          <a:xfrm>
            <a:off x="3139679" y="2377679"/>
            <a:ext cx="3668315" cy="626269"/>
            <a:chOff x="912" y="912"/>
            <a:chExt cx="4608" cy="816"/>
          </a:xfrm>
        </p:grpSpPr>
        <p:sp>
          <p:nvSpPr>
            <p:cNvPr id="122889" name="Line 9">
              <a:extLst>
                <a:ext uri="{FF2B5EF4-FFF2-40B4-BE49-F238E27FC236}">
                  <a16:creationId xmlns:a16="http://schemas.microsoft.com/office/drawing/2014/main" id="{89314BA0-392A-5741-AE9D-72BB7F548555}"/>
                </a:ext>
              </a:extLst>
            </p:cNvPr>
            <p:cNvSpPr>
              <a:spLocks noChangeShapeType="1"/>
            </p:cNvSpPr>
            <p:nvPr/>
          </p:nvSpPr>
          <p:spPr bwMode="auto">
            <a:xfrm>
              <a:off x="912" y="912"/>
              <a:ext cx="4608" cy="0"/>
            </a:xfrm>
            <a:prstGeom prst="line">
              <a:avLst/>
            </a:prstGeom>
            <a:noFill/>
            <a:ln w="9525">
              <a:solidFill>
                <a:schemeClr val="tx1"/>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22890" name="Line 10">
              <a:extLst>
                <a:ext uri="{FF2B5EF4-FFF2-40B4-BE49-F238E27FC236}">
                  <a16:creationId xmlns:a16="http://schemas.microsoft.com/office/drawing/2014/main" id="{AF482A25-6880-BD44-9153-3DB3B0B5A343}"/>
                </a:ext>
              </a:extLst>
            </p:cNvPr>
            <p:cNvSpPr>
              <a:spLocks noChangeShapeType="1"/>
            </p:cNvSpPr>
            <p:nvPr/>
          </p:nvSpPr>
          <p:spPr bwMode="auto">
            <a:xfrm>
              <a:off x="912" y="1152"/>
              <a:ext cx="4608" cy="0"/>
            </a:xfrm>
            <a:prstGeom prst="line">
              <a:avLst/>
            </a:prstGeom>
            <a:noFill/>
            <a:ln w="9525">
              <a:solidFill>
                <a:schemeClr val="tx1"/>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22891" name="Line 11">
              <a:extLst>
                <a:ext uri="{FF2B5EF4-FFF2-40B4-BE49-F238E27FC236}">
                  <a16:creationId xmlns:a16="http://schemas.microsoft.com/office/drawing/2014/main" id="{FD8F4E83-FDA2-5043-B4CB-6617ED2A6EB2}"/>
                </a:ext>
              </a:extLst>
            </p:cNvPr>
            <p:cNvSpPr>
              <a:spLocks noChangeShapeType="1"/>
            </p:cNvSpPr>
            <p:nvPr/>
          </p:nvSpPr>
          <p:spPr bwMode="auto">
            <a:xfrm>
              <a:off x="912" y="1488"/>
              <a:ext cx="4608" cy="0"/>
            </a:xfrm>
            <a:prstGeom prst="line">
              <a:avLst/>
            </a:prstGeom>
            <a:noFill/>
            <a:ln w="9525">
              <a:solidFill>
                <a:schemeClr val="tx1"/>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22892" name="Line 12">
              <a:extLst>
                <a:ext uri="{FF2B5EF4-FFF2-40B4-BE49-F238E27FC236}">
                  <a16:creationId xmlns:a16="http://schemas.microsoft.com/office/drawing/2014/main" id="{C991D15A-BAFF-834B-AD61-33E40C52F300}"/>
                </a:ext>
              </a:extLst>
            </p:cNvPr>
            <p:cNvSpPr>
              <a:spLocks noChangeShapeType="1"/>
            </p:cNvSpPr>
            <p:nvPr/>
          </p:nvSpPr>
          <p:spPr bwMode="auto">
            <a:xfrm>
              <a:off x="912" y="1728"/>
              <a:ext cx="4608" cy="0"/>
            </a:xfrm>
            <a:prstGeom prst="line">
              <a:avLst/>
            </a:prstGeom>
            <a:noFill/>
            <a:ln w="9525">
              <a:solidFill>
                <a:schemeClr val="tx1"/>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grpSp>
      <p:sp>
        <p:nvSpPr>
          <p:cNvPr id="122893" name="Line 13">
            <a:extLst>
              <a:ext uri="{FF2B5EF4-FFF2-40B4-BE49-F238E27FC236}">
                <a16:creationId xmlns:a16="http://schemas.microsoft.com/office/drawing/2014/main" id="{174FE009-E578-B846-AA2E-CA14D4871D22}"/>
              </a:ext>
            </a:extLst>
          </p:cNvPr>
          <p:cNvSpPr>
            <a:spLocks noChangeShapeType="1"/>
          </p:cNvSpPr>
          <p:nvPr/>
        </p:nvSpPr>
        <p:spPr bwMode="auto">
          <a:xfrm>
            <a:off x="3065860" y="2688432"/>
            <a:ext cx="3882628" cy="2381"/>
          </a:xfrm>
          <a:prstGeom prst="line">
            <a:avLst/>
          </a:prstGeom>
          <a:noFill/>
          <a:ln w="19050">
            <a:solidFill>
              <a:srgbClr val="333399"/>
            </a:solidFill>
            <a:prstDash val="lgDashDot"/>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29033" name="Text Box 14">
            <a:extLst>
              <a:ext uri="{FF2B5EF4-FFF2-40B4-BE49-F238E27FC236}">
                <a16:creationId xmlns:a16="http://schemas.microsoft.com/office/drawing/2014/main" id="{ADCC43B2-E1FC-BD48-BA9B-1C651C2BBFEA}"/>
              </a:ext>
            </a:extLst>
          </p:cNvPr>
          <p:cNvSpPr txBox="1">
            <a:spLocks noChangeArrowheads="1"/>
          </p:cNvSpPr>
          <p:nvPr/>
        </p:nvSpPr>
        <p:spPr bwMode="auto">
          <a:xfrm>
            <a:off x="2600713" y="1491853"/>
            <a:ext cx="95410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高折射率</a:t>
            </a:r>
          </a:p>
          <a:p>
            <a:pPr algn="ctr" eaLnBrk="1" hangingPunct="1">
              <a:spcBef>
                <a:spcPct val="0"/>
              </a:spcBef>
              <a:buClrTx/>
              <a:buSzTx/>
              <a:buFontTx/>
              <a:buNone/>
            </a:pPr>
            <a:r>
              <a:rPr kumimoji="1" lang="en-US" altLang="zh-CN" sz="1500">
                <a:latin typeface="黑体" panose="02010609060101010101" pitchFamily="49" charset="-122"/>
                <a:ea typeface="宋体" panose="02010600030101010101" pitchFamily="2" charset="-122"/>
              </a:rPr>
              <a:t>(</a:t>
            </a:r>
            <a:r>
              <a:rPr kumimoji="1" lang="zh-CN" altLang="en-US" sz="1500">
                <a:latin typeface="黑体" panose="02010609060101010101" pitchFamily="49" charset="-122"/>
                <a:ea typeface="宋体" panose="02010600030101010101" pitchFamily="2" charset="-122"/>
              </a:rPr>
              <a:t>纤芯</a:t>
            </a:r>
            <a:r>
              <a:rPr kumimoji="1" lang="en-US" altLang="zh-CN" sz="1500">
                <a:latin typeface="黑体" panose="02010609060101010101" pitchFamily="49" charset="-122"/>
                <a:ea typeface="宋体" panose="02010600030101010101" pitchFamily="2" charset="-122"/>
              </a:rPr>
              <a:t>)</a:t>
            </a:r>
          </a:p>
        </p:txBody>
      </p:sp>
      <p:sp>
        <p:nvSpPr>
          <p:cNvPr id="129034" name="Text Box 15">
            <a:extLst>
              <a:ext uri="{FF2B5EF4-FFF2-40B4-BE49-F238E27FC236}">
                <a16:creationId xmlns:a16="http://schemas.microsoft.com/office/drawing/2014/main" id="{A8C2BE25-9D10-E443-B9D5-AC398004290E}"/>
              </a:ext>
            </a:extLst>
          </p:cNvPr>
          <p:cNvSpPr txBox="1">
            <a:spLocks noChangeArrowheads="1"/>
          </p:cNvSpPr>
          <p:nvPr/>
        </p:nvSpPr>
        <p:spPr bwMode="auto">
          <a:xfrm>
            <a:off x="1629163" y="1491853"/>
            <a:ext cx="95410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低折射率</a:t>
            </a:r>
          </a:p>
          <a:p>
            <a:pPr algn="ctr" eaLnBrk="1" hangingPunct="1">
              <a:spcBef>
                <a:spcPct val="0"/>
              </a:spcBef>
              <a:buClrTx/>
              <a:buSzTx/>
              <a:buFontTx/>
              <a:buNone/>
            </a:pPr>
            <a:r>
              <a:rPr kumimoji="1" lang="en-US" altLang="zh-CN" sz="1500">
                <a:latin typeface="黑体" panose="02010609060101010101" pitchFamily="49" charset="-122"/>
                <a:ea typeface="宋体" panose="02010600030101010101" pitchFamily="2" charset="-122"/>
              </a:rPr>
              <a:t>(</a:t>
            </a:r>
            <a:r>
              <a:rPr kumimoji="1" lang="zh-CN" altLang="en-US" sz="1500">
                <a:latin typeface="黑体" panose="02010609060101010101" pitchFamily="49" charset="-122"/>
                <a:ea typeface="宋体" panose="02010600030101010101" pitchFamily="2" charset="-122"/>
              </a:rPr>
              <a:t>包层</a:t>
            </a:r>
            <a:r>
              <a:rPr kumimoji="1" lang="en-US" altLang="zh-CN" sz="1500">
                <a:latin typeface="黑体" panose="02010609060101010101" pitchFamily="49" charset="-122"/>
                <a:ea typeface="宋体" panose="02010600030101010101" pitchFamily="2" charset="-122"/>
              </a:rPr>
              <a:t>)</a:t>
            </a:r>
          </a:p>
        </p:txBody>
      </p:sp>
      <p:sp>
        <p:nvSpPr>
          <p:cNvPr id="122896" name="Line 16">
            <a:extLst>
              <a:ext uri="{FF2B5EF4-FFF2-40B4-BE49-F238E27FC236}">
                <a16:creationId xmlns:a16="http://schemas.microsoft.com/office/drawing/2014/main" id="{BA70CEA9-07E8-4D40-956B-44ED0E36A5E2}"/>
              </a:ext>
            </a:extLst>
          </p:cNvPr>
          <p:cNvSpPr>
            <a:spLocks noChangeShapeType="1"/>
          </p:cNvSpPr>
          <p:nvPr/>
        </p:nvSpPr>
        <p:spPr bwMode="auto">
          <a:xfrm flipH="1">
            <a:off x="2894410" y="2031206"/>
            <a:ext cx="165497" cy="529829"/>
          </a:xfrm>
          <a:prstGeom prst="line">
            <a:avLst/>
          </a:prstGeom>
          <a:noFill/>
          <a:ln w="19050">
            <a:solidFill>
              <a:srgbClr val="333399"/>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22897" name="Line 17">
            <a:extLst>
              <a:ext uri="{FF2B5EF4-FFF2-40B4-BE49-F238E27FC236}">
                <a16:creationId xmlns:a16="http://schemas.microsoft.com/office/drawing/2014/main" id="{11BD6126-8A6D-6246-82D0-4FCFC3C7E586}"/>
              </a:ext>
            </a:extLst>
          </p:cNvPr>
          <p:cNvSpPr>
            <a:spLocks noChangeShapeType="1"/>
          </p:cNvSpPr>
          <p:nvPr/>
        </p:nvSpPr>
        <p:spPr bwMode="auto">
          <a:xfrm>
            <a:off x="2195512" y="1977629"/>
            <a:ext cx="291704" cy="400050"/>
          </a:xfrm>
          <a:prstGeom prst="line">
            <a:avLst/>
          </a:prstGeom>
          <a:noFill/>
          <a:ln w="19050">
            <a:solidFill>
              <a:srgbClr val="333399"/>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29037" name="Text Box 18">
            <a:extLst>
              <a:ext uri="{FF2B5EF4-FFF2-40B4-BE49-F238E27FC236}">
                <a16:creationId xmlns:a16="http://schemas.microsoft.com/office/drawing/2014/main" id="{0ADF5B10-CADC-7D45-8074-35A1531B1343}"/>
              </a:ext>
            </a:extLst>
          </p:cNvPr>
          <p:cNvSpPr txBox="1">
            <a:spLocks noChangeArrowheads="1"/>
          </p:cNvSpPr>
          <p:nvPr/>
        </p:nvSpPr>
        <p:spPr bwMode="auto">
          <a:xfrm>
            <a:off x="3221831" y="2050257"/>
            <a:ext cx="3647152"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光线在纤芯中传输的方式是不断地全反射</a:t>
            </a:r>
          </a:p>
        </p:txBody>
      </p:sp>
      <p:sp>
        <p:nvSpPr>
          <p:cNvPr id="122899" name="Freeform 19">
            <a:extLst>
              <a:ext uri="{FF2B5EF4-FFF2-40B4-BE49-F238E27FC236}">
                <a16:creationId xmlns:a16="http://schemas.microsoft.com/office/drawing/2014/main" id="{27841EE2-969B-D546-882F-9011AE235986}"/>
              </a:ext>
            </a:extLst>
          </p:cNvPr>
          <p:cNvSpPr>
            <a:spLocks/>
          </p:cNvSpPr>
          <p:nvPr/>
        </p:nvSpPr>
        <p:spPr bwMode="auto">
          <a:xfrm>
            <a:off x="3159919" y="2561035"/>
            <a:ext cx="3652838" cy="258365"/>
          </a:xfrm>
          <a:custGeom>
            <a:avLst/>
            <a:gdLst>
              <a:gd name="T0" fmla="*/ 0 w 4302"/>
              <a:gd name="T1" fmla="*/ 110728 h 336"/>
              <a:gd name="T2" fmla="*/ 434740 w 4302"/>
              <a:gd name="T3" fmla="*/ 0 h 336"/>
              <a:gd name="T4" fmla="*/ 1766132 w 4302"/>
              <a:gd name="T5" fmla="*/ 344487 h 336"/>
              <a:gd name="T6" fmla="*/ 3104318 w 4302"/>
              <a:gd name="T7" fmla="*/ 0 h 336"/>
              <a:gd name="T8" fmla="*/ 4435710 w 4302"/>
              <a:gd name="T9" fmla="*/ 338335 h 336"/>
              <a:gd name="T10" fmla="*/ 4870450 w 4302"/>
              <a:gd name="T11" fmla="*/ 209153 h 3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02" h="336">
                <a:moveTo>
                  <a:pt x="0" y="108"/>
                </a:moveTo>
                <a:lnTo>
                  <a:pt x="384" y="0"/>
                </a:lnTo>
                <a:lnTo>
                  <a:pt x="1560" y="336"/>
                </a:lnTo>
                <a:lnTo>
                  <a:pt x="2742" y="0"/>
                </a:lnTo>
                <a:lnTo>
                  <a:pt x="3918" y="330"/>
                </a:lnTo>
                <a:lnTo>
                  <a:pt x="4302" y="204"/>
                </a:lnTo>
              </a:path>
            </a:pathLst>
          </a:custGeom>
          <a:noFill/>
          <a:ln w="57150" cmpd="sng">
            <a:solidFill>
              <a:schemeClr val="hlink"/>
            </a:solidFill>
            <a:round/>
            <a:headEnd type="none" w="med" len="med"/>
            <a:tailEnd type="triangle" w="sm" len="med"/>
          </a:ln>
          <a:effectLst/>
        </p:spPr>
        <p:txBody>
          <a:bodyPr/>
          <a:lstStyle/>
          <a:p>
            <a:pPr>
              <a:defRPr/>
            </a:pPr>
            <a:endParaRPr lang="zh-CN" altLang="en-US">
              <a:cs typeface="+mn-cs"/>
            </a:endParaRPr>
          </a:p>
        </p:txBody>
      </p:sp>
      <p:sp>
        <p:nvSpPr>
          <p:cNvPr id="129039" name="幻灯片编号占位符 1">
            <a:extLst>
              <a:ext uri="{FF2B5EF4-FFF2-40B4-BE49-F238E27FC236}">
                <a16:creationId xmlns:a16="http://schemas.microsoft.com/office/drawing/2014/main" id="{131B4587-6C51-5749-B822-BE30AC0DA326}"/>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3EEB954-11B8-3C41-9256-21F34FDCE8D0}"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56</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1078354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22899"/>
                                        </p:tgtEl>
                                        <p:attrNameLst>
                                          <p:attrName>style.visibility</p:attrName>
                                        </p:attrNameLst>
                                      </p:cBhvr>
                                      <p:to>
                                        <p:strVal val="visible"/>
                                      </p:to>
                                    </p:set>
                                    <p:animEffect transition="in" filter="wipe(left)">
                                      <p:cBhvr>
                                        <p:cTn id="7" dur="2000"/>
                                        <p:tgtEl>
                                          <p:spTgt spid="1228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6738" name="Group 2">
            <a:extLst>
              <a:ext uri="{FF2B5EF4-FFF2-40B4-BE49-F238E27FC236}">
                <a16:creationId xmlns:a16="http://schemas.microsoft.com/office/drawing/2014/main" id="{E16CF1A7-371E-564C-B792-83C39E54190C}"/>
              </a:ext>
            </a:extLst>
          </p:cNvPr>
          <p:cNvGrpSpPr>
            <a:grpSpLocks/>
          </p:cNvGrpSpPr>
          <p:nvPr/>
        </p:nvGrpSpPr>
        <p:grpSpPr bwMode="auto">
          <a:xfrm>
            <a:off x="1200150" y="3225404"/>
            <a:ext cx="6863954" cy="1163240"/>
            <a:chOff x="48" y="2709"/>
            <a:chExt cx="5765" cy="977"/>
          </a:xfrm>
        </p:grpSpPr>
        <p:grpSp>
          <p:nvGrpSpPr>
            <p:cNvPr id="131099" name="Group 3">
              <a:extLst>
                <a:ext uri="{FF2B5EF4-FFF2-40B4-BE49-F238E27FC236}">
                  <a16:creationId xmlns:a16="http://schemas.microsoft.com/office/drawing/2014/main" id="{E8BF08C1-108F-DD41-865E-A2DA5A2C6870}"/>
                </a:ext>
              </a:extLst>
            </p:cNvPr>
            <p:cNvGrpSpPr>
              <a:grpSpLocks/>
            </p:cNvGrpSpPr>
            <p:nvPr/>
          </p:nvGrpSpPr>
          <p:grpSpPr bwMode="auto">
            <a:xfrm>
              <a:off x="682" y="3158"/>
              <a:ext cx="4476" cy="528"/>
              <a:chOff x="682" y="3072"/>
              <a:chExt cx="4476" cy="528"/>
            </a:xfrm>
          </p:grpSpPr>
          <p:sp>
            <p:nvSpPr>
              <p:cNvPr id="116740" name="Rectangle 4">
                <a:extLst>
                  <a:ext uri="{FF2B5EF4-FFF2-40B4-BE49-F238E27FC236}">
                    <a16:creationId xmlns:a16="http://schemas.microsoft.com/office/drawing/2014/main" id="{8F8DE350-3BB1-A242-B418-8236278B559A}"/>
                  </a:ext>
                </a:extLst>
              </p:cNvPr>
              <p:cNvSpPr>
                <a:spLocks noChangeArrowheads="1"/>
              </p:cNvSpPr>
              <p:nvPr/>
            </p:nvSpPr>
            <p:spPr bwMode="auto">
              <a:xfrm>
                <a:off x="768" y="3168"/>
                <a:ext cx="4320" cy="336"/>
              </a:xfrm>
              <a:prstGeom prst="rect">
                <a:avLst/>
              </a:prstGeom>
              <a:solidFill>
                <a:srgbClr val="EAEAEA"/>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grpSp>
            <p:nvGrpSpPr>
              <p:cNvPr id="131117" name="Group 5">
                <a:extLst>
                  <a:ext uri="{FF2B5EF4-FFF2-40B4-BE49-F238E27FC236}">
                    <a16:creationId xmlns:a16="http://schemas.microsoft.com/office/drawing/2014/main" id="{1BA40559-59F8-2243-A02D-12184C3F48B4}"/>
                  </a:ext>
                </a:extLst>
              </p:cNvPr>
              <p:cNvGrpSpPr>
                <a:grpSpLocks/>
              </p:cNvGrpSpPr>
              <p:nvPr/>
            </p:nvGrpSpPr>
            <p:grpSpPr bwMode="auto">
              <a:xfrm>
                <a:off x="682" y="3072"/>
                <a:ext cx="4476" cy="528"/>
                <a:chOff x="682" y="3072"/>
                <a:chExt cx="4476" cy="528"/>
              </a:xfrm>
            </p:grpSpPr>
            <p:sp>
              <p:nvSpPr>
                <p:cNvPr id="116742" name="Rectangle 6">
                  <a:extLst>
                    <a:ext uri="{FF2B5EF4-FFF2-40B4-BE49-F238E27FC236}">
                      <a16:creationId xmlns:a16="http://schemas.microsoft.com/office/drawing/2014/main" id="{E2ADF782-D0FA-0642-9CFE-80BFE1F3CD3D}"/>
                    </a:ext>
                  </a:extLst>
                </p:cNvPr>
                <p:cNvSpPr>
                  <a:spLocks noChangeArrowheads="1"/>
                </p:cNvSpPr>
                <p:nvPr/>
              </p:nvSpPr>
              <p:spPr bwMode="auto">
                <a:xfrm>
                  <a:off x="768" y="3072"/>
                  <a:ext cx="4320" cy="240"/>
                </a:xfrm>
                <a:prstGeom prst="rect">
                  <a:avLst/>
                </a:prstGeom>
                <a:solidFill>
                  <a:srgbClr val="EAEAEA"/>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116743" name="Rectangle 7">
                  <a:extLst>
                    <a:ext uri="{FF2B5EF4-FFF2-40B4-BE49-F238E27FC236}">
                      <a16:creationId xmlns:a16="http://schemas.microsoft.com/office/drawing/2014/main" id="{4E8498DE-46F5-7F46-B1D4-F6220414796F}"/>
                    </a:ext>
                  </a:extLst>
                </p:cNvPr>
                <p:cNvSpPr>
                  <a:spLocks noChangeArrowheads="1"/>
                </p:cNvSpPr>
                <p:nvPr/>
              </p:nvSpPr>
              <p:spPr bwMode="auto">
                <a:xfrm>
                  <a:off x="768" y="3360"/>
                  <a:ext cx="4320" cy="240"/>
                </a:xfrm>
                <a:prstGeom prst="rect">
                  <a:avLst/>
                </a:prstGeom>
                <a:solidFill>
                  <a:srgbClr val="EAEAEA"/>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116744" name="Line 8">
                  <a:extLst>
                    <a:ext uri="{FF2B5EF4-FFF2-40B4-BE49-F238E27FC236}">
                      <a16:creationId xmlns:a16="http://schemas.microsoft.com/office/drawing/2014/main" id="{97F53F4A-0298-9A45-A192-378F9D91D226}"/>
                    </a:ext>
                  </a:extLst>
                </p:cNvPr>
                <p:cNvSpPr>
                  <a:spLocks noChangeShapeType="1"/>
                </p:cNvSpPr>
                <p:nvPr/>
              </p:nvSpPr>
              <p:spPr bwMode="auto">
                <a:xfrm>
                  <a:off x="768" y="3072"/>
                  <a:ext cx="4320" cy="0"/>
                </a:xfrm>
                <a:prstGeom prst="line">
                  <a:avLst/>
                </a:prstGeom>
                <a:noFill/>
                <a:ln w="9525">
                  <a:solidFill>
                    <a:schemeClr val="tx1"/>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16745" name="Line 9">
                  <a:extLst>
                    <a:ext uri="{FF2B5EF4-FFF2-40B4-BE49-F238E27FC236}">
                      <a16:creationId xmlns:a16="http://schemas.microsoft.com/office/drawing/2014/main" id="{7F8F257D-5648-1341-B742-0BDC6E3C3AA5}"/>
                    </a:ext>
                  </a:extLst>
                </p:cNvPr>
                <p:cNvSpPr>
                  <a:spLocks noChangeShapeType="1"/>
                </p:cNvSpPr>
                <p:nvPr/>
              </p:nvSpPr>
              <p:spPr bwMode="auto">
                <a:xfrm>
                  <a:off x="768" y="3312"/>
                  <a:ext cx="4320" cy="0"/>
                </a:xfrm>
                <a:prstGeom prst="line">
                  <a:avLst/>
                </a:prstGeom>
                <a:noFill/>
                <a:ln w="9525">
                  <a:solidFill>
                    <a:schemeClr val="tx1"/>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16746" name="Line 10">
                  <a:extLst>
                    <a:ext uri="{FF2B5EF4-FFF2-40B4-BE49-F238E27FC236}">
                      <a16:creationId xmlns:a16="http://schemas.microsoft.com/office/drawing/2014/main" id="{2682D740-0BA1-1847-8CA1-F21C0310EC28}"/>
                    </a:ext>
                  </a:extLst>
                </p:cNvPr>
                <p:cNvSpPr>
                  <a:spLocks noChangeShapeType="1"/>
                </p:cNvSpPr>
                <p:nvPr/>
              </p:nvSpPr>
              <p:spPr bwMode="auto">
                <a:xfrm>
                  <a:off x="768" y="3360"/>
                  <a:ext cx="4320" cy="0"/>
                </a:xfrm>
                <a:prstGeom prst="line">
                  <a:avLst/>
                </a:prstGeom>
                <a:noFill/>
                <a:ln w="9525">
                  <a:solidFill>
                    <a:schemeClr val="tx1"/>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16747" name="Line 11">
                  <a:extLst>
                    <a:ext uri="{FF2B5EF4-FFF2-40B4-BE49-F238E27FC236}">
                      <a16:creationId xmlns:a16="http://schemas.microsoft.com/office/drawing/2014/main" id="{A140D71A-AFBA-D540-B669-EEE02D754464}"/>
                    </a:ext>
                  </a:extLst>
                </p:cNvPr>
                <p:cNvSpPr>
                  <a:spLocks noChangeShapeType="1"/>
                </p:cNvSpPr>
                <p:nvPr/>
              </p:nvSpPr>
              <p:spPr bwMode="auto">
                <a:xfrm>
                  <a:off x="768" y="3600"/>
                  <a:ext cx="4320" cy="0"/>
                </a:xfrm>
                <a:prstGeom prst="line">
                  <a:avLst/>
                </a:prstGeom>
                <a:noFill/>
                <a:ln w="9525">
                  <a:solidFill>
                    <a:schemeClr val="tx1"/>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16748" name="Line 12">
                  <a:extLst>
                    <a:ext uri="{FF2B5EF4-FFF2-40B4-BE49-F238E27FC236}">
                      <a16:creationId xmlns:a16="http://schemas.microsoft.com/office/drawing/2014/main" id="{F0611B90-19F7-1F41-9942-376BAA771101}"/>
                    </a:ext>
                  </a:extLst>
                </p:cNvPr>
                <p:cNvSpPr>
                  <a:spLocks noChangeShapeType="1"/>
                </p:cNvSpPr>
                <p:nvPr/>
              </p:nvSpPr>
              <p:spPr bwMode="auto">
                <a:xfrm>
                  <a:off x="682" y="3333"/>
                  <a:ext cx="4476" cy="3"/>
                </a:xfrm>
                <a:prstGeom prst="line">
                  <a:avLst/>
                </a:prstGeom>
                <a:noFill/>
                <a:ln w="9525">
                  <a:solidFill>
                    <a:schemeClr val="tx1"/>
                  </a:solidFill>
                  <a:prstDash val="lgDashDot"/>
                  <a:round/>
                  <a:headEnd/>
                  <a:tailEnd/>
                </a:ln>
                <a:effectLst/>
              </p:spPr>
              <p:txBody>
                <a:bodyPr wrap="none"/>
                <a:lstStyle/>
                <a:p>
                  <a:pPr algn="ctr" eaLnBrk="1" hangingPunct="1">
                    <a:defRPr/>
                  </a:pPr>
                  <a:endParaRPr lang="zh-CN" altLang="en-US">
                    <a:latin typeface="Tahoma" charset="0"/>
                    <a:ea typeface="宋体" charset="-122"/>
                    <a:cs typeface="+mn-cs"/>
                  </a:endParaRPr>
                </a:p>
              </p:txBody>
            </p:sp>
          </p:grpSp>
        </p:grpSp>
        <p:grpSp>
          <p:nvGrpSpPr>
            <p:cNvPr id="131100" name="Group 13">
              <a:extLst>
                <a:ext uri="{FF2B5EF4-FFF2-40B4-BE49-F238E27FC236}">
                  <a16:creationId xmlns:a16="http://schemas.microsoft.com/office/drawing/2014/main" id="{D8EB403E-7365-F147-BA77-0DFDB3D15F5F}"/>
                </a:ext>
              </a:extLst>
            </p:cNvPr>
            <p:cNvGrpSpPr>
              <a:grpSpLocks/>
            </p:cNvGrpSpPr>
            <p:nvPr/>
          </p:nvGrpSpPr>
          <p:grpSpPr bwMode="auto">
            <a:xfrm>
              <a:off x="48" y="2840"/>
              <a:ext cx="5765" cy="818"/>
              <a:chOff x="48" y="2930"/>
              <a:chExt cx="5765" cy="818"/>
            </a:xfrm>
          </p:grpSpPr>
          <p:grpSp>
            <p:nvGrpSpPr>
              <p:cNvPr id="131102" name="Group 14">
                <a:extLst>
                  <a:ext uri="{FF2B5EF4-FFF2-40B4-BE49-F238E27FC236}">
                    <a16:creationId xmlns:a16="http://schemas.microsoft.com/office/drawing/2014/main" id="{E0912D32-EFA8-0E47-B726-3ACD63E4EDB4}"/>
                  </a:ext>
                </a:extLst>
              </p:cNvPr>
              <p:cNvGrpSpPr>
                <a:grpSpLocks/>
              </p:cNvGrpSpPr>
              <p:nvPr/>
            </p:nvGrpSpPr>
            <p:grpSpPr bwMode="auto">
              <a:xfrm>
                <a:off x="48" y="2930"/>
                <a:ext cx="801" cy="818"/>
                <a:chOff x="48" y="2930"/>
                <a:chExt cx="801" cy="818"/>
              </a:xfrm>
            </p:grpSpPr>
            <p:grpSp>
              <p:nvGrpSpPr>
                <p:cNvPr id="131110" name="Group 15">
                  <a:extLst>
                    <a:ext uri="{FF2B5EF4-FFF2-40B4-BE49-F238E27FC236}">
                      <a16:creationId xmlns:a16="http://schemas.microsoft.com/office/drawing/2014/main" id="{7EFFF56A-1512-4C4B-BDED-E4D466091FBE}"/>
                    </a:ext>
                  </a:extLst>
                </p:cNvPr>
                <p:cNvGrpSpPr>
                  <a:grpSpLocks/>
                </p:cNvGrpSpPr>
                <p:nvPr/>
              </p:nvGrpSpPr>
              <p:grpSpPr bwMode="auto">
                <a:xfrm>
                  <a:off x="158" y="3220"/>
                  <a:ext cx="480" cy="528"/>
                  <a:chOff x="240" y="2448"/>
                  <a:chExt cx="480" cy="528"/>
                </a:xfrm>
              </p:grpSpPr>
              <p:grpSp>
                <p:nvGrpSpPr>
                  <p:cNvPr id="131112" name="Group 16">
                    <a:extLst>
                      <a:ext uri="{FF2B5EF4-FFF2-40B4-BE49-F238E27FC236}">
                        <a16:creationId xmlns:a16="http://schemas.microsoft.com/office/drawing/2014/main" id="{2740E96B-3129-8D41-B299-5489663BFF07}"/>
                      </a:ext>
                    </a:extLst>
                  </p:cNvPr>
                  <p:cNvGrpSpPr>
                    <a:grpSpLocks/>
                  </p:cNvGrpSpPr>
                  <p:nvPr/>
                </p:nvGrpSpPr>
                <p:grpSpPr bwMode="auto">
                  <a:xfrm>
                    <a:off x="240" y="2448"/>
                    <a:ext cx="480" cy="528"/>
                    <a:chOff x="240" y="2448"/>
                    <a:chExt cx="672" cy="672"/>
                  </a:xfrm>
                </p:grpSpPr>
                <p:sp>
                  <p:nvSpPr>
                    <p:cNvPr id="116753" name="Rectangle 17">
                      <a:extLst>
                        <a:ext uri="{FF2B5EF4-FFF2-40B4-BE49-F238E27FC236}">
                          <a16:creationId xmlns:a16="http://schemas.microsoft.com/office/drawing/2014/main" id="{D8D96750-F27B-DA43-8595-5A3AEC66CF74}"/>
                        </a:ext>
                      </a:extLst>
                    </p:cNvPr>
                    <p:cNvSpPr>
                      <a:spLocks noChangeArrowheads="1"/>
                    </p:cNvSpPr>
                    <p:nvPr/>
                  </p:nvSpPr>
                  <p:spPr bwMode="auto">
                    <a:xfrm>
                      <a:off x="240" y="2448"/>
                      <a:ext cx="672" cy="672"/>
                    </a:xfrm>
                    <a:prstGeom prst="rect">
                      <a:avLst/>
                    </a:prstGeom>
                    <a:solidFill>
                      <a:srgbClr val="FFFFFF"/>
                    </a:solidFill>
                    <a:ln w="6350">
                      <a:solidFill>
                        <a:srgbClr val="333399"/>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16754" name="Line 18">
                      <a:extLst>
                        <a:ext uri="{FF2B5EF4-FFF2-40B4-BE49-F238E27FC236}">
                          <a16:creationId xmlns:a16="http://schemas.microsoft.com/office/drawing/2014/main" id="{82EB84DE-AD73-614B-B746-9B1507ABDACA}"/>
                        </a:ext>
                      </a:extLst>
                    </p:cNvPr>
                    <p:cNvSpPr>
                      <a:spLocks noChangeShapeType="1"/>
                    </p:cNvSpPr>
                    <p:nvPr/>
                  </p:nvSpPr>
                  <p:spPr bwMode="auto">
                    <a:xfrm>
                      <a:off x="576" y="2448"/>
                      <a:ext cx="0" cy="672"/>
                    </a:xfrm>
                    <a:prstGeom prst="line">
                      <a:avLst/>
                    </a:prstGeom>
                    <a:noFill/>
                    <a:ln w="6350">
                      <a:solidFill>
                        <a:srgbClr val="333399"/>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grpSp>
              <p:sp>
                <p:nvSpPr>
                  <p:cNvPr id="116755" name="Freeform 19">
                    <a:extLst>
                      <a:ext uri="{FF2B5EF4-FFF2-40B4-BE49-F238E27FC236}">
                        <a16:creationId xmlns:a16="http://schemas.microsoft.com/office/drawing/2014/main" id="{8172752C-F38D-9542-AAD0-2D5242A9171B}"/>
                      </a:ext>
                    </a:extLst>
                  </p:cNvPr>
                  <p:cNvSpPr>
                    <a:spLocks/>
                  </p:cNvSpPr>
                  <p:nvPr/>
                </p:nvSpPr>
                <p:spPr bwMode="auto">
                  <a:xfrm>
                    <a:off x="240" y="2450"/>
                    <a:ext cx="480" cy="526"/>
                  </a:xfrm>
                  <a:custGeom>
                    <a:avLst/>
                    <a:gdLst>
                      <a:gd name="T0" fmla="*/ 0 w 672"/>
                      <a:gd name="T1" fmla="*/ 526 h 670"/>
                      <a:gd name="T2" fmla="*/ 90 w 672"/>
                      <a:gd name="T3" fmla="*/ 500 h 670"/>
                      <a:gd name="T4" fmla="*/ 137 w 672"/>
                      <a:gd name="T5" fmla="*/ 413 h 670"/>
                      <a:gd name="T6" fmla="*/ 171 w 672"/>
                      <a:gd name="T7" fmla="*/ 262 h 670"/>
                      <a:gd name="T8" fmla="*/ 199 w 672"/>
                      <a:gd name="T9" fmla="*/ 109 h 670"/>
                      <a:gd name="T10" fmla="*/ 216 w 672"/>
                      <a:gd name="T11" fmla="*/ 31 h 670"/>
                      <a:gd name="T12" fmla="*/ 242 w 672"/>
                      <a:gd name="T13" fmla="*/ 1 h 670"/>
                      <a:gd name="T14" fmla="*/ 264 w 672"/>
                      <a:gd name="T15" fmla="*/ 27 h 670"/>
                      <a:gd name="T16" fmla="*/ 283 w 672"/>
                      <a:gd name="T17" fmla="*/ 107 h 670"/>
                      <a:gd name="T18" fmla="*/ 309 w 672"/>
                      <a:gd name="T19" fmla="*/ 265 h 670"/>
                      <a:gd name="T20" fmla="*/ 326 w 672"/>
                      <a:gd name="T21" fmla="*/ 359 h 670"/>
                      <a:gd name="T22" fmla="*/ 360 w 672"/>
                      <a:gd name="T23" fmla="*/ 467 h 670"/>
                      <a:gd name="T24" fmla="*/ 409 w 672"/>
                      <a:gd name="T25" fmla="*/ 505 h 670"/>
                      <a:gd name="T26" fmla="*/ 437 w 672"/>
                      <a:gd name="T27" fmla="*/ 514 h 670"/>
                      <a:gd name="T28" fmla="*/ 480 w 672"/>
                      <a:gd name="T29" fmla="*/ 526 h 67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72" h="670">
                        <a:moveTo>
                          <a:pt x="0" y="670"/>
                        </a:moveTo>
                        <a:cubicBezTo>
                          <a:pt x="21" y="664"/>
                          <a:pt x="94" y="661"/>
                          <a:pt x="126" y="637"/>
                        </a:cubicBezTo>
                        <a:cubicBezTo>
                          <a:pt x="158" y="613"/>
                          <a:pt x="173" y="576"/>
                          <a:pt x="192" y="526"/>
                        </a:cubicBezTo>
                        <a:cubicBezTo>
                          <a:pt x="211" y="476"/>
                          <a:pt x="226" y="398"/>
                          <a:pt x="240" y="334"/>
                        </a:cubicBezTo>
                        <a:cubicBezTo>
                          <a:pt x="254" y="270"/>
                          <a:pt x="269" y="188"/>
                          <a:pt x="279" y="139"/>
                        </a:cubicBezTo>
                        <a:cubicBezTo>
                          <a:pt x="289" y="90"/>
                          <a:pt x="293" y="63"/>
                          <a:pt x="303" y="40"/>
                        </a:cubicBezTo>
                        <a:cubicBezTo>
                          <a:pt x="313" y="17"/>
                          <a:pt x="328" y="2"/>
                          <a:pt x="339" y="1"/>
                        </a:cubicBezTo>
                        <a:cubicBezTo>
                          <a:pt x="350" y="0"/>
                          <a:pt x="360" y="12"/>
                          <a:pt x="369" y="34"/>
                        </a:cubicBezTo>
                        <a:cubicBezTo>
                          <a:pt x="378" y="56"/>
                          <a:pt x="386" y="86"/>
                          <a:pt x="396" y="136"/>
                        </a:cubicBezTo>
                        <a:cubicBezTo>
                          <a:pt x="406" y="186"/>
                          <a:pt x="422" y="284"/>
                          <a:pt x="432" y="337"/>
                        </a:cubicBezTo>
                        <a:cubicBezTo>
                          <a:pt x="442" y="390"/>
                          <a:pt x="444" y="414"/>
                          <a:pt x="456" y="457"/>
                        </a:cubicBezTo>
                        <a:cubicBezTo>
                          <a:pt x="468" y="500"/>
                          <a:pt x="485" y="564"/>
                          <a:pt x="504" y="595"/>
                        </a:cubicBezTo>
                        <a:cubicBezTo>
                          <a:pt x="523" y="626"/>
                          <a:pt x="555" y="633"/>
                          <a:pt x="573" y="643"/>
                        </a:cubicBezTo>
                        <a:cubicBezTo>
                          <a:pt x="591" y="653"/>
                          <a:pt x="596" y="651"/>
                          <a:pt x="612" y="655"/>
                        </a:cubicBezTo>
                        <a:cubicBezTo>
                          <a:pt x="628" y="659"/>
                          <a:pt x="660" y="667"/>
                          <a:pt x="672" y="670"/>
                        </a:cubicBezTo>
                      </a:path>
                    </a:pathLst>
                  </a:custGeom>
                  <a:noFill/>
                  <a:ln w="28575" cmpd="sng">
                    <a:solidFill>
                      <a:srgbClr val="333399"/>
                    </a:solidFill>
                    <a:round/>
                    <a:headEnd/>
                    <a:tailEnd/>
                  </a:ln>
                  <a:effectLst/>
                </p:spPr>
                <p:txBody>
                  <a:bodyPr wrap="none"/>
                  <a:lstStyle/>
                  <a:p>
                    <a:pPr>
                      <a:defRPr/>
                    </a:pPr>
                    <a:endParaRPr lang="zh-CN" altLang="en-US">
                      <a:cs typeface="+mn-cs"/>
                    </a:endParaRPr>
                  </a:p>
                </p:txBody>
              </p:sp>
            </p:grpSp>
            <p:sp>
              <p:nvSpPr>
                <p:cNvPr id="131111" name="Text Box 20">
                  <a:extLst>
                    <a:ext uri="{FF2B5EF4-FFF2-40B4-BE49-F238E27FC236}">
                      <a16:creationId xmlns:a16="http://schemas.microsoft.com/office/drawing/2014/main" id="{5DB9222D-D828-1A48-A340-C1E65D8D6329}"/>
                    </a:ext>
                  </a:extLst>
                </p:cNvPr>
                <p:cNvSpPr txBox="1">
                  <a:spLocks noChangeArrowheads="1"/>
                </p:cNvSpPr>
                <p:nvPr/>
              </p:nvSpPr>
              <p:spPr bwMode="auto">
                <a:xfrm>
                  <a:off x="48" y="2930"/>
                  <a:ext cx="80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输入脉冲</a:t>
                  </a:r>
                </a:p>
              </p:txBody>
            </p:sp>
          </p:grpSp>
          <p:grpSp>
            <p:nvGrpSpPr>
              <p:cNvPr id="131103" name="Group 21">
                <a:extLst>
                  <a:ext uri="{FF2B5EF4-FFF2-40B4-BE49-F238E27FC236}">
                    <a16:creationId xmlns:a16="http://schemas.microsoft.com/office/drawing/2014/main" id="{03765903-111C-2540-A95C-EAF4E2AB47EF}"/>
                  </a:ext>
                </a:extLst>
              </p:cNvPr>
              <p:cNvGrpSpPr>
                <a:grpSpLocks/>
              </p:cNvGrpSpPr>
              <p:nvPr/>
            </p:nvGrpSpPr>
            <p:grpSpPr bwMode="auto">
              <a:xfrm>
                <a:off x="5012" y="2947"/>
                <a:ext cx="801" cy="801"/>
                <a:chOff x="5012" y="2947"/>
                <a:chExt cx="801" cy="801"/>
              </a:xfrm>
            </p:grpSpPr>
            <p:sp>
              <p:nvSpPr>
                <p:cNvPr id="131104" name="Text Box 22">
                  <a:extLst>
                    <a:ext uri="{FF2B5EF4-FFF2-40B4-BE49-F238E27FC236}">
                      <a16:creationId xmlns:a16="http://schemas.microsoft.com/office/drawing/2014/main" id="{DF6B71F5-DD69-024E-887C-784B043FB384}"/>
                    </a:ext>
                  </a:extLst>
                </p:cNvPr>
                <p:cNvSpPr txBox="1">
                  <a:spLocks noChangeArrowheads="1"/>
                </p:cNvSpPr>
                <p:nvPr/>
              </p:nvSpPr>
              <p:spPr bwMode="auto">
                <a:xfrm>
                  <a:off x="5012" y="2947"/>
                  <a:ext cx="80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输出脉冲</a:t>
                  </a:r>
                </a:p>
              </p:txBody>
            </p:sp>
            <p:grpSp>
              <p:nvGrpSpPr>
                <p:cNvPr id="131105" name="Group 23">
                  <a:extLst>
                    <a:ext uri="{FF2B5EF4-FFF2-40B4-BE49-F238E27FC236}">
                      <a16:creationId xmlns:a16="http://schemas.microsoft.com/office/drawing/2014/main" id="{B7C6D9CE-A58C-7344-A10E-64D4886C31E6}"/>
                    </a:ext>
                  </a:extLst>
                </p:cNvPr>
                <p:cNvGrpSpPr>
                  <a:grpSpLocks/>
                </p:cNvGrpSpPr>
                <p:nvPr/>
              </p:nvGrpSpPr>
              <p:grpSpPr bwMode="auto">
                <a:xfrm>
                  <a:off x="5148" y="3220"/>
                  <a:ext cx="480" cy="528"/>
                  <a:chOff x="240" y="2448"/>
                  <a:chExt cx="480" cy="528"/>
                </a:xfrm>
              </p:grpSpPr>
              <p:grpSp>
                <p:nvGrpSpPr>
                  <p:cNvPr id="131106" name="Group 24">
                    <a:extLst>
                      <a:ext uri="{FF2B5EF4-FFF2-40B4-BE49-F238E27FC236}">
                        <a16:creationId xmlns:a16="http://schemas.microsoft.com/office/drawing/2014/main" id="{6A76C296-9E31-9E4D-AA0D-2F211CB65DE3}"/>
                      </a:ext>
                    </a:extLst>
                  </p:cNvPr>
                  <p:cNvGrpSpPr>
                    <a:grpSpLocks/>
                  </p:cNvGrpSpPr>
                  <p:nvPr/>
                </p:nvGrpSpPr>
                <p:grpSpPr bwMode="auto">
                  <a:xfrm>
                    <a:off x="240" y="2448"/>
                    <a:ext cx="480" cy="528"/>
                    <a:chOff x="240" y="2448"/>
                    <a:chExt cx="672" cy="672"/>
                  </a:xfrm>
                </p:grpSpPr>
                <p:sp>
                  <p:nvSpPr>
                    <p:cNvPr id="116761" name="Rectangle 25">
                      <a:extLst>
                        <a:ext uri="{FF2B5EF4-FFF2-40B4-BE49-F238E27FC236}">
                          <a16:creationId xmlns:a16="http://schemas.microsoft.com/office/drawing/2014/main" id="{CDFF14D0-DB25-8E45-8ECD-6E94DCB5B7F6}"/>
                        </a:ext>
                      </a:extLst>
                    </p:cNvPr>
                    <p:cNvSpPr>
                      <a:spLocks noChangeArrowheads="1"/>
                    </p:cNvSpPr>
                    <p:nvPr/>
                  </p:nvSpPr>
                  <p:spPr bwMode="auto">
                    <a:xfrm>
                      <a:off x="240" y="2448"/>
                      <a:ext cx="672" cy="672"/>
                    </a:xfrm>
                    <a:prstGeom prst="rect">
                      <a:avLst/>
                    </a:prstGeom>
                    <a:solidFill>
                      <a:srgbClr val="FFFFFF"/>
                    </a:solidFill>
                    <a:ln w="6350">
                      <a:solidFill>
                        <a:srgbClr val="333399"/>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16762" name="Line 26">
                      <a:extLst>
                        <a:ext uri="{FF2B5EF4-FFF2-40B4-BE49-F238E27FC236}">
                          <a16:creationId xmlns:a16="http://schemas.microsoft.com/office/drawing/2014/main" id="{3A81716B-6752-4041-B02A-B7E6EB492D5C}"/>
                        </a:ext>
                      </a:extLst>
                    </p:cNvPr>
                    <p:cNvSpPr>
                      <a:spLocks noChangeShapeType="1"/>
                    </p:cNvSpPr>
                    <p:nvPr/>
                  </p:nvSpPr>
                  <p:spPr bwMode="auto">
                    <a:xfrm>
                      <a:off x="576" y="2448"/>
                      <a:ext cx="0" cy="672"/>
                    </a:xfrm>
                    <a:prstGeom prst="line">
                      <a:avLst/>
                    </a:prstGeom>
                    <a:noFill/>
                    <a:ln w="6350">
                      <a:solidFill>
                        <a:srgbClr val="333399"/>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grpSp>
              <p:sp>
                <p:nvSpPr>
                  <p:cNvPr id="116763" name="Freeform 27">
                    <a:extLst>
                      <a:ext uri="{FF2B5EF4-FFF2-40B4-BE49-F238E27FC236}">
                        <a16:creationId xmlns:a16="http://schemas.microsoft.com/office/drawing/2014/main" id="{5A090F7F-B8CE-E04F-8DF4-1AC27DB70499}"/>
                      </a:ext>
                    </a:extLst>
                  </p:cNvPr>
                  <p:cNvSpPr>
                    <a:spLocks/>
                  </p:cNvSpPr>
                  <p:nvPr/>
                </p:nvSpPr>
                <p:spPr bwMode="auto">
                  <a:xfrm>
                    <a:off x="240" y="2450"/>
                    <a:ext cx="480" cy="526"/>
                  </a:xfrm>
                  <a:custGeom>
                    <a:avLst/>
                    <a:gdLst>
                      <a:gd name="T0" fmla="*/ 0 w 672"/>
                      <a:gd name="T1" fmla="*/ 526 h 670"/>
                      <a:gd name="T2" fmla="*/ 90 w 672"/>
                      <a:gd name="T3" fmla="*/ 500 h 670"/>
                      <a:gd name="T4" fmla="*/ 137 w 672"/>
                      <a:gd name="T5" fmla="*/ 413 h 670"/>
                      <a:gd name="T6" fmla="*/ 171 w 672"/>
                      <a:gd name="T7" fmla="*/ 262 h 670"/>
                      <a:gd name="T8" fmla="*/ 199 w 672"/>
                      <a:gd name="T9" fmla="*/ 109 h 670"/>
                      <a:gd name="T10" fmla="*/ 216 w 672"/>
                      <a:gd name="T11" fmla="*/ 31 h 670"/>
                      <a:gd name="T12" fmla="*/ 242 w 672"/>
                      <a:gd name="T13" fmla="*/ 1 h 670"/>
                      <a:gd name="T14" fmla="*/ 264 w 672"/>
                      <a:gd name="T15" fmla="*/ 27 h 670"/>
                      <a:gd name="T16" fmla="*/ 283 w 672"/>
                      <a:gd name="T17" fmla="*/ 107 h 670"/>
                      <a:gd name="T18" fmla="*/ 309 w 672"/>
                      <a:gd name="T19" fmla="*/ 265 h 670"/>
                      <a:gd name="T20" fmla="*/ 326 w 672"/>
                      <a:gd name="T21" fmla="*/ 359 h 670"/>
                      <a:gd name="T22" fmla="*/ 360 w 672"/>
                      <a:gd name="T23" fmla="*/ 467 h 670"/>
                      <a:gd name="T24" fmla="*/ 409 w 672"/>
                      <a:gd name="T25" fmla="*/ 505 h 670"/>
                      <a:gd name="T26" fmla="*/ 437 w 672"/>
                      <a:gd name="T27" fmla="*/ 514 h 670"/>
                      <a:gd name="T28" fmla="*/ 480 w 672"/>
                      <a:gd name="T29" fmla="*/ 526 h 67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72" h="670">
                        <a:moveTo>
                          <a:pt x="0" y="670"/>
                        </a:moveTo>
                        <a:cubicBezTo>
                          <a:pt x="21" y="664"/>
                          <a:pt x="94" y="661"/>
                          <a:pt x="126" y="637"/>
                        </a:cubicBezTo>
                        <a:cubicBezTo>
                          <a:pt x="158" y="613"/>
                          <a:pt x="173" y="576"/>
                          <a:pt x="192" y="526"/>
                        </a:cubicBezTo>
                        <a:cubicBezTo>
                          <a:pt x="211" y="476"/>
                          <a:pt x="226" y="398"/>
                          <a:pt x="240" y="334"/>
                        </a:cubicBezTo>
                        <a:cubicBezTo>
                          <a:pt x="254" y="270"/>
                          <a:pt x="269" y="188"/>
                          <a:pt x="279" y="139"/>
                        </a:cubicBezTo>
                        <a:cubicBezTo>
                          <a:pt x="289" y="90"/>
                          <a:pt x="293" y="63"/>
                          <a:pt x="303" y="40"/>
                        </a:cubicBezTo>
                        <a:cubicBezTo>
                          <a:pt x="313" y="17"/>
                          <a:pt x="328" y="2"/>
                          <a:pt x="339" y="1"/>
                        </a:cubicBezTo>
                        <a:cubicBezTo>
                          <a:pt x="350" y="0"/>
                          <a:pt x="360" y="12"/>
                          <a:pt x="369" y="34"/>
                        </a:cubicBezTo>
                        <a:cubicBezTo>
                          <a:pt x="378" y="56"/>
                          <a:pt x="386" y="86"/>
                          <a:pt x="396" y="136"/>
                        </a:cubicBezTo>
                        <a:cubicBezTo>
                          <a:pt x="406" y="186"/>
                          <a:pt x="422" y="284"/>
                          <a:pt x="432" y="337"/>
                        </a:cubicBezTo>
                        <a:cubicBezTo>
                          <a:pt x="442" y="390"/>
                          <a:pt x="444" y="414"/>
                          <a:pt x="456" y="457"/>
                        </a:cubicBezTo>
                        <a:cubicBezTo>
                          <a:pt x="468" y="500"/>
                          <a:pt x="485" y="564"/>
                          <a:pt x="504" y="595"/>
                        </a:cubicBezTo>
                        <a:cubicBezTo>
                          <a:pt x="523" y="626"/>
                          <a:pt x="555" y="633"/>
                          <a:pt x="573" y="643"/>
                        </a:cubicBezTo>
                        <a:cubicBezTo>
                          <a:pt x="591" y="653"/>
                          <a:pt x="596" y="651"/>
                          <a:pt x="612" y="655"/>
                        </a:cubicBezTo>
                        <a:cubicBezTo>
                          <a:pt x="628" y="659"/>
                          <a:pt x="660" y="667"/>
                          <a:pt x="672" y="670"/>
                        </a:cubicBezTo>
                      </a:path>
                    </a:pathLst>
                  </a:custGeom>
                  <a:noFill/>
                  <a:ln w="28575" cmpd="sng">
                    <a:solidFill>
                      <a:srgbClr val="333399"/>
                    </a:solidFill>
                    <a:round/>
                    <a:headEnd/>
                    <a:tailEnd/>
                  </a:ln>
                  <a:effectLst/>
                </p:spPr>
                <p:txBody>
                  <a:bodyPr wrap="none"/>
                  <a:lstStyle/>
                  <a:p>
                    <a:pPr>
                      <a:defRPr/>
                    </a:pPr>
                    <a:endParaRPr lang="zh-CN" altLang="en-US">
                      <a:cs typeface="+mn-cs"/>
                    </a:endParaRPr>
                  </a:p>
                </p:txBody>
              </p:sp>
            </p:grpSp>
          </p:grpSp>
        </p:grpSp>
        <p:sp>
          <p:nvSpPr>
            <p:cNvPr id="131101" name="Text Box 28">
              <a:extLst>
                <a:ext uri="{FF2B5EF4-FFF2-40B4-BE49-F238E27FC236}">
                  <a16:creationId xmlns:a16="http://schemas.microsoft.com/office/drawing/2014/main" id="{D6A7F8FC-03E7-5448-8A0A-28DAF208F78F}"/>
                </a:ext>
              </a:extLst>
            </p:cNvPr>
            <p:cNvSpPr txBox="1">
              <a:spLocks noChangeArrowheads="1"/>
            </p:cNvSpPr>
            <p:nvPr/>
          </p:nvSpPr>
          <p:spPr bwMode="auto">
            <a:xfrm>
              <a:off x="2381" y="2709"/>
              <a:ext cx="1318"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700">
                  <a:latin typeface="Tahoma" panose="020B0604030504040204" pitchFamily="34" charset="0"/>
                  <a:ea typeface="宋体" panose="02010600030101010101" pitchFamily="2" charset="-122"/>
                </a:rPr>
                <a:t>单模光纤</a:t>
              </a:r>
            </a:p>
          </p:txBody>
        </p:sp>
      </p:grpSp>
      <p:sp>
        <p:nvSpPr>
          <p:cNvPr id="131074" name="Rectangle 29">
            <a:extLst>
              <a:ext uri="{FF2B5EF4-FFF2-40B4-BE49-F238E27FC236}">
                <a16:creationId xmlns:a16="http://schemas.microsoft.com/office/drawing/2014/main" id="{2A1BF02D-0583-4246-B82B-CECE670EDEF1}"/>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多模光纤与单模光纤</a:t>
            </a:r>
          </a:p>
        </p:txBody>
      </p:sp>
      <p:sp>
        <p:nvSpPr>
          <p:cNvPr id="116766" name="Freeform 30">
            <a:extLst>
              <a:ext uri="{FF2B5EF4-FFF2-40B4-BE49-F238E27FC236}">
                <a16:creationId xmlns:a16="http://schemas.microsoft.com/office/drawing/2014/main" id="{A7F5456B-7663-1845-8B16-D0557E2ED5A1}"/>
              </a:ext>
            </a:extLst>
          </p:cNvPr>
          <p:cNvSpPr>
            <a:spLocks/>
          </p:cNvSpPr>
          <p:nvPr/>
        </p:nvSpPr>
        <p:spPr bwMode="auto">
          <a:xfrm>
            <a:off x="2114550" y="2269331"/>
            <a:ext cx="5072063" cy="400050"/>
          </a:xfrm>
          <a:custGeom>
            <a:avLst/>
            <a:gdLst>
              <a:gd name="T0" fmla="*/ 0 w 4260"/>
              <a:gd name="T1" fmla="*/ 238125 h 336"/>
              <a:gd name="T2" fmla="*/ 1057275 w 4260"/>
              <a:gd name="T3" fmla="*/ 0 h 336"/>
              <a:gd name="T4" fmla="*/ 3667125 w 4260"/>
              <a:gd name="T5" fmla="*/ 533400 h 336"/>
              <a:gd name="T6" fmla="*/ 6248400 w 4260"/>
              <a:gd name="T7" fmla="*/ 0 h 336"/>
              <a:gd name="T8" fmla="*/ 6762750 w 4260"/>
              <a:gd name="T9" fmla="*/ 114300 h 3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60" h="336">
                <a:moveTo>
                  <a:pt x="0" y="150"/>
                </a:moveTo>
                <a:lnTo>
                  <a:pt x="666" y="0"/>
                </a:lnTo>
                <a:lnTo>
                  <a:pt x="2310" y="336"/>
                </a:lnTo>
                <a:lnTo>
                  <a:pt x="3936" y="0"/>
                </a:lnTo>
                <a:lnTo>
                  <a:pt x="4260" y="72"/>
                </a:lnTo>
              </a:path>
            </a:pathLst>
          </a:custGeom>
          <a:noFill/>
          <a:ln w="38100" cmpd="sng">
            <a:solidFill>
              <a:srgbClr val="339933"/>
            </a:solidFill>
            <a:round/>
            <a:headEnd type="none" w="med" len="med"/>
            <a:tailEnd type="triangle" w="sm" len="med"/>
          </a:ln>
          <a:effectLst/>
        </p:spPr>
        <p:txBody>
          <a:bodyPr/>
          <a:lstStyle/>
          <a:p>
            <a:pPr>
              <a:defRPr/>
            </a:pPr>
            <a:endParaRPr lang="zh-CN" altLang="en-US">
              <a:cs typeface="+mn-cs"/>
            </a:endParaRPr>
          </a:p>
        </p:txBody>
      </p:sp>
      <p:sp>
        <p:nvSpPr>
          <p:cNvPr id="116767" name="Rectangle 31">
            <a:extLst>
              <a:ext uri="{FF2B5EF4-FFF2-40B4-BE49-F238E27FC236}">
                <a16:creationId xmlns:a16="http://schemas.microsoft.com/office/drawing/2014/main" id="{6763F812-B070-AD46-A589-164E0EBD4716}"/>
              </a:ext>
            </a:extLst>
          </p:cNvPr>
          <p:cNvSpPr>
            <a:spLocks noChangeArrowheads="1"/>
          </p:cNvSpPr>
          <p:nvPr/>
        </p:nvSpPr>
        <p:spPr bwMode="auto">
          <a:xfrm>
            <a:off x="2033588" y="1990725"/>
            <a:ext cx="5143500" cy="285750"/>
          </a:xfrm>
          <a:prstGeom prst="rect">
            <a:avLst/>
          </a:prstGeom>
          <a:solidFill>
            <a:srgbClr val="EAEAEA"/>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116768" name="Rectangle 32">
            <a:extLst>
              <a:ext uri="{FF2B5EF4-FFF2-40B4-BE49-F238E27FC236}">
                <a16:creationId xmlns:a16="http://schemas.microsoft.com/office/drawing/2014/main" id="{EAE0F405-982A-5C47-921D-3220A442AC8A}"/>
              </a:ext>
            </a:extLst>
          </p:cNvPr>
          <p:cNvSpPr>
            <a:spLocks noChangeArrowheads="1"/>
          </p:cNvSpPr>
          <p:nvPr/>
        </p:nvSpPr>
        <p:spPr bwMode="auto">
          <a:xfrm>
            <a:off x="2045494" y="2675335"/>
            <a:ext cx="5143500" cy="285750"/>
          </a:xfrm>
          <a:prstGeom prst="rect">
            <a:avLst/>
          </a:prstGeom>
          <a:solidFill>
            <a:srgbClr val="EAEAEA"/>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grpSp>
        <p:nvGrpSpPr>
          <p:cNvPr id="131078" name="Group 33">
            <a:extLst>
              <a:ext uri="{FF2B5EF4-FFF2-40B4-BE49-F238E27FC236}">
                <a16:creationId xmlns:a16="http://schemas.microsoft.com/office/drawing/2014/main" id="{AA1D6F22-02CE-4F4A-BCF5-4356268B8F99}"/>
              </a:ext>
            </a:extLst>
          </p:cNvPr>
          <p:cNvGrpSpPr>
            <a:grpSpLocks/>
          </p:cNvGrpSpPr>
          <p:nvPr/>
        </p:nvGrpSpPr>
        <p:grpSpPr bwMode="auto">
          <a:xfrm>
            <a:off x="2045494" y="1989535"/>
            <a:ext cx="5143500" cy="971550"/>
            <a:chOff x="912" y="912"/>
            <a:chExt cx="4608" cy="816"/>
          </a:xfrm>
        </p:grpSpPr>
        <p:sp>
          <p:nvSpPr>
            <p:cNvPr id="116770" name="Line 34">
              <a:extLst>
                <a:ext uri="{FF2B5EF4-FFF2-40B4-BE49-F238E27FC236}">
                  <a16:creationId xmlns:a16="http://schemas.microsoft.com/office/drawing/2014/main" id="{6CD5BE6B-E310-F84F-8964-64B608BEA8EC}"/>
                </a:ext>
              </a:extLst>
            </p:cNvPr>
            <p:cNvSpPr>
              <a:spLocks noChangeShapeType="1"/>
            </p:cNvSpPr>
            <p:nvPr/>
          </p:nvSpPr>
          <p:spPr bwMode="auto">
            <a:xfrm>
              <a:off x="912" y="912"/>
              <a:ext cx="4608" cy="0"/>
            </a:xfrm>
            <a:prstGeom prst="line">
              <a:avLst/>
            </a:prstGeom>
            <a:noFill/>
            <a:ln w="9525">
              <a:solidFill>
                <a:schemeClr val="tx1"/>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16771" name="Line 35">
              <a:extLst>
                <a:ext uri="{FF2B5EF4-FFF2-40B4-BE49-F238E27FC236}">
                  <a16:creationId xmlns:a16="http://schemas.microsoft.com/office/drawing/2014/main" id="{6D640AAD-4C58-0B47-B635-8B34CD348631}"/>
                </a:ext>
              </a:extLst>
            </p:cNvPr>
            <p:cNvSpPr>
              <a:spLocks noChangeShapeType="1"/>
            </p:cNvSpPr>
            <p:nvPr/>
          </p:nvSpPr>
          <p:spPr bwMode="auto">
            <a:xfrm>
              <a:off x="912" y="1152"/>
              <a:ext cx="4608" cy="0"/>
            </a:xfrm>
            <a:prstGeom prst="line">
              <a:avLst/>
            </a:prstGeom>
            <a:noFill/>
            <a:ln w="9525">
              <a:solidFill>
                <a:schemeClr val="tx1"/>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16772" name="Line 36">
              <a:extLst>
                <a:ext uri="{FF2B5EF4-FFF2-40B4-BE49-F238E27FC236}">
                  <a16:creationId xmlns:a16="http://schemas.microsoft.com/office/drawing/2014/main" id="{A86D7C1A-9F5F-4646-A365-2F04273635B7}"/>
                </a:ext>
              </a:extLst>
            </p:cNvPr>
            <p:cNvSpPr>
              <a:spLocks noChangeShapeType="1"/>
            </p:cNvSpPr>
            <p:nvPr/>
          </p:nvSpPr>
          <p:spPr bwMode="auto">
            <a:xfrm>
              <a:off x="912" y="1488"/>
              <a:ext cx="4608" cy="0"/>
            </a:xfrm>
            <a:prstGeom prst="line">
              <a:avLst/>
            </a:prstGeom>
            <a:noFill/>
            <a:ln w="9525">
              <a:solidFill>
                <a:schemeClr val="tx1"/>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16773" name="Line 37">
              <a:extLst>
                <a:ext uri="{FF2B5EF4-FFF2-40B4-BE49-F238E27FC236}">
                  <a16:creationId xmlns:a16="http://schemas.microsoft.com/office/drawing/2014/main" id="{66C77904-2EF3-5842-A45F-0DEEEA9644B7}"/>
                </a:ext>
              </a:extLst>
            </p:cNvPr>
            <p:cNvSpPr>
              <a:spLocks noChangeShapeType="1"/>
            </p:cNvSpPr>
            <p:nvPr/>
          </p:nvSpPr>
          <p:spPr bwMode="auto">
            <a:xfrm>
              <a:off x="912" y="1728"/>
              <a:ext cx="4608" cy="0"/>
            </a:xfrm>
            <a:prstGeom prst="line">
              <a:avLst/>
            </a:prstGeom>
            <a:noFill/>
            <a:ln w="9525">
              <a:solidFill>
                <a:schemeClr val="tx1"/>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grpSp>
      <p:sp>
        <p:nvSpPr>
          <p:cNvPr id="116774" name="Line 38">
            <a:extLst>
              <a:ext uri="{FF2B5EF4-FFF2-40B4-BE49-F238E27FC236}">
                <a16:creationId xmlns:a16="http://schemas.microsoft.com/office/drawing/2014/main" id="{E2556EC9-310A-B14F-92B2-74DFD733C26D}"/>
              </a:ext>
            </a:extLst>
          </p:cNvPr>
          <p:cNvSpPr>
            <a:spLocks noChangeShapeType="1"/>
          </p:cNvSpPr>
          <p:nvPr/>
        </p:nvSpPr>
        <p:spPr bwMode="auto">
          <a:xfrm>
            <a:off x="1943100" y="2471738"/>
            <a:ext cx="5329238" cy="3572"/>
          </a:xfrm>
          <a:prstGeom prst="line">
            <a:avLst/>
          </a:prstGeom>
          <a:noFill/>
          <a:ln w="9525">
            <a:solidFill>
              <a:schemeClr val="tx1"/>
            </a:solidFill>
            <a:prstDash val="lgDashDot"/>
            <a:round/>
            <a:headEnd/>
            <a:tailEnd/>
          </a:ln>
          <a:effectLst/>
        </p:spPr>
        <p:txBody>
          <a:bodyPr wrap="none"/>
          <a:lstStyle/>
          <a:p>
            <a:pPr algn="ctr" eaLnBrk="1" hangingPunct="1">
              <a:defRPr/>
            </a:pPr>
            <a:endParaRPr lang="zh-CN" altLang="en-US">
              <a:latin typeface="Tahoma" charset="0"/>
              <a:ea typeface="宋体" charset="-122"/>
              <a:cs typeface="+mn-cs"/>
            </a:endParaRPr>
          </a:p>
        </p:txBody>
      </p:sp>
      <p:grpSp>
        <p:nvGrpSpPr>
          <p:cNvPr id="116775" name="Group 39">
            <a:extLst>
              <a:ext uri="{FF2B5EF4-FFF2-40B4-BE49-F238E27FC236}">
                <a16:creationId xmlns:a16="http://schemas.microsoft.com/office/drawing/2014/main" id="{A6404852-F52F-694C-AFD1-EC9AD538556E}"/>
              </a:ext>
            </a:extLst>
          </p:cNvPr>
          <p:cNvGrpSpPr>
            <a:grpSpLocks/>
          </p:cNvGrpSpPr>
          <p:nvPr/>
        </p:nvGrpSpPr>
        <p:grpSpPr bwMode="auto">
          <a:xfrm>
            <a:off x="1188244" y="1815704"/>
            <a:ext cx="6875860" cy="973931"/>
            <a:chOff x="38" y="1288"/>
            <a:chExt cx="5775" cy="818"/>
          </a:xfrm>
        </p:grpSpPr>
        <p:grpSp>
          <p:nvGrpSpPr>
            <p:cNvPr id="131085" name="Group 40">
              <a:extLst>
                <a:ext uri="{FF2B5EF4-FFF2-40B4-BE49-F238E27FC236}">
                  <a16:creationId xmlns:a16="http://schemas.microsoft.com/office/drawing/2014/main" id="{429912CD-DA33-2C47-A984-1943CF9E156A}"/>
                </a:ext>
              </a:extLst>
            </p:cNvPr>
            <p:cNvGrpSpPr>
              <a:grpSpLocks/>
            </p:cNvGrpSpPr>
            <p:nvPr/>
          </p:nvGrpSpPr>
          <p:grpSpPr bwMode="auto">
            <a:xfrm>
              <a:off x="38" y="1288"/>
              <a:ext cx="801" cy="818"/>
              <a:chOff x="38" y="1288"/>
              <a:chExt cx="801" cy="818"/>
            </a:xfrm>
          </p:grpSpPr>
          <p:sp>
            <p:nvSpPr>
              <p:cNvPr id="116777" name="Rectangle 41">
                <a:extLst>
                  <a:ext uri="{FF2B5EF4-FFF2-40B4-BE49-F238E27FC236}">
                    <a16:creationId xmlns:a16="http://schemas.microsoft.com/office/drawing/2014/main" id="{88798967-8A0E-E94D-BEA7-3FB1E66AD61D}"/>
                  </a:ext>
                </a:extLst>
              </p:cNvPr>
              <p:cNvSpPr>
                <a:spLocks noChangeArrowheads="1"/>
              </p:cNvSpPr>
              <p:nvPr/>
            </p:nvSpPr>
            <p:spPr bwMode="auto">
              <a:xfrm>
                <a:off x="177" y="1578"/>
                <a:ext cx="480" cy="528"/>
              </a:xfrm>
              <a:prstGeom prst="rect">
                <a:avLst/>
              </a:prstGeom>
              <a:solidFill>
                <a:srgbClr val="FFFFFF"/>
              </a:solidFill>
              <a:ln w="9525">
                <a:solidFill>
                  <a:srgbClr val="333399"/>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16778" name="Line 42">
                <a:extLst>
                  <a:ext uri="{FF2B5EF4-FFF2-40B4-BE49-F238E27FC236}">
                    <a16:creationId xmlns:a16="http://schemas.microsoft.com/office/drawing/2014/main" id="{257C1C62-0028-DB48-8238-8FD27A050C81}"/>
                  </a:ext>
                </a:extLst>
              </p:cNvPr>
              <p:cNvSpPr>
                <a:spLocks noChangeShapeType="1"/>
              </p:cNvSpPr>
              <p:nvPr/>
            </p:nvSpPr>
            <p:spPr bwMode="auto">
              <a:xfrm>
                <a:off x="417" y="1578"/>
                <a:ext cx="0" cy="528"/>
              </a:xfrm>
              <a:prstGeom prst="line">
                <a:avLst/>
              </a:prstGeom>
              <a:noFill/>
              <a:ln w="6350">
                <a:solidFill>
                  <a:srgbClr val="333399"/>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16779" name="Freeform 43">
                <a:extLst>
                  <a:ext uri="{FF2B5EF4-FFF2-40B4-BE49-F238E27FC236}">
                    <a16:creationId xmlns:a16="http://schemas.microsoft.com/office/drawing/2014/main" id="{F19E35FB-6A46-114C-BDC6-F3BD4BB664A6}"/>
                  </a:ext>
                </a:extLst>
              </p:cNvPr>
              <p:cNvSpPr>
                <a:spLocks/>
              </p:cNvSpPr>
              <p:nvPr/>
            </p:nvSpPr>
            <p:spPr bwMode="auto">
              <a:xfrm>
                <a:off x="177" y="1580"/>
                <a:ext cx="480" cy="526"/>
              </a:xfrm>
              <a:custGeom>
                <a:avLst/>
                <a:gdLst>
                  <a:gd name="T0" fmla="*/ 0 w 672"/>
                  <a:gd name="T1" fmla="*/ 526 h 670"/>
                  <a:gd name="T2" fmla="*/ 90 w 672"/>
                  <a:gd name="T3" fmla="*/ 500 h 670"/>
                  <a:gd name="T4" fmla="*/ 137 w 672"/>
                  <a:gd name="T5" fmla="*/ 413 h 670"/>
                  <a:gd name="T6" fmla="*/ 171 w 672"/>
                  <a:gd name="T7" fmla="*/ 262 h 670"/>
                  <a:gd name="T8" fmla="*/ 199 w 672"/>
                  <a:gd name="T9" fmla="*/ 109 h 670"/>
                  <a:gd name="T10" fmla="*/ 216 w 672"/>
                  <a:gd name="T11" fmla="*/ 31 h 670"/>
                  <a:gd name="T12" fmla="*/ 242 w 672"/>
                  <a:gd name="T13" fmla="*/ 1 h 670"/>
                  <a:gd name="T14" fmla="*/ 264 w 672"/>
                  <a:gd name="T15" fmla="*/ 27 h 670"/>
                  <a:gd name="T16" fmla="*/ 283 w 672"/>
                  <a:gd name="T17" fmla="*/ 107 h 670"/>
                  <a:gd name="T18" fmla="*/ 309 w 672"/>
                  <a:gd name="T19" fmla="*/ 265 h 670"/>
                  <a:gd name="T20" fmla="*/ 326 w 672"/>
                  <a:gd name="T21" fmla="*/ 359 h 670"/>
                  <a:gd name="T22" fmla="*/ 360 w 672"/>
                  <a:gd name="T23" fmla="*/ 467 h 670"/>
                  <a:gd name="T24" fmla="*/ 409 w 672"/>
                  <a:gd name="T25" fmla="*/ 505 h 670"/>
                  <a:gd name="T26" fmla="*/ 437 w 672"/>
                  <a:gd name="T27" fmla="*/ 514 h 670"/>
                  <a:gd name="T28" fmla="*/ 480 w 672"/>
                  <a:gd name="T29" fmla="*/ 526 h 67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72" h="670">
                    <a:moveTo>
                      <a:pt x="0" y="670"/>
                    </a:moveTo>
                    <a:cubicBezTo>
                      <a:pt x="21" y="664"/>
                      <a:pt x="94" y="661"/>
                      <a:pt x="126" y="637"/>
                    </a:cubicBezTo>
                    <a:cubicBezTo>
                      <a:pt x="158" y="613"/>
                      <a:pt x="173" y="576"/>
                      <a:pt x="192" y="526"/>
                    </a:cubicBezTo>
                    <a:cubicBezTo>
                      <a:pt x="211" y="476"/>
                      <a:pt x="226" y="398"/>
                      <a:pt x="240" y="334"/>
                    </a:cubicBezTo>
                    <a:cubicBezTo>
                      <a:pt x="254" y="270"/>
                      <a:pt x="269" y="188"/>
                      <a:pt x="279" y="139"/>
                    </a:cubicBezTo>
                    <a:cubicBezTo>
                      <a:pt x="289" y="90"/>
                      <a:pt x="293" y="63"/>
                      <a:pt x="303" y="40"/>
                    </a:cubicBezTo>
                    <a:cubicBezTo>
                      <a:pt x="313" y="17"/>
                      <a:pt x="328" y="2"/>
                      <a:pt x="339" y="1"/>
                    </a:cubicBezTo>
                    <a:cubicBezTo>
                      <a:pt x="350" y="0"/>
                      <a:pt x="360" y="12"/>
                      <a:pt x="369" y="34"/>
                    </a:cubicBezTo>
                    <a:cubicBezTo>
                      <a:pt x="378" y="56"/>
                      <a:pt x="386" y="86"/>
                      <a:pt x="396" y="136"/>
                    </a:cubicBezTo>
                    <a:cubicBezTo>
                      <a:pt x="406" y="186"/>
                      <a:pt x="422" y="284"/>
                      <a:pt x="432" y="337"/>
                    </a:cubicBezTo>
                    <a:cubicBezTo>
                      <a:pt x="442" y="390"/>
                      <a:pt x="444" y="414"/>
                      <a:pt x="456" y="457"/>
                    </a:cubicBezTo>
                    <a:cubicBezTo>
                      <a:pt x="468" y="500"/>
                      <a:pt x="485" y="564"/>
                      <a:pt x="504" y="595"/>
                    </a:cubicBezTo>
                    <a:cubicBezTo>
                      <a:pt x="523" y="626"/>
                      <a:pt x="555" y="633"/>
                      <a:pt x="573" y="643"/>
                    </a:cubicBezTo>
                    <a:cubicBezTo>
                      <a:pt x="591" y="653"/>
                      <a:pt x="596" y="651"/>
                      <a:pt x="612" y="655"/>
                    </a:cubicBezTo>
                    <a:cubicBezTo>
                      <a:pt x="628" y="659"/>
                      <a:pt x="660" y="667"/>
                      <a:pt x="672" y="670"/>
                    </a:cubicBezTo>
                  </a:path>
                </a:pathLst>
              </a:custGeom>
              <a:noFill/>
              <a:ln w="28575" cmpd="sng">
                <a:solidFill>
                  <a:srgbClr val="333399"/>
                </a:solidFill>
                <a:round/>
                <a:headEnd/>
                <a:tailEnd/>
              </a:ln>
              <a:effectLst/>
            </p:spPr>
            <p:txBody>
              <a:bodyPr wrap="none"/>
              <a:lstStyle/>
              <a:p>
                <a:pPr>
                  <a:defRPr/>
                </a:pPr>
                <a:endParaRPr lang="zh-CN" altLang="en-US">
                  <a:cs typeface="+mn-cs"/>
                </a:endParaRPr>
              </a:p>
            </p:txBody>
          </p:sp>
          <p:sp>
            <p:nvSpPr>
              <p:cNvPr id="131094" name="Text Box 44">
                <a:extLst>
                  <a:ext uri="{FF2B5EF4-FFF2-40B4-BE49-F238E27FC236}">
                    <a16:creationId xmlns:a16="http://schemas.microsoft.com/office/drawing/2014/main" id="{7DDC99FF-ABA3-4648-962B-2D9A4DD1621A}"/>
                  </a:ext>
                </a:extLst>
              </p:cNvPr>
              <p:cNvSpPr txBox="1">
                <a:spLocks noChangeArrowheads="1"/>
              </p:cNvSpPr>
              <p:nvPr/>
            </p:nvSpPr>
            <p:spPr bwMode="auto">
              <a:xfrm>
                <a:off x="38" y="1288"/>
                <a:ext cx="80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输入脉冲</a:t>
                </a:r>
              </a:p>
            </p:txBody>
          </p:sp>
        </p:grpSp>
        <p:grpSp>
          <p:nvGrpSpPr>
            <p:cNvPr id="131086" name="Group 45">
              <a:extLst>
                <a:ext uri="{FF2B5EF4-FFF2-40B4-BE49-F238E27FC236}">
                  <a16:creationId xmlns:a16="http://schemas.microsoft.com/office/drawing/2014/main" id="{47E46ECC-B2FE-1840-BB0F-A59C26B63716}"/>
                </a:ext>
              </a:extLst>
            </p:cNvPr>
            <p:cNvGrpSpPr>
              <a:grpSpLocks/>
            </p:cNvGrpSpPr>
            <p:nvPr/>
          </p:nvGrpSpPr>
          <p:grpSpPr bwMode="auto">
            <a:xfrm>
              <a:off x="5012" y="1305"/>
              <a:ext cx="801" cy="801"/>
              <a:chOff x="5012" y="1305"/>
              <a:chExt cx="801" cy="801"/>
            </a:xfrm>
          </p:grpSpPr>
          <p:sp>
            <p:nvSpPr>
              <p:cNvPr id="116782" name="Rectangle 46">
                <a:extLst>
                  <a:ext uri="{FF2B5EF4-FFF2-40B4-BE49-F238E27FC236}">
                    <a16:creationId xmlns:a16="http://schemas.microsoft.com/office/drawing/2014/main" id="{3AFD0DB7-2A9F-644F-A3BF-04474AE5556C}"/>
                  </a:ext>
                </a:extLst>
              </p:cNvPr>
              <p:cNvSpPr>
                <a:spLocks noChangeArrowheads="1"/>
              </p:cNvSpPr>
              <p:nvPr/>
            </p:nvSpPr>
            <p:spPr bwMode="auto">
              <a:xfrm>
                <a:off x="5110" y="1578"/>
                <a:ext cx="476" cy="528"/>
              </a:xfrm>
              <a:prstGeom prst="rect">
                <a:avLst/>
              </a:prstGeom>
              <a:solidFill>
                <a:srgbClr val="FFFFFF"/>
              </a:solidFill>
              <a:ln w="9525">
                <a:solidFill>
                  <a:srgbClr val="333399"/>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16783" name="Line 47">
                <a:extLst>
                  <a:ext uri="{FF2B5EF4-FFF2-40B4-BE49-F238E27FC236}">
                    <a16:creationId xmlns:a16="http://schemas.microsoft.com/office/drawing/2014/main" id="{9881682F-A936-1545-BEBA-BA2A699D6907}"/>
                  </a:ext>
                </a:extLst>
              </p:cNvPr>
              <p:cNvSpPr>
                <a:spLocks noChangeShapeType="1"/>
              </p:cNvSpPr>
              <p:nvPr/>
            </p:nvSpPr>
            <p:spPr bwMode="auto">
              <a:xfrm>
                <a:off x="5348" y="1578"/>
                <a:ext cx="0" cy="528"/>
              </a:xfrm>
              <a:prstGeom prst="line">
                <a:avLst/>
              </a:prstGeom>
              <a:noFill/>
              <a:ln w="6350">
                <a:solidFill>
                  <a:srgbClr val="333399"/>
                </a:solidFill>
                <a:round/>
                <a:headEnd/>
                <a:tailEnd/>
              </a:ln>
              <a:effectLst/>
            </p:spPr>
            <p:txBody>
              <a:bodyPr wrap="none"/>
              <a:lstStyle/>
              <a:p>
                <a:pPr algn="ctr" eaLnBrk="1" hangingPunct="1">
                  <a:defRPr/>
                </a:pPr>
                <a:endParaRPr lang="zh-CN" altLang="en-US">
                  <a:latin typeface="Tahoma" charset="0"/>
                  <a:ea typeface="宋体" charset="-122"/>
                  <a:cs typeface="+mn-cs"/>
                </a:endParaRPr>
              </a:p>
            </p:txBody>
          </p:sp>
          <p:sp>
            <p:nvSpPr>
              <p:cNvPr id="116784" name="Freeform 48">
                <a:extLst>
                  <a:ext uri="{FF2B5EF4-FFF2-40B4-BE49-F238E27FC236}">
                    <a16:creationId xmlns:a16="http://schemas.microsoft.com/office/drawing/2014/main" id="{67DEB3FC-A82B-A74F-AAF9-1F48E32E263E}"/>
                  </a:ext>
                </a:extLst>
              </p:cNvPr>
              <p:cNvSpPr>
                <a:spLocks/>
              </p:cNvSpPr>
              <p:nvPr/>
            </p:nvSpPr>
            <p:spPr bwMode="auto">
              <a:xfrm>
                <a:off x="5108" y="1726"/>
                <a:ext cx="480" cy="222"/>
              </a:xfrm>
              <a:custGeom>
                <a:avLst/>
                <a:gdLst>
                  <a:gd name="T0" fmla="*/ 0 w 678"/>
                  <a:gd name="T1" fmla="*/ 220 h 283"/>
                  <a:gd name="T2" fmla="*/ 62 w 678"/>
                  <a:gd name="T3" fmla="*/ 191 h 283"/>
                  <a:gd name="T4" fmla="*/ 106 w 678"/>
                  <a:gd name="T5" fmla="*/ 151 h 283"/>
                  <a:gd name="T6" fmla="*/ 142 w 678"/>
                  <a:gd name="T7" fmla="*/ 102 h 283"/>
                  <a:gd name="T8" fmla="*/ 183 w 678"/>
                  <a:gd name="T9" fmla="*/ 34 h 283"/>
                  <a:gd name="T10" fmla="*/ 240 w 678"/>
                  <a:gd name="T11" fmla="*/ 1 h 283"/>
                  <a:gd name="T12" fmla="*/ 302 w 678"/>
                  <a:gd name="T13" fmla="*/ 29 h 283"/>
                  <a:gd name="T14" fmla="*/ 348 w 678"/>
                  <a:gd name="T15" fmla="*/ 109 h 283"/>
                  <a:gd name="T16" fmla="*/ 374 w 678"/>
                  <a:gd name="T17" fmla="*/ 149 h 283"/>
                  <a:gd name="T18" fmla="*/ 418 w 678"/>
                  <a:gd name="T19" fmla="*/ 187 h 283"/>
                  <a:gd name="T20" fmla="*/ 480 w 678"/>
                  <a:gd name="T21" fmla="*/ 222 h 2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78" h="283">
                    <a:moveTo>
                      <a:pt x="0" y="280"/>
                    </a:moveTo>
                    <a:cubicBezTo>
                      <a:pt x="14" y="274"/>
                      <a:pt x="62" y="258"/>
                      <a:pt x="87" y="244"/>
                    </a:cubicBezTo>
                    <a:cubicBezTo>
                      <a:pt x="112" y="230"/>
                      <a:pt x="131" y="212"/>
                      <a:pt x="150" y="193"/>
                    </a:cubicBezTo>
                    <a:cubicBezTo>
                      <a:pt x="169" y="174"/>
                      <a:pt x="183" y="155"/>
                      <a:pt x="201" y="130"/>
                    </a:cubicBezTo>
                    <a:cubicBezTo>
                      <a:pt x="219" y="105"/>
                      <a:pt x="235" y="64"/>
                      <a:pt x="258" y="43"/>
                    </a:cubicBezTo>
                    <a:cubicBezTo>
                      <a:pt x="281" y="22"/>
                      <a:pt x="311" y="2"/>
                      <a:pt x="339" y="1"/>
                    </a:cubicBezTo>
                    <a:cubicBezTo>
                      <a:pt x="367" y="0"/>
                      <a:pt x="401" y="14"/>
                      <a:pt x="426" y="37"/>
                    </a:cubicBezTo>
                    <a:cubicBezTo>
                      <a:pt x="451" y="60"/>
                      <a:pt x="475" y="113"/>
                      <a:pt x="492" y="139"/>
                    </a:cubicBezTo>
                    <a:cubicBezTo>
                      <a:pt x="509" y="165"/>
                      <a:pt x="512" y="174"/>
                      <a:pt x="528" y="190"/>
                    </a:cubicBezTo>
                    <a:cubicBezTo>
                      <a:pt x="544" y="206"/>
                      <a:pt x="566" y="222"/>
                      <a:pt x="591" y="238"/>
                    </a:cubicBezTo>
                    <a:cubicBezTo>
                      <a:pt x="616" y="254"/>
                      <a:pt x="660" y="274"/>
                      <a:pt x="678" y="283"/>
                    </a:cubicBezTo>
                  </a:path>
                </a:pathLst>
              </a:custGeom>
              <a:noFill/>
              <a:ln w="28575" cmpd="sng">
                <a:solidFill>
                  <a:srgbClr val="333399"/>
                </a:solidFill>
                <a:round/>
                <a:headEnd/>
                <a:tailEnd/>
              </a:ln>
              <a:effectLst/>
            </p:spPr>
            <p:txBody>
              <a:bodyPr wrap="none"/>
              <a:lstStyle/>
              <a:p>
                <a:pPr>
                  <a:defRPr/>
                </a:pPr>
                <a:endParaRPr lang="zh-CN" altLang="en-US">
                  <a:cs typeface="+mn-cs"/>
                </a:endParaRPr>
              </a:p>
            </p:txBody>
          </p:sp>
          <p:sp>
            <p:nvSpPr>
              <p:cNvPr id="131090" name="Text Box 49">
                <a:extLst>
                  <a:ext uri="{FF2B5EF4-FFF2-40B4-BE49-F238E27FC236}">
                    <a16:creationId xmlns:a16="http://schemas.microsoft.com/office/drawing/2014/main" id="{C21A12E0-32D7-C549-A66D-E7D07290D628}"/>
                  </a:ext>
                </a:extLst>
              </p:cNvPr>
              <p:cNvSpPr txBox="1">
                <a:spLocks noChangeArrowheads="1"/>
              </p:cNvSpPr>
              <p:nvPr/>
            </p:nvSpPr>
            <p:spPr bwMode="auto">
              <a:xfrm>
                <a:off x="5012" y="1305"/>
                <a:ext cx="80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黑体" panose="02010609060101010101" pitchFamily="49" charset="-122"/>
                    <a:ea typeface="宋体" panose="02010600030101010101" pitchFamily="2" charset="-122"/>
                  </a:rPr>
                  <a:t>输出脉冲</a:t>
                </a:r>
              </a:p>
            </p:txBody>
          </p:sp>
        </p:grpSp>
      </p:grpSp>
      <p:sp>
        <p:nvSpPr>
          <p:cNvPr id="116786" name="Line 50">
            <a:extLst>
              <a:ext uri="{FF2B5EF4-FFF2-40B4-BE49-F238E27FC236}">
                <a16:creationId xmlns:a16="http://schemas.microsoft.com/office/drawing/2014/main" id="{D0F8DEE6-6081-1B40-84FB-5C183E0899CB}"/>
              </a:ext>
            </a:extLst>
          </p:cNvPr>
          <p:cNvSpPr>
            <a:spLocks noChangeShapeType="1"/>
          </p:cNvSpPr>
          <p:nvPr/>
        </p:nvSpPr>
        <p:spPr bwMode="auto">
          <a:xfrm flipV="1">
            <a:off x="2057401" y="4074319"/>
            <a:ext cx="5213747" cy="8335"/>
          </a:xfrm>
          <a:prstGeom prst="line">
            <a:avLst/>
          </a:prstGeom>
          <a:noFill/>
          <a:ln w="38100">
            <a:solidFill>
              <a:schemeClr val="hlink"/>
            </a:solidFill>
            <a:round/>
            <a:headEnd/>
            <a:tailEnd type="triangle" w="med" len="lg"/>
          </a:ln>
          <a:effectLst/>
        </p:spPr>
        <p:txBody>
          <a:bodyPr wrap="none"/>
          <a:lstStyle/>
          <a:p>
            <a:pPr algn="ctr" eaLnBrk="1" hangingPunct="1">
              <a:defRPr/>
            </a:pPr>
            <a:endParaRPr lang="zh-CN" altLang="en-US">
              <a:latin typeface="Tahoma" charset="0"/>
              <a:ea typeface="宋体" charset="-122"/>
              <a:cs typeface="+mn-cs"/>
            </a:endParaRPr>
          </a:p>
        </p:txBody>
      </p:sp>
      <p:sp>
        <p:nvSpPr>
          <p:cNvPr id="116787" name="Freeform 51">
            <a:extLst>
              <a:ext uri="{FF2B5EF4-FFF2-40B4-BE49-F238E27FC236}">
                <a16:creationId xmlns:a16="http://schemas.microsoft.com/office/drawing/2014/main" id="{FF0A21E2-A463-B44F-936E-5D496275B7EC}"/>
              </a:ext>
            </a:extLst>
          </p:cNvPr>
          <p:cNvSpPr>
            <a:spLocks/>
          </p:cNvSpPr>
          <p:nvPr/>
        </p:nvSpPr>
        <p:spPr bwMode="auto">
          <a:xfrm>
            <a:off x="2033587" y="2269332"/>
            <a:ext cx="5138738" cy="392906"/>
          </a:xfrm>
          <a:custGeom>
            <a:avLst/>
            <a:gdLst>
              <a:gd name="T0" fmla="*/ 0 w 4316"/>
              <a:gd name="T1" fmla="*/ 203200 h 330"/>
              <a:gd name="T2" fmla="*/ 688975 w 4316"/>
              <a:gd name="T3" fmla="*/ 0 h 330"/>
              <a:gd name="T4" fmla="*/ 2517775 w 4316"/>
              <a:gd name="T5" fmla="*/ 523875 h 330"/>
              <a:gd name="T6" fmla="*/ 4346575 w 4316"/>
              <a:gd name="T7" fmla="*/ 0 h 330"/>
              <a:gd name="T8" fmla="*/ 6261100 w 4316"/>
              <a:gd name="T9" fmla="*/ 523875 h 330"/>
              <a:gd name="T10" fmla="*/ 6851650 w 4316"/>
              <a:gd name="T11" fmla="*/ 323850 h 3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16" h="330">
                <a:moveTo>
                  <a:pt x="0" y="128"/>
                </a:moveTo>
                <a:lnTo>
                  <a:pt x="434" y="0"/>
                </a:lnTo>
                <a:lnTo>
                  <a:pt x="1586" y="330"/>
                </a:lnTo>
                <a:lnTo>
                  <a:pt x="2738" y="0"/>
                </a:lnTo>
                <a:lnTo>
                  <a:pt x="3944" y="330"/>
                </a:lnTo>
                <a:lnTo>
                  <a:pt x="4316" y="204"/>
                </a:lnTo>
              </a:path>
            </a:pathLst>
          </a:custGeom>
          <a:noFill/>
          <a:ln w="38100" cmpd="sng">
            <a:solidFill>
              <a:srgbClr val="339933"/>
            </a:solidFill>
            <a:round/>
            <a:headEnd type="none" w="med" len="med"/>
            <a:tailEnd type="triangle" w="sm" len="med"/>
          </a:ln>
          <a:effectLst/>
        </p:spPr>
        <p:txBody>
          <a:bodyPr/>
          <a:lstStyle/>
          <a:p>
            <a:pPr>
              <a:defRPr/>
            </a:pPr>
            <a:endParaRPr lang="zh-CN" altLang="en-US">
              <a:cs typeface="+mn-cs"/>
            </a:endParaRPr>
          </a:p>
        </p:txBody>
      </p:sp>
      <p:sp>
        <p:nvSpPr>
          <p:cNvPr id="131083" name="Text Box 52">
            <a:extLst>
              <a:ext uri="{FF2B5EF4-FFF2-40B4-BE49-F238E27FC236}">
                <a16:creationId xmlns:a16="http://schemas.microsoft.com/office/drawing/2014/main" id="{DDA27004-DDEF-174C-BB54-DF24B8ABF6D4}"/>
              </a:ext>
            </a:extLst>
          </p:cNvPr>
          <p:cNvSpPr txBox="1">
            <a:spLocks noChangeArrowheads="1"/>
          </p:cNvSpPr>
          <p:nvPr/>
        </p:nvSpPr>
        <p:spPr bwMode="auto">
          <a:xfrm>
            <a:off x="3977879" y="1443038"/>
            <a:ext cx="156966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700">
                <a:latin typeface="Tahoma" panose="020B0604030504040204" pitchFamily="34" charset="0"/>
                <a:ea typeface="宋体" panose="02010600030101010101" pitchFamily="2" charset="-122"/>
              </a:rPr>
              <a:t>多模光纤</a:t>
            </a:r>
          </a:p>
        </p:txBody>
      </p:sp>
      <p:sp>
        <p:nvSpPr>
          <p:cNvPr id="131084" name="幻灯片编号占位符 1">
            <a:extLst>
              <a:ext uri="{FF2B5EF4-FFF2-40B4-BE49-F238E27FC236}">
                <a16:creationId xmlns:a16="http://schemas.microsoft.com/office/drawing/2014/main" id="{10474739-94E6-CD43-9410-0EA4BEF124A1}"/>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4F313C8-82DD-C24E-B19A-911278C40660}"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57</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9953725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116775"/>
                                        </p:tgtEl>
                                        <p:attrNameLst>
                                          <p:attrName>style.visibility</p:attrName>
                                        </p:attrNameLst>
                                      </p:cBhvr>
                                      <p:to>
                                        <p:strVal val="visible"/>
                                      </p:to>
                                    </p:set>
                                  </p:childTnLst>
                                </p:cTn>
                              </p:par>
                            </p:childTnLst>
                          </p:cTn>
                        </p:par>
                        <p:par>
                          <p:cTn id="7" fill="hold" nodeType="afterGroup">
                            <p:stCondLst>
                              <p:cond delay="0"/>
                            </p:stCondLst>
                            <p:childTnLst>
                              <p:par>
                                <p:cTn id="8" presetID="22" presetClass="entr" presetSubtype="8" fill="hold" nodeType="afterEffect">
                                  <p:stCondLst>
                                    <p:cond delay="0"/>
                                  </p:stCondLst>
                                  <p:childTnLst>
                                    <p:set>
                                      <p:cBhvr>
                                        <p:cTn id="9" dur="1" fill="hold">
                                          <p:stCondLst>
                                            <p:cond delay="0"/>
                                          </p:stCondLst>
                                        </p:cTn>
                                        <p:tgtEl>
                                          <p:spTgt spid="116787"/>
                                        </p:tgtEl>
                                        <p:attrNameLst>
                                          <p:attrName>style.visibility</p:attrName>
                                        </p:attrNameLst>
                                      </p:cBhvr>
                                      <p:to>
                                        <p:strVal val="visible"/>
                                      </p:to>
                                    </p:set>
                                    <p:animEffect transition="in" filter="wipe(left)">
                                      <p:cBhvr>
                                        <p:cTn id="10" dur="2000"/>
                                        <p:tgtEl>
                                          <p:spTgt spid="116787"/>
                                        </p:tgtEl>
                                      </p:cBhvr>
                                    </p:animEffect>
                                  </p:childTnLst>
                                </p:cTn>
                              </p:par>
                              <p:par>
                                <p:cTn id="11" presetID="22" presetClass="entr" presetSubtype="8" fill="hold" nodeType="withEffect">
                                  <p:stCondLst>
                                    <p:cond delay="0"/>
                                  </p:stCondLst>
                                  <p:childTnLst>
                                    <p:set>
                                      <p:cBhvr>
                                        <p:cTn id="12" dur="1" fill="hold">
                                          <p:stCondLst>
                                            <p:cond delay="0"/>
                                          </p:stCondLst>
                                        </p:cTn>
                                        <p:tgtEl>
                                          <p:spTgt spid="116766"/>
                                        </p:tgtEl>
                                        <p:attrNameLst>
                                          <p:attrName>style.visibility</p:attrName>
                                        </p:attrNameLst>
                                      </p:cBhvr>
                                      <p:to>
                                        <p:strVal val="visible"/>
                                      </p:to>
                                    </p:set>
                                    <p:animEffect transition="in" filter="wipe(left)">
                                      <p:cBhvr>
                                        <p:cTn id="13" dur="2000"/>
                                        <p:tgtEl>
                                          <p:spTgt spid="11676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0"/>
                                          </p:stCondLst>
                                        </p:cTn>
                                        <p:tgtEl>
                                          <p:spTgt spid="116738"/>
                                        </p:tgtEl>
                                        <p:attrNameLst>
                                          <p:attrName>style.visibility</p:attrName>
                                        </p:attrNameLst>
                                      </p:cBhvr>
                                      <p:to>
                                        <p:strVal val="visible"/>
                                      </p:to>
                                    </p:set>
                                  </p:childTnLst>
                                </p:cTn>
                              </p:par>
                            </p:childTnLst>
                          </p:cTn>
                        </p:par>
                        <p:par>
                          <p:cTn id="18" fill="hold" nodeType="afterGroup">
                            <p:stCondLst>
                              <p:cond delay="0"/>
                            </p:stCondLst>
                            <p:childTnLst>
                              <p:par>
                                <p:cTn id="19" presetID="22" presetClass="entr" presetSubtype="8" fill="hold" nodeType="afterEffect">
                                  <p:stCondLst>
                                    <p:cond delay="0"/>
                                  </p:stCondLst>
                                  <p:childTnLst>
                                    <p:set>
                                      <p:cBhvr>
                                        <p:cTn id="20" dur="1" fill="hold">
                                          <p:stCondLst>
                                            <p:cond delay="0"/>
                                          </p:stCondLst>
                                        </p:cTn>
                                        <p:tgtEl>
                                          <p:spTgt spid="116786"/>
                                        </p:tgtEl>
                                        <p:attrNameLst>
                                          <p:attrName>style.visibility</p:attrName>
                                        </p:attrNameLst>
                                      </p:cBhvr>
                                      <p:to>
                                        <p:strVal val="visible"/>
                                      </p:to>
                                    </p:set>
                                    <p:animEffect transition="in" filter="wipe(left)">
                                      <p:cBhvr>
                                        <p:cTn id="21" dur="2000"/>
                                        <p:tgtEl>
                                          <p:spTgt spid="1167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2">
            <a:extLst>
              <a:ext uri="{FF2B5EF4-FFF2-40B4-BE49-F238E27FC236}">
                <a16:creationId xmlns:a16="http://schemas.microsoft.com/office/drawing/2014/main" id="{F9EE0EF0-558E-6544-9BB8-D90C79440BDD}"/>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2.3.2  </a:t>
            </a:r>
            <a:r>
              <a:rPr lang="zh-CN" altLang="en-US" dirty="0">
                <a:latin typeface="Times New Roman" panose="02020603050405020304" pitchFamily="18" charset="0"/>
                <a:ea typeface="宋体" panose="02010600030101010101" pitchFamily="2" charset="-122"/>
              </a:rPr>
              <a:t>非导引型传输媒体 </a:t>
            </a:r>
          </a:p>
        </p:txBody>
      </p:sp>
      <p:sp>
        <p:nvSpPr>
          <p:cNvPr id="46083" name="Rectangle 3">
            <a:extLst>
              <a:ext uri="{FF2B5EF4-FFF2-40B4-BE49-F238E27FC236}">
                <a16:creationId xmlns:a16="http://schemas.microsoft.com/office/drawing/2014/main" id="{5DCF8F7D-A8A8-B44D-8592-79C198246880}"/>
              </a:ext>
            </a:extLst>
          </p:cNvPr>
          <p:cNvSpPr>
            <a:spLocks noGrp="1" noChangeArrowheads="1"/>
          </p:cNvSpPr>
          <p:nvPr>
            <p:ph type="body" idx="1"/>
          </p:nvPr>
        </p:nvSpPr>
        <p:spPr/>
        <p:txBody>
          <a:bodyPr/>
          <a:lstStyle/>
          <a:p>
            <a:pPr eaLnBrk="1" hangingPunct="1"/>
            <a:r>
              <a:rPr lang="zh-CN" altLang="en-US">
                <a:latin typeface="Times New Roman" panose="02020603050405020304" pitchFamily="18" charset="0"/>
                <a:ea typeface="宋体" panose="02010600030101010101" pitchFamily="2" charset="-122"/>
              </a:rPr>
              <a:t>无线传输所使用的频段很广。</a:t>
            </a:r>
          </a:p>
          <a:p>
            <a:pPr eaLnBrk="1" hangingPunct="1"/>
            <a:r>
              <a:rPr lang="zh-CN" altLang="en-US">
                <a:latin typeface="Times New Roman" panose="02020603050405020304" pitchFamily="18" charset="0"/>
                <a:ea typeface="宋体" panose="02010600030101010101" pitchFamily="2" charset="-122"/>
              </a:rPr>
              <a:t>短波通信主要是靠电离层的反射，但短波信道的通信质量较差。</a:t>
            </a:r>
          </a:p>
          <a:p>
            <a:pPr eaLnBrk="1" hangingPunct="1"/>
            <a:r>
              <a:rPr lang="zh-CN" altLang="en-US">
                <a:latin typeface="Times New Roman" panose="02020603050405020304" pitchFamily="18" charset="0"/>
                <a:ea typeface="宋体" panose="02010600030101010101" pitchFamily="2" charset="-122"/>
              </a:rPr>
              <a:t>微波在空间主要是直线传播。 </a:t>
            </a:r>
          </a:p>
          <a:p>
            <a:pPr lvl="1" eaLnBrk="1" hangingPunct="1"/>
            <a:r>
              <a:rPr lang="zh-CN" altLang="en-US">
                <a:solidFill>
                  <a:srgbClr val="333399"/>
                </a:solidFill>
                <a:latin typeface="Times New Roman" panose="02020603050405020304" pitchFamily="18" charset="0"/>
                <a:ea typeface="宋体" panose="02010600030101010101" pitchFamily="2" charset="-122"/>
              </a:rPr>
              <a:t>地面微波接力通信</a:t>
            </a:r>
          </a:p>
          <a:p>
            <a:pPr lvl="1" eaLnBrk="1" hangingPunct="1"/>
            <a:r>
              <a:rPr lang="zh-CN" altLang="en-US">
                <a:solidFill>
                  <a:srgbClr val="333399"/>
                </a:solidFill>
                <a:latin typeface="Times New Roman" panose="02020603050405020304" pitchFamily="18" charset="0"/>
                <a:ea typeface="宋体" panose="02010600030101010101" pitchFamily="2" charset="-122"/>
              </a:rPr>
              <a:t>卫星通信</a:t>
            </a:r>
            <a:r>
              <a:rPr lang="zh-CN" altLang="en-US">
                <a:latin typeface="Times New Roman" panose="02020603050405020304" pitchFamily="18" charset="0"/>
                <a:ea typeface="宋体" panose="02010600030101010101" pitchFamily="2" charset="-122"/>
              </a:rPr>
              <a:t>  </a:t>
            </a:r>
          </a:p>
        </p:txBody>
      </p:sp>
      <p:sp>
        <p:nvSpPr>
          <p:cNvPr id="133123" name="幻灯片编号占位符 1">
            <a:extLst>
              <a:ext uri="{FF2B5EF4-FFF2-40B4-BE49-F238E27FC236}">
                <a16:creationId xmlns:a16="http://schemas.microsoft.com/office/drawing/2014/main" id="{369A22C2-1B07-8742-AF73-3A50DCFE6ACE}"/>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DF58109-E596-F243-B4BF-03E488BEB2EE}"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58</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1297967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608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608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608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3" name="Text Box 5">
            <a:extLst>
              <a:ext uri="{FF2B5EF4-FFF2-40B4-BE49-F238E27FC236}">
                <a16:creationId xmlns:a16="http://schemas.microsoft.com/office/drawing/2014/main" id="{F2E8C5D0-850A-C643-9A12-A4EF0D1D3581}"/>
              </a:ext>
            </a:extLst>
          </p:cNvPr>
          <p:cNvSpPr txBox="1">
            <a:spLocks noChangeArrowheads="1"/>
          </p:cNvSpPr>
          <p:nvPr/>
        </p:nvSpPr>
        <p:spPr bwMode="auto">
          <a:xfrm>
            <a:off x="1494235" y="1924051"/>
            <a:ext cx="5705408" cy="563231"/>
          </a:xfrm>
          <a:prstGeom prst="rect">
            <a:avLst/>
          </a:prstGeom>
          <a:noFill/>
          <a:ln>
            <a:noFill/>
          </a:ln>
          <a:effectLst/>
        </p:spPr>
        <p:txBody>
          <a:bodyPr wrap="none">
            <a:spAutoFit/>
          </a:bodyPr>
          <a:lstStyle/>
          <a:p>
            <a:pPr eaLnBrk="1" hangingPunct="1">
              <a:lnSpc>
                <a:spcPct val="85000"/>
              </a:lnSpc>
              <a:defRPr/>
            </a:pPr>
            <a:r>
              <a:rPr lang="en-US" altLang="zh-CN">
                <a:solidFill>
                  <a:srgbClr val="333399"/>
                </a:solidFill>
                <a:latin typeface="Times New Roman" charset="0"/>
                <a:ea typeface="宋体" charset="-122"/>
                <a:cs typeface="+mn-cs"/>
              </a:rPr>
              <a:t>                26                        83.5                                     125</a:t>
            </a:r>
          </a:p>
          <a:p>
            <a:pPr eaLnBrk="1" hangingPunct="1">
              <a:lnSpc>
                <a:spcPct val="85000"/>
              </a:lnSpc>
              <a:defRPr/>
            </a:pPr>
            <a:r>
              <a:rPr lang="zh-CN" altLang="en-US">
                <a:solidFill>
                  <a:srgbClr val="333399"/>
                </a:solidFill>
                <a:latin typeface="Times New Roman" charset="0"/>
                <a:ea typeface="宋体" charset="-122"/>
                <a:cs typeface="+mn-cs"/>
              </a:rPr>
              <a:t>频带       </a:t>
            </a:r>
            <a:r>
              <a:rPr lang="en-US" altLang="zh-CN">
                <a:solidFill>
                  <a:srgbClr val="333399"/>
                </a:solidFill>
                <a:latin typeface="Times New Roman" charset="0"/>
                <a:ea typeface="宋体" charset="-122"/>
                <a:cs typeface="+mn-cs"/>
              </a:rPr>
              <a:t>MHz                    MHz                                    MHz</a:t>
            </a:r>
          </a:p>
        </p:txBody>
      </p:sp>
      <p:sp>
        <p:nvSpPr>
          <p:cNvPr id="314374" name="Text Box 6">
            <a:extLst>
              <a:ext uri="{FF2B5EF4-FFF2-40B4-BE49-F238E27FC236}">
                <a16:creationId xmlns:a16="http://schemas.microsoft.com/office/drawing/2014/main" id="{170F012F-3159-B442-BBB6-21C4D187A55D}"/>
              </a:ext>
            </a:extLst>
          </p:cNvPr>
          <p:cNvSpPr txBox="1">
            <a:spLocks noChangeArrowheads="1"/>
          </p:cNvSpPr>
          <p:nvPr/>
        </p:nvSpPr>
        <p:spPr bwMode="auto">
          <a:xfrm>
            <a:off x="1494235" y="3598069"/>
            <a:ext cx="6388287" cy="484748"/>
          </a:xfrm>
          <a:prstGeom prst="rect">
            <a:avLst/>
          </a:prstGeom>
          <a:noFill/>
          <a:ln>
            <a:noFill/>
          </a:ln>
          <a:effectLst/>
        </p:spPr>
        <p:txBody>
          <a:bodyPr wrap="none">
            <a:spAutoFit/>
          </a:bodyPr>
          <a:lstStyle/>
          <a:p>
            <a:pPr eaLnBrk="1" hangingPunct="1">
              <a:lnSpc>
                <a:spcPct val="85000"/>
              </a:lnSpc>
              <a:defRPr/>
            </a:pPr>
            <a:r>
              <a:rPr lang="zh-CN" altLang="en-US" sz="1500">
                <a:solidFill>
                  <a:srgbClr val="333399"/>
                </a:solidFill>
                <a:latin typeface="Times New Roman" charset="0"/>
                <a:ea typeface="宋体" charset="-122"/>
              </a:rPr>
              <a:t>频率    </a:t>
            </a:r>
            <a:r>
              <a:rPr lang="en-US" altLang="zh-CN" sz="1500">
                <a:solidFill>
                  <a:srgbClr val="333399"/>
                </a:solidFill>
                <a:latin typeface="Times New Roman" charset="0"/>
                <a:ea typeface="宋体" charset="-122"/>
              </a:rPr>
              <a:t>902      928             2.4               2.4835                5.725                     5.850</a:t>
            </a:r>
          </a:p>
          <a:p>
            <a:pPr eaLnBrk="1" hangingPunct="1">
              <a:lnSpc>
                <a:spcPct val="85000"/>
              </a:lnSpc>
              <a:defRPr/>
            </a:pPr>
            <a:r>
              <a:rPr lang="en-US" altLang="zh-CN" sz="1500">
                <a:solidFill>
                  <a:srgbClr val="333399"/>
                </a:solidFill>
                <a:latin typeface="Times New Roman" charset="0"/>
                <a:ea typeface="宋体" charset="-122"/>
              </a:rPr>
              <a:t>           MHz    MHz          GHz               GHz                   GHz                       GHz</a:t>
            </a:r>
          </a:p>
        </p:txBody>
      </p:sp>
      <p:sp>
        <p:nvSpPr>
          <p:cNvPr id="314375" name="Line 7">
            <a:extLst>
              <a:ext uri="{FF2B5EF4-FFF2-40B4-BE49-F238E27FC236}">
                <a16:creationId xmlns:a16="http://schemas.microsoft.com/office/drawing/2014/main" id="{E88C71C3-AADA-2544-AF7F-0AC8874724D0}"/>
              </a:ext>
            </a:extLst>
          </p:cNvPr>
          <p:cNvSpPr>
            <a:spLocks noChangeShapeType="1"/>
          </p:cNvSpPr>
          <p:nvPr/>
        </p:nvSpPr>
        <p:spPr bwMode="auto">
          <a:xfrm>
            <a:off x="2109787" y="2561035"/>
            <a:ext cx="5548313" cy="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314376" name="Line 8">
            <a:extLst>
              <a:ext uri="{FF2B5EF4-FFF2-40B4-BE49-F238E27FC236}">
                <a16:creationId xmlns:a16="http://schemas.microsoft.com/office/drawing/2014/main" id="{C9F0EF05-B04F-5048-8BED-C523D8A09B96}"/>
              </a:ext>
            </a:extLst>
          </p:cNvPr>
          <p:cNvSpPr>
            <a:spLocks noChangeShapeType="1"/>
          </p:cNvSpPr>
          <p:nvPr/>
        </p:nvSpPr>
        <p:spPr bwMode="auto">
          <a:xfrm>
            <a:off x="2109787" y="3531394"/>
            <a:ext cx="5548313" cy="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314377" name="Rectangle 9">
            <a:extLst>
              <a:ext uri="{FF2B5EF4-FFF2-40B4-BE49-F238E27FC236}">
                <a16:creationId xmlns:a16="http://schemas.microsoft.com/office/drawing/2014/main" id="{FD32B4C6-71CA-014B-95FE-B4C4A1D6E510}"/>
              </a:ext>
            </a:extLst>
          </p:cNvPr>
          <p:cNvSpPr>
            <a:spLocks noChangeArrowheads="1"/>
          </p:cNvSpPr>
          <p:nvPr/>
        </p:nvSpPr>
        <p:spPr bwMode="auto">
          <a:xfrm>
            <a:off x="2383632" y="2561035"/>
            <a:ext cx="479822" cy="970359"/>
          </a:xfrm>
          <a:prstGeom prst="rect">
            <a:avLst/>
          </a:prstGeom>
          <a:solidFill>
            <a:srgbClr val="B2B2B2"/>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314378" name="Rectangle 10">
            <a:extLst>
              <a:ext uri="{FF2B5EF4-FFF2-40B4-BE49-F238E27FC236}">
                <a16:creationId xmlns:a16="http://schemas.microsoft.com/office/drawing/2014/main" id="{FC599E48-A806-CA4E-BA69-2D9936430835}"/>
              </a:ext>
            </a:extLst>
          </p:cNvPr>
          <p:cNvSpPr>
            <a:spLocks noChangeArrowheads="1"/>
          </p:cNvSpPr>
          <p:nvPr/>
        </p:nvSpPr>
        <p:spPr bwMode="auto">
          <a:xfrm>
            <a:off x="3752850" y="2561035"/>
            <a:ext cx="1028700" cy="970359"/>
          </a:xfrm>
          <a:prstGeom prst="rect">
            <a:avLst/>
          </a:prstGeom>
          <a:solidFill>
            <a:srgbClr val="B2B2B2"/>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314379" name="Rectangle 11">
            <a:extLst>
              <a:ext uri="{FF2B5EF4-FFF2-40B4-BE49-F238E27FC236}">
                <a16:creationId xmlns:a16="http://schemas.microsoft.com/office/drawing/2014/main" id="{B37CB235-7019-6441-87A4-E882DE9B4035}"/>
              </a:ext>
            </a:extLst>
          </p:cNvPr>
          <p:cNvSpPr>
            <a:spLocks noChangeArrowheads="1"/>
          </p:cNvSpPr>
          <p:nvPr/>
        </p:nvSpPr>
        <p:spPr bwMode="auto">
          <a:xfrm>
            <a:off x="6013848" y="2561035"/>
            <a:ext cx="1439465" cy="970359"/>
          </a:xfrm>
          <a:prstGeom prst="rect">
            <a:avLst/>
          </a:prstGeom>
          <a:solidFill>
            <a:srgbClr val="B2B2B2"/>
          </a:solidFill>
          <a:ln w="9525">
            <a:solidFill>
              <a:schemeClr val="tx1"/>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314380" name="Line 12">
            <a:extLst>
              <a:ext uri="{FF2B5EF4-FFF2-40B4-BE49-F238E27FC236}">
                <a16:creationId xmlns:a16="http://schemas.microsoft.com/office/drawing/2014/main" id="{6DE11128-E41C-A847-9DC4-38525DEA364F}"/>
              </a:ext>
            </a:extLst>
          </p:cNvPr>
          <p:cNvSpPr>
            <a:spLocks noChangeShapeType="1"/>
          </p:cNvSpPr>
          <p:nvPr/>
        </p:nvSpPr>
        <p:spPr bwMode="auto">
          <a:xfrm>
            <a:off x="2383632" y="2464594"/>
            <a:ext cx="479822" cy="0"/>
          </a:xfrm>
          <a:prstGeom prst="line">
            <a:avLst/>
          </a:prstGeom>
          <a:noFill/>
          <a:ln w="9525">
            <a:solidFill>
              <a:schemeClr val="tx1"/>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314381" name="Line 13">
            <a:extLst>
              <a:ext uri="{FF2B5EF4-FFF2-40B4-BE49-F238E27FC236}">
                <a16:creationId xmlns:a16="http://schemas.microsoft.com/office/drawing/2014/main" id="{000EB1E6-ED46-8340-BB71-E47017D45A89}"/>
              </a:ext>
            </a:extLst>
          </p:cNvPr>
          <p:cNvSpPr>
            <a:spLocks noChangeShapeType="1"/>
          </p:cNvSpPr>
          <p:nvPr/>
        </p:nvSpPr>
        <p:spPr bwMode="auto">
          <a:xfrm>
            <a:off x="3752850" y="2464594"/>
            <a:ext cx="1028700" cy="0"/>
          </a:xfrm>
          <a:prstGeom prst="line">
            <a:avLst/>
          </a:prstGeom>
          <a:noFill/>
          <a:ln w="9525">
            <a:solidFill>
              <a:schemeClr val="tx1"/>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314382" name="Line 14">
            <a:extLst>
              <a:ext uri="{FF2B5EF4-FFF2-40B4-BE49-F238E27FC236}">
                <a16:creationId xmlns:a16="http://schemas.microsoft.com/office/drawing/2014/main" id="{744BB74D-03BC-7B45-8B8A-9DFA94824CB6}"/>
              </a:ext>
            </a:extLst>
          </p:cNvPr>
          <p:cNvSpPr>
            <a:spLocks noChangeShapeType="1"/>
          </p:cNvSpPr>
          <p:nvPr/>
        </p:nvSpPr>
        <p:spPr bwMode="auto">
          <a:xfrm>
            <a:off x="6013848" y="2464594"/>
            <a:ext cx="1439465" cy="0"/>
          </a:xfrm>
          <a:prstGeom prst="line">
            <a:avLst/>
          </a:prstGeom>
          <a:noFill/>
          <a:ln w="9525">
            <a:solidFill>
              <a:schemeClr val="tx1"/>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314383" name="Text Box 15">
            <a:extLst>
              <a:ext uri="{FF2B5EF4-FFF2-40B4-BE49-F238E27FC236}">
                <a16:creationId xmlns:a16="http://schemas.microsoft.com/office/drawing/2014/main" id="{F648BAAD-5308-EA40-98C9-663FBBC0DD80}"/>
              </a:ext>
            </a:extLst>
          </p:cNvPr>
          <p:cNvSpPr txBox="1">
            <a:spLocks noChangeArrowheads="1"/>
          </p:cNvSpPr>
          <p:nvPr/>
        </p:nvSpPr>
        <p:spPr bwMode="auto">
          <a:xfrm>
            <a:off x="3168253" y="2315766"/>
            <a:ext cx="415498" cy="369332"/>
          </a:xfrm>
          <a:prstGeom prst="rect">
            <a:avLst/>
          </a:prstGeom>
          <a:solidFill>
            <a:schemeClr val="bg1"/>
          </a:solidFill>
          <a:ln>
            <a:noFill/>
          </a:ln>
          <a:effectLst/>
        </p:spPr>
        <p:txBody>
          <a:bodyPr wrap="none">
            <a:spAutoFit/>
          </a:bodyPr>
          <a:lstStyle/>
          <a:p>
            <a:pPr eaLnBrk="1" hangingPunct="1">
              <a:defRPr/>
            </a:pPr>
            <a:r>
              <a:rPr lang="en-US" altLang="zh-CN">
                <a:solidFill>
                  <a:srgbClr val="333399"/>
                </a:solidFill>
                <a:latin typeface="Arial" charset="0"/>
                <a:ea typeface="宋体" charset="-122"/>
                <a:cs typeface="+mn-cs"/>
                <a:sym typeface="Symbol" charset="2"/>
              </a:rPr>
              <a:t></a:t>
            </a:r>
          </a:p>
        </p:txBody>
      </p:sp>
      <p:sp>
        <p:nvSpPr>
          <p:cNvPr id="314384" name="Text Box 16">
            <a:extLst>
              <a:ext uri="{FF2B5EF4-FFF2-40B4-BE49-F238E27FC236}">
                <a16:creationId xmlns:a16="http://schemas.microsoft.com/office/drawing/2014/main" id="{6DDAB5FB-6694-324C-9676-A09CD1BEBD11}"/>
              </a:ext>
            </a:extLst>
          </p:cNvPr>
          <p:cNvSpPr txBox="1">
            <a:spLocks noChangeArrowheads="1"/>
          </p:cNvSpPr>
          <p:nvPr/>
        </p:nvSpPr>
        <p:spPr bwMode="auto">
          <a:xfrm>
            <a:off x="3153966" y="3257550"/>
            <a:ext cx="415498" cy="369332"/>
          </a:xfrm>
          <a:prstGeom prst="rect">
            <a:avLst/>
          </a:prstGeom>
          <a:solidFill>
            <a:schemeClr val="bg1"/>
          </a:solidFill>
          <a:ln>
            <a:noFill/>
          </a:ln>
          <a:effectLst/>
        </p:spPr>
        <p:txBody>
          <a:bodyPr wrap="none">
            <a:spAutoFit/>
          </a:bodyPr>
          <a:lstStyle/>
          <a:p>
            <a:pPr eaLnBrk="1" hangingPunct="1">
              <a:defRPr/>
            </a:pPr>
            <a:r>
              <a:rPr lang="en-US" altLang="zh-CN">
                <a:latin typeface="Arial" charset="0"/>
                <a:ea typeface="宋体" charset="-122"/>
                <a:cs typeface="+mn-cs"/>
                <a:sym typeface="Symbol" charset="2"/>
              </a:rPr>
              <a:t></a:t>
            </a:r>
          </a:p>
        </p:txBody>
      </p:sp>
      <p:sp>
        <p:nvSpPr>
          <p:cNvPr id="314385" name="Text Box 17">
            <a:extLst>
              <a:ext uri="{FF2B5EF4-FFF2-40B4-BE49-F238E27FC236}">
                <a16:creationId xmlns:a16="http://schemas.microsoft.com/office/drawing/2014/main" id="{0452E877-110A-5D4D-8EE5-62AFD0440CAA}"/>
              </a:ext>
            </a:extLst>
          </p:cNvPr>
          <p:cNvSpPr txBox="1">
            <a:spLocks noChangeArrowheads="1"/>
          </p:cNvSpPr>
          <p:nvPr/>
        </p:nvSpPr>
        <p:spPr bwMode="auto">
          <a:xfrm>
            <a:off x="5220891" y="2294335"/>
            <a:ext cx="415498" cy="369332"/>
          </a:xfrm>
          <a:prstGeom prst="rect">
            <a:avLst/>
          </a:prstGeom>
          <a:solidFill>
            <a:schemeClr val="bg1"/>
          </a:solidFill>
          <a:ln>
            <a:noFill/>
          </a:ln>
          <a:effectLst/>
        </p:spPr>
        <p:txBody>
          <a:bodyPr wrap="none">
            <a:spAutoFit/>
          </a:bodyPr>
          <a:lstStyle/>
          <a:p>
            <a:pPr eaLnBrk="1" hangingPunct="1">
              <a:defRPr/>
            </a:pPr>
            <a:r>
              <a:rPr lang="en-US" altLang="zh-CN">
                <a:solidFill>
                  <a:srgbClr val="333399"/>
                </a:solidFill>
                <a:latin typeface="Arial" charset="0"/>
                <a:ea typeface="宋体" charset="-122"/>
                <a:cs typeface="+mn-cs"/>
                <a:sym typeface="Symbol" charset="2"/>
              </a:rPr>
              <a:t></a:t>
            </a:r>
          </a:p>
        </p:txBody>
      </p:sp>
      <p:sp>
        <p:nvSpPr>
          <p:cNvPr id="314386" name="Text Box 18">
            <a:extLst>
              <a:ext uri="{FF2B5EF4-FFF2-40B4-BE49-F238E27FC236}">
                <a16:creationId xmlns:a16="http://schemas.microsoft.com/office/drawing/2014/main" id="{4B716086-1F61-2B4F-8D76-A6BB7A268435}"/>
              </a:ext>
            </a:extLst>
          </p:cNvPr>
          <p:cNvSpPr txBox="1">
            <a:spLocks noChangeArrowheads="1"/>
          </p:cNvSpPr>
          <p:nvPr/>
        </p:nvSpPr>
        <p:spPr bwMode="auto">
          <a:xfrm>
            <a:off x="5241131" y="3280172"/>
            <a:ext cx="415498" cy="369332"/>
          </a:xfrm>
          <a:prstGeom prst="rect">
            <a:avLst/>
          </a:prstGeom>
          <a:solidFill>
            <a:schemeClr val="bg1"/>
          </a:solidFill>
          <a:ln>
            <a:noFill/>
          </a:ln>
          <a:effectLst/>
        </p:spPr>
        <p:txBody>
          <a:bodyPr wrap="none">
            <a:spAutoFit/>
          </a:bodyPr>
          <a:lstStyle/>
          <a:p>
            <a:pPr eaLnBrk="1" hangingPunct="1">
              <a:defRPr/>
            </a:pPr>
            <a:r>
              <a:rPr lang="en-US" altLang="zh-CN">
                <a:solidFill>
                  <a:srgbClr val="333399"/>
                </a:solidFill>
                <a:latin typeface="Arial" charset="0"/>
                <a:ea typeface="宋体" charset="-122"/>
                <a:cs typeface="+mn-cs"/>
                <a:sym typeface="Symbol" charset="2"/>
              </a:rPr>
              <a:t></a:t>
            </a:r>
          </a:p>
        </p:txBody>
      </p:sp>
      <p:sp>
        <p:nvSpPr>
          <p:cNvPr id="4" name="内容占位符 3">
            <a:extLst>
              <a:ext uri="{FF2B5EF4-FFF2-40B4-BE49-F238E27FC236}">
                <a16:creationId xmlns:a16="http://schemas.microsoft.com/office/drawing/2014/main" id="{67635052-D518-CE48-B3F3-E30EEB0A78B2}"/>
              </a:ext>
            </a:extLst>
          </p:cNvPr>
          <p:cNvSpPr>
            <a:spLocks noGrp="1"/>
          </p:cNvSpPr>
          <p:nvPr>
            <p:ph idx="1"/>
          </p:nvPr>
        </p:nvSpPr>
        <p:spPr/>
        <p:txBody>
          <a:bodyPr/>
          <a:lstStyle/>
          <a:p>
            <a:endParaRPr kumimoji="1" lang="zh-CN" altLang="en-US"/>
          </a:p>
        </p:txBody>
      </p:sp>
      <p:sp>
        <p:nvSpPr>
          <p:cNvPr id="135184" name="幻灯片编号占位符 1">
            <a:extLst>
              <a:ext uri="{FF2B5EF4-FFF2-40B4-BE49-F238E27FC236}">
                <a16:creationId xmlns:a16="http://schemas.microsoft.com/office/drawing/2014/main" id="{4BFBE5C8-C048-1F42-8C5A-427CE401671B}"/>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254F211-80EB-F64A-AA6D-7BBF3D602073}"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59</a:t>
            </a:fld>
            <a:endParaRPr lang="zh-CN" altLang="en-US" sz="1050">
              <a:solidFill>
                <a:srgbClr val="898989"/>
              </a:solidFill>
              <a:latin typeface="Tahoma" panose="020B0604030504040204" pitchFamily="34" charset="0"/>
              <a:ea typeface="宋体" panose="02010600030101010101" pitchFamily="2" charset="-122"/>
            </a:endParaRPr>
          </a:p>
        </p:txBody>
      </p:sp>
      <p:sp>
        <p:nvSpPr>
          <p:cNvPr id="3" name="标题 2">
            <a:extLst>
              <a:ext uri="{FF2B5EF4-FFF2-40B4-BE49-F238E27FC236}">
                <a16:creationId xmlns:a16="http://schemas.microsoft.com/office/drawing/2014/main" id="{33D33E77-D1E7-C642-81DC-68FF7B9842D4}"/>
              </a:ext>
            </a:extLst>
          </p:cNvPr>
          <p:cNvSpPr>
            <a:spLocks noGrp="1"/>
          </p:cNvSpPr>
          <p:nvPr>
            <p:ph type="title"/>
          </p:nvPr>
        </p:nvSpPr>
        <p:spPr/>
        <p:txBody>
          <a:bodyPr/>
          <a:lstStyle/>
          <a:p>
            <a:r>
              <a:rPr lang="zh-CN" altLang="en-US" dirty="0">
                <a:ea typeface="宋体" panose="02010600030101010101" pitchFamily="2" charset="-122"/>
              </a:rPr>
              <a:t>无线局域网使用的 </a:t>
            </a:r>
            <a:r>
              <a:rPr lang="en-US" altLang="zh-CN" dirty="0">
                <a:ea typeface="宋体" panose="02010600030101010101" pitchFamily="2" charset="-122"/>
              </a:rPr>
              <a:t>ISM </a:t>
            </a:r>
            <a:r>
              <a:rPr lang="zh-CN" altLang="en-US" dirty="0">
                <a:ea typeface="宋体" panose="02010600030101010101" pitchFamily="2" charset="-122"/>
              </a:rPr>
              <a:t>频段</a:t>
            </a:r>
            <a:endParaRPr kumimoji="1" lang="zh-CN" altLang="en-US" dirty="0"/>
          </a:p>
        </p:txBody>
      </p:sp>
    </p:spTree>
    <p:extLst>
      <p:ext uri="{BB962C8B-B14F-4D97-AF65-F5344CB8AC3E}">
        <p14:creationId xmlns:p14="http://schemas.microsoft.com/office/powerpoint/2010/main" val="38890108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96" name="Text Box 92">
            <a:extLst>
              <a:ext uri="{FF2B5EF4-FFF2-40B4-BE49-F238E27FC236}">
                <a16:creationId xmlns:a16="http://schemas.microsoft.com/office/drawing/2014/main" id="{46D53BEF-7327-8045-9531-864AA38A30F5}"/>
              </a:ext>
            </a:extLst>
          </p:cNvPr>
          <p:cNvSpPr txBox="1">
            <a:spLocks noChangeArrowheads="1"/>
          </p:cNvSpPr>
          <p:nvPr/>
        </p:nvSpPr>
        <p:spPr bwMode="auto">
          <a:xfrm>
            <a:off x="4082057" y="3975381"/>
            <a:ext cx="285656" cy="300082"/>
          </a:xfrm>
          <a:prstGeom prst="rect">
            <a:avLst/>
          </a:prstGeom>
          <a:noFill/>
          <a:ln>
            <a:noFill/>
          </a:ln>
          <a:effectLst/>
        </p:spPr>
        <p:txBody>
          <a:bodyPr wrap="none">
            <a:spAutoFit/>
          </a:bodyPr>
          <a:lstStyle/>
          <a:p>
            <a:pPr eaLnBrk="1" hangingPunct="1">
              <a:defRPr/>
            </a:pPr>
            <a:r>
              <a:rPr lang="en-US" altLang="zh-CN" sz="1350">
                <a:latin typeface="Arial" charset="0"/>
                <a:ea typeface="宋体" charset="-122"/>
              </a:rPr>
              <a:t>+</a:t>
            </a:r>
          </a:p>
        </p:txBody>
      </p:sp>
      <p:sp>
        <p:nvSpPr>
          <p:cNvPr id="123997" name="Text Box 93">
            <a:extLst>
              <a:ext uri="{FF2B5EF4-FFF2-40B4-BE49-F238E27FC236}">
                <a16:creationId xmlns:a16="http://schemas.microsoft.com/office/drawing/2014/main" id="{D95854DF-CD74-8042-96A0-6590A1D0E6BD}"/>
              </a:ext>
            </a:extLst>
          </p:cNvPr>
          <p:cNvSpPr txBox="1">
            <a:spLocks noChangeArrowheads="1"/>
          </p:cNvSpPr>
          <p:nvPr/>
        </p:nvSpPr>
        <p:spPr bwMode="auto">
          <a:xfrm>
            <a:off x="3857028" y="3981335"/>
            <a:ext cx="1144191" cy="276999"/>
          </a:xfrm>
          <a:prstGeom prst="rect">
            <a:avLst/>
          </a:prstGeom>
          <a:noFill/>
          <a:ln>
            <a:noFill/>
          </a:ln>
          <a:effectLst/>
        </p:spPr>
        <p:txBody>
          <a:bodyPr>
            <a:spAutoFit/>
          </a:bodyPr>
          <a:lstStyle/>
          <a:p>
            <a:pPr eaLnBrk="1" hangingPunct="1">
              <a:defRPr/>
            </a:pPr>
            <a:r>
              <a:rPr lang="en-US" altLang="zh-CN" sz="1200">
                <a:latin typeface="Arial" charset="0"/>
                <a:ea typeface="宋体" charset="-122"/>
              </a:rPr>
              <a:t>(                 )</a:t>
            </a:r>
          </a:p>
        </p:txBody>
      </p:sp>
      <p:sp>
        <p:nvSpPr>
          <p:cNvPr id="136195" name="Rectangle 2">
            <a:extLst>
              <a:ext uri="{FF2B5EF4-FFF2-40B4-BE49-F238E27FC236}">
                <a16:creationId xmlns:a16="http://schemas.microsoft.com/office/drawing/2014/main" id="{B06B9DE8-6046-AE49-BDE0-5782EE2B0F7A}"/>
              </a:ext>
            </a:extLst>
          </p:cNvPr>
          <p:cNvSpPr>
            <a:spLocks noGrp="1" noChangeArrowheads="1"/>
          </p:cNvSpPr>
          <p:nvPr>
            <p:ph type="title"/>
          </p:nvPr>
        </p:nvSpPr>
        <p:spPr>
          <a:xfrm>
            <a:off x="160020" y="197644"/>
            <a:ext cx="8743950" cy="806054"/>
          </a:xfrm>
        </p:spPr>
        <p:txBody>
          <a:bodyPr/>
          <a:lstStyle/>
          <a:p>
            <a:pPr eaLnBrk="1" hangingPunct="1"/>
            <a:r>
              <a:rPr lang="en-US" altLang="zh-CN" sz="3000" dirty="0">
                <a:ea typeface="宋体" panose="02010600030101010101" pitchFamily="2" charset="-122"/>
              </a:rPr>
              <a:t>2.4  </a:t>
            </a:r>
            <a:r>
              <a:rPr lang="zh-CN" altLang="en-US" sz="3000" dirty="0">
                <a:ea typeface="宋体" panose="02010600030101010101" pitchFamily="2" charset="-122"/>
              </a:rPr>
              <a:t>信道复用技术</a:t>
            </a:r>
          </a:p>
        </p:txBody>
      </p:sp>
      <p:sp>
        <p:nvSpPr>
          <p:cNvPr id="136196" name="Rectangle 3">
            <a:extLst>
              <a:ext uri="{FF2B5EF4-FFF2-40B4-BE49-F238E27FC236}">
                <a16:creationId xmlns:a16="http://schemas.microsoft.com/office/drawing/2014/main" id="{A4D03C4E-DE38-CF4E-A28C-F8ABAFFF2AF6}"/>
              </a:ext>
            </a:extLst>
          </p:cNvPr>
          <p:cNvSpPr>
            <a:spLocks noGrp="1" noChangeArrowheads="1"/>
          </p:cNvSpPr>
          <p:nvPr>
            <p:ph type="body" idx="1"/>
          </p:nvPr>
        </p:nvSpPr>
        <p:spPr>
          <a:xfrm>
            <a:off x="225622" y="1439424"/>
            <a:ext cx="6444854" cy="396687"/>
          </a:xfrm>
        </p:spPr>
        <p:txBody>
          <a:bodyPr/>
          <a:lstStyle/>
          <a:p>
            <a:pPr eaLnBrk="1" hangingPunct="1"/>
            <a:r>
              <a:rPr lang="zh-CN" altLang="en-US" sz="2100" dirty="0">
                <a:solidFill>
                  <a:schemeClr val="hlink"/>
                </a:solidFill>
                <a:ea typeface="宋体" panose="02010600030101010101" pitchFamily="2" charset="-122"/>
              </a:rPr>
              <a:t>复用</a:t>
            </a:r>
            <a:r>
              <a:rPr lang="en-US" altLang="zh-CN" sz="2100" dirty="0">
                <a:ea typeface="宋体" panose="02010600030101010101" pitchFamily="2" charset="-122"/>
              </a:rPr>
              <a:t>(multiplexing)</a:t>
            </a:r>
            <a:r>
              <a:rPr lang="zh-CN" altLang="en-US" sz="2100" dirty="0">
                <a:ea typeface="宋体" panose="02010600030101010101" pitchFamily="2" charset="-122"/>
              </a:rPr>
              <a:t>是通信技术中的基本概念。</a:t>
            </a:r>
            <a:r>
              <a:rPr lang="zh-CN" altLang="en-US" dirty="0">
                <a:latin typeface="Times New Roman" panose="02020603050405020304" pitchFamily="18" charset="0"/>
                <a:ea typeface="宋体" panose="02010600030101010101" pitchFamily="2" charset="-122"/>
              </a:rPr>
              <a:t> </a:t>
            </a:r>
          </a:p>
        </p:txBody>
      </p:sp>
      <p:sp>
        <p:nvSpPr>
          <p:cNvPr id="123941" name="Text Box 37">
            <a:extLst>
              <a:ext uri="{FF2B5EF4-FFF2-40B4-BE49-F238E27FC236}">
                <a16:creationId xmlns:a16="http://schemas.microsoft.com/office/drawing/2014/main" id="{A39F9B44-EEB5-D947-AB09-764EDFA53C9E}"/>
              </a:ext>
            </a:extLst>
          </p:cNvPr>
          <p:cNvSpPr txBox="1">
            <a:spLocks noChangeArrowheads="1"/>
          </p:cNvSpPr>
          <p:nvPr/>
        </p:nvSpPr>
        <p:spPr bwMode="auto">
          <a:xfrm>
            <a:off x="4364235" y="3975381"/>
            <a:ext cx="285656" cy="300082"/>
          </a:xfrm>
          <a:prstGeom prst="rect">
            <a:avLst/>
          </a:prstGeom>
          <a:noFill/>
          <a:ln>
            <a:noFill/>
          </a:ln>
          <a:effectLst/>
        </p:spPr>
        <p:txBody>
          <a:bodyPr wrap="none">
            <a:spAutoFit/>
          </a:bodyPr>
          <a:lstStyle/>
          <a:p>
            <a:pPr eaLnBrk="1" hangingPunct="1">
              <a:defRPr/>
            </a:pPr>
            <a:r>
              <a:rPr lang="en-US" altLang="zh-CN" sz="1350">
                <a:latin typeface="Arial" charset="0"/>
                <a:ea typeface="宋体" charset="-122"/>
              </a:rPr>
              <a:t>+</a:t>
            </a:r>
          </a:p>
        </p:txBody>
      </p:sp>
      <p:sp>
        <p:nvSpPr>
          <p:cNvPr id="123942" name="Line 38">
            <a:extLst>
              <a:ext uri="{FF2B5EF4-FFF2-40B4-BE49-F238E27FC236}">
                <a16:creationId xmlns:a16="http://schemas.microsoft.com/office/drawing/2014/main" id="{C94DC8E6-F987-6A48-A93F-1A99F1398189}"/>
              </a:ext>
            </a:extLst>
          </p:cNvPr>
          <p:cNvSpPr>
            <a:spLocks noChangeShapeType="1"/>
          </p:cNvSpPr>
          <p:nvPr/>
        </p:nvSpPr>
        <p:spPr bwMode="auto">
          <a:xfrm>
            <a:off x="2252066" y="4337331"/>
            <a:ext cx="4418410" cy="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23943" name="Line 39">
            <a:extLst>
              <a:ext uri="{FF2B5EF4-FFF2-40B4-BE49-F238E27FC236}">
                <a16:creationId xmlns:a16="http://schemas.microsoft.com/office/drawing/2014/main" id="{D8520BD9-0043-004C-8385-DF37C6C0EFE7}"/>
              </a:ext>
            </a:extLst>
          </p:cNvPr>
          <p:cNvSpPr>
            <a:spLocks noChangeShapeType="1"/>
          </p:cNvSpPr>
          <p:nvPr/>
        </p:nvSpPr>
        <p:spPr bwMode="auto">
          <a:xfrm>
            <a:off x="2252066" y="2372800"/>
            <a:ext cx="4418410" cy="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23944" name="Line 40">
            <a:extLst>
              <a:ext uri="{FF2B5EF4-FFF2-40B4-BE49-F238E27FC236}">
                <a16:creationId xmlns:a16="http://schemas.microsoft.com/office/drawing/2014/main" id="{EEF94A6B-03B7-9541-87BF-700F965A9FBC}"/>
              </a:ext>
            </a:extLst>
          </p:cNvPr>
          <p:cNvSpPr>
            <a:spLocks noChangeShapeType="1"/>
          </p:cNvSpPr>
          <p:nvPr/>
        </p:nvSpPr>
        <p:spPr bwMode="auto">
          <a:xfrm>
            <a:off x="2252066" y="2743084"/>
            <a:ext cx="4418410" cy="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23945" name="Line 41">
            <a:extLst>
              <a:ext uri="{FF2B5EF4-FFF2-40B4-BE49-F238E27FC236}">
                <a16:creationId xmlns:a16="http://schemas.microsoft.com/office/drawing/2014/main" id="{EA02A3BB-572C-274D-8796-5A28F9388E01}"/>
              </a:ext>
            </a:extLst>
          </p:cNvPr>
          <p:cNvSpPr>
            <a:spLocks noChangeShapeType="1"/>
          </p:cNvSpPr>
          <p:nvPr/>
        </p:nvSpPr>
        <p:spPr bwMode="auto">
          <a:xfrm>
            <a:off x="2252066" y="3113369"/>
            <a:ext cx="4418410" cy="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23946" name="Oval 42">
            <a:extLst>
              <a:ext uri="{FF2B5EF4-FFF2-40B4-BE49-F238E27FC236}">
                <a16:creationId xmlns:a16="http://schemas.microsoft.com/office/drawing/2014/main" id="{0A3542B9-DC54-6647-A9B0-B741087342B1}"/>
              </a:ext>
            </a:extLst>
          </p:cNvPr>
          <p:cNvSpPr>
            <a:spLocks noChangeArrowheads="1"/>
          </p:cNvSpPr>
          <p:nvPr/>
        </p:nvSpPr>
        <p:spPr bwMode="auto">
          <a:xfrm>
            <a:off x="1977032" y="2231116"/>
            <a:ext cx="275034" cy="28336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en-US" altLang="zh-CN" sz="1200">
                <a:latin typeface="Times New Roman" charset="0"/>
                <a:ea typeface="宋体" charset="-122"/>
              </a:rPr>
              <a:t>A</a:t>
            </a:r>
            <a:r>
              <a:rPr lang="en-US" altLang="zh-CN" sz="1200" baseline="-25000">
                <a:latin typeface="Times New Roman" charset="0"/>
                <a:ea typeface="宋体" charset="-122"/>
              </a:rPr>
              <a:t>1</a:t>
            </a:r>
          </a:p>
        </p:txBody>
      </p:sp>
      <p:sp>
        <p:nvSpPr>
          <p:cNvPr id="123947" name="Oval 43">
            <a:extLst>
              <a:ext uri="{FF2B5EF4-FFF2-40B4-BE49-F238E27FC236}">
                <a16:creationId xmlns:a16="http://schemas.microsoft.com/office/drawing/2014/main" id="{9D33EE13-0FFA-7543-AC01-4C74E69C8EC2}"/>
              </a:ext>
            </a:extLst>
          </p:cNvPr>
          <p:cNvSpPr>
            <a:spLocks noChangeArrowheads="1"/>
          </p:cNvSpPr>
          <p:nvPr/>
        </p:nvSpPr>
        <p:spPr bwMode="auto">
          <a:xfrm>
            <a:off x="6616897" y="2231116"/>
            <a:ext cx="275035" cy="28336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en-US" altLang="zh-CN" sz="1200">
                <a:latin typeface="Times New Roman" charset="0"/>
                <a:ea typeface="宋体" charset="-122"/>
              </a:rPr>
              <a:t>A</a:t>
            </a:r>
            <a:r>
              <a:rPr lang="en-US" altLang="zh-CN" sz="1200" baseline="-25000">
                <a:latin typeface="Times New Roman" charset="0"/>
                <a:ea typeface="宋体" charset="-122"/>
              </a:rPr>
              <a:t>2</a:t>
            </a:r>
          </a:p>
        </p:txBody>
      </p:sp>
      <p:sp>
        <p:nvSpPr>
          <p:cNvPr id="123948" name="Oval 44">
            <a:extLst>
              <a:ext uri="{FF2B5EF4-FFF2-40B4-BE49-F238E27FC236}">
                <a16:creationId xmlns:a16="http://schemas.microsoft.com/office/drawing/2014/main" id="{3BBA328D-7570-8A4F-89A9-E1A1584BAA90}"/>
              </a:ext>
            </a:extLst>
          </p:cNvPr>
          <p:cNvSpPr>
            <a:spLocks noChangeArrowheads="1"/>
          </p:cNvSpPr>
          <p:nvPr/>
        </p:nvSpPr>
        <p:spPr bwMode="auto">
          <a:xfrm>
            <a:off x="1977032" y="2601400"/>
            <a:ext cx="275034" cy="28336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en-US" altLang="zh-CN" sz="1200">
                <a:latin typeface="Times New Roman" charset="0"/>
                <a:ea typeface="宋体" charset="-122"/>
              </a:rPr>
              <a:t>B</a:t>
            </a:r>
            <a:r>
              <a:rPr lang="en-US" altLang="zh-CN" sz="1200" baseline="-25000">
                <a:latin typeface="Times New Roman" charset="0"/>
                <a:ea typeface="宋体" charset="-122"/>
              </a:rPr>
              <a:t>1</a:t>
            </a:r>
          </a:p>
        </p:txBody>
      </p:sp>
      <p:sp>
        <p:nvSpPr>
          <p:cNvPr id="123949" name="Oval 45">
            <a:extLst>
              <a:ext uri="{FF2B5EF4-FFF2-40B4-BE49-F238E27FC236}">
                <a16:creationId xmlns:a16="http://schemas.microsoft.com/office/drawing/2014/main" id="{FBBA50A2-4763-7E44-BCF9-7BBBA3822A18}"/>
              </a:ext>
            </a:extLst>
          </p:cNvPr>
          <p:cNvSpPr>
            <a:spLocks noChangeArrowheads="1"/>
          </p:cNvSpPr>
          <p:nvPr/>
        </p:nvSpPr>
        <p:spPr bwMode="auto">
          <a:xfrm>
            <a:off x="6616897" y="2601400"/>
            <a:ext cx="275035" cy="28336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en-US" altLang="zh-CN" sz="1200">
                <a:latin typeface="Times New Roman" charset="0"/>
                <a:ea typeface="宋体" charset="-122"/>
              </a:rPr>
              <a:t>B</a:t>
            </a:r>
            <a:r>
              <a:rPr lang="en-US" altLang="zh-CN" sz="1200" baseline="-25000">
                <a:latin typeface="Times New Roman" charset="0"/>
                <a:ea typeface="宋体" charset="-122"/>
              </a:rPr>
              <a:t>2</a:t>
            </a:r>
          </a:p>
        </p:txBody>
      </p:sp>
      <p:sp>
        <p:nvSpPr>
          <p:cNvPr id="123950" name="Oval 46">
            <a:extLst>
              <a:ext uri="{FF2B5EF4-FFF2-40B4-BE49-F238E27FC236}">
                <a16:creationId xmlns:a16="http://schemas.microsoft.com/office/drawing/2014/main" id="{F3144BA9-8040-AD4C-B0AB-C464D93D12A1}"/>
              </a:ext>
            </a:extLst>
          </p:cNvPr>
          <p:cNvSpPr>
            <a:spLocks noChangeArrowheads="1"/>
          </p:cNvSpPr>
          <p:nvPr/>
        </p:nvSpPr>
        <p:spPr bwMode="auto">
          <a:xfrm>
            <a:off x="1977032" y="2971684"/>
            <a:ext cx="275034" cy="28336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en-US" altLang="zh-CN" sz="1200">
                <a:latin typeface="Times New Roman" charset="0"/>
                <a:ea typeface="宋体" charset="-122"/>
              </a:rPr>
              <a:t>C</a:t>
            </a:r>
            <a:r>
              <a:rPr lang="en-US" altLang="zh-CN" sz="1200" baseline="-25000">
                <a:latin typeface="Times New Roman" charset="0"/>
                <a:ea typeface="宋体" charset="-122"/>
              </a:rPr>
              <a:t>1</a:t>
            </a:r>
          </a:p>
        </p:txBody>
      </p:sp>
      <p:sp>
        <p:nvSpPr>
          <p:cNvPr id="123951" name="Oval 47">
            <a:extLst>
              <a:ext uri="{FF2B5EF4-FFF2-40B4-BE49-F238E27FC236}">
                <a16:creationId xmlns:a16="http://schemas.microsoft.com/office/drawing/2014/main" id="{D7109BAB-8D24-204F-933C-73F7FB12A890}"/>
              </a:ext>
            </a:extLst>
          </p:cNvPr>
          <p:cNvSpPr>
            <a:spLocks noChangeArrowheads="1"/>
          </p:cNvSpPr>
          <p:nvPr/>
        </p:nvSpPr>
        <p:spPr bwMode="auto">
          <a:xfrm>
            <a:off x="6616897" y="2971684"/>
            <a:ext cx="275035" cy="28336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en-US" altLang="zh-CN" sz="1200">
                <a:latin typeface="Times New Roman" charset="0"/>
                <a:ea typeface="宋体" charset="-122"/>
              </a:rPr>
              <a:t>C</a:t>
            </a:r>
            <a:r>
              <a:rPr lang="en-US" altLang="zh-CN" sz="1200" baseline="-25000">
                <a:latin typeface="Times New Roman" charset="0"/>
                <a:ea typeface="宋体" charset="-122"/>
              </a:rPr>
              <a:t>2</a:t>
            </a:r>
          </a:p>
        </p:txBody>
      </p:sp>
      <p:sp>
        <p:nvSpPr>
          <p:cNvPr id="123952" name="Line 48">
            <a:extLst>
              <a:ext uri="{FF2B5EF4-FFF2-40B4-BE49-F238E27FC236}">
                <a16:creationId xmlns:a16="http://schemas.microsoft.com/office/drawing/2014/main" id="{D259DBD5-D216-4740-A404-5F74C5D2B2A9}"/>
              </a:ext>
            </a:extLst>
          </p:cNvPr>
          <p:cNvSpPr>
            <a:spLocks noChangeShapeType="1"/>
          </p:cNvSpPr>
          <p:nvPr/>
        </p:nvSpPr>
        <p:spPr bwMode="auto">
          <a:xfrm>
            <a:off x="2859285" y="4337331"/>
            <a:ext cx="3259931" cy="0"/>
          </a:xfrm>
          <a:prstGeom prst="line">
            <a:avLst/>
          </a:prstGeom>
          <a:noFill/>
          <a:ln w="38100">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23953" name="Line 49">
            <a:extLst>
              <a:ext uri="{FF2B5EF4-FFF2-40B4-BE49-F238E27FC236}">
                <a16:creationId xmlns:a16="http://schemas.microsoft.com/office/drawing/2014/main" id="{6ADB2B7F-D559-9C41-8167-C53A548E2834}"/>
              </a:ext>
            </a:extLst>
          </p:cNvPr>
          <p:cNvSpPr>
            <a:spLocks noChangeShapeType="1"/>
          </p:cNvSpPr>
          <p:nvPr/>
        </p:nvSpPr>
        <p:spPr bwMode="auto">
          <a:xfrm>
            <a:off x="6119216" y="4394481"/>
            <a:ext cx="607219" cy="28455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23954" name="Line 50">
            <a:extLst>
              <a:ext uri="{FF2B5EF4-FFF2-40B4-BE49-F238E27FC236}">
                <a16:creationId xmlns:a16="http://schemas.microsoft.com/office/drawing/2014/main" id="{89FDAF1F-7C92-DF4E-A38C-5132C756A68C}"/>
              </a:ext>
            </a:extLst>
          </p:cNvPr>
          <p:cNvSpPr>
            <a:spLocks noChangeShapeType="1"/>
          </p:cNvSpPr>
          <p:nvPr/>
        </p:nvSpPr>
        <p:spPr bwMode="auto">
          <a:xfrm flipH="1">
            <a:off x="6119216" y="3995622"/>
            <a:ext cx="607219" cy="28575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23955" name="Line 51">
            <a:extLst>
              <a:ext uri="{FF2B5EF4-FFF2-40B4-BE49-F238E27FC236}">
                <a16:creationId xmlns:a16="http://schemas.microsoft.com/office/drawing/2014/main" id="{007A1B2B-7C01-3E41-93CD-F34FB780B1F4}"/>
              </a:ext>
            </a:extLst>
          </p:cNvPr>
          <p:cNvSpPr>
            <a:spLocks noChangeShapeType="1"/>
          </p:cNvSpPr>
          <p:nvPr/>
        </p:nvSpPr>
        <p:spPr bwMode="auto">
          <a:xfrm flipV="1">
            <a:off x="2196107" y="4394481"/>
            <a:ext cx="608409" cy="28455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23956" name="Line 52">
            <a:extLst>
              <a:ext uri="{FF2B5EF4-FFF2-40B4-BE49-F238E27FC236}">
                <a16:creationId xmlns:a16="http://schemas.microsoft.com/office/drawing/2014/main" id="{69AE07B4-2D5A-E14E-9477-AD34A7DC7956}"/>
              </a:ext>
            </a:extLst>
          </p:cNvPr>
          <p:cNvSpPr>
            <a:spLocks noChangeShapeType="1"/>
          </p:cNvSpPr>
          <p:nvPr/>
        </p:nvSpPr>
        <p:spPr bwMode="auto">
          <a:xfrm>
            <a:off x="2196107" y="3995622"/>
            <a:ext cx="608409" cy="28575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23957" name="Oval 53">
            <a:extLst>
              <a:ext uri="{FF2B5EF4-FFF2-40B4-BE49-F238E27FC236}">
                <a16:creationId xmlns:a16="http://schemas.microsoft.com/office/drawing/2014/main" id="{03BCD932-E210-CE48-9515-7CC87EC7EA5A}"/>
              </a:ext>
            </a:extLst>
          </p:cNvPr>
          <p:cNvSpPr>
            <a:spLocks noChangeArrowheads="1"/>
          </p:cNvSpPr>
          <p:nvPr/>
        </p:nvSpPr>
        <p:spPr bwMode="auto">
          <a:xfrm>
            <a:off x="1977032" y="3825363"/>
            <a:ext cx="275034" cy="28336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en-US" altLang="zh-CN" sz="1200">
                <a:latin typeface="Times New Roman" charset="0"/>
                <a:ea typeface="宋体" charset="-122"/>
              </a:rPr>
              <a:t>A</a:t>
            </a:r>
            <a:r>
              <a:rPr lang="en-US" altLang="zh-CN" sz="1200" baseline="-25000">
                <a:latin typeface="Times New Roman" charset="0"/>
                <a:ea typeface="宋体" charset="-122"/>
              </a:rPr>
              <a:t>1</a:t>
            </a:r>
          </a:p>
        </p:txBody>
      </p:sp>
      <p:sp>
        <p:nvSpPr>
          <p:cNvPr id="123958" name="Oval 54">
            <a:extLst>
              <a:ext uri="{FF2B5EF4-FFF2-40B4-BE49-F238E27FC236}">
                <a16:creationId xmlns:a16="http://schemas.microsoft.com/office/drawing/2014/main" id="{2EE401A0-0A70-E24E-AAF4-AD0DBCAEE3F0}"/>
              </a:ext>
            </a:extLst>
          </p:cNvPr>
          <p:cNvSpPr>
            <a:spLocks noChangeArrowheads="1"/>
          </p:cNvSpPr>
          <p:nvPr/>
        </p:nvSpPr>
        <p:spPr bwMode="auto">
          <a:xfrm>
            <a:off x="6616897" y="3825363"/>
            <a:ext cx="275035" cy="28336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en-US" altLang="zh-CN" sz="1200">
                <a:latin typeface="Times New Roman" charset="0"/>
                <a:ea typeface="宋体" charset="-122"/>
              </a:rPr>
              <a:t>A</a:t>
            </a:r>
            <a:r>
              <a:rPr lang="en-US" altLang="zh-CN" sz="1200" baseline="-25000">
                <a:latin typeface="Times New Roman" charset="0"/>
                <a:ea typeface="宋体" charset="-122"/>
              </a:rPr>
              <a:t>2</a:t>
            </a:r>
          </a:p>
        </p:txBody>
      </p:sp>
      <p:sp>
        <p:nvSpPr>
          <p:cNvPr id="123959" name="Oval 55">
            <a:extLst>
              <a:ext uri="{FF2B5EF4-FFF2-40B4-BE49-F238E27FC236}">
                <a16:creationId xmlns:a16="http://schemas.microsoft.com/office/drawing/2014/main" id="{AA4A5B58-BCF1-DC48-8F96-653A77CBDFEB}"/>
              </a:ext>
            </a:extLst>
          </p:cNvPr>
          <p:cNvSpPr>
            <a:spLocks noChangeArrowheads="1"/>
          </p:cNvSpPr>
          <p:nvPr/>
        </p:nvSpPr>
        <p:spPr bwMode="auto">
          <a:xfrm>
            <a:off x="1977032" y="4187313"/>
            <a:ext cx="275034" cy="28336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en-US" altLang="zh-CN" sz="1200">
                <a:latin typeface="Times New Roman" charset="0"/>
                <a:ea typeface="宋体" charset="-122"/>
              </a:rPr>
              <a:t>B</a:t>
            </a:r>
            <a:r>
              <a:rPr lang="en-US" altLang="zh-CN" sz="1200" baseline="-25000">
                <a:latin typeface="Times New Roman" charset="0"/>
                <a:ea typeface="宋体" charset="-122"/>
              </a:rPr>
              <a:t>1</a:t>
            </a:r>
          </a:p>
        </p:txBody>
      </p:sp>
      <p:sp>
        <p:nvSpPr>
          <p:cNvPr id="123960" name="Oval 56">
            <a:extLst>
              <a:ext uri="{FF2B5EF4-FFF2-40B4-BE49-F238E27FC236}">
                <a16:creationId xmlns:a16="http://schemas.microsoft.com/office/drawing/2014/main" id="{1D76A745-C4E8-A44F-976B-DF3F1DA30482}"/>
              </a:ext>
            </a:extLst>
          </p:cNvPr>
          <p:cNvSpPr>
            <a:spLocks noChangeArrowheads="1"/>
          </p:cNvSpPr>
          <p:nvPr/>
        </p:nvSpPr>
        <p:spPr bwMode="auto">
          <a:xfrm>
            <a:off x="6616897" y="4187313"/>
            <a:ext cx="275035" cy="28336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en-US" altLang="zh-CN" sz="1200">
                <a:latin typeface="Times New Roman" charset="0"/>
                <a:ea typeface="宋体" charset="-122"/>
              </a:rPr>
              <a:t>B</a:t>
            </a:r>
            <a:r>
              <a:rPr lang="en-US" altLang="zh-CN" sz="1200" baseline="-25000">
                <a:latin typeface="Times New Roman" charset="0"/>
                <a:ea typeface="宋体" charset="-122"/>
              </a:rPr>
              <a:t>2</a:t>
            </a:r>
          </a:p>
        </p:txBody>
      </p:sp>
      <p:sp>
        <p:nvSpPr>
          <p:cNvPr id="123961" name="Oval 57">
            <a:extLst>
              <a:ext uri="{FF2B5EF4-FFF2-40B4-BE49-F238E27FC236}">
                <a16:creationId xmlns:a16="http://schemas.microsoft.com/office/drawing/2014/main" id="{3A0C902F-4179-CF4E-AC69-46E933A4A37F}"/>
              </a:ext>
            </a:extLst>
          </p:cNvPr>
          <p:cNvSpPr>
            <a:spLocks noChangeArrowheads="1"/>
          </p:cNvSpPr>
          <p:nvPr/>
        </p:nvSpPr>
        <p:spPr bwMode="auto">
          <a:xfrm>
            <a:off x="1977032" y="4565932"/>
            <a:ext cx="275034" cy="28336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en-US" altLang="zh-CN" sz="1200">
                <a:latin typeface="Times New Roman" charset="0"/>
                <a:ea typeface="宋体" charset="-122"/>
              </a:rPr>
              <a:t>C</a:t>
            </a:r>
            <a:r>
              <a:rPr lang="en-US" altLang="zh-CN" sz="1200" baseline="-25000">
                <a:latin typeface="Times New Roman" charset="0"/>
                <a:ea typeface="宋体" charset="-122"/>
              </a:rPr>
              <a:t>1</a:t>
            </a:r>
          </a:p>
        </p:txBody>
      </p:sp>
      <p:sp>
        <p:nvSpPr>
          <p:cNvPr id="123962" name="Oval 58">
            <a:extLst>
              <a:ext uri="{FF2B5EF4-FFF2-40B4-BE49-F238E27FC236}">
                <a16:creationId xmlns:a16="http://schemas.microsoft.com/office/drawing/2014/main" id="{ACE36217-ADA3-9447-8183-0C6736338AE8}"/>
              </a:ext>
            </a:extLst>
          </p:cNvPr>
          <p:cNvSpPr>
            <a:spLocks noChangeArrowheads="1"/>
          </p:cNvSpPr>
          <p:nvPr/>
        </p:nvSpPr>
        <p:spPr bwMode="auto">
          <a:xfrm>
            <a:off x="6616897" y="4565932"/>
            <a:ext cx="275035" cy="283369"/>
          </a:xfrm>
          <a:prstGeom prst="ellipse">
            <a:avLst/>
          </a:prstGeom>
          <a:solidFill>
            <a:schemeClr val="bg1"/>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en-US" altLang="zh-CN" sz="1200">
                <a:latin typeface="Times New Roman" charset="0"/>
                <a:ea typeface="宋体" charset="-122"/>
              </a:rPr>
              <a:t>C</a:t>
            </a:r>
            <a:r>
              <a:rPr lang="en-US" altLang="zh-CN" sz="1200" baseline="-25000">
                <a:latin typeface="Times New Roman" charset="0"/>
                <a:ea typeface="宋体" charset="-122"/>
              </a:rPr>
              <a:t>2</a:t>
            </a:r>
          </a:p>
        </p:txBody>
      </p:sp>
      <p:sp>
        <p:nvSpPr>
          <p:cNvPr id="123963" name="Text Box 59">
            <a:extLst>
              <a:ext uri="{FF2B5EF4-FFF2-40B4-BE49-F238E27FC236}">
                <a16:creationId xmlns:a16="http://schemas.microsoft.com/office/drawing/2014/main" id="{704938C7-389B-3844-B8FD-8C5E55F0625E}"/>
              </a:ext>
            </a:extLst>
          </p:cNvPr>
          <p:cNvSpPr txBox="1">
            <a:spLocks noChangeArrowheads="1"/>
          </p:cNvSpPr>
          <p:nvPr/>
        </p:nvSpPr>
        <p:spPr bwMode="auto">
          <a:xfrm>
            <a:off x="3974901" y="4356382"/>
            <a:ext cx="800219" cy="276999"/>
          </a:xfrm>
          <a:prstGeom prst="rect">
            <a:avLst/>
          </a:prstGeom>
          <a:noFill/>
          <a:ln>
            <a:noFill/>
          </a:ln>
          <a:effectLst/>
        </p:spPr>
        <p:txBody>
          <a:bodyPr wrap="none">
            <a:spAutoFit/>
          </a:bodyPr>
          <a:lstStyle/>
          <a:p>
            <a:pPr eaLnBrk="1" hangingPunct="1">
              <a:defRPr/>
            </a:pPr>
            <a:r>
              <a:rPr lang="zh-CN" altLang="en-US" sz="1200">
                <a:latin typeface="Arial" charset="0"/>
                <a:ea typeface="宋体" charset="-122"/>
              </a:rPr>
              <a:t>共享信道</a:t>
            </a:r>
          </a:p>
        </p:txBody>
      </p:sp>
      <p:sp>
        <p:nvSpPr>
          <p:cNvPr id="123964" name="Text Box 60">
            <a:extLst>
              <a:ext uri="{FF2B5EF4-FFF2-40B4-BE49-F238E27FC236}">
                <a16:creationId xmlns:a16="http://schemas.microsoft.com/office/drawing/2014/main" id="{CE008313-F25E-C449-9803-91F4A7256D8B}"/>
              </a:ext>
            </a:extLst>
          </p:cNvPr>
          <p:cNvSpPr txBox="1">
            <a:spLocks noChangeArrowheads="1"/>
          </p:cNvSpPr>
          <p:nvPr/>
        </p:nvSpPr>
        <p:spPr bwMode="auto">
          <a:xfrm>
            <a:off x="3759397" y="3305060"/>
            <a:ext cx="1471878" cy="276999"/>
          </a:xfrm>
          <a:prstGeom prst="rect">
            <a:avLst/>
          </a:prstGeom>
          <a:noFill/>
          <a:ln>
            <a:noFill/>
          </a:ln>
          <a:effectLst/>
        </p:spPr>
        <p:txBody>
          <a:bodyPr wrap="none">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defRPr/>
            </a:pPr>
            <a:r>
              <a:rPr lang="en-US" altLang="zh-CN" sz="1200">
                <a:latin typeface="Times New Roman" panose="02020603050405020304" pitchFamily="18" charset="0"/>
              </a:rPr>
              <a:t>(a) </a:t>
            </a:r>
            <a:r>
              <a:rPr lang="zh-CN" altLang="en-US" sz="1200">
                <a:latin typeface="Times New Roman" panose="02020603050405020304" pitchFamily="18" charset="0"/>
              </a:rPr>
              <a:t>使用单独的信道</a:t>
            </a:r>
          </a:p>
        </p:txBody>
      </p:sp>
      <p:sp>
        <p:nvSpPr>
          <p:cNvPr id="123965" name="Text Box 61">
            <a:extLst>
              <a:ext uri="{FF2B5EF4-FFF2-40B4-BE49-F238E27FC236}">
                <a16:creationId xmlns:a16="http://schemas.microsoft.com/office/drawing/2014/main" id="{C0CC83CA-104D-3942-832A-E8AD08BFFD5D}"/>
              </a:ext>
            </a:extLst>
          </p:cNvPr>
          <p:cNvSpPr txBox="1">
            <a:spLocks noChangeArrowheads="1"/>
          </p:cNvSpPr>
          <p:nvPr/>
        </p:nvSpPr>
        <p:spPr bwMode="auto">
          <a:xfrm>
            <a:off x="3866553" y="4871922"/>
            <a:ext cx="1326004" cy="276999"/>
          </a:xfrm>
          <a:prstGeom prst="rect">
            <a:avLst/>
          </a:prstGeom>
          <a:noFill/>
          <a:ln>
            <a:noFill/>
          </a:ln>
          <a:effectLst/>
        </p:spPr>
        <p:txBody>
          <a:bodyPr wrap="none">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defRPr/>
            </a:pPr>
            <a:r>
              <a:rPr lang="en-US" altLang="zh-CN" sz="1200">
                <a:latin typeface="Times New Roman" panose="02020603050405020304" pitchFamily="18" charset="0"/>
              </a:rPr>
              <a:t>(b) </a:t>
            </a:r>
            <a:r>
              <a:rPr lang="zh-CN" altLang="en-US" sz="1200">
                <a:latin typeface="Times New Roman" panose="02020603050405020304" pitchFamily="18" charset="0"/>
              </a:rPr>
              <a:t>使用共享信道</a:t>
            </a:r>
          </a:p>
        </p:txBody>
      </p:sp>
      <p:sp>
        <p:nvSpPr>
          <p:cNvPr id="123966" name="Oval 62">
            <a:extLst>
              <a:ext uri="{FF2B5EF4-FFF2-40B4-BE49-F238E27FC236}">
                <a16:creationId xmlns:a16="http://schemas.microsoft.com/office/drawing/2014/main" id="{0846F4DD-0B70-734E-A9D6-9620B7E13B01}"/>
              </a:ext>
            </a:extLst>
          </p:cNvPr>
          <p:cNvSpPr>
            <a:spLocks noChangeArrowheads="1"/>
          </p:cNvSpPr>
          <p:nvPr/>
        </p:nvSpPr>
        <p:spPr bwMode="auto">
          <a:xfrm>
            <a:off x="2661641" y="4186122"/>
            <a:ext cx="496491" cy="284560"/>
          </a:xfrm>
          <a:prstGeom prst="ellipse">
            <a:avLst/>
          </a:prstGeom>
          <a:solidFill>
            <a:srgbClr val="EAEAEA"/>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zh-CN" altLang="en-US" sz="1200">
                <a:latin typeface="Arial" charset="0"/>
                <a:ea typeface="宋体" charset="-122"/>
              </a:rPr>
              <a:t>复用</a:t>
            </a:r>
          </a:p>
        </p:txBody>
      </p:sp>
      <p:sp>
        <p:nvSpPr>
          <p:cNvPr id="123967" name="Oval 63">
            <a:extLst>
              <a:ext uri="{FF2B5EF4-FFF2-40B4-BE49-F238E27FC236}">
                <a16:creationId xmlns:a16="http://schemas.microsoft.com/office/drawing/2014/main" id="{5056D388-D4A5-5E4C-B565-0F1DF3C8D7FE}"/>
              </a:ext>
            </a:extLst>
          </p:cNvPr>
          <p:cNvSpPr>
            <a:spLocks noChangeArrowheads="1"/>
          </p:cNvSpPr>
          <p:nvPr/>
        </p:nvSpPr>
        <p:spPr bwMode="auto">
          <a:xfrm>
            <a:off x="5857278" y="4196838"/>
            <a:ext cx="496491" cy="284559"/>
          </a:xfrm>
          <a:prstGeom prst="ellipse">
            <a:avLst/>
          </a:prstGeom>
          <a:solidFill>
            <a:srgbClr val="EAEAEA"/>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p>
            <a:pPr algn="ctr" eaLnBrk="1" hangingPunct="1">
              <a:defRPr/>
            </a:pPr>
            <a:r>
              <a:rPr lang="zh-CN" altLang="en-US" sz="1200">
                <a:latin typeface="Arial" charset="0"/>
                <a:ea typeface="宋体" charset="-122"/>
              </a:rPr>
              <a:t>分用</a:t>
            </a:r>
          </a:p>
        </p:txBody>
      </p:sp>
      <p:sp>
        <p:nvSpPr>
          <p:cNvPr id="123968" name="Line 64">
            <a:extLst>
              <a:ext uri="{FF2B5EF4-FFF2-40B4-BE49-F238E27FC236}">
                <a16:creationId xmlns:a16="http://schemas.microsoft.com/office/drawing/2014/main" id="{3B342E53-C685-924C-B277-9D0E69E3D958}"/>
              </a:ext>
            </a:extLst>
          </p:cNvPr>
          <p:cNvSpPr>
            <a:spLocks noChangeShapeType="1"/>
          </p:cNvSpPr>
          <p:nvPr/>
        </p:nvSpPr>
        <p:spPr bwMode="auto">
          <a:xfrm>
            <a:off x="3523654" y="2287075"/>
            <a:ext cx="1654969" cy="0"/>
          </a:xfrm>
          <a:prstGeom prst="line">
            <a:avLst/>
          </a:prstGeom>
          <a:noFill/>
          <a:ln w="9525">
            <a:solidFill>
              <a:schemeClr val="tx1"/>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23969" name="Line 65">
            <a:extLst>
              <a:ext uri="{FF2B5EF4-FFF2-40B4-BE49-F238E27FC236}">
                <a16:creationId xmlns:a16="http://schemas.microsoft.com/office/drawing/2014/main" id="{AD8A6B9E-60FF-C44E-8382-6AD0FFC211E7}"/>
              </a:ext>
            </a:extLst>
          </p:cNvPr>
          <p:cNvSpPr>
            <a:spLocks noChangeShapeType="1"/>
          </p:cNvSpPr>
          <p:nvPr/>
        </p:nvSpPr>
        <p:spPr bwMode="auto">
          <a:xfrm>
            <a:off x="3523654" y="2647834"/>
            <a:ext cx="1654969" cy="0"/>
          </a:xfrm>
          <a:prstGeom prst="line">
            <a:avLst/>
          </a:prstGeom>
          <a:noFill/>
          <a:ln w="9525">
            <a:solidFill>
              <a:schemeClr val="tx1"/>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23970" name="Line 66">
            <a:extLst>
              <a:ext uri="{FF2B5EF4-FFF2-40B4-BE49-F238E27FC236}">
                <a16:creationId xmlns:a16="http://schemas.microsoft.com/office/drawing/2014/main" id="{49FC7284-47D4-A047-87B7-34CAC3B34780}"/>
              </a:ext>
            </a:extLst>
          </p:cNvPr>
          <p:cNvSpPr>
            <a:spLocks noChangeShapeType="1"/>
          </p:cNvSpPr>
          <p:nvPr/>
        </p:nvSpPr>
        <p:spPr bwMode="auto">
          <a:xfrm>
            <a:off x="3523654" y="3026453"/>
            <a:ext cx="1654969" cy="0"/>
          </a:xfrm>
          <a:prstGeom prst="line">
            <a:avLst/>
          </a:prstGeom>
          <a:noFill/>
          <a:ln w="9525">
            <a:solidFill>
              <a:schemeClr val="tx1"/>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23971" name="Line 67">
            <a:extLst>
              <a:ext uri="{FF2B5EF4-FFF2-40B4-BE49-F238E27FC236}">
                <a16:creationId xmlns:a16="http://schemas.microsoft.com/office/drawing/2014/main" id="{F759887A-0DA0-FA46-9684-4B019B0F8C37}"/>
              </a:ext>
            </a:extLst>
          </p:cNvPr>
          <p:cNvSpPr>
            <a:spLocks noChangeShapeType="1"/>
          </p:cNvSpPr>
          <p:nvPr/>
        </p:nvSpPr>
        <p:spPr bwMode="auto">
          <a:xfrm>
            <a:off x="3523654" y="4242081"/>
            <a:ext cx="1654969" cy="0"/>
          </a:xfrm>
          <a:prstGeom prst="line">
            <a:avLst/>
          </a:prstGeom>
          <a:noFill/>
          <a:ln w="28575">
            <a:solidFill>
              <a:schemeClr val="tx1"/>
            </a:solidFill>
            <a:round/>
            <a:headEnd/>
            <a:tailEnd type="triangle" w="med" len="lg"/>
          </a:ln>
          <a:effectLst/>
        </p:spPr>
        <p:txBody>
          <a:bodyPr/>
          <a:lstStyle/>
          <a:p>
            <a:pPr algn="ctr" eaLnBrk="1" hangingPunct="1">
              <a:defRPr/>
            </a:pPr>
            <a:endParaRPr lang="zh-CN" altLang="en-US">
              <a:latin typeface="Tahoma" charset="0"/>
              <a:ea typeface="宋体" charset="-122"/>
              <a:cs typeface="+mn-cs"/>
            </a:endParaRPr>
          </a:p>
        </p:txBody>
      </p:sp>
      <p:sp>
        <p:nvSpPr>
          <p:cNvPr id="123972" name="Line 68">
            <a:extLst>
              <a:ext uri="{FF2B5EF4-FFF2-40B4-BE49-F238E27FC236}">
                <a16:creationId xmlns:a16="http://schemas.microsoft.com/office/drawing/2014/main" id="{017BB782-809C-8F48-91C1-A977ADE2D6E8}"/>
              </a:ext>
            </a:extLst>
          </p:cNvPr>
          <p:cNvSpPr>
            <a:spLocks noChangeShapeType="1"/>
          </p:cNvSpPr>
          <p:nvPr/>
        </p:nvSpPr>
        <p:spPr bwMode="auto">
          <a:xfrm>
            <a:off x="2300882" y="4303994"/>
            <a:ext cx="276225" cy="0"/>
          </a:xfrm>
          <a:prstGeom prst="line">
            <a:avLst/>
          </a:prstGeom>
          <a:noFill/>
          <a:ln w="9525">
            <a:solidFill>
              <a:schemeClr val="tx1"/>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23973" name="Line 69">
            <a:extLst>
              <a:ext uri="{FF2B5EF4-FFF2-40B4-BE49-F238E27FC236}">
                <a16:creationId xmlns:a16="http://schemas.microsoft.com/office/drawing/2014/main" id="{3111E3BD-AF1C-1F42-982C-E20DEC743D1E}"/>
              </a:ext>
            </a:extLst>
          </p:cNvPr>
          <p:cNvSpPr>
            <a:spLocks noChangeShapeType="1"/>
          </p:cNvSpPr>
          <p:nvPr/>
        </p:nvSpPr>
        <p:spPr bwMode="auto">
          <a:xfrm>
            <a:off x="6339482" y="4281372"/>
            <a:ext cx="276225" cy="0"/>
          </a:xfrm>
          <a:prstGeom prst="line">
            <a:avLst/>
          </a:prstGeom>
          <a:noFill/>
          <a:ln w="9525">
            <a:solidFill>
              <a:schemeClr val="tx1"/>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23974" name="Line 70">
            <a:extLst>
              <a:ext uri="{FF2B5EF4-FFF2-40B4-BE49-F238E27FC236}">
                <a16:creationId xmlns:a16="http://schemas.microsoft.com/office/drawing/2014/main" id="{03939801-C8C0-204C-9DF6-E89B3CE17AF4}"/>
              </a:ext>
            </a:extLst>
          </p:cNvPr>
          <p:cNvSpPr>
            <a:spLocks noChangeShapeType="1"/>
          </p:cNvSpPr>
          <p:nvPr/>
        </p:nvSpPr>
        <p:spPr bwMode="auto">
          <a:xfrm rot="1484370">
            <a:off x="2348507" y="4075394"/>
            <a:ext cx="276225" cy="0"/>
          </a:xfrm>
          <a:prstGeom prst="line">
            <a:avLst/>
          </a:prstGeom>
          <a:noFill/>
          <a:ln w="9525">
            <a:solidFill>
              <a:schemeClr val="tx1"/>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23975" name="Line 71">
            <a:extLst>
              <a:ext uri="{FF2B5EF4-FFF2-40B4-BE49-F238E27FC236}">
                <a16:creationId xmlns:a16="http://schemas.microsoft.com/office/drawing/2014/main" id="{F9681AD0-96AC-0841-85DA-7056E5255C33}"/>
              </a:ext>
            </a:extLst>
          </p:cNvPr>
          <p:cNvSpPr>
            <a:spLocks noChangeShapeType="1"/>
          </p:cNvSpPr>
          <p:nvPr/>
        </p:nvSpPr>
        <p:spPr bwMode="auto">
          <a:xfrm rot="1484370">
            <a:off x="6379963" y="4538547"/>
            <a:ext cx="276225" cy="0"/>
          </a:xfrm>
          <a:prstGeom prst="line">
            <a:avLst/>
          </a:prstGeom>
          <a:noFill/>
          <a:ln w="9525">
            <a:solidFill>
              <a:schemeClr val="tx1"/>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23976" name="Line 72">
            <a:extLst>
              <a:ext uri="{FF2B5EF4-FFF2-40B4-BE49-F238E27FC236}">
                <a16:creationId xmlns:a16="http://schemas.microsoft.com/office/drawing/2014/main" id="{38CCBB5D-B361-1249-93E2-1D775B4302A6}"/>
              </a:ext>
            </a:extLst>
          </p:cNvPr>
          <p:cNvSpPr>
            <a:spLocks noChangeShapeType="1"/>
          </p:cNvSpPr>
          <p:nvPr/>
        </p:nvSpPr>
        <p:spPr bwMode="auto">
          <a:xfrm rot="19951492">
            <a:off x="2309216" y="4513544"/>
            <a:ext cx="276225" cy="1190"/>
          </a:xfrm>
          <a:prstGeom prst="line">
            <a:avLst/>
          </a:prstGeom>
          <a:noFill/>
          <a:ln w="9525">
            <a:solidFill>
              <a:schemeClr val="tx1"/>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23977" name="Line 73">
            <a:extLst>
              <a:ext uri="{FF2B5EF4-FFF2-40B4-BE49-F238E27FC236}">
                <a16:creationId xmlns:a16="http://schemas.microsoft.com/office/drawing/2014/main" id="{3855193C-20C3-CC4C-9296-F9C5F5E06551}"/>
              </a:ext>
            </a:extLst>
          </p:cNvPr>
          <p:cNvSpPr>
            <a:spLocks noChangeShapeType="1"/>
          </p:cNvSpPr>
          <p:nvPr/>
        </p:nvSpPr>
        <p:spPr bwMode="auto">
          <a:xfrm rot="19951492">
            <a:off x="6281141" y="4082538"/>
            <a:ext cx="276225" cy="1190"/>
          </a:xfrm>
          <a:prstGeom prst="line">
            <a:avLst/>
          </a:prstGeom>
          <a:noFill/>
          <a:ln w="9525">
            <a:solidFill>
              <a:schemeClr val="tx1"/>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23978" name="Oval 74">
            <a:extLst>
              <a:ext uri="{FF2B5EF4-FFF2-40B4-BE49-F238E27FC236}">
                <a16:creationId xmlns:a16="http://schemas.microsoft.com/office/drawing/2014/main" id="{44985EE5-0E81-DA41-9816-26BB28DC8CAD}"/>
              </a:ext>
            </a:extLst>
          </p:cNvPr>
          <p:cNvSpPr>
            <a:spLocks noChangeArrowheads="1"/>
          </p:cNvSpPr>
          <p:nvPr/>
        </p:nvSpPr>
        <p:spPr bwMode="auto">
          <a:xfrm>
            <a:off x="2430659" y="3940853"/>
            <a:ext cx="110729" cy="114300"/>
          </a:xfrm>
          <a:prstGeom prst="ellipse">
            <a:avLst/>
          </a:prstGeom>
          <a:solidFill>
            <a:schemeClr val="hlink"/>
          </a:solidFill>
          <a:ln w="9525">
            <a:solidFill>
              <a:srgbClr val="808080"/>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3979" name="Oval 75">
            <a:extLst>
              <a:ext uri="{FF2B5EF4-FFF2-40B4-BE49-F238E27FC236}">
                <a16:creationId xmlns:a16="http://schemas.microsoft.com/office/drawing/2014/main" id="{CCDD07C4-737B-D74A-8002-AC484EE62FFD}"/>
              </a:ext>
            </a:extLst>
          </p:cNvPr>
          <p:cNvSpPr>
            <a:spLocks noChangeArrowheads="1"/>
          </p:cNvSpPr>
          <p:nvPr/>
        </p:nvSpPr>
        <p:spPr bwMode="auto">
          <a:xfrm>
            <a:off x="6328766" y="3977763"/>
            <a:ext cx="110729" cy="113109"/>
          </a:xfrm>
          <a:prstGeom prst="ellipse">
            <a:avLst/>
          </a:prstGeom>
          <a:solidFill>
            <a:schemeClr val="hlink"/>
          </a:solidFill>
          <a:ln w="9525">
            <a:solidFill>
              <a:srgbClr val="808080"/>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3980" name="Rectangle 76">
            <a:extLst>
              <a:ext uri="{FF2B5EF4-FFF2-40B4-BE49-F238E27FC236}">
                <a16:creationId xmlns:a16="http://schemas.microsoft.com/office/drawing/2014/main" id="{35A78B06-DCF1-D44E-BA0D-33EE4F32F5F0}"/>
              </a:ext>
            </a:extLst>
          </p:cNvPr>
          <p:cNvSpPr>
            <a:spLocks noChangeArrowheads="1"/>
          </p:cNvSpPr>
          <p:nvPr/>
        </p:nvSpPr>
        <p:spPr bwMode="auto">
          <a:xfrm>
            <a:off x="2371129" y="4178978"/>
            <a:ext cx="89297" cy="91679"/>
          </a:xfrm>
          <a:prstGeom prst="rect">
            <a:avLst/>
          </a:prstGeom>
          <a:solidFill>
            <a:srgbClr val="333399"/>
          </a:solidFill>
          <a:ln w="9525">
            <a:solidFill>
              <a:srgbClr val="808080"/>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3981" name="Rectangle 77">
            <a:extLst>
              <a:ext uri="{FF2B5EF4-FFF2-40B4-BE49-F238E27FC236}">
                <a16:creationId xmlns:a16="http://schemas.microsoft.com/office/drawing/2014/main" id="{C98A3AE3-F16B-0F4D-8EC1-1FE5C456C784}"/>
              </a:ext>
            </a:extLst>
          </p:cNvPr>
          <p:cNvSpPr>
            <a:spLocks noChangeArrowheads="1"/>
          </p:cNvSpPr>
          <p:nvPr/>
        </p:nvSpPr>
        <p:spPr bwMode="auto">
          <a:xfrm>
            <a:off x="6429969" y="4169453"/>
            <a:ext cx="89297" cy="91679"/>
          </a:xfrm>
          <a:prstGeom prst="rect">
            <a:avLst/>
          </a:prstGeom>
          <a:solidFill>
            <a:srgbClr val="333399"/>
          </a:solidFill>
          <a:ln w="9525">
            <a:solidFill>
              <a:srgbClr val="808080"/>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3982" name="AutoShape 78">
            <a:extLst>
              <a:ext uri="{FF2B5EF4-FFF2-40B4-BE49-F238E27FC236}">
                <a16:creationId xmlns:a16="http://schemas.microsoft.com/office/drawing/2014/main" id="{A215B681-08DD-D946-8C6B-40B88228F2AF}"/>
              </a:ext>
            </a:extLst>
          </p:cNvPr>
          <p:cNvSpPr>
            <a:spLocks noChangeArrowheads="1"/>
          </p:cNvSpPr>
          <p:nvPr/>
        </p:nvSpPr>
        <p:spPr bwMode="auto">
          <a:xfrm>
            <a:off x="4296369" y="2857384"/>
            <a:ext cx="123825" cy="128588"/>
          </a:xfrm>
          <a:custGeom>
            <a:avLst/>
            <a:gdLst>
              <a:gd name="T0" fmla="*/ 0 w 165100"/>
              <a:gd name="T1" fmla="*/ 65488 h 171450"/>
              <a:gd name="T2" fmla="*/ 63063 w 165100"/>
              <a:gd name="T3" fmla="*/ 65488 h 171450"/>
              <a:gd name="T4" fmla="*/ 82550 w 165100"/>
              <a:gd name="T5" fmla="*/ 0 h 171450"/>
              <a:gd name="T6" fmla="*/ 102037 w 165100"/>
              <a:gd name="T7" fmla="*/ 65488 h 171450"/>
              <a:gd name="T8" fmla="*/ 165100 w 165100"/>
              <a:gd name="T9" fmla="*/ 65488 h 171450"/>
              <a:gd name="T10" fmla="*/ 114081 w 165100"/>
              <a:gd name="T11" fmla="*/ 105961 h 171450"/>
              <a:gd name="T12" fmla="*/ 133569 w 165100"/>
              <a:gd name="T13" fmla="*/ 171450 h 171450"/>
              <a:gd name="T14" fmla="*/ 82550 w 165100"/>
              <a:gd name="T15" fmla="*/ 130975 h 171450"/>
              <a:gd name="T16" fmla="*/ 31531 w 165100"/>
              <a:gd name="T17" fmla="*/ 171450 h 171450"/>
              <a:gd name="T18" fmla="*/ 51019 w 165100"/>
              <a:gd name="T19" fmla="*/ 105961 h 171450"/>
              <a:gd name="T20" fmla="*/ 0 w 165100"/>
              <a:gd name="T21" fmla="*/ 65488 h 1714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65100" h="171450">
                <a:moveTo>
                  <a:pt x="0" y="65488"/>
                </a:moveTo>
                <a:lnTo>
                  <a:pt x="63063" y="65488"/>
                </a:lnTo>
                <a:lnTo>
                  <a:pt x="82550" y="0"/>
                </a:lnTo>
                <a:lnTo>
                  <a:pt x="102037" y="65488"/>
                </a:lnTo>
                <a:lnTo>
                  <a:pt x="165100" y="65488"/>
                </a:lnTo>
                <a:lnTo>
                  <a:pt x="114081" y="105961"/>
                </a:lnTo>
                <a:lnTo>
                  <a:pt x="133569" y="171450"/>
                </a:lnTo>
                <a:lnTo>
                  <a:pt x="82550" y="130975"/>
                </a:lnTo>
                <a:lnTo>
                  <a:pt x="31531" y="171450"/>
                </a:lnTo>
                <a:lnTo>
                  <a:pt x="51019" y="105961"/>
                </a:lnTo>
                <a:lnTo>
                  <a:pt x="0" y="65488"/>
                </a:lnTo>
                <a:close/>
              </a:path>
            </a:pathLst>
          </a:custGeom>
          <a:solidFill>
            <a:srgbClr val="FFFF66"/>
          </a:solidFill>
          <a:ln w="9525">
            <a:solidFill>
              <a:srgbClr val="808080"/>
            </a:solidFill>
            <a:miter lim="800000"/>
            <a:headEnd/>
            <a:tailEnd/>
          </a:ln>
          <a:effectLst/>
        </p:spPr>
        <p:txBody>
          <a:bodyPr wrap="none" anchor="ctr"/>
          <a:lstStyle/>
          <a:p>
            <a:pPr>
              <a:defRPr/>
            </a:pPr>
            <a:endParaRPr lang="zh-CN" altLang="en-US">
              <a:cs typeface="+mn-cs"/>
            </a:endParaRPr>
          </a:p>
        </p:txBody>
      </p:sp>
      <p:sp>
        <p:nvSpPr>
          <p:cNvPr id="123983" name="AutoShape 79">
            <a:extLst>
              <a:ext uri="{FF2B5EF4-FFF2-40B4-BE49-F238E27FC236}">
                <a16:creationId xmlns:a16="http://schemas.microsoft.com/office/drawing/2014/main" id="{7DC22D1D-4C67-BD4B-B471-40314763E5ED}"/>
              </a:ext>
            </a:extLst>
          </p:cNvPr>
          <p:cNvSpPr>
            <a:spLocks noChangeArrowheads="1"/>
          </p:cNvSpPr>
          <p:nvPr/>
        </p:nvSpPr>
        <p:spPr bwMode="auto">
          <a:xfrm>
            <a:off x="6460926" y="4381384"/>
            <a:ext cx="123825" cy="128588"/>
          </a:xfrm>
          <a:custGeom>
            <a:avLst/>
            <a:gdLst>
              <a:gd name="T0" fmla="*/ 0 w 165100"/>
              <a:gd name="T1" fmla="*/ 65488 h 171450"/>
              <a:gd name="T2" fmla="*/ 63063 w 165100"/>
              <a:gd name="T3" fmla="*/ 65488 h 171450"/>
              <a:gd name="T4" fmla="*/ 82550 w 165100"/>
              <a:gd name="T5" fmla="*/ 0 h 171450"/>
              <a:gd name="T6" fmla="*/ 102037 w 165100"/>
              <a:gd name="T7" fmla="*/ 65488 h 171450"/>
              <a:gd name="T8" fmla="*/ 165100 w 165100"/>
              <a:gd name="T9" fmla="*/ 65488 h 171450"/>
              <a:gd name="T10" fmla="*/ 114081 w 165100"/>
              <a:gd name="T11" fmla="*/ 105961 h 171450"/>
              <a:gd name="T12" fmla="*/ 133569 w 165100"/>
              <a:gd name="T13" fmla="*/ 171450 h 171450"/>
              <a:gd name="T14" fmla="*/ 82550 w 165100"/>
              <a:gd name="T15" fmla="*/ 130975 h 171450"/>
              <a:gd name="T16" fmla="*/ 31531 w 165100"/>
              <a:gd name="T17" fmla="*/ 171450 h 171450"/>
              <a:gd name="T18" fmla="*/ 51019 w 165100"/>
              <a:gd name="T19" fmla="*/ 105961 h 171450"/>
              <a:gd name="T20" fmla="*/ 0 w 165100"/>
              <a:gd name="T21" fmla="*/ 65488 h 1714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65100" h="171450">
                <a:moveTo>
                  <a:pt x="0" y="65488"/>
                </a:moveTo>
                <a:lnTo>
                  <a:pt x="63063" y="65488"/>
                </a:lnTo>
                <a:lnTo>
                  <a:pt x="82550" y="0"/>
                </a:lnTo>
                <a:lnTo>
                  <a:pt x="102037" y="65488"/>
                </a:lnTo>
                <a:lnTo>
                  <a:pt x="165100" y="65488"/>
                </a:lnTo>
                <a:lnTo>
                  <a:pt x="114081" y="105961"/>
                </a:lnTo>
                <a:lnTo>
                  <a:pt x="133569" y="171450"/>
                </a:lnTo>
                <a:lnTo>
                  <a:pt x="82550" y="130975"/>
                </a:lnTo>
                <a:lnTo>
                  <a:pt x="31531" y="171450"/>
                </a:lnTo>
                <a:lnTo>
                  <a:pt x="51019" y="105961"/>
                </a:lnTo>
                <a:lnTo>
                  <a:pt x="0" y="65488"/>
                </a:lnTo>
                <a:close/>
              </a:path>
            </a:pathLst>
          </a:custGeom>
          <a:solidFill>
            <a:srgbClr val="FFFF66"/>
          </a:solidFill>
          <a:ln w="9525">
            <a:solidFill>
              <a:srgbClr val="808080"/>
            </a:solidFill>
            <a:miter lim="800000"/>
            <a:headEnd/>
            <a:tailEnd/>
          </a:ln>
          <a:effectLst/>
        </p:spPr>
        <p:txBody>
          <a:bodyPr wrap="none" anchor="ctr"/>
          <a:lstStyle/>
          <a:p>
            <a:pPr>
              <a:defRPr/>
            </a:pPr>
            <a:endParaRPr lang="zh-CN" altLang="en-US">
              <a:cs typeface="+mn-cs"/>
            </a:endParaRPr>
          </a:p>
        </p:txBody>
      </p:sp>
      <p:sp>
        <p:nvSpPr>
          <p:cNvPr id="123984" name="Oval 80">
            <a:extLst>
              <a:ext uri="{FF2B5EF4-FFF2-40B4-BE49-F238E27FC236}">
                <a16:creationId xmlns:a16="http://schemas.microsoft.com/office/drawing/2014/main" id="{F83916A5-953E-4042-A1D2-9AD5184ADAEA}"/>
              </a:ext>
            </a:extLst>
          </p:cNvPr>
          <p:cNvSpPr>
            <a:spLocks noChangeArrowheads="1"/>
          </p:cNvSpPr>
          <p:nvPr/>
        </p:nvSpPr>
        <p:spPr bwMode="auto">
          <a:xfrm>
            <a:off x="2308026" y="2231115"/>
            <a:ext cx="110728" cy="114300"/>
          </a:xfrm>
          <a:prstGeom prst="ellipse">
            <a:avLst/>
          </a:prstGeom>
          <a:solidFill>
            <a:schemeClr val="hlink"/>
          </a:solidFill>
          <a:ln w="9525">
            <a:solidFill>
              <a:srgbClr val="808080"/>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3985" name="Oval 81">
            <a:extLst>
              <a:ext uri="{FF2B5EF4-FFF2-40B4-BE49-F238E27FC236}">
                <a16:creationId xmlns:a16="http://schemas.microsoft.com/office/drawing/2014/main" id="{59C8CF75-3B99-A44E-8067-9B54ECD89EFB}"/>
              </a:ext>
            </a:extLst>
          </p:cNvPr>
          <p:cNvSpPr>
            <a:spLocks noChangeArrowheads="1"/>
          </p:cNvSpPr>
          <p:nvPr/>
        </p:nvSpPr>
        <p:spPr bwMode="auto">
          <a:xfrm>
            <a:off x="4302322" y="2116815"/>
            <a:ext cx="110729" cy="114300"/>
          </a:xfrm>
          <a:prstGeom prst="ellipse">
            <a:avLst/>
          </a:prstGeom>
          <a:solidFill>
            <a:schemeClr val="hlink"/>
          </a:solidFill>
          <a:ln w="9525">
            <a:solidFill>
              <a:srgbClr val="808080"/>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3986" name="Oval 82">
            <a:extLst>
              <a:ext uri="{FF2B5EF4-FFF2-40B4-BE49-F238E27FC236}">
                <a16:creationId xmlns:a16="http://schemas.microsoft.com/office/drawing/2014/main" id="{D127F9FC-07C8-F54B-99D7-403902A51DD7}"/>
              </a:ext>
            </a:extLst>
          </p:cNvPr>
          <p:cNvSpPr>
            <a:spLocks noChangeArrowheads="1"/>
          </p:cNvSpPr>
          <p:nvPr/>
        </p:nvSpPr>
        <p:spPr bwMode="auto">
          <a:xfrm>
            <a:off x="6450209" y="2231115"/>
            <a:ext cx="110729" cy="114300"/>
          </a:xfrm>
          <a:prstGeom prst="ellipse">
            <a:avLst/>
          </a:prstGeom>
          <a:solidFill>
            <a:schemeClr val="hlink"/>
          </a:solidFill>
          <a:ln w="9525">
            <a:solidFill>
              <a:srgbClr val="808080"/>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3987" name="Rectangle 83">
            <a:extLst>
              <a:ext uri="{FF2B5EF4-FFF2-40B4-BE49-F238E27FC236}">
                <a16:creationId xmlns:a16="http://schemas.microsoft.com/office/drawing/2014/main" id="{55658FAD-E5D9-A14B-8934-1062A9605C68}"/>
              </a:ext>
            </a:extLst>
          </p:cNvPr>
          <p:cNvSpPr>
            <a:spLocks noChangeArrowheads="1"/>
          </p:cNvSpPr>
          <p:nvPr/>
        </p:nvSpPr>
        <p:spPr bwMode="auto">
          <a:xfrm>
            <a:off x="6450210" y="2628784"/>
            <a:ext cx="88106" cy="91679"/>
          </a:xfrm>
          <a:prstGeom prst="rect">
            <a:avLst/>
          </a:prstGeom>
          <a:solidFill>
            <a:srgbClr val="333399"/>
          </a:solidFill>
          <a:ln w="9525">
            <a:solidFill>
              <a:srgbClr val="808080"/>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3988" name="Rectangle 84">
            <a:extLst>
              <a:ext uri="{FF2B5EF4-FFF2-40B4-BE49-F238E27FC236}">
                <a16:creationId xmlns:a16="http://schemas.microsoft.com/office/drawing/2014/main" id="{43558F5D-5A43-2645-BC58-B785EB8F5728}"/>
              </a:ext>
            </a:extLst>
          </p:cNvPr>
          <p:cNvSpPr>
            <a:spLocks noChangeArrowheads="1"/>
          </p:cNvSpPr>
          <p:nvPr/>
        </p:nvSpPr>
        <p:spPr bwMode="auto">
          <a:xfrm>
            <a:off x="2308025" y="2628784"/>
            <a:ext cx="89297" cy="91679"/>
          </a:xfrm>
          <a:prstGeom prst="rect">
            <a:avLst/>
          </a:prstGeom>
          <a:solidFill>
            <a:srgbClr val="333399"/>
          </a:solidFill>
          <a:ln w="9525">
            <a:solidFill>
              <a:srgbClr val="808080"/>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3989" name="Rectangle 85">
            <a:extLst>
              <a:ext uri="{FF2B5EF4-FFF2-40B4-BE49-F238E27FC236}">
                <a16:creationId xmlns:a16="http://schemas.microsoft.com/office/drawing/2014/main" id="{148E889B-CB19-6E40-85D3-A8FDC286F42D}"/>
              </a:ext>
            </a:extLst>
          </p:cNvPr>
          <p:cNvSpPr>
            <a:spLocks noChangeArrowheads="1"/>
          </p:cNvSpPr>
          <p:nvPr/>
        </p:nvSpPr>
        <p:spPr bwMode="auto">
          <a:xfrm>
            <a:off x="4313038" y="2515675"/>
            <a:ext cx="89297" cy="91678"/>
          </a:xfrm>
          <a:prstGeom prst="rect">
            <a:avLst/>
          </a:prstGeom>
          <a:solidFill>
            <a:srgbClr val="333399"/>
          </a:solidFill>
          <a:ln w="9525">
            <a:solidFill>
              <a:srgbClr val="808080"/>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3990" name="AutoShape 86">
            <a:extLst>
              <a:ext uri="{FF2B5EF4-FFF2-40B4-BE49-F238E27FC236}">
                <a16:creationId xmlns:a16="http://schemas.microsoft.com/office/drawing/2014/main" id="{A3AB07AE-9C47-F645-9486-6DA35E42B502}"/>
              </a:ext>
            </a:extLst>
          </p:cNvPr>
          <p:cNvSpPr>
            <a:spLocks noChangeArrowheads="1"/>
          </p:cNvSpPr>
          <p:nvPr/>
        </p:nvSpPr>
        <p:spPr bwMode="auto">
          <a:xfrm>
            <a:off x="6463307" y="2945491"/>
            <a:ext cx="123825" cy="127397"/>
          </a:xfrm>
          <a:custGeom>
            <a:avLst/>
            <a:gdLst>
              <a:gd name="T0" fmla="*/ 0 w 165100"/>
              <a:gd name="T1" fmla="*/ 64882 h 169863"/>
              <a:gd name="T2" fmla="*/ 63063 w 165100"/>
              <a:gd name="T3" fmla="*/ 64882 h 169863"/>
              <a:gd name="T4" fmla="*/ 82550 w 165100"/>
              <a:gd name="T5" fmla="*/ 0 h 169863"/>
              <a:gd name="T6" fmla="*/ 102037 w 165100"/>
              <a:gd name="T7" fmla="*/ 64882 h 169863"/>
              <a:gd name="T8" fmla="*/ 165100 w 165100"/>
              <a:gd name="T9" fmla="*/ 64882 h 169863"/>
              <a:gd name="T10" fmla="*/ 114081 w 165100"/>
              <a:gd name="T11" fmla="*/ 104981 h 169863"/>
              <a:gd name="T12" fmla="*/ 133569 w 165100"/>
              <a:gd name="T13" fmla="*/ 169863 h 169863"/>
              <a:gd name="T14" fmla="*/ 82550 w 165100"/>
              <a:gd name="T15" fmla="*/ 129763 h 169863"/>
              <a:gd name="T16" fmla="*/ 31531 w 165100"/>
              <a:gd name="T17" fmla="*/ 169863 h 169863"/>
              <a:gd name="T18" fmla="*/ 51019 w 165100"/>
              <a:gd name="T19" fmla="*/ 104981 h 169863"/>
              <a:gd name="T20" fmla="*/ 0 w 165100"/>
              <a:gd name="T21" fmla="*/ 64882 h 16986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65100" h="169863">
                <a:moveTo>
                  <a:pt x="0" y="64882"/>
                </a:moveTo>
                <a:lnTo>
                  <a:pt x="63063" y="64882"/>
                </a:lnTo>
                <a:lnTo>
                  <a:pt x="82550" y="0"/>
                </a:lnTo>
                <a:lnTo>
                  <a:pt x="102037" y="64882"/>
                </a:lnTo>
                <a:lnTo>
                  <a:pt x="165100" y="64882"/>
                </a:lnTo>
                <a:lnTo>
                  <a:pt x="114081" y="104981"/>
                </a:lnTo>
                <a:lnTo>
                  <a:pt x="133569" y="169863"/>
                </a:lnTo>
                <a:lnTo>
                  <a:pt x="82550" y="129763"/>
                </a:lnTo>
                <a:lnTo>
                  <a:pt x="31531" y="169863"/>
                </a:lnTo>
                <a:lnTo>
                  <a:pt x="51019" y="104981"/>
                </a:lnTo>
                <a:lnTo>
                  <a:pt x="0" y="64882"/>
                </a:lnTo>
                <a:close/>
              </a:path>
            </a:pathLst>
          </a:custGeom>
          <a:solidFill>
            <a:srgbClr val="FFFF66"/>
          </a:solidFill>
          <a:ln w="9525">
            <a:solidFill>
              <a:srgbClr val="808080"/>
            </a:solidFill>
            <a:miter lim="800000"/>
            <a:headEnd/>
            <a:tailEnd/>
          </a:ln>
          <a:effectLst/>
        </p:spPr>
        <p:txBody>
          <a:bodyPr wrap="none" anchor="ctr"/>
          <a:lstStyle/>
          <a:p>
            <a:pPr>
              <a:defRPr/>
            </a:pPr>
            <a:endParaRPr lang="zh-CN" altLang="en-US">
              <a:cs typeface="+mn-cs"/>
            </a:endParaRPr>
          </a:p>
        </p:txBody>
      </p:sp>
      <p:sp>
        <p:nvSpPr>
          <p:cNvPr id="123991" name="AutoShape 87">
            <a:extLst>
              <a:ext uri="{FF2B5EF4-FFF2-40B4-BE49-F238E27FC236}">
                <a16:creationId xmlns:a16="http://schemas.microsoft.com/office/drawing/2014/main" id="{81BA3E6C-F265-B749-AE80-5136055E1CCF}"/>
              </a:ext>
            </a:extLst>
          </p:cNvPr>
          <p:cNvSpPr>
            <a:spLocks noChangeArrowheads="1"/>
          </p:cNvSpPr>
          <p:nvPr/>
        </p:nvSpPr>
        <p:spPr bwMode="auto">
          <a:xfrm>
            <a:off x="2290166" y="2956206"/>
            <a:ext cx="123825" cy="128588"/>
          </a:xfrm>
          <a:custGeom>
            <a:avLst/>
            <a:gdLst>
              <a:gd name="T0" fmla="*/ 0 w 165100"/>
              <a:gd name="T1" fmla="*/ 65488 h 171450"/>
              <a:gd name="T2" fmla="*/ 63063 w 165100"/>
              <a:gd name="T3" fmla="*/ 65488 h 171450"/>
              <a:gd name="T4" fmla="*/ 82550 w 165100"/>
              <a:gd name="T5" fmla="*/ 0 h 171450"/>
              <a:gd name="T6" fmla="*/ 102037 w 165100"/>
              <a:gd name="T7" fmla="*/ 65488 h 171450"/>
              <a:gd name="T8" fmla="*/ 165100 w 165100"/>
              <a:gd name="T9" fmla="*/ 65488 h 171450"/>
              <a:gd name="T10" fmla="*/ 114081 w 165100"/>
              <a:gd name="T11" fmla="*/ 105961 h 171450"/>
              <a:gd name="T12" fmla="*/ 133569 w 165100"/>
              <a:gd name="T13" fmla="*/ 171450 h 171450"/>
              <a:gd name="T14" fmla="*/ 82550 w 165100"/>
              <a:gd name="T15" fmla="*/ 130975 h 171450"/>
              <a:gd name="T16" fmla="*/ 31531 w 165100"/>
              <a:gd name="T17" fmla="*/ 171450 h 171450"/>
              <a:gd name="T18" fmla="*/ 51019 w 165100"/>
              <a:gd name="T19" fmla="*/ 105961 h 171450"/>
              <a:gd name="T20" fmla="*/ 0 w 165100"/>
              <a:gd name="T21" fmla="*/ 65488 h 1714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65100" h="171450">
                <a:moveTo>
                  <a:pt x="0" y="65488"/>
                </a:moveTo>
                <a:lnTo>
                  <a:pt x="63063" y="65488"/>
                </a:lnTo>
                <a:lnTo>
                  <a:pt x="82550" y="0"/>
                </a:lnTo>
                <a:lnTo>
                  <a:pt x="102037" y="65488"/>
                </a:lnTo>
                <a:lnTo>
                  <a:pt x="165100" y="65488"/>
                </a:lnTo>
                <a:lnTo>
                  <a:pt x="114081" y="105961"/>
                </a:lnTo>
                <a:lnTo>
                  <a:pt x="133569" y="171450"/>
                </a:lnTo>
                <a:lnTo>
                  <a:pt x="82550" y="130975"/>
                </a:lnTo>
                <a:lnTo>
                  <a:pt x="31531" y="171450"/>
                </a:lnTo>
                <a:lnTo>
                  <a:pt x="51019" y="105961"/>
                </a:lnTo>
                <a:lnTo>
                  <a:pt x="0" y="65488"/>
                </a:lnTo>
                <a:close/>
              </a:path>
            </a:pathLst>
          </a:custGeom>
          <a:solidFill>
            <a:srgbClr val="FFFF66"/>
          </a:solidFill>
          <a:ln w="9525">
            <a:solidFill>
              <a:srgbClr val="808080"/>
            </a:solidFill>
            <a:miter lim="800000"/>
            <a:headEnd/>
            <a:tailEnd/>
          </a:ln>
          <a:effectLst/>
        </p:spPr>
        <p:txBody>
          <a:bodyPr wrap="none" anchor="ctr"/>
          <a:lstStyle/>
          <a:p>
            <a:pPr>
              <a:defRPr/>
            </a:pPr>
            <a:endParaRPr lang="zh-CN" altLang="en-US">
              <a:cs typeface="+mn-cs"/>
            </a:endParaRPr>
          </a:p>
        </p:txBody>
      </p:sp>
      <p:sp>
        <p:nvSpPr>
          <p:cNvPr id="123992" name="AutoShape 88">
            <a:extLst>
              <a:ext uri="{FF2B5EF4-FFF2-40B4-BE49-F238E27FC236}">
                <a16:creationId xmlns:a16="http://schemas.microsoft.com/office/drawing/2014/main" id="{7075C9EE-D58B-534C-8568-3B2B643ABF60}"/>
              </a:ext>
            </a:extLst>
          </p:cNvPr>
          <p:cNvSpPr>
            <a:spLocks noChangeArrowheads="1"/>
          </p:cNvSpPr>
          <p:nvPr/>
        </p:nvSpPr>
        <p:spPr bwMode="auto">
          <a:xfrm>
            <a:off x="2323503" y="4393291"/>
            <a:ext cx="125016" cy="127397"/>
          </a:xfrm>
          <a:custGeom>
            <a:avLst/>
            <a:gdLst>
              <a:gd name="T0" fmla="*/ 0 w 166688"/>
              <a:gd name="T1" fmla="*/ 64882 h 169863"/>
              <a:gd name="T2" fmla="*/ 63670 w 166688"/>
              <a:gd name="T3" fmla="*/ 64882 h 169863"/>
              <a:gd name="T4" fmla="*/ 83344 w 166688"/>
              <a:gd name="T5" fmla="*/ 0 h 169863"/>
              <a:gd name="T6" fmla="*/ 103018 w 166688"/>
              <a:gd name="T7" fmla="*/ 64882 h 169863"/>
              <a:gd name="T8" fmla="*/ 166688 w 166688"/>
              <a:gd name="T9" fmla="*/ 64882 h 169863"/>
              <a:gd name="T10" fmla="*/ 115178 w 166688"/>
              <a:gd name="T11" fmla="*/ 104981 h 169863"/>
              <a:gd name="T12" fmla="*/ 134853 w 166688"/>
              <a:gd name="T13" fmla="*/ 169863 h 169863"/>
              <a:gd name="T14" fmla="*/ 83344 w 166688"/>
              <a:gd name="T15" fmla="*/ 129763 h 169863"/>
              <a:gd name="T16" fmla="*/ 31835 w 166688"/>
              <a:gd name="T17" fmla="*/ 169863 h 169863"/>
              <a:gd name="T18" fmla="*/ 51510 w 166688"/>
              <a:gd name="T19" fmla="*/ 104981 h 169863"/>
              <a:gd name="T20" fmla="*/ 0 w 166688"/>
              <a:gd name="T21" fmla="*/ 64882 h 16986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66688" h="169863">
                <a:moveTo>
                  <a:pt x="0" y="64882"/>
                </a:moveTo>
                <a:lnTo>
                  <a:pt x="63670" y="64882"/>
                </a:lnTo>
                <a:lnTo>
                  <a:pt x="83344" y="0"/>
                </a:lnTo>
                <a:lnTo>
                  <a:pt x="103018" y="64882"/>
                </a:lnTo>
                <a:lnTo>
                  <a:pt x="166688" y="64882"/>
                </a:lnTo>
                <a:lnTo>
                  <a:pt x="115178" y="104981"/>
                </a:lnTo>
                <a:lnTo>
                  <a:pt x="134853" y="169863"/>
                </a:lnTo>
                <a:lnTo>
                  <a:pt x="83344" y="129763"/>
                </a:lnTo>
                <a:lnTo>
                  <a:pt x="31835" y="169863"/>
                </a:lnTo>
                <a:lnTo>
                  <a:pt x="51510" y="104981"/>
                </a:lnTo>
                <a:lnTo>
                  <a:pt x="0" y="64882"/>
                </a:lnTo>
                <a:close/>
              </a:path>
            </a:pathLst>
          </a:custGeom>
          <a:solidFill>
            <a:srgbClr val="FFFF66"/>
          </a:solidFill>
          <a:ln w="9525">
            <a:solidFill>
              <a:srgbClr val="808080"/>
            </a:solidFill>
            <a:miter lim="800000"/>
            <a:headEnd/>
            <a:tailEnd/>
          </a:ln>
          <a:effectLst/>
        </p:spPr>
        <p:txBody>
          <a:bodyPr wrap="none" anchor="ctr"/>
          <a:lstStyle/>
          <a:p>
            <a:pPr>
              <a:defRPr/>
            </a:pPr>
            <a:endParaRPr lang="zh-CN" altLang="en-US">
              <a:cs typeface="+mn-cs"/>
            </a:endParaRPr>
          </a:p>
        </p:txBody>
      </p:sp>
      <p:sp>
        <p:nvSpPr>
          <p:cNvPr id="123993" name="Oval 89">
            <a:extLst>
              <a:ext uri="{FF2B5EF4-FFF2-40B4-BE49-F238E27FC236}">
                <a16:creationId xmlns:a16="http://schemas.microsoft.com/office/drawing/2014/main" id="{D3BBA7F6-4CF2-2949-A57A-226911ECC7DD}"/>
              </a:ext>
            </a:extLst>
          </p:cNvPr>
          <p:cNvSpPr>
            <a:spLocks noChangeArrowheads="1"/>
          </p:cNvSpPr>
          <p:nvPr/>
        </p:nvSpPr>
        <p:spPr bwMode="auto">
          <a:xfrm>
            <a:off x="4020145" y="4070631"/>
            <a:ext cx="110728" cy="114300"/>
          </a:xfrm>
          <a:prstGeom prst="ellipse">
            <a:avLst/>
          </a:prstGeom>
          <a:solidFill>
            <a:schemeClr val="hlink"/>
          </a:solidFill>
          <a:ln w="9525">
            <a:solidFill>
              <a:srgbClr val="808080"/>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3994" name="Rectangle 90">
            <a:extLst>
              <a:ext uri="{FF2B5EF4-FFF2-40B4-BE49-F238E27FC236}">
                <a16:creationId xmlns:a16="http://schemas.microsoft.com/office/drawing/2014/main" id="{BB05AE2F-D8F4-9547-86FB-9073FD48E1C8}"/>
              </a:ext>
            </a:extLst>
          </p:cNvPr>
          <p:cNvSpPr>
            <a:spLocks noChangeArrowheads="1"/>
          </p:cNvSpPr>
          <p:nvPr/>
        </p:nvSpPr>
        <p:spPr bwMode="auto">
          <a:xfrm>
            <a:off x="4296369" y="4081346"/>
            <a:ext cx="89297" cy="91679"/>
          </a:xfrm>
          <a:prstGeom prst="rect">
            <a:avLst/>
          </a:prstGeom>
          <a:solidFill>
            <a:srgbClr val="333399"/>
          </a:solidFill>
          <a:ln w="9525">
            <a:solidFill>
              <a:srgbClr val="808080"/>
            </a:solidFill>
            <a:miter lim="800000"/>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23995" name="AutoShape 91">
            <a:extLst>
              <a:ext uri="{FF2B5EF4-FFF2-40B4-BE49-F238E27FC236}">
                <a16:creationId xmlns:a16="http://schemas.microsoft.com/office/drawing/2014/main" id="{544D1BE3-1163-674B-AC48-92CAFB29ABE1}"/>
              </a:ext>
            </a:extLst>
          </p:cNvPr>
          <p:cNvSpPr>
            <a:spLocks noChangeArrowheads="1"/>
          </p:cNvSpPr>
          <p:nvPr/>
        </p:nvSpPr>
        <p:spPr bwMode="auto">
          <a:xfrm>
            <a:off x="4558307" y="4062296"/>
            <a:ext cx="123825" cy="128588"/>
          </a:xfrm>
          <a:custGeom>
            <a:avLst/>
            <a:gdLst>
              <a:gd name="T0" fmla="*/ 0 w 165100"/>
              <a:gd name="T1" fmla="*/ 65488 h 171450"/>
              <a:gd name="T2" fmla="*/ 63063 w 165100"/>
              <a:gd name="T3" fmla="*/ 65488 h 171450"/>
              <a:gd name="T4" fmla="*/ 82550 w 165100"/>
              <a:gd name="T5" fmla="*/ 0 h 171450"/>
              <a:gd name="T6" fmla="*/ 102037 w 165100"/>
              <a:gd name="T7" fmla="*/ 65488 h 171450"/>
              <a:gd name="T8" fmla="*/ 165100 w 165100"/>
              <a:gd name="T9" fmla="*/ 65488 h 171450"/>
              <a:gd name="T10" fmla="*/ 114081 w 165100"/>
              <a:gd name="T11" fmla="*/ 105961 h 171450"/>
              <a:gd name="T12" fmla="*/ 133569 w 165100"/>
              <a:gd name="T13" fmla="*/ 171450 h 171450"/>
              <a:gd name="T14" fmla="*/ 82550 w 165100"/>
              <a:gd name="T15" fmla="*/ 130975 h 171450"/>
              <a:gd name="T16" fmla="*/ 31531 w 165100"/>
              <a:gd name="T17" fmla="*/ 171450 h 171450"/>
              <a:gd name="T18" fmla="*/ 51019 w 165100"/>
              <a:gd name="T19" fmla="*/ 105961 h 171450"/>
              <a:gd name="T20" fmla="*/ 0 w 165100"/>
              <a:gd name="T21" fmla="*/ 65488 h 1714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65100" h="171450">
                <a:moveTo>
                  <a:pt x="0" y="65488"/>
                </a:moveTo>
                <a:lnTo>
                  <a:pt x="63063" y="65488"/>
                </a:lnTo>
                <a:lnTo>
                  <a:pt x="82550" y="0"/>
                </a:lnTo>
                <a:lnTo>
                  <a:pt x="102037" y="65488"/>
                </a:lnTo>
                <a:lnTo>
                  <a:pt x="165100" y="65488"/>
                </a:lnTo>
                <a:lnTo>
                  <a:pt x="114081" y="105961"/>
                </a:lnTo>
                <a:lnTo>
                  <a:pt x="133569" y="171450"/>
                </a:lnTo>
                <a:lnTo>
                  <a:pt x="82550" y="130975"/>
                </a:lnTo>
                <a:lnTo>
                  <a:pt x="31531" y="171450"/>
                </a:lnTo>
                <a:lnTo>
                  <a:pt x="51019" y="105961"/>
                </a:lnTo>
                <a:lnTo>
                  <a:pt x="0" y="65488"/>
                </a:lnTo>
                <a:close/>
              </a:path>
            </a:pathLst>
          </a:custGeom>
          <a:solidFill>
            <a:srgbClr val="FFFF66"/>
          </a:solidFill>
          <a:ln w="9525">
            <a:solidFill>
              <a:srgbClr val="808080"/>
            </a:solidFill>
            <a:miter lim="800000"/>
            <a:headEnd/>
            <a:tailEnd/>
          </a:ln>
          <a:effectLst/>
        </p:spPr>
        <p:txBody>
          <a:bodyPr wrap="none" anchor="ctr"/>
          <a:lstStyle/>
          <a:p>
            <a:pPr>
              <a:defRPr/>
            </a:pPr>
            <a:endParaRPr lang="zh-CN" altLang="en-US">
              <a:cs typeface="+mn-cs"/>
            </a:endParaRPr>
          </a:p>
        </p:txBody>
      </p:sp>
      <p:sp>
        <p:nvSpPr>
          <p:cNvPr id="136252" name="幻灯片编号占位符 1">
            <a:extLst>
              <a:ext uri="{FF2B5EF4-FFF2-40B4-BE49-F238E27FC236}">
                <a16:creationId xmlns:a16="http://schemas.microsoft.com/office/drawing/2014/main" id="{2F705ECD-B7FB-AA4F-B8BB-B19220197493}"/>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D82808A-96F6-7240-8DDA-2438CA8D7E26}"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60</a:t>
            </a:fld>
            <a:endParaRPr lang="zh-CN" altLang="en-US" sz="1050">
              <a:solidFill>
                <a:srgbClr val="898989"/>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2CD09F98-A273-3648-9AD3-A83904A3EAAC}"/>
              </a:ext>
            </a:extLst>
          </p:cNvPr>
          <p:cNvSpPr/>
          <p:nvPr/>
        </p:nvSpPr>
        <p:spPr>
          <a:xfrm>
            <a:off x="160020" y="877850"/>
            <a:ext cx="6077305" cy="584775"/>
          </a:xfrm>
          <a:prstGeom prst="rect">
            <a:avLst/>
          </a:prstGeom>
        </p:spPr>
        <p:txBody>
          <a:bodyPr wrap="none">
            <a:spAutoFit/>
          </a:bodyPr>
          <a:lstStyle/>
          <a:p>
            <a:r>
              <a:rPr lang="en-US" altLang="zh-CN" sz="2400" dirty="0"/>
              <a:t>2.4.1  </a:t>
            </a:r>
            <a:r>
              <a:rPr lang="zh-CN" altLang="en-US" sz="2400" dirty="0"/>
              <a:t>频分复用、时分复用和统计时分复用</a:t>
            </a:r>
            <a:r>
              <a:rPr lang="zh-CN" altLang="en-US" sz="3200" dirty="0"/>
              <a:t> </a:t>
            </a:r>
            <a:endParaRPr lang="zh-CN" altLang="en-US" sz="2400" dirty="0"/>
          </a:p>
        </p:txBody>
      </p:sp>
    </p:spTree>
    <p:extLst>
      <p:ext uri="{BB962C8B-B14F-4D97-AF65-F5344CB8AC3E}">
        <p14:creationId xmlns:p14="http://schemas.microsoft.com/office/powerpoint/2010/main" val="24709375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2">
            <a:extLst>
              <a:ext uri="{FF2B5EF4-FFF2-40B4-BE49-F238E27FC236}">
                <a16:creationId xmlns:a16="http://schemas.microsoft.com/office/drawing/2014/main" id="{CC4BBF4D-8596-1140-9892-635D5630D429}"/>
              </a:ext>
            </a:extLst>
          </p:cNvPr>
          <p:cNvSpPr>
            <a:spLocks noGrp="1" noChangeArrowheads="1"/>
          </p:cNvSpPr>
          <p:nvPr>
            <p:ph type="title"/>
          </p:nvPr>
        </p:nvSpPr>
        <p:spPr/>
        <p:txBody>
          <a:bodyPr/>
          <a:lstStyle/>
          <a:p>
            <a:pPr eaLnBrk="1" hangingPunct="1"/>
            <a:r>
              <a:rPr lang="zh-CN" altLang="en-US" sz="3000" dirty="0">
                <a:ea typeface="宋体" panose="02010600030101010101" pitchFamily="2" charset="-122"/>
              </a:rPr>
              <a:t>频分复用 </a:t>
            </a:r>
            <a:r>
              <a:rPr lang="en-US" altLang="zh-CN" sz="3000" dirty="0">
                <a:ea typeface="宋体" panose="02010600030101010101" pitchFamily="2" charset="-122"/>
              </a:rPr>
              <a:t>FDM(Frequency Division Multiplexing) </a:t>
            </a:r>
          </a:p>
        </p:txBody>
      </p:sp>
      <p:sp>
        <p:nvSpPr>
          <p:cNvPr id="138242" name="Rectangle 3">
            <a:extLst>
              <a:ext uri="{FF2B5EF4-FFF2-40B4-BE49-F238E27FC236}">
                <a16:creationId xmlns:a16="http://schemas.microsoft.com/office/drawing/2014/main" id="{3086EE04-6A53-254C-89F8-E8688C177ECC}"/>
              </a:ext>
            </a:extLst>
          </p:cNvPr>
          <p:cNvSpPr>
            <a:spLocks noGrp="1" noChangeArrowheads="1"/>
          </p:cNvSpPr>
          <p:nvPr>
            <p:ph type="body" idx="1"/>
          </p:nvPr>
        </p:nvSpPr>
        <p:spPr>
          <a:xfrm>
            <a:off x="262890" y="1049657"/>
            <a:ext cx="8675625" cy="1139947"/>
          </a:xfrm>
        </p:spPr>
        <p:txBody>
          <a:bodyPr/>
          <a:lstStyle/>
          <a:p>
            <a:pPr eaLnBrk="1" hangingPunct="1"/>
            <a:r>
              <a:rPr lang="zh-CN" altLang="en-US" sz="2000" dirty="0">
                <a:ea typeface="宋体" panose="02010600030101010101" pitchFamily="2" charset="-122"/>
              </a:rPr>
              <a:t>用户在分配到一定的频带后，在通信过程中自始至终都占用这个频带。</a:t>
            </a:r>
          </a:p>
          <a:p>
            <a:pPr eaLnBrk="1" hangingPunct="1"/>
            <a:r>
              <a:rPr lang="zh-CN" altLang="en-US" sz="2000" dirty="0">
                <a:solidFill>
                  <a:schemeClr val="hlink"/>
                </a:solidFill>
                <a:ea typeface="宋体" panose="02010600030101010101" pitchFamily="2" charset="-122"/>
              </a:rPr>
              <a:t>频分复用</a:t>
            </a:r>
            <a:r>
              <a:rPr lang="zh-CN" altLang="en-US" sz="2000" dirty="0">
                <a:ea typeface="宋体" panose="02010600030101010101" pitchFamily="2" charset="-122"/>
              </a:rPr>
              <a:t>的所有用户在同样的时间占用不同的带宽资源（请注意，这里的“带宽”是频率带宽而不是数据的发送速率）。 </a:t>
            </a:r>
          </a:p>
        </p:txBody>
      </p:sp>
      <p:sp>
        <p:nvSpPr>
          <p:cNvPr id="255004" name="Line 28">
            <a:extLst>
              <a:ext uri="{FF2B5EF4-FFF2-40B4-BE49-F238E27FC236}">
                <a16:creationId xmlns:a16="http://schemas.microsoft.com/office/drawing/2014/main" id="{A2FD7C13-44DC-E940-8145-43C72EEA052A}"/>
              </a:ext>
            </a:extLst>
          </p:cNvPr>
          <p:cNvSpPr>
            <a:spLocks noChangeShapeType="1"/>
          </p:cNvSpPr>
          <p:nvPr/>
        </p:nvSpPr>
        <p:spPr bwMode="auto">
          <a:xfrm flipV="1">
            <a:off x="2661048" y="4626769"/>
            <a:ext cx="4587478" cy="7144"/>
          </a:xfrm>
          <a:prstGeom prst="line">
            <a:avLst/>
          </a:prstGeom>
          <a:noFill/>
          <a:ln w="28575">
            <a:solidFill>
              <a:srgbClr val="333399"/>
            </a:solidFill>
            <a:round/>
            <a:headEnd/>
            <a:tailEnd type="triangle" w="sm" len="me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8244" name="Text Box 29">
            <a:extLst>
              <a:ext uri="{FF2B5EF4-FFF2-40B4-BE49-F238E27FC236}">
                <a16:creationId xmlns:a16="http://schemas.microsoft.com/office/drawing/2014/main" id="{AD989862-6BA3-9941-BB99-3EBE680F7C17}"/>
              </a:ext>
            </a:extLst>
          </p:cNvPr>
          <p:cNvSpPr txBox="1">
            <a:spLocks noChangeArrowheads="1"/>
          </p:cNvSpPr>
          <p:nvPr/>
        </p:nvSpPr>
        <p:spPr bwMode="auto">
          <a:xfrm>
            <a:off x="2141935" y="2518172"/>
            <a:ext cx="56938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500">
                <a:ea typeface="宋体" panose="02010600030101010101" pitchFamily="2" charset="-122"/>
              </a:rPr>
              <a:t>频率</a:t>
            </a:r>
          </a:p>
        </p:txBody>
      </p:sp>
      <p:sp>
        <p:nvSpPr>
          <p:cNvPr id="138245" name="Text Box 30">
            <a:extLst>
              <a:ext uri="{FF2B5EF4-FFF2-40B4-BE49-F238E27FC236}">
                <a16:creationId xmlns:a16="http://schemas.microsoft.com/office/drawing/2014/main" id="{44DAEBA2-72E7-5D45-B593-DBB0631CCE6E}"/>
              </a:ext>
            </a:extLst>
          </p:cNvPr>
          <p:cNvSpPr txBox="1">
            <a:spLocks noChangeArrowheads="1"/>
          </p:cNvSpPr>
          <p:nvPr/>
        </p:nvSpPr>
        <p:spPr bwMode="auto">
          <a:xfrm>
            <a:off x="7248526" y="4486275"/>
            <a:ext cx="56938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500">
                <a:ea typeface="宋体" panose="02010600030101010101" pitchFamily="2" charset="-122"/>
              </a:rPr>
              <a:t>时间</a:t>
            </a:r>
          </a:p>
        </p:txBody>
      </p:sp>
      <p:sp>
        <p:nvSpPr>
          <p:cNvPr id="255007" name="Rectangle 31">
            <a:extLst>
              <a:ext uri="{FF2B5EF4-FFF2-40B4-BE49-F238E27FC236}">
                <a16:creationId xmlns:a16="http://schemas.microsoft.com/office/drawing/2014/main" id="{65648452-FF08-1B42-81AC-FF5C64CD213A}"/>
              </a:ext>
            </a:extLst>
          </p:cNvPr>
          <p:cNvSpPr>
            <a:spLocks noChangeArrowheads="1"/>
          </p:cNvSpPr>
          <p:nvPr/>
        </p:nvSpPr>
        <p:spPr bwMode="auto">
          <a:xfrm>
            <a:off x="2661047" y="2793206"/>
            <a:ext cx="4157663" cy="290513"/>
          </a:xfrm>
          <a:prstGeom prst="rect">
            <a:avLst/>
          </a:prstGeom>
          <a:solidFill>
            <a:schemeClr val="accent1"/>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255008" name="Rectangle 32">
            <a:extLst>
              <a:ext uri="{FF2B5EF4-FFF2-40B4-BE49-F238E27FC236}">
                <a16:creationId xmlns:a16="http://schemas.microsoft.com/office/drawing/2014/main" id="{B338C733-F2CC-644D-841F-B11250D28D2C}"/>
              </a:ext>
            </a:extLst>
          </p:cNvPr>
          <p:cNvSpPr>
            <a:spLocks noChangeArrowheads="1"/>
          </p:cNvSpPr>
          <p:nvPr/>
        </p:nvSpPr>
        <p:spPr bwMode="auto">
          <a:xfrm>
            <a:off x="2661047" y="3083719"/>
            <a:ext cx="4157663" cy="290513"/>
          </a:xfrm>
          <a:prstGeom prst="rect">
            <a:avLst/>
          </a:prstGeom>
          <a:solidFill>
            <a:srgbClr val="FFFF99"/>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255009" name="Rectangle 33">
            <a:extLst>
              <a:ext uri="{FF2B5EF4-FFF2-40B4-BE49-F238E27FC236}">
                <a16:creationId xmlns:a16="http://schemas.microsoft.com/office/drawing/2014/main" id="{0C2AEDD8-116C-994F-8B33-26A2DF257A4B}"/>
              </a:ext>
            </a:extLst>
          </p:cNvPr>
          <p:cNvSpPr>
            <a:spLocks noChangeArrowheads="1"/>
          </p:cNvSpPr>
          <p:nvPr/>
        </p:nvSpPr>
        <p:spPr bwMode="auto">
          <a:xfrm>
            <a:off x="2661047" y="3374231"/>
            <a:ext cx="4157663" cy="290513"/>
          </a:xfrm>
          <a:prstGeom prst="rect">
            <a:avLst/>
          </a:prstGeom>
          <a:solidFill>
            <a:schemeClr val="accent2"/>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255010" name="Rectangle 34">
            <a:extLst>
              <a:ext uri="{FF2B5EF4-FFF2-40B4-BE49-F238E27FC236}">
                <a16:creationId xmlns:a16="http://schemas.microsoft.com/office/drawing/2014/main" id="{80A22AE1-1D39-C541-82BE-5357C4B32D4E}"/>
              </a:ext>
            </a:extLst>
          </p:cNvPr>
          <p:cNvSpPr>
            <a:spLocks noChangeArrowheads="1"/>
          </p:cNvSpPr>
          <p:nvPr/>
        </p:nvSpPr>
        <p:spPr bwMode="auto">
          <a:xfrm>
            <a:off x="2661047" y="3664744"/>
            <a:ext cx="4157663" cy="290513"/>
          </a:xfrm>
          <a:prstGeom prst="rect">
            <a:avLst/>
          </a:prstGeom>
          <a:solidFill>
            <a:srgbClr val="CCECFF"/>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255011" name="Rectangle 35">
            <a:extLst>
              <a:ext uri="{FF2B5EF4-FFF2-40B4-BE49-F238E27FC236}">
                <a16:creationId xmlns:a16="http://schemas.microsoft.com/office/drawing/2014/main" id="{F034982F-F227-E849-8B4F-35D4C2AB197E}"/>
              </a:ext>
            </a:extLst>
          </p:cNvPr>
          <p:cNvSpPr>
            <a:spLocks noChangeArrowheads="1"/>
          </p:cNvSpPr>
          <p:nvPr/>
        </p:nvSpPr>
        <p:spPr bwMode="auto">
          <a:xfrm>
            <a:off x="2661047" y="3955256"/>
            <a:ext cx="4157663" cy="290513"/>
          </a:xfrm>
          <a:prstGeom prst="rect">
            <a:avLst/>
          </a:prstGeom>
          <a:solidFill>
            <a:srgbClr val="FFCCFF"/>
          </a:solidFill>
          <a:ln>
            <a:noFill/>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8251" name="Text Box 36">
            <a:extLst>
              <a:ext uri="{FF2B5EF4-FFF2-40B4-BE49-F238E27FC236}">
                <a16:creationId xmlns:a16="http://schemas.microsoft.com/office/drawing/2014/main" id="{6CDBE81D-A144-9F47-B60F-266A11494663}"/>
              </a:ext>
            </a:extLst>
          </p:cNvPr>
          <p:cNvSpPr txBox="1">
            <a:spLocks noChangeArrowheads="1"/>
          </p:cNvSpPr>
          <p:nvPr/>
        </p:nvSpPr>
        <p:spPr bwMode="auto">
          <a:xfrm>
            <a:off x="4442223" y="3998119"/>
            <a:ext cx="72968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频带 </a:t>
            </a:r>
            <a:r>
              <a:rPr kumimoji="1" lang="en-US" altLang="zh-CN" sz="1500">
                <a:latin typeface="Arial" panose="020B0604020202020204" pitchFamily="34" charset="0"/>
                <a:ea typeface="宋体" panose="02010600030101010101" pitchFamily="2" charset="-122"/>
              </a:rPr>
              <a:t>1</a:t>
            </a:r>
          </a:p>
        </p:txBody>
      </p:sp>
      <p:sp>
        <p:nvSpPr>
          <p:cNvPr id="138252" name="Text Box 37">
            <a:extLst>
              <a:ext uri="{FF2B5EF4-FFF2-40B4-BE49-F238E27FC236}">
                <a16:creationId xmlns:a16="http://schemas.microsoft.com/office/drawing/2014/main" id="{CA28A7CF-3B64-6948-A586-8837E8B01C86}"/>
              </a:ext>
            </a:extLst>
          </p:cNvPr>
          <p:cNvSpPr txBox="1">
            <a:spLocks noChangeArrowheads="1"/>
          </p:cNvSpPr>
          <p:nvPr/>
        </p:nvSpPr>
        <p:spPr bwMode="auto">
          <a:xfrm>
            <a:off x="4442223" y="3706416"/>
            <a:ext cx="72968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频带 </a:t>
            </a:r>
            <a:r>
              <a:rPr kumimoji="1" lang="en-US" altLang="zh-CN" sz="1500">
                <a:latin typeface="Arial" panose="020B0604020202020204" pitchFamily="34" charset="0"/>
                <a:ea typeface="宋体" panose="02010600030101010101" pitchFamily="2" charset="-122"/>
              </a:rPr>
              <a:t>2</a:t>
            </a:r>
          </a:p>
        </p:txBody>
      </p:sp>
      <p:sp>
        <p:nvSpPr>
          <p:cNvPr id="138253" name="Text Box 38">
            <a:extLst>
              <a:ext uri="{FF2B5EF4-FFF2-40B4-BE49-F238E27FC236}">
                <a16:creationId xmlns:a16="http://schemas.microsoft.com/office/drawing/2014/main" id="{249AF18A-3423-AC4C-8623-BECF9ACE86A5}"/>
              </a:ext>
            </a:extLst>
          </p:cNvPr>
          <p:cNvSpPr txBox="1">
            <a:spLocks noChangeArrowheads="1"/>
          </p:cNvSpPr>
          <p:nvPr/>
        </p:nvSpPr>
        <p:spPr bwMode="auto">
          <a:xfrm>
            <a:off x="4442223" y="3412331"/>
            <a:ext cx="72968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频带 </a:t>
            </a:r>
            <a:r>
              <a:rPr kumimoji="1" lang="en-US" altLang="zh-CN" sz="1500">
                <a:latin typeface="Arial" panose="020B0604020202020204" pitchFamily="34" charset="0"/>
                <a:ea typeface="宋体" panose="02010600030101010101" pitchFamily="2" charset="-122"/>
              </a:rPr>
              <a:t>3</a:t>
            </a:r>
          </a:p>
        </p:txBody>
      </p:sp>
      <p:sp>
        <p:nvSpPr>
          <p:cNvPr id="138254" name="Text Box 39">
            <a:extLst>
              <a:ext uri="{FF2B5EF4-FFF2-40B4-BE49-F238E27FC236}">
                <a16:creationId xmlns:a16="http://schemas.microsoft.com/office/drawing/2014/main" id="{CA2DCAD1-8BE2-A84F-92BB-CF229784CEBE}"/>
              </a:ext>
            </a:extLst>
          </p:cNvPr>
          <p:cNvSpPr txBox="1">
            <a:spLocks noChangeArrowheads="1"/>
          </p:cNvSpPr>
          <p:nvPr/>
        </p:nvSpPr>
        <p:spPr bwMode="auto">
          <a:xfrm>
            <a:off x="4545806" y="2950369"/>
            <a:ext cx="453970" cy="383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en-US" altLang="zh-CN" sz="2100">
                <a:latin typeface="Arial" panose="020B0604020202020204" pitchFamily="34" charset="0"/>
                <a:ea typeface="宋体" panose="02010600030101010101" pitchFamily="2" charset="-122"/>
                <a:sym typeface="Symbol" pitchFamily="2" charset="2"/>
              </a:rPr>
              <a:t></a:t>
            </a:r>
            <a:endParaRPr kumimoji="1" lang="zh-CN" altLang="zh-CN" sz="2100">
              <a:latin typeface="Arial" panose="020B0604020202020204" pitchFamily="34" charset="0"/>
              <a:ea typeface="宋体" panose="02010600030101010101" pitchFamily="2" charset="-122"/>
              <a:sym typeface="Symbol" pitchFamily="2" charset="2"/>
            </a:endParaRPr>
          </a:p>
        </p:txBody>
      </p:sp>
      <p:sp>
        <p:nvSpPr>
          <p:cNvPr id="138255" name="Text Box 40">
            <a:extLst>
              <a:ext uri="{FF2B5EF4-FFF2-40B4-BE49-F238E27FC236}">
                <a16:creationId xmlns:a16="http://schemas.microsoft.com/office/drawing/2014/main" id="{57DA23A3-9A8B-DD48-9015-79EADFB52FF7}"/>
              </a:ext>
            </a:extLst>
          </p:cNvPr>
          <p:cNvSpPr txBox="1">
            <a:spLocks noChangeArrowheads="1"/>
          </p:cNvSpPr>
          <p:nvPr/>
        </p:nvSpPr>
        <p:spPr bwMode="auto">
          <a:xfrm>
            <a:off x="4442223" y="2825353"/>
            <a:ext cx="72968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500">
                <a:latin typeface="Arial" panose="020B0604020202020204" pitchFamily="34" charset="0"/>
                <a:ea typeface="宋体" panose="02010600030101010101" pitchFamily="2" charset="-122"/>
              </a:rPr>
              <a:t>频带 </a:t>
            </a:r>
            <a:r>
              <a:rPr kumimoji="1" lang="en-US" altLang="zh-CN" sz="1500">
                <a:latin typeface="Arial" panose="020B0604020202020204" pitchFamily="34" charset="0"/>
                <a:ea typeface="宋体" panose="02010600030101010101" pitchFamily="2" charset="-122"/>
              </a:rPr>
              <a:t>n</a:t>
            </a:r>
          </a:p>
        </p:txBody>
      </p:sp>
      <p:sp>
        <p:nvSpPr>
          <p:cNvPr id="255017" name="Line 41">
            <a:extLst>
              <a:ext uri="{FF2B5EF4-FFF2-40B4-BE49-F238E27FC236}">
                <a16:creationId xmlns:a16="http://schemas.microsoft.com/office/drawing/2014/main" id="{B25FD207-ECBE-F645-BABD-143FA3A520E9}"/>
              </a:ext>
            </a:extLst>
          </p:cNvPr>
          <p:cNvSpPr>
            <a:spLocks noChangeShapeType="1"/>
          </p:cNvSpPr>
          <p:nvPr/>
        </p:nvSpPr>
        <p:spPr bwMode="auto">
          <a:xfrm rot="16200000">
            <a:off x="1662113" y="3632597"/>
            <a:ext cx="1997869" cy="0"/>
          </a:xfrm>
          <a:prstGeom prst="line">
            <a:avLst/>
          </a:prstGeom>
          <a:noFill/>
          <a:ln w="28575">
            <a:solidFill>
              <a:srgbClr val="333399"/>
            </a:solidFill>
            <a:round/>
            <a:headEnd/>
            <a:tailEnd type="triangle" w="sm" len="me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38257" name="幻灯片编号占位符 1">
            <a:extLst>
              <a:ext uri="{FF2B5EF4-FFF2-40B4-BE49-F238E27FC236}">
                <a16:creationId xmlns:a16="http://schemas.microsoft.com/office/drawing/2014/main" id="{63B2A4B3-0BE2-BC40-9714-7324ABE3D4B2}"/>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2AE6C605-F837-7246-8669-A585290E9620}"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61</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74990213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a:extLst>
              <a:ext uri="{FF2B5EF4-FFF2-40B4-BE49-F238E27FC236}">
                <a16:creationId xmlns:a16="http://schemas.microsoft.com/office/drawing/2014/main" id="{7143C4CA-5425-4245-9150-E7D6DE0845A0}"/>
              </a:ext>
            </a:extLst>
          </p:cNvPr>
          <p:cNvSpPr>
            <a:spLocks noGrp="1" noChangeArrowheads="1"/>
          </p:cNvSpPr>
          <p:nvPr>
            <p:ph type="title"/>
          </p:nvPr>
        </p:nvSpPr>
        <p:spPr>
          <a:xfrm>
            <a:off x="171450" y="141685"/>
            <a:ext cx="8538210" cy="807005"/>
          </a:xfrm>
        </p:spPr>
        <p:txBody>
          <a:bodyPr/>
          <a:lstStyle/>
          <a:p>
            <a:pPr eaLnBrk="1" hangingPunct="1"/>
            <a:r>
              <a:rPr lang="zh-CN" altLang="en-US" dirty="0">
                <a:latin typeface="Times New Roman" panose="02020603050405020304" pitchFamily="18" charset="0"/>
                <a:ea typeface="宋体" panose="02010600030101010101" pitchFamily="2" charset="-122"/>
              </a:rPr>
              <a:t>时分复用</a:t>
            </a:r>
            <a:r>
              <a:rPr lang="en-US" altLang="zh-CN" dirty="0">
                <a:latin typeface="Times New Roman" panose="02020603050405020304" pitchFamily="18" charset="0"/>
                <a:ea typeface="宋体" panose="02010600030101010101" pitchFamily="2" charset="-122"/>
              </a:rPr>
              <a:t>TDM(Time Division Multiplexing) </a:t>
            </a:r>
          </a:p>
        </p:txBody>
      </p:sp>
      <p:sp>
        <p:nvSpPr>
          <p:cNvPr id="140290" name="Rectangle 3">
            <a:extLst>
              <a:ext uri="{FF2B5EF4-FFF2-40B4-BE49-F238E27FC236}">
                <a16:creationId xmlns:a16="http://schemas.microsoft.com/office/drawing/2014/main" id="{61E38AFB-3B60-AA44-B392-6A36F061A236}"/>
              </a:ext>
            </a:extLst>
          </p:cNvPr>
          <p:cNvSpPr>
            <a:spLocks noGrp="1" noChangeArrowheads="1"/>
          </p:cNvSpPr>
          <p:nvPr>
            <p:ph type="body" idx="1"/>
          </p:nvPr>
        </p:nvSpPr>
        <p:spPr>
          <a:xfrm>
            <a:off x="262890" y="1085850"/>
            <a:ext cx="8641080" cy="3538538"/>
          </a:xfrm>
        </p:spPr>
        <p:txBody>
          <a:bodyPr/>
          <a:lstStyle/>
          <a:p>
            <a:pPr eaLnBrk="1" hangingPunct="1"/>
            <a:r>
              <a:rPr lang="zh-CN" altLang="en-US" dirty="0">
                <a:solidFill>
                  <a:schemeClr val="hlink"/>
                </a:solidFill>
                <a:ea typeface="宋体" panose="02010600030101010101" pitchFamily="2" charset="-122"/>
              </a:rPr>
              <a:t>时分复用</a:t>
            </a:r>
            <a:r>
              <a:rPr lang="zh-CN" altLang="en-US" dirty="0">
                <a:ea typeface="宋体" panose="02010600030101010101" pitchFamily="2" charset="-122"/>
              </a:rPr>
              <a:t>则是将时间划分为一段段等长的</a:t>
            </a:r>
            <a:r>
              <a:rPr lang="zh-CN" altLang="en-US" dirty="0">
                <a:solidFill>
                  <a:schemeClr val="hlink"/>
                </a:solidFill>
                <a:ea typeface="宋体" panose="02010600030101010101" pitchFamily="2" charset="-122"/>
              </a:rPr>
              <a:t>时分复用帧</a:t>
            </a:r>
            <a:r>
              <a:rPr lang="zh-CN" altLang="en-US" dirty="0">
                <a:ea typeface="宋体" panose="02010600030101010101" pitchFamily="2" charset="-122"/>
              </a:rPr>
              <a:t>（</a:t>
            </a:r>
            <a:r>
              <a:rPr lang="en-US" altLang="zh-CN" dirty="0">
                <a:ea typeface="宋体" panose="02010600030101010101" pitchFamily="2" charset="-122"/>
              </a:rPr>
              <a:t>TDM </a:t>
            </a:r>
            <a:r>
              <a:rPr lang="zh-CN" altLang="en-US" dirty="0">
                <a:ea typeface="宋体" panose="02010600030101010101" pitchFamily="2" charset="-122"/>
              </a:rPr>
              <a:t>帧）。每一个时分复用的用户在每一个 </a:t>
            </a:r>
            <a:r>
              <a:rPr lang="en-US" altLang="zh-CN" dirty="0">
                <a:ea typeface="宋体" panose="02010600030101010101" pitchFamily="2" charset="-122"/>
              </a:rPr>
              <a:t>TDM </a:t>
            </a:r>
            <a:r>
              <a:rPr lang="zh-CN" altLang="en-US" dirty="0">
                <a:ea typeface="宋体" panose="02010600030101010101" pitchFamily="2" charset="-122"/>
              </a:rPr>
              <a:t>帧中占用固定序号的时隙。</a:t>
            </a:r>
          </a:p>
          <a:p>
            <a:pPr eaLnBrk="1" hangingPunct="1"/>
            <a:r>
              <a:rPr lang="zh-CN" altLang="en-US" dirty="0">
                <a:ea typeface="宋体" panose="02010600030101010101" pitchFamily="2" charset="-122"/>
              </a:rPr>
              <a:t>每一个用户所占用的时隙是</a:t>
            </a:r>
            <a:r>
              <a:rPr lang="zh-CN" altLang="en-US" dirty="0">
                <a:solidFill>
                  <a:schemeClr val="hlink"/>
                </a:solidFill>
                <a:ea typeface="宋体" panose="02010600030101010101" pitchFamily="2" charset="-122"/>
              </a:rPr>
              <a:t>周期性地出现</a:t>
            </a:r>
            <a:r>
              <a:rPr lang="zh-CN" altLang="en-US" dirty="0">
                <a:ea typeface="宋体" panose="02010600030101010101" pitchFamily="2" charset="-122"/>
              </a:rPr>
              <a:t>（其周期就是 </a:t>
            </a:r>
            <a:r>
              <a:rPr lang="en-US" altLang="zh-CN" dirty="0">
                <a:ea typeface="宋体" panose="02010600030101010101" pitchFamily="2" charset="-122"/>
              </a:rPr>
              <a:t>TDM  </a:t>
            </a:r>
            <a:r>
              <a:rPr lang="zh-CN" altLang="en-US" dirty="0">
                <a:ea typeface="宋体" panose="02010600030101010101" pitchFamily="2" charset="-122"/>
              </a:rPr>
              <a:t>帧的长度）。</a:t>
            </a:r>
          </a:p>
          <a:p>
            <a:pPr eaLnBrk="1" hangingPunct="1"/>
            <a:r>
              <a:rPr lang="en-US" altLang="zh-CN" dirty="0">
                <a:ea typeface="宋体" panose="02010600030101010101" pitchFamily="2" charset="-122"/>
              </a:rPr>
              <a:t>TDM </a:t>
            </a:r>
            <a:r>
              <a:rPr lang="zh-CN" altLang="en-US" dirty="0">
                <a:ea typeface="宋体" panose="02010600030101010101" pitchFamily="2" charset="-122"/>
              </a:rPr>
              <a:t>信号也称为</a:t>
            </a:r>
            <a:r>
              <a:rPr lang="zh-CN" altLang="en-US" dirty="0">
                <a:solidFill>
                  <a:schemeClr val="hlink"/>
                </a:solidFill>
                <a:ea typeface="宋体" panose="02010600030101010101" pitchFamily="2" charset="-122"/>
              </a:rPr>
              <a:t>等时</a:t>
            </a:r>
            <a:r>
              <a:rPr lang="en-US" altLang="zh-CN" dirty="0">
                <a:ea typeface="宋体" panose="02010600030101010101" pitchFamily="2" charset="-122"/>
              </a:rPr>
              <a:t>(isochronous)</a:t>
            </a:r>
            <a:r>
              <a:rPr lang="zh-CN" altLang="en-US" dirty="0">
                <a:ea typeface="宋体" panose="02010600030101010101" pitchFamily="2" charset="-122"/>
              </a:rPr>
              <a:t>信号。</a:t>
            </a:r>
          </a:p>
          <a:p>
            <a:pPr eaLnBrk="1" hangingPunct="1"/>
            <a:r>
              <a:rPr lang="zh-CN" altLang="en-US" dirty="0">
                <a:ea typeface="宋体" panose="02010600030101010101" pitchFamily="2" charset="-122"/>
              </a:rPr>
              <a:t>时分复用的所有用户是在不同的时间占用</a:t>
            </a:r>
            <a:r>
              <a:rPr lang="zh-CN" altLang="en-US" dirty="0">
                <a:solidFill>
                  <a:schemeClr val="hlink"/>
                </a:solidFill>
                <a:ea typeface="宋体" panose="02010600030101010101" pitchFamily="2" charset="-122"/>
              </a:rPr>
              <a:t>同样的</a:t>
            </a:r>
            <a:r>
              <a:rPr lang="zh-CN" altLang="en-US" dirty="0">
                <a:ea typeface="宋体" panose="02010600030101010101" pitchFamily="2" charset="-122"/>
              </a:rPr>
              <a:t>频带宽度。</a:t>
            </a:r>
          </a:p>
        </p:txBody>
      </p:sp>
      <p:sp>
        <p:nvSpPr>
          <p:cNvPr id="140291" name="幻灯片编号占位符 1">
            <a:extLst>
              <a:ext uri="{FF2B5EF4-FFF2-40B4-BE49-F238E27FC236}">
                <a16:creationId xmlns:a16="http://schemas.microsoft.com/office/drawing/2014/main" id="{95420420-11ED-D14D-9646-780BE9EA58F2}"/>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6D2B099-E549-C94B-90BB-79F69063D235}"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62</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8835149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2">
            <a:extLst>
              <a:ext uri="{FF2B5EF4-FFF2-40B4-BE49-F238E27FC236}">
                <a16:creationId xmlns:a16="http://schemas.microsoft.com/office/drawing/2014/main" id="{72A1C944-EEEB-6E49-AA6F-D49E84AB2617}"/>
              </a:ext>
            </a:extLst>
          </p:cNvPr>
          <p:cNvSpPr>
            <a:spLocks noGrp="1" noChangeArrowheads="1"/>
          </p:cNvSpPr>
          <p:nvPr>
            <p:ph type="title"/>
          </p:nvPr>
        </p:nvSpPr>
        <p:spPr/>
        <p:txBody>
          <a:bodyPr/>
          <a:lstStyle/>
          <a:p>
            <a:pPr eaLnBrk="1" hangingPunct="1"/>
            <a:r>
              <a:rPr lang="zh-CN" altLang="en-US" dirty="0">
                <a:latin typeface="Times New Roman" panose="02020603050405020304" pitchFamily="18" charset="0"/>
                <a:ea typeface="宋体" panose="02010600030101010101" pitchFamily="2" charset="-122"/>
              </a:rPr>
              <a:t>时分复用 </a:t>
            </a:r>
          </a:p>
        </p:txBody>
      </p:sp>
      <p:sp>
        <p:nvSpPr>
          <p:cNvPr id="258051" name="Line 3">
            <a:extLst>
              <a:ext uri="{FF2B5EF4-FFF2-40B4-BE49-F238E27FC236}">
                <a16:creationId xmlns:a16="http://schemas.microsoft.com/office/drawing/2014/main" id="{3ABF66A8-41F8-6F4A-823C-EA577F50115E}"/>
              </a:ext>
            </a:extLst>
          </p:cNvPr>
          <p:cNvSpPr>
            <a:spLocks noChangeShapeType="1"/>
          </p:cNvSpPr>
          <p:nvPr/>
        </p:nvSpPr>
        <p:spPr bwMode="auto">
          <a:xfrm flipV="1">
            <a:off x="2250281" y="3860007"/>
            <a:ext cx="4587479" cy="8335"/>
          </a:xfrm>
          <a:prstGeom prst="line">
            <a:avLst/>
          </a:prstGeom>
          <a:noFill/>
          <a:ln w="28575">
            <a:solidFill>
              <a:srgbClr val="333399"/>
            </a:solidFill>
            <a:round/>
            <a:headEnd/>
            <a:tailEnd type="triangle" w="sm" len="me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42339" name="Text Box 4">
            <a:extLst>
              <a:ext uri="{FF2B5EF4-FFF2-40B4-BE49-F238E27FC236}">
                <a16:creationId xmlns:a16="http://schemas.microsoft.com/office/drawing/2014/main" id="{72BA897E-8BD7-8440-AFC5-10AD2E583C38}"/>
              </a:ext>
            </a:extLst>
          </p:cNvPr>
          <p:cNvSpPr txBox="1">
            <a:spLocks noChangeArrowheads="1"/>
          </p:cNvSpPr>
          <p:nvPr/>
        </p:nvSpPr>
        <p:spPr bwMode="auto">
          <a:xfrm>
            <a:off x="1731169" y="1509712"/>
            <a:ext cx="56938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500">
                <a:ea typeface="宋体" panose="02010600030101010101" pitchFamily="2" charset="-122"/>
              </a:rPr>
              <a:t>频率</a:t>
            </a:r>
          </a:p>
        </p:txBody>
      </p:sp>
      <p:sp>
        <p:nvSpPr>
          <p:cNvPr id="142340" name="Text Box 5">
            <a:extLst>
              <a:ext uri="{FF2B5EF4-FFF2-40B4-BE49-F238E27FC236}">
                <a16:creationId xmlns:a16="http://schemas.microsoft.com/office/drawing/2014/main" id="{A1EAFC95-37CF-4242-BF9C-264B9628B58F}"/>
              </a:ext>
            </a:extLst>
          </p:cNvPr>
          <p:cNvSpPr txBox="1">
            <a:spLocks noChangeArrowheads="1"/>
          </p:cNvSpPr>
          <p:nvPr/>
        </p:nvSpPr>
        <p:spPr bwMode="auto">
          <a:xfrm>
            <a:off x="6837760" y="3702844"/>
            <a:ext cx="56938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500">
                <a:ea typeface="宋体" panose="02010600030101010101" pitchFamily="2" charset="-122"/>
              </a:rPr>
              <a:t>时间</a:t>
            </a:r>
          </a:p>
        </p:txBody>
      </p:sp>
      <p:sp>
        <p:nvSpPr>
          <p:cNvPr id="258054" name="Rectangle 6">
            <a:extLst>
              <a:ext uri="{FF2B5EF4-FFF2-40B4-BE49-F238E27FC236}">
                <a16:creationId xmlns:a16="http://schemas.microsoft.com/office/drawing/2014/main" id="{75506354-1A7C-0941-8A3D-04225274AD53}"/>
              </a:ext>
            </a:extLst>
          </p:cNvPr>
          <p:cNvSpPr>
            <a:spLocks noChangeArrowheads="1"/>
          </p:cNvSpPr>
          <p:nvPr/>
        </p:nvSpPr>
        <p:spPr bwMode="auto">
          <a:xfrm>
            <a:off x="2465785" y="1977628"/>
            <a:ext cx="215503" cy="1403747"/>
          </a:xfrm>
          <a:prstGeom prst="rect">
            <a:avLst/>
          </a:prstGeom>
          <a:solidFill>
            <a:srgbClr val="FFFF99"/>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B</a:t>
            </a:r>
          </a:p>
        </p:txBody>
      </p:sp>
      <p:sp>
        <p:nvSpPr>
          <p:cNvPr id="258055" name="Rectangle 7">
            <a:extLst>
              <a:ext uri="{FF2B5EF4-FFF2-40B4-BE49-F238E27FC236}">
                <a16:creationId xmlns:a16="http://schemas.microsoft.com/office/drawing/2014/main" id="{DC3C9127-2FE3-5D41-B3B7-AC55B289DEBD}"/>
              </a:ext>
            </a:extLst>
          </p:cNvPr>
          <p:cNvSpPr>
            <a:spLocks noChangeArrowheads="1"/>
          </p:cNvSpPr>
          <p:nvPr/>
        </p:nvSpPr>
        <p:spPr bwMode="auto">
          <a:xfrm>
            <a:off x="2682479" y="1977628"/>
            <a:ext cx="215503" cy="1403747"/>
          </a:xfrm>
          <a:prstGeom prst="rect">
            <a:avLst/>
          </a:prstGeom>
          <a:solidFill>
            <a:srgbClr val="FFCCFF"/>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C</a:t>
            </a:r>
          </a:p>
        </p:txBody>
      </p:sp>
      <p:sp>
        <p:nvSpPr>
          <p:cNvPr id="258056" name="Rectangle 8">
            <a:extLst>
              <a:ext uri="{FF2B5EF4-FFF2-40B4-BE49-F238E27FC236}">
                <a16:creationId xmlns:a16="http://schemas.microsoft.com/office/drawing/2014/main" id="{85D9ADC9-435E-9945-A170-1B02FE0194C2}"/>
              </a:ext>
            </a:extLst>
          </p:cNvPr>
          <p:cNvSpPr>
            <a:spLocks noChangeArrowheads="1"/>
          </p:cNvSpPr>
          <p:nvPr/>
        </p:nvSpPr>
        <p:spPr bwMode="auto">
          <a:xfrm>
            <a:off x="2897981" y="1977628"/>
            <a:ext cx="215504" cy="1403747"/>
          </a:xfrm>
          <a:prstGeom prst="rect">
            <a:avLst/>
          </a:prstGeom>
          <a:solidFill>
            <a:srgbClr val="66FF99"/>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D</a:t>
            </a:r>
          </a:p>
        </p:txBody>
      </p:sp>
      <p:sp>
        <p:nvSpPr>
          <p:cNvPr id="258057" name="Rectangle 9">
            <a:extLst>
              <a:ext uri="{FF2B5EF4-FFF2-40B4-BE49-F238E27FC236}">
                <a16:creationId xmlns:a16="http://schemas.microsoft.com/office/drawing/2014/main" id="{18DCBAA8-9DE5-CB4B-8FAF-5279BE43F9CE}"/>
              </a:ext>
            </a:extLst>
          </p:cNvPr>
          <p:cNvSpPr>
            <a:spLocks noChangeArrowheads="1"/>
          </p:cNvSpPr>
          <p:nvPr/>
        </p:nvSpPr>
        <p:spPr bwMode="auto">
          <a:xfrm>
            <a:off x="3330179" y="1977628"/>
            <a:ext cx="215503" cy="1403747"/>
          </a:xfrm>
          <a:prstGeom prst="rect">
            <a:avLst/>
          </a:prstGeom>
          <a:solidFill>
            <a:srgbClr val="FFFF99"/>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B</a:t>
            </a:r>
          </a:p>
        </p:txBody>
      </p:sp>
      <p:sp>
        <p:nvSpPr>
          <p:cNvPr id="258058" name="Rectangle 10">
            <a:extLst>
              <a:ext uri="{FF2B5EF4-FFF2-40B4-BE49-F238E27FC236}">
                <a16:creationId xmlns:a16="http://schemas.microsoft.com/office/drawing/2014/main" id="{20B0D368-A3B0-514E-BBA2-5364188651B1}"/>
              </a:ext>
            </a:extLst>
          </p:cNvPr>
          <p:cNvSpPr>
            <a:spLocks noChangeArrowheads="1"/>
          </p:cNvSpPr>
          <p:nvPr/>
        </p:nvSpPr>
        <p:spPr bwMode="auto">
          <a:xfrm>
            <a:off x="3546873" y="1977628"/>
            <a:ext cx="215503" cy="1403747"/>
          </a:xfrm>
          <a:prstGeom prst="rect">
            <a:avLst/>
          </a:prstGeom>
          <a:solidFill>
            <a:srgbClr val="FFCCFF"/>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C</a:t>
            </a:r>
          </a:p>
        </p:txBody>
      </p:sp>
      <p:sp>
        <p:nvSpPr>
          <p:cNvPr id="258059" name="Rectangle 11">
            <a:extLst>
              <a:ext uri="{FF2B5EF4-FFF2-40B4-BE49-F238E27FC236}">
                <a16:creationId xmlns:a16="http://schemas.microsoft.com/office/drawing/2014/main" id="{DE6F1863-AF5B-804B-A26F-15514BA85BB4}"/>
              </a:ext>
            </a:extLst>
          </p:cNvPr>
          <p:cNvSpPr>
            <a:spLocks noChangeArrowheads="1"/>
          </p:cNvSpPr>
          <p:nvPr/>
        </p:nvSpPr>
        <p:spPr bwMode="auto">
          <a:xfrm>
            <a:off x="3762375" y="1977628"/>
            <a:ext cx="215504" cy="1403747"/>
          </a:xfrm>
          <a:prstGeom prst="rect">
            <a:avLst/>
          </a:prstGeom>
          <a:solidFill>
            <a:srgbClr val="66FF99"/>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D</a:t>
            </a:r>
          </a:p>
        </p:txBody>
      </p:sp>
      <p:sp>
        <p:nvSpPr>
          <p:cNvPr id="258060" name="Rectangle 12">
            <a:extLst>
              <a:ext uri="{FF2B5EF4-FFF2-40B4-BE49-F238E27FC236}">
                <a16:creationId xmlns:a16="http://schemas.microsoft.com/office/drawing/2014/main" id="{DA2133F3-FEB8-384C-81E1-B293B3FB70F8}"/>
              </a:ext>
            </a:extLst>
          </p:cNvPr>
          <p:cNvSpPr>
            <a:spLocks noChangeArrowheads="1"/>
          </p:cNvSpPr>
          <p:nvPr/>
        </p:nvSpPr>
        <p:spPr bwMode="auto">
          <a:xfrm>
            <a:off x="4194573" y="1977628"/>
            <a:ext cx="215503" cy="1403747"/>
          </a:xfrm>
          <a:prstGeom prst="rect">
            <a:avLst/>
          </a:prstGeom>
          <a:solidFill>
            <a:srgbClr val="FFFF99"/>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B</a:t>
            </a:r>
          </a:p>
        </p:txBody>
      </p:sp>
      <p:sp>
        <p:nvSpPr>
          <p:cNvPr id="258061" name="Rectangle 13">
            <a:extLst>
              <a:ext uri="{FF2B5EF4-FFF2-40B4-BE49-F238E27FC236}">
                <a16:creationId xmlns:a16="http://schemas.microsoft.com/office/drawing/2014/main" id="{4693ABE4-A3DE-AF47-A7C7-2EB88041D1BC}"/>
              </a:ext>
            </a:extLst>
          </p:cNvPr>
          <p:cNvSpPr>
            <a:spLocks noChangeArrowheads="1"/>
          </p:cNvSpPr>
          <p:nvPr/>
        </p:nvSpPr>
        <p:spPr bwMode="auto">
          <a:xfrm>
            <a:off x="4411266" y="1977628"/>
            <a:ext cx="215503" cy="1403747"/>
          </a:xfrm>
          <a:prstGeom prst="rect">
            <a:avLst/>
          </a:prstGeom>
          <a:solidFill>
            <a:srgbClr val="FFCCFF"/>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C</a:t>
            </a:r>
          </a:p>
        </p:txBody>
      </p:sp>
      <p:sp>
        <p:nvSpPr>
          <p:cNvPr id="258062" name="Rectangle 14">
            <a:extLst>
              <a:ext uri="{FF2B5EF4-FFF2-40B4-BE49-F238E27FC236}">
                <a16:creationId xmlns:a16="http://schemas.microsoft.com/office/drawing/2014/main" id="{7239365C-0A1F-C841-A728-B715EC079777}"/>
              </a:ext>
            </a:extLst>
          </p:cNvPr>
          <p:cNvSpPr>
            <a:spLocks noChangeArrowheads="1"/>
          </p:cNvSpPr>
          <p:nvPr/>
        </p:nvSpPr>
        <p:spPr bwMode="auto">
          <a:xfrm>
            <a:off x="4626769" y="1977628"/>
            <a:ext cx="215504" cy="1403747"/>
          </a:xfrm>
          <a:prstGeom prst="rect">
            <a:avLst/>
          </a:prstGeom>
          <a:solidFill>
            <a:srgbClr val="66FF99"/>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D</a:t>
            </a:r>
          </a:p>
        </p:txBody>
      </p:sp>
      <p:sp>
        <p:nvSpPr>
          <p:cNvPr id="258063" name="Rectangle 15">
            <a:extLst>
              <a:ext uri="{FF2B5EF4-FFF2-40B4-BE49-F238E27FC236}">
                <a16:creationId xmlns:a16="http://schemas.microsoft.com/office/drawing/2014/main" id="{A3A0567D-1147-2E4A-B647-30158C043908}"/>
              </a:ext>
            </a:extLst>
          </p:cNvPr>
          <p:cNvSpPr>
            <a:spLocks noChangeArrowheads="1"/>
          </p:cNvSpPr>
          <p:nvPr/>
        </p:nvSpPr>
        <p:spPr bwMode="auto">
          <a:xfrm>
            <a:off x="5058966" y="1977628"/>
            <a:ext cx="215503" cy="1403747"/>
          </a:xfrm>
          <a:prstGeom prst="rect">
            <a:avLst/>
          </a:prstGeom>
          <a:solidFill>
            <a:srgbClr val="FFFF99"/>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B</a:t>
            </a:r>
          </a:p>
        </p:txBody>
      </p:sp>
      <p:sp>
        <p:nvSpPr>
          <p:cNvPr id="258064" name="Rectangle 16">
            <a:extLst>
              <a:ext uri="{FF2B5EF4-FFF2-40B4-BE49-F238E27FC236}">
                <a16:creationId xmlns:a16="http://schemas.microsoft.com/office/drawing/2014/main" id="{95A800DC-39E7-0343-8C69-6F17DEF71FCD}"/>
              </a:ext>
            </a:extLst>
          </p:cNvPr>
          <p:cNvSpPr>
            <a:spLocks noChangeArrowheads="1"/>
          </p:cNvSpPr>
          <p:nvPr/>
        </p:nvSpPr>
        <p:spPr bwMode="auto">
          <a:xfrm>
            <a:off x="5275660" y="1977628"/>
            <a:ext cx="215503" cy="1403747"/>
          </a:xfrm>
          <a:prstGeom prst="rect">
            <a:avLst/>
          </a:prstGeom>
          <a:solidFill>
            <a:srgbClr val="FFCCFF"/>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C</a:t>
            </a:r>
          </a:p>
        </p:txBody>
      </p:sp>
      <p:sp>
        <p:nvSpPr>
          <p:cNvPr id="258065" name="Rectangle 17">
            <a:extLst>
              <a:ext uri="{FF2B5EF4-FFF2-40B4-BE49-F238E27FC236}">
                <a16:creationId xmlns:a16="http://schemas.microsoft.com/office/drawing/2014/main" id="{E48D88AB-8915-3547-A87C-9DD7F7378F01}"/>
              </a:ext>
            </a:extLst>
          </p:cNvPr>
          <p:cNvSpPr>
            <a:spLocks noChangeArrowheads="1"/>
          </p:cNvSpPr>
          <p:nvPr/>
        </p:nvSpPr>
        <p:spPr bwMode="auto">
          <a:xfrm>
            <a:off x="5491162" y="1977628"/>
            <a:ext cx="215504" cy="1403747"/>
          </a:xfrm>
          <a:prstGeom prst="rect">
            <a:avLst/>
          </a:prstGeom>
          <a:solidFill>
            <a:srgbClr val="66FF99"/>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D</a:t>
            </a:r>
          </a:p>
        </p:txBody>
      </p:sp>
      <p:grpSp>
        <p:nvGrpSpPr>
          <p:cNvPr id="258066" name="Group 18">
            <a:extLst>
              <a:ext uri="{FF2B5EF4-FFF2-40B4-BE49-F238E27FC236}">
                <a16:creationId xmlns:a16="http://schemas.microsoft.com/office/drawing/2014/main" id="{B71D1B30-AF30-454B-9131-E99E08ECC065}"/>
              </a:ext>
            </a:extLst>
          </p:cNvPr>
          <p:cNvGrpSpPr>
            <a:grpSpLocks/>
          </p:cNvGrpSpPr>
          <p:nvPr/>
        </p:nvGrpSpPr>
        <p:grpSpPr bwMode="auto">
          <a:xfrm>
            <a:off x="2250282" y="1977628"/>
            <a:ext cx="2808685" cy="1403747"/>
            <a:chOff x="930" y="1661"/>
            <a:chExt cx="2359" cy="1179"/>
          </a:xfrm>
        </p:grpSpPr>
        <p:sp>
          <p:nvSpPr>
            <p:cNvPr id="258067" name="Rectangle 19">
              <a:extLst>
                <a:ext uri="{FF2B5EF4-FFF2-40B4-BE49-F238E27FC236}">
                  <a16:creationId xmlns:a16="http://schemas.microsoft.com/office/drawing/2014/main" id="{228101BA-942F-5945-BD22-8E376E4B1EDE}"/>
                </a:ext>
              </a:extLst>
            </p:cNvPr>
            <p:cNvSpPr>
              <a:spLocks noChangeArrowheads="1"/>
            </p:cNvSpPr>
            <p:nvPr/>
          </p:nvSpPr>
          <p:spPr bwMode="auto">
            <a:xfrm>
              <a:off x="930" y="1661"/>
              <a:ext cx="181" cy="1179"/>
            </a:xfrm>
            <a:prstGeom prst="rect">
              <a:avLst/>
            </a:prstGeom>
            <a:solidFill>
              <a:srgbClr val="CCECFF"/>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A</a:t>
              </a:r>
            </a:p>
          </p:txBody>
        </p:sp>
        <p:sp>
          <p:nvSpPr>
            <p:cNvPr id="258068" name="Rectangle 20">
              <a:extLst>
                <a:ext uri="{FF2B5EF4-FFF2-40B4-BE49-F238E27FC236}">
                  <a16:creationId xmlns:a16="http://schemas.microsoft.com/office/drawing/2014/main" id="{4874BAF7-145B-EE4C-8715-B4681BCAFC64}"/>
                </a:ext>
              </a:extLst>
            </p:cNvPr>
            <p:cNvSpPr>
              <a:spLocks noChangeArrowheads="1"/>
            </p:cNvSpPr>
            <p:nvPr/>
          </p:nvSpPr>
          <p:spPr bwMode="auto">
            <a:xfrm>
              <a:off x="1656" y="1661"/>
              <a:ext cx="181" cy="1179"/>
            </a:xfrm>
            <a:prstGeom prst="rect">
              <a:avLst/>
            </a:prstGeom>
            <a:solidFill>
              <a:srgbClr val="CCECFF"/>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A</a:t>
              </a:r>
            </a:p>
          </p:txBody>
        </p:sp>
        <p:sp>
          <p:nvSpPr>
            <p:cNvPr id="258069" name="Rectangle 21">
              <a:extLst>
                <a:ext uri="{FF2B5EF4-FFF2-40B4-BE49-F238E27FC236}">
                  <a16:creationId xmlns:a16="http://schemas.microsoft.com/office/drawing/2014/main" id="{57A231F2-17AC-6347-B20D-BEB4B03DA7B0}"/>
                </a:ext>
              </a:extLst>
            </p:cNvPr>
            <p:cNvSpPr>
              <a:spLocks noChangeArrowheads="1"/>
            </p:cNvSpPr>
            <p:nvPr/>
          </p:nvSpPr>
          <p:spPr bwMode="auto">
            <a:xfrm>
              <a:off x="2382" y="1661"/>
              <a:ext cx="181" cy="1179"/>
            </a:xfrm>
            <a:prstGeom prst="rect">
              <a:avLst/>
            </a:prstGeom>
            <a:solidFill>
              <a:srgbClr val="CCECFF"/>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A</a:t>
              </a:r>
            </a:p>
          </p:txBody>
        </p:sp>
        <p:sp>
          <p:nvSpPr>
            <p:cNvPr id="258070" name="Rectangle 22">
              <a:extLst>
                <a:ext uri="{FF2B5EF4-FFF2-40B4-BE49-F238E27FC236}">
                  <a16:creationId xmlns:a16="http://schemas.microsoft.com/office/drawing/2014/main" id="{9F42C70E-8596-FD48-9E90-A4956C359A56}"/>
                </a:ext>
              </a:extLst>
            </p:cNvPr>
            <p:cNvSpPr>
              <a:spLocks noChangeArrowheads="1"/>
            </p:cNvSpPr>
            <p:nvPr/>
          </p:nvSpPr>
          <p:spPr bwMode="auto">
            <a:xfrm>
              <a:off x="3108" y="1661"/>
              <a:ext cx="181" cy="1179"/>
            </a:xfrm>
            <a:prstGeom prst="rect">
              <a:avLst/>
            </a:prstGeom>
            <a:solidFill>
              <a:srgbClr val="CCECFF"/>
            </a:solidFill>
            <a:ln>
              <a:noFill/>
            </a:ln>
            <a:effectLst/>
          </p:spPr>
          <p:txBody>
            <a:bodyPr wrap="none" anchor="ctr"/>
            <a:lstStyle/>
            <a:p>
              <a:pPr algn="ctr" eaLnBrk="1" hangingPunct="1">
                <a:defRPr/>
              </a:pPr>
              <a:r>
                <a:rPr lang="en-US" altLang="zh-CN">
                  <a:solidFill>
                    <a:srgbClr val="333399"/>
                  </a:solidFill>
                  <a:latin typeface="Arial" charset="0"/>
                  <a:ea typeface="宋体" charset="-122"/>
                  <a:cs typeface="+mn-cs"/>
                </a:rPr>
                <a:t>A</a:t>
              </a:r>
            </a:p>
          </p:txBody>
        </p:sp>
      </p:grpSp>
      <p:sp>
        <p:nvSpPr>
          <p:cNvPr id="258074" name="Line 26">
            <a:extLst>
              <a:ext uri="{FF2B5EF4-FFF2-40B4-BE49-F238E27FC236}">
                <a16:creationId xmlns:a16="http://schemas.microsoft.com/office/drawing/2014/main" id="{7FE6B9EC-5F15-3741-BB60-41FFB1C3F894}"/>
              </a:ext>
            </a:extLst>
          </p:cNvPr>
          <p:cNvSpPr>
            <a:spLocks noChangeShapeType="1"/>
          </p:cNvSpPr>
          <p:nvPr/>
        </p:nvSpPr>
        <p:spPr bwMode="auto">
          <a:xfrm flipH="1">
            <a:off x="2357438" y="1653778"/>
            <a:ext cx="864394" cy="270272"/>
          </a:xfrm>
          <a:prstGeom prst="line">
            <a:avLst/>
          </a:prstGeom>
          <a:noFill/>
          <a:ln w="28575">
            <a:solidFill>
              <a:srgbClr val="333399"/>
            </a:solidFill>
            <a:round/>
            <a:headEnd/>
            <a:tailEnd type="triangle" w="med" len="med"/>
          </a:ln>
          <a:effectLst/>
        </p:spPr>
        <p:txBody>
          <a:bodyPr/>
          <a:lstStyle/>
          <a:p>
            <a:pPr algn="ctr" eaLnBrk="1" hangingPunct="1">
              <a:defRPr/>
            </a:pPr>
            <a:endParaRPr lang="zh-CN" altLang="en-US">
              <a:latin typeface="Tahoma" charset="0"/>
              <a:ea typeface="宋体" charset="-122"/>
              <a:cs typeface="+mn-cs"/>
            </a:endParaRPr>
          </a:p>
        </p:txBody>
      </p:sp>
      <p:sp>
        <p:nvSpPr>
          <p:cNvPr id="258075" name="Line 27">
            <a:extLst>
              <a:ext uri="{FF2B5EF4-FFF2-40B4-BE49-F238E27FC236}">
                <a16:creationId xmlns:a16="http://schemas.microsoft.com/office/drawing/2014/main" id="{9582B841-230B-C646-8BAF-56DFC9B1E823}"/>
              </a:ext>
            </a:extLst>
          </p:cNvPr>
          <p:cNvSpPr>
            <a:spLocks noChangeShapeType="1"/>
          </p:cNvSpPr>
          <p:nvPr/>
        </p:nvSpPr>
        <p:spPr bwMode="auto">
          <a:xfrm flipH="1">
            <a:off x="3217069" y="1653778"/>
            <a:ext cx="220266" cy="270272"/>
          </a:xfrm>
          <a:prstGeom prst="line">
            <a:avLst/>
          </a:prstGeom>
          <a:noFill/>
          <a:ln w="28575">
            <a:solidFill>
              <a:srgbClr val="333399"/>
            </a:solidFill>
            <a:round/>
            <a:headEnd/>
            <a:tailEnd type="triangle" w="med" len="med"/>
          </a:ln>
          <a:effectLst/>
        </p:spPr>
        <p:txBody>
          <a:bodyPr/>
          <a:lstStyle/>
          <a:p>
            <a:pPr algn="ctr" eaLnBrk="1" hangingPunct="1">
              <a:defRPr/>
            </a:pPr>
            <a:endParaRPr lang="zh-CN" altLang="en-US">
              <a:latin typeface="Tahoma" charset="0"/>
              <a:ea typeface="宋体" charset="-122"/>
              <a:cs typeface="+mn-cs"/>
            </a:endParaRPr>
          </a:p>
        </p:txBody>
      </p:sp>
      <p:sp>
        <p:nvSpPr>
          <p:cNvPr id="258076" name="Line 28">
            <a:extLst>
              <a:ext uri="{FF2B5EF4-FFF2-40B4-BE49-F238E27FC236}">
                <a16:creationId xmlns:a16="http://schemas.microsoft.com/office/drawing/2014/main" id="{03323A5D-3833-9D4C-BC8D-44649F200964}"/>
              </a:ext>
            </a:extLst>
          </p:cNvPr>
          <p:cNvSpPr>
            <a:spLocks noChangeShapeType="1"/>
          </p:cNvSpPr>
          <p:nvPr/>
        </p:nvSpPr>
        <p:spPr bwMode="auto">
          <a:xfrm>
            <a:off x="3815953" y="1653778"/>
            <a:ext cx="261938" cy="270272"/>
          </a:xfrm>
          <a:prstGeom prst="line">
            <a:avLst/>
          </a:prstGeom>
          <a:noFill/>
          <a:ln w="28575">
            <a:solidFill>
              <a:srgbClr val="333399"/>
            </a:solidFill>
            <a:round/>
            <a:headEnd/>
            <a:tailEnd type="triangle" w="med" len="med"/>
          </a:ln>
          <a:effectLst/>
        </p:spPr>
        <p:txBody>
          <a:bodyPr/>
          <a:lstStyle/>
          <a:p>
            <a:pPr algn="ctr" eaLnBrk="1" hangingPunct="1">
              <a:defRPr/>
            </a:pPr>
            <a:endParaRPr lang="zh-CN" altLang="en-US">
              <a:latin typeface="Tahoma" charset="0"/>
              <a:ea typeface="宋体" charset="-122"/>
              <a:cs typeface="+mn-cs"/>
            </a:endParaRPr>
          </a:p>
        </p:txBody>
      </p:sp>
      <p:sp>
        <p:nvSpPr>
          <p:cNvPr id="258077" name="Line 29">
            <a:extLst>
              <a:ext uri="{FF2B5EF4-FFF2-40B4-BE49-F238E27FC236}">
                <a16:creationId xmlns:a16="http://schemas.microsoft.com/office/drawing/2014/main" id="{11D38161-921D-E144-9C01-A29E763F41A0}"/>
              </a:ext>
            </a:extLst>
          </p:cNvPr>
          <p:cNvSpPr>
            <a:spLocks noChangeShapeType="1"/>
          </p:cNvSpPr>
          <p:nvPr/>
        </p:nvSpPr>
        <p:spPr bwMode="auto">
          <a:xfrm>
            <a:off x="4193381" y="1653778"/>
            <a:ext cx="744141" cy="270272"/>
          </a:xfrm>
          <a:prstGeom prst="line">
            <a:avLst/>
          </a:prstGeom>
          <a:noFill/>
          <a:ln w="28575">
            <a:solidFill>
              <a:srgbClr val="333399"/>
            </a:solidFill>
            <a:round/>
            <a:headEnd/>
            <a:tailEnd type="triangle" w="med" len="med"/>
          </a:ln>
          <a:effectLst/>
        </p:spPr>
        <p:txBody>
          <a:bodyPr/>
          <a:lstStyle/>
          <a:p>
            <a:pPr algn="ctr" eaLnBrk="1" hangingPunct="1">
              <a:defRPr/>
            </a:pPr>
            <a:endParaRPr lang="zh-CN" altLang="en-US">
              <a:latin typeface="Tahoma" charset="0"/>
              <a:ea typeface="宋体" charset="-122"/>
              <a:cs typeface="+mn-cs"/>
            </a:endParaRPr>
          </a:p>
        </p:txBody>
      </p:sp>
      <p:grpSp>
        <p:nvGrpSpPr>
          <p:cNvPr id="258078" name="Group 30">
            <a:extLst>
              <a:ext uri="{FF2B5EF4-FFF2-40B4-BE49-F238E27FC236}">
                <a16:creationId xmlns:a16="http://schemas.microsoft.com/office/drawing/2014/main" id="{33D4D6A9-425D-FC4D-8B46-B87CCBEACDF7}"/>
              </a:ext>
            </a:extLst>
          </p:cNvPr>
          <p:cNvGrpSpPr>
            <a:grpSpLocks/>
          </p:cNvGrpSpPr>
          <p:nvPr/>
        </p:nvGrpSpPr>
        <p:grpSpPr bwMode="auto">
          <a:xfrm>
            <a:off x="2249090" y="3448055"/>
            <a:ext cx="901304" cy="395289"/>
            <a:chOff x="929" y="2896"/>
            <a:chExt cx="757" cy="332"/>
          </a:xfrm>
        </p:grpSpPr>
        <p:sp>
          <p:nvSpPr>
            <p:cNvPr id="142381" name="Text Box 31">
              <a:extLst>
                <a:ext uri="{FF2B5EF4-FFF2-40B4-BE49-F238E27FC236}">
                  <a16:creationId xmlns:a16="http://schemas.microsoft.com/office/drawing/2014/main" id="{17E71AC6-E420-F843-B548-52334494658A}"/>
                </a:ext>
              </a:extLst>
            </p:cNvPr>
            <p:cNvSpPr txBox="1">
              <a:spLocks noChangeArrowheads="1"/>
            </p:cNvSpPr>
            <p:nvPr/>
          </p:nvSpPr>
          <p:spPr bwMode="auto">
            <a:xfrm>
              <a:off x="975" y="2976"/>
              <a:ext cx="71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en-US" altLang="zh-CN" sz="1500">
                  <a:latin typeface="Arial" panose="020B0604020202020204" pitchFamily="34" charset="0"/>
                  <a:ea typeface="宋体" panose="02010600030101010101" pitchFamily="2" charset="-122"/>
                </a:rPr>
                <a:t>TDM </a:t>
              </a:r>
              <a:r>
                <a:rPr kumimoji="1" lang="zh-CN" altLang="en-US" sz="1500">
                  <a:latin typeface="Arial" panose="020B0604020202020204" pitchFamily="34" charset="0"/>
                  <a:ea typeface="宋体" panose="02010600030101010101" pitchFamily="2" charset="-122"/>
                </a:rPr>
                <a:t>帧</a:t>
              </a:r>
            </a:p>
          </p:txBody>
        </p:sp>
        <p:sp>
          <p:nvSpPr>
            <p:cNvPr id="258080" name="AutoShape 32">
              <a:extLst>
                <a:ext uri="{FF2B5EF4-FFF2-40B4-BE49-F238E27FC236}">
                  <a16:creationId xmlns:a16="http://schemas.microsoft.com/office/drawing/2014/main" id="{9B47B4F6-CE5D-9247-8276-06218ECC7910}"/>
                </a:ext>
              </a:extLst>
            </p:cNvPr>
            <p:cNvSpPr>
              <a:spLocks/>
            </p:cNvSpPr>
            <p:nvPr/>
          </p:nvSpPr>
          <p:spPr bwMode="auto">
            <a:xfrm rot="16200000" flipV="1">
              <a:off x="1247" y="2578"/>
              <a:ext cx="90" cy="725"/>
            </a:xfrm>
            <a:prstGeom prst="leftBrace">
              <a:avLst>
                <a:gd name="adj1" fmla="val 67130"/>
                <a:gd name="adj2" fmla="val 50000"/>
              </a:avLst>
            </a:prstGeom>
            <a:noFill/>
            <a:ln w="1905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grpSp>
        <p:nvGrpSpPr>
          <p:cNvPr id="258081" name="Group 33">
            <a:extLst>
              <a:ext uri="{FF2B5EF4-FFF2-40B4-BE49-F238E27FC236}">
                <a16:creationId xmlns:a16="http://schemas.microsoft.com/office/drawing/2014/main" id="{1E69B3EF-EEC2-6B46-9BB2-799C2B6DCD46}"/>
              </a:ext>
            </a:extLst>
          </p:cNvPr>
          <p:cNvGrpSpPr>
            <a:grpSpLocks/>
          </p:cNvGrpSpPr>
          <p:nvPr/>
        </p:nvGrpSpPr>
        <p:grpSpPr bwMode="auto">
          <a:xfrm>
            <a:off x="3113484" y="3436149"/>
            <a:ext cx="900112" cy="407195"/>
            <a:chOff x="1655" y="2886"/>
            <a:chExt cx="756" cy="342"/>
          </a:xfrm>
        </p:grpSpPr>
        <p:sp>
          <p:nvSpPr>
            <p:cNvPr id="142379" name="Text Box 34">
              <a:extLst>
                <a:ext uri="{FF2B5EF4-FFF2-40B4-BE49-F238E27FC236}">
                  <a16:creationId xmlns:a16="http://schemas.microsoft.com/office/drawing/2014/main" id="{6BE9DB77-4776-EC48-BCFD-C810CBCBB5FC}"/>
                </a:ext>
              </a:extLst>
            </p:cNvPr>
            <p:cNvSpPr txBox="1">
              <a:spLocks noChangeArrowheads="1"/>
            </p:cNvSpPr>
            <p:nvPr/>
          </p:nvSpPr>
          <p:spPr bwMode="auto">
            <a:xfrm>
              <a:off x="1700" y="2976"/>
              <a:ext cx="71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en-US" altLang="zh-CN" sz="1500">
                  <a:latin typeface="Arial" panose="020B0604020202020204" pitchFamily="34" charset="0"/>
                  <a:ea typeface="宋体" panose="02010600030101010101" pitchFamily="2" charset="-122"/>
                </a:rPr>
                <a:t>TDM </a:t>
              </a:r>
              <a:r>
                <a:rPr kumimoji="1" lang="zh-CN" altLang="en-US" sz="1500">
                  <a:latin typeface="Arial" panose="020B0604020202020204" pitchFamily="34" charset="0"/>
                  <a:ea typeface="宋体" panose="02010600030101010101" pitchFamily="2" charset="-122"/>
                </a:rPr>
                <a:t>帧</a:t>
              </a:r>
            </a:p>
          </p:txBody>
        </p:sp>
        <p:sp>
          <p:nvSpPr>
            <p:cNvPr id="258083" name="AutoShape 35">
              <a:extLst>
                <a:ext uri="{FF2B5EF4-FFF2-40B4-BE49-F238E27FC236}">
                  <a16:creationId xmlns:a16="http://schemas.microsoft.com/office/drawing/2014/main" id="{7287D547-5F41-5A46-AC15-7C832BE30B54}"/>
                </a:ext>
              </a:extLst>
            </p:cNvPr>
            <p:cNvSpPr>
              <a:spLocks/>
            </p:cNvSpPr>
            <p:nvPr/>
          </p:nvSpPr>
          <p:spPr bwMode="auto">
            <a:xfrm rot="16200000" flipV="1">
              <a:off x="1973" y="2568"/>
              <a:ext cx="90" cy="725"/>
            </a:xfrm>
            <a:prstGeom prst="leftBrace">
              <a:avLst>
                <a:gd name="adj1" fmla="val 67130"/>
                <a:gd name="adj2" fmla="val 50000"/>
              </a:avLst>
            </a:prstGeom>
            <a:noFill/>
            <a:ln w="1905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grpSp>
        <p:nvGrpSpPr>
          <p:cNvPr id="258084" name="Group 36">
            <a:extLst>
              <a:ext uri="{FF2B5EF4-FFF2-40B4-BE49-F238E27FC236}">
                <a16:creationId xmlns:a16="http://schemas.microsoft.com/office/drawing/2014/main" id="{9F49748E-0B89-AA47-A5B3-3FC5E113086B}"/>
              </a:ext>
            </a:extLst>
          </p:cNvPr>
          <p:cNvGrpSpPr>
            <a:grpSpLocks/>
          </p:cNvGrpSpPr>
          <p:nvPr/>
        </p:nvGrpSpPr>
        <p:grpSpPr bwMode="auto">
          <a:xfrm>
            <a:off x="3975497" y="3448055"/>
            <a:ext cx="902495" cy="395289"/>
            <a:chOff x="2379" y="2896"/>
            <a:chExt cx="758" cy="332"/>
          </a:xfrm>
        </p:grpSpPr>
        <p:sp>
          <p:nvSpPr>
            <p:cNvPr id="142377" name="Text Box 37">
              <a:extLst>
                <a:ext uri="{FF2B5EF4-FFF2-40B4-BE49-F238E27FC236}">
                  <a16:creationId xmlns:a16="http://schemas.microsoft.com/office/drawing/2014/main" id="{C19C1079-3A88-784F-B2F5-89F4DF9EF879}"/>
                </a:ext>
              </a:extLst>
            </p:cNvPr>
            <p:cNvSpPr txBox="1">
              <a:spLocks noChangeArrowheads="1"/>
            </p:cNvSpPr>
            <p:nvPr/>
          </p:nvSpPr>
          <p:spPr bwMode="auto">
            <a:xfrm>
              <a:off x="2426" y="2976"/>
              <a:ext cx="71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en-US" altLang="zh-CN" sz="1500">
                  <a:latin typeface="Arial" panose="020B0604020202020204" pitchFamily="34" charset="0"/>
                  <a:ea typeface="宋体" panose="02010600030101010101" pitchFamily="2" charset="-122"/>
                </a:rPr>
                <a:t>TDM </a:t>
              </a:r>
              <a:r>
                <a:rPr kumimoji="1" lang="zh-CN" altLang="en-US" sz="1500">
                  <a:latin typeface="Arial" panose="020B0604020202020204" pitchFamily="34" charset="0"/>
                  <a:ea typeface="宋体" panose="02010600030101010101" pitchFamily="2" charset="-122"/>
                </a:rPr>
                <a:t>帧</a:t>
              </a:r>
            </a:p>
          </p:txBody>
        </p:sp>
        <p:sp>
          <p:nvSpPr>
            <p:cNvPr id="258086" name="AutoShape 38">
              <a:extLst>
                <a:ext uri="{FF2B5EF4-FFF2-40B4-BE49-F238E27FC236}">
                  <a16:creationId xmlns:a16="http://schemas.microsoft.com/office/drawing/2014/main" id="{418353B1-DFC2-4849-A2F2-96EABE8FC9CE}"/>
                </a:ext>
              </a:extLst>
            </p:cNvPr>
            <p:cNvSpPr>
              <a:spLocks/>
            </p:cNvSpPr>
            <p:nvPr/>
          </p:nvSpPr>
          <p:spPr bwMode="auto">
            <a:xfrm rot="16200000" flipV="1">
              <a:off x="2697" y="2578"/>
              <a:ext cx="90" cy="725"/>
            </a:xfrm>
            <a:prstGeom prst="leftBrace">
              <a:avLst>
                <a:gd name="adj1" fmla="val 67130"/>
                <a:gd name="adj2" fmla="val 50000"/>
              </a:avLst>
            </a:prstGeom>
            <a:noFill/>
            <a:ln w="1905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grpSp>
        <p:nvGrpSpPr>
          <p:cNvPr id="258087" name="Group 39">
            <a:extLst>
              <a:ext uri="{FF2B5EF4-FFF2-40B4-BE49-F238E27FC236}">
                <a16:creationId xmlns:a16="http://schemas.microsoft.com/office/drawing/2014/main" id="{268ECAEC-4FA0-E74F-AA3D-1FAC4A26DFEA}"/>
              </a:ext>
            </a:extLst>
          </p:cNvPr>
          <p:cNvGrpSpPr>
            <a:grpSpLocks/>
          </p:cNvGrpSpPr>
          <p:nvPr/>
        </p:nvGrpSpPr>
        <p:grpSpPr bwMode="auto">
          <a:xfrm>
            <a:off x="4839893" y="3436149"/>
            <a:ext cx="902494" cy="407195"/>
            <a:chOff x="3105" y="2886"/>
            <a:chExt cx="758" cy="342"/>
          </a:xfrm>
        </p:grpSpPr>
        <p:sp>
          <p:nvSpPr>
            <p:cNvPr id="142375" name="Text Box 40">
              <a:extLst>
                <a:ext uri="{FF2B5EF4-FFF2-40B4-BE49-F238E27FC236}">
                  <a16:creationId xmlns:a16="http://schemas.microsoft.com/office/drawing/2014/main" id="{10F9F99C-14D0-CF46-A326-45F784F9FDE7}"/>
                </a:ext>
              </a:extLst>
            </p:cNvPr>
            <p:cNvSpPr txBox="1">
              <a:spLocks noChangeArrowheads="1"/>
            </p:cNvSpPr>
            <p:nvPr/>
          </p:nvSpPr>
          <p:spPr bwMode="auto">
            <a:xfrm>
              <a:off x="3152" y="2976"/>
              <a:ext cx="71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en-US" altLang="zh-CN" sz="1500">
                  <a:latin typeface="Arial" panose="020B0604020202020204" pitchFamily="34" charset="0"/>
                  <a:ea typeface="宋体" panose="02010600030101010101" pitchFamily="2" charset="-122"/>
                </a:rPr>
                <a:t>TDM </a:t>
              </a:r>
              <a:r>
                <a:rPr kumimoji="1" lang="zh-CN" altLang="en-US" sz="1500">
                  <a:latin typeface="Arial" panose="020B0604020202020204" pitchFamily="34" charset="0"/>
                  <a:ea typeface="宋体" panose="02010600030101010101" pitchFamily="2" charset="-122"/>
                </a:rPr>
                <a:t>帧</a:t>
              </a:r>
            </a:p>
          </p:txBody>
        </p:sp>
        <p:sp>
          <p:nvSpPr>
            <p:cNvPr id="258089" name="AutoShape 41">
              <a:extLst>
                <a:ext uri="{FF2B5EF4-FFF2-40B4-BE49-F238E27FC236}">
                  <a16:creationId xmlns:a16="http://schemas.microsoft.com/office/drawing/2014/main" id="{F6071489-89EB-1B44-9502-A79D6EF5C5C2}"/>
                </a:ext>
              </a:extLst>
            </p:cNvPr>
            <p:cNvSpPr>
              <a:spLocks/>
            </p:cNvSpPr>
            <p:nvPr/>
          </p:nvSpPr>
          <p:spPr bwMode="auto">
            <a:xfrm rot="16200000" flipV="1">
              <a:off x="3423" y="2568"/>
              <a:ext cx="90" cy="725"/>
            </a:xfrm>
            <a:prstGeom prst="leftBrace">
              <a:avLst>
                <a:gd name="adj1" fmla="val 67130"/>
                <a:gd name="adj2" fmla="val 50000"/>
              </a:avLst>
            </a:prstGeom>
            <a:noFill/>
            <a:ln w="1905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sp>
        <p:nvSpPr>
          <p:cNvPr id="258090" name="Rectangle 42">
            <a:extLst>
              <a:ext uri="{FF2B5EF4-FFF2-40B4-BE49-F238E27FC236}">
                <a16:creationId xmlns:a16="http://schemas.microsoft.com/office/drawing/2014/main" id="{B08009AE-E431-E449-8FCF-9380B87DBBB4}"/>
              </a:ext>
            </a:extLst>
          </p:cNvPr>
          <p:cNvSpPr>
            <a:spLocks noChangeArrowheads="1"/>
          </p:cNvSpPr>
          <p:nvPr/>
        </p:nvSpPr>
        <p:spPr bwMode="auto">
          <a:xfrm>
            <a:off x="5974556" y="2491979"/>
            <a:ext cx="329418" cy="298160"/>
          </a:xfrm>
          <a:prstGeom prst="rect">
            <a:avLst/>
          </a:prstGeom>
          <a:noFill/>
          <a:ln>
            <a:noFill/>
          </a:ln>
          <a:effectLst/>
        </p:spPr>
        <p:txBody>
          <a:bodyPr wrap="none" lIns="67866" tIns="33338" rIns="67866" bIns="33338">
            <a:spAutoFit/>
          </a:bodyPr>
          <a:lstStyle>
            <a:lvl1pPr algn="l" defTabSz="762000">
              <a:defRPr>
                <a:solidFill>
                  <a:schemeClr val="tx1"/>
                </a:solidFill>
                <a:latin typeface="Arial" charset="0"/>
                <a:ea typeface="宋体" charset="-122"/>
              </a:defRPr>
            </a:lvl1pPr>
            <a:lvl2pPr marL="571500" algn="l" defTabSz="762000">
              <a:defRPr>
                <a:solidFill>
                  <a:schemeClr val="tx1"/>
                </a:solidFill>
                <a:latin typeface="Arial" charset="0"/>
                <a:ea typeface="宋体" charset="-122"/>
              </a:defRPr>
            </a:lvl2pPr>
            <a:lvl3pPr marL="1143000" algn="l" defTabSz="762000">
              <a:defRPr>
                <a:solidFill>
                  <a:schemeClr val="tx1"/>
                </a:solidFill>
                <a:latin typeface="Arial" charset="0"/>
                <a:ea typeface="宋体" charset="-122"/>
              </a:defRPr>
            </a:lvl3pPr>
            <a:lvl4pPr marL="1714500" algn="l" defTabSz="762000">
              <a:defRPr>
                <a:solidFill>
                  <a:schemeClr val="tx1"/>
                </a:solidFill>
                <a:latin typeface="Arial" charset="0"/>
                <a:ea typeface="宋体" charset="-122"/>
              </a:defRPr>
            </a:lvl4pPr>
            <a:lvl5pPr marL="2286000" algn="l"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b="1">
                <a:solidFill>
                  <a:srgbClr val="333399"/>
                </a:solidFill>
                <a:latin typeface="Times New Roman" charset="0"/>
              </a:rPr>
              <a:t>…</a:t>
            </a:r>
          </a:p>
        </p:txBody>
      </p:sp>
      <p:sp>
        <p:nvSpPr>
          <p:cNvPr id="258091" name="Line 43">
            <a:extLst>
              <a:ext uri="{FF2B5EF4-FFF2-40B4-BE49-F238E27FC236}">
                <a16:creationId xmlns:a16="http://schemas.microsoft.com/office/drawing/2014/main" id="{CCBFCF49-1512-BE49-82C4-80C56C996E1F}"/>
              </a:ext>
            </a:extLst>
          </p:cNvPr>
          <p:cNvSpPr>
            <a:spLocks noChangeShapeType="1"/>
          </p:cNvSpPr>
          <p:nvPr/>
        </p:nvSpPr>
        <p:spPr bwMode="auto">
          <a:xfrm rot="16200000">
            <a:off x="1137047" y="2751535"/>
            <a:ext cx="2226469" cy="0"/>
          </a:xfrm>
          <a:prstGeom prst="line">
            <a:avLst/>
          </a:prstGeom>
          <a:noFill/>
          <a:ln w="28575">
            <a:solidFill>
              <a:srgbClr val="333399"/>
            </a:solidFill>
            <a:round/>
            <a:headEnd/>
            <a:tailEnd type="triangle" w="sm" len="med"/>
          </a:ln>
          <a:effectLst/>
        </p:spPr>
        <p:txBody>
          <a:bodyPr wrap="none" anchor="ctr"/>
          <a:lstStyle/>
          <a:p>
            <a:pPr algn="ctr" eaLnBrk="1" hangingPunct="1">
              <a:defRPr/>
            </a:pPr>
            <a:endParaRPr lang="zh-CN" altLang="en-US">
              <a:latin typeface="Tahoma" charset="0"/>
              <a:ea typeface="宋体" charset="-122"/>
              <a:cs typeface="+mn-cs"/>
            </a:endParaRPr>
          </a:p>
        </p:txBody>
      </p:sp>
      <p:grpSp>
        <p:nvGrpSpPr>
          <p:cNvPr id="258092" name="Group 44">
            <a:extLst>
              <a:ext uri="{FF2B5EF4-FFF2-40B4-BE49-F238E27FC236}">
                <a16:creationId xmlns:a16="http://schemas.microsoft.com/office/drawing/2014/main" id="{DEFEF6E4-98AD-3347-9F43-889DAB4588A9}"/>
              </a:ext>
            </a:extLst>
          </p:cNvPr>
          <p:cNvGrpSpPr>
            <a:grpSpLocks/>
          </p:cNvGrpSpPr>
          <p:nvPr/>
        </p:nvGrpSpPr>
        <p:grpSpPr bwMode="auto">
          <a:xfrm>
            <a:off x="5706668" y="3436149"/>
            <a:ext cx="902494" cy="407195"/>
            <a:chOff x="3105" y="2886"/>
            <a:chExt cx="758" cy="342"/>
          </a:xfrm>
        </p:grpSpPr>
        <p:sp>
          <p:nvSpPr>
            <p:cNvPr id="142373" name="Text Box 45">
              <a:extLst>
                <a:ext uri="{FF2B5EF4-FFF2-40B4-BE49-F238E27FC236}">
                  <a16:creationId xmlns:a16="http://schemas.microsoft.com/office/drawing/2014/main" id="{712A0805-AAF0-754C-A28A-0881BE2DB323}"/>
                </a:ext>
              </a:extLst>
            </p:cNvPr>
            <p:cNvSpPr txBox="1">
              <a:spLocks noChangeArrowheads="1"/>
            </p:cNvSpPr>
            <p:nvPr/>
          </p:nvSpPr>
          <p:spPr bwMode="auto">
            <a:xfrm>
              <a:off x="3152" y="2976"/>
              <a:ext cx="71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en-US" altLang="zh-CN" sz="1500">
                  <a:latin typeface="Arial" panose="020B0604020202020204" pitchFamily="34" charset="0"/>
                  <a:ea typeface="宋体" panose="02010600030101010101" pitchFamily="2" charset="-122"/>
                </a:rPr>
                <a:t>TDM </a:t>
              </a:r>
              <a:r>
                <a:rPr kumimoji="1" lang="zh-CN" altLang="en-US" sz="1500">
                  <a:latin typeface="Arial" panose="020B0604020202020204" pitchFamily="34" charset="0"/>
                  <a:ea typeface="宋体" panose="02010600030101010101" pitchFamily="2" charset="-122"/>
                </a:rPr>
                <a:t>帧</a:t>
              </a:r>
            </a:p>
          </p:txBody>
        </p:sp>
        <p:sp>
          <p:nvSpPr>
            <p:cNvPr id="258094" name="AutoShape 46">
              <a:extLst>
                <a:ext uri="{FF2B5EF4-FFF2-40B4-BE49-F238E27FC236}">
                  <a16:creationId xmlns:a16="http://schemas.microsoft.com/office/drawing/2014/main" id="{7848E413-F1EB-044D-A5EC-E5C5065481DD}"/>
                </a:ext>
              </a:extLst>
            </p:cNvPr>
            <p:cNvSpPr>
              <a:spLocks/>
            </p:cNvSpPr>
            <p:nvPr/>
          </p:nvSpPr>
          <p:spPr bwMode="auto">
            <a:xfrm rot="16200000" flipV="1">
              <a:off x="3423" y="2568"/>
              <a:ext cx="90" cy="725"/>
            </a:xfrm>
            <a:prstGeom prst="leftBrace">
              <a:avLst>
                <a:gd name="adj1" fmla="val 67130"/>
                <a:gd name="adj2" fmla="val 50000"/>
              </a:avLst>
            </a:prstGeom>
            <a:noFill/>
            <a:ln w="19050">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grpSp>
      <p:grpSp>
        <p:nvGrpSpPr>
          <p:cNvPr id="142365" name="Group 52">
            <a:extLst>
              <a:ext uri="{FF2B5EF4-FFF2-40B4-BE49-F238E27FC236}">
                <a16:creationId xmlns:a16="http://schemas.microsoft.com/office/drawing/2014/main" id="{E6F5FDE1-6505-5742-8469-8638D3CAA803}"/>
              </a:ext>
            </a:extLst>
          </p:cNvPr>
          <p:cNvGrpSpPr>
            <a:grpSpLocks/>
          </p:cNvGrpSpPr>
          <p:nvPr/>
        </p:nvGrpSpPr>
        <p:grpSpPr bwMode="auto">
          <a:xfrm>
            <a:off x="3113485" y="1869281"/>
            <a:ext cx="3457575" cy="1782366"/>
            <a:chOff x="1655" y="1570"/>
            <a:chExt cx="2904" cy="1497"/>
          </a:xfrm>
        </p:grpSpPr>
        <p:sp>
          <p:nvSpPr>
            <p:cNvPr id="258095" name="Line 47">
              <a:extLst>
                <a:ext uri="{FF2B5EF4-FFF2-40B4-BE49-F238E27FC236}">
                  <a16:creationId xmlns:a16="http://schemas.microsoft.com/office/drawing/2014/main" id="{01E69AA2-4377-1442-98D5-E9A9463BB867}"/>
                </a:ext>
              </a:extLst>
            </p:cNvPr>
            <p:cNvSpPr>
              <a:spLocks noChangeShapeType="1"/>
            </p:cNvSpPr>
            <p:nvPr/>
          </p:nvSpPr>
          <p:spPr bwMode="auto">
            <a:xfrm>
              <a:off x="1655" y="1570"/>
              <a:ext cx="0" cy="1497"/>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58096" name="Line 48">
              <a:extLst>
                <a:ext uri="{FF2B5EF4-FFF2-40B4-BE49-F238E27FC236}">
                  <a16:creationId xmlns:a16="http://schemas.microsoft.com/office/drawing/2014/main" id="{0DC41967-9476-4644-A878-DE088A6E15D8}"/>
                </a:ext>
              </a:extLst>
            </p:cNvPr>
            <p:cNvSpPr>
              <a:spLocks noChangeShapeType="1"/>
            </p:cNvSpPr>
            <p:nvPr/>
          </p:nvSpPr>
          <p:spPr bwMode="auto">
            <a:xfrm>
              <a:off x="2381" y="1570"/>
              <a:ext cx="0" cy="1497"/>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58097" name="Line 49">
              <a:extLst>
                <a:ext uri="{FF2B5EF4-FFF2-40B4-BE49-F238E27FC236}">
                  <a16:creationId xmlns:a16="http://schemas.microsoft.com/office/drawing/2014/main" id="{65EA3053-2F47-144F-9B21-DD922386A17D}"/>
                </a:ext>
              </a:extLst>
            </p:cNvPr>
            <p:cNvSpPr>
              <a:spLocks noChangeShapeType="1"/>
            </p:cNvSpPr>
            <p:nvPr/>
          </p:nvSpPr>
          <p:spPr bwMode="auto">
            <a:xfrm>
              <a:off x="3107" y="1570"/>
              <a:ext cx="0" cy="1497"/>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58098" name="Line 50">
              <a:extLst>
                <a:ext uri="{FF2B5EF4-FFF2-40B4-BE49-F238E27FC236}">
                  <a16:creationId xmlns:a16="http://schemas.microsoft.com/office/drawing/2014/main" id="{4769AB06-9409-C44B-8E7F-C0F8222A5714}"/>
                </a:ext>
              </a:extLst>
            </p:cNvPr>
            <p:cNvSpPr>
              <a:spLocks noChangeShapeType="1"/>
            </p:cNvSpPr>
            <p:nvPr/>
          </p:nvSpPr>
          <p:spPr bwMode="auto">
            <a:xfrm>
              <a:off x="3833" y="1570"/>
              <a:ext cx="0" cy="1497"/>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58099" name="Line 51">
              <a:extLst>
                <a:ext uri="{FF2B5EF4-FFF2-40B4-BE49-F238E27FC236}">
                  <a16:creationId xmlns:a16="http://schemas.microsoft.com/office/drawing/2014/main" id="{3C9E10F7-E9A0-BC40-A9C2-2EB2199E16E8}"/>
                </a:ext>
              </a:extLst>
            </p:cNvPr>
            <p:cNvSpPr>
              <a:spLocks noChangeShapeType="1"/>
            </p:cNvSpPr>
            <p:nvPr/>
          </p:nvSpPr>
          <p:spPr bwMode="auto">
            <a:xfrm>
              <a:off x="4559" y="1570"/>
              <a:ext cx="0" cy="1497"/>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grpSp>
      <p:sp>
        <p:nvSpPr>
          <p:cNvPr id="142366" name="Text Box 53">
            <a:extLst>
              <a:ext uri="{FF2B5EF4-FFF2-40B4-BE49-F238E27FC236}">
                <a16:creationId xmlns:a16="http://schemas.microsoft.com/office/drawing/2014/main" id="{91A524C9-2515-C44F-89F5-79F4CCCAECF0}"/>
              </a:ext>
            </a:extLst>
          </p:cNvPr>
          <p:cNvSpPr txBox="1">
            <a:spLocks noChangeArrowheads="1"/>
          </p:cNvSpPr>
          <p:nvPr/>
        </p:nvSpPr>
        <p:spPr bwMode="auto">
          <a:xfrm>
            <a:off x="3168254" y="1437085"/>
            <a:ext cx="1146468"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lnSpc>
                <a:spcPct val="90000"/>
              </a:lnSpc>
              <a:spcBef>
                <a:spcPct val="0"/>
              </a:spcBef>
              <a:buClrTx/>
              <a:buSzTx/>
              <a:buFontTx/>
              <a:buNone/>
            </a:pPr>
            <a:r>
              <a:rPr kumimoji="1" lang="zh-CN" altLang="en-US" sz="1500">
                <a:ea typeface="宋体" panose="02010600030101010101" pitchFamily="2" charset="-122"/>
              </a:rPr>
              <a:t>周期性出现</a:t>
            </a:r>
          </a:p>
        </p:txBody>
      </p:sp>
      <p:sp>
        <p:nvSpPr>
          <p:cNvPr id="142367" name="幻灯片编号占位符 1">
            <a:extLst>
              <a:ext uri="{FF2B5EF4-FFF2-40B4-BE49-F238E27FC236}">
                <a16:creationId xmlns:a16="http://schemas.microsoft.com/office/drawing/2014/main" id="{C1DAD9BF-B039-F542-8A6A-1511D592F7CE}"/>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A95B94C7-5308-E348-9D83-07161C079F5C}"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63</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5956817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58078"/>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500"/>
                                  </p:stCondLst>
                                  <p:childTnLst>
                                    <p:set>
                                      <p:cBhvr>
                                        <p:cTn id="9" dur="1" fill="hold">
                                          <p:stCondLst>
                                            <p:cond delay="0"/>
                                          </p:stCondLst>
                                        </p:cTn>
                                        <p:tgtEl>
                                          <p:spTgt spid="258081"/>
                                        </p:tgtEl>
                                        <p:attrNameLst>
                                          <p:attrName>style.visibility</p:attrName>
                                        </p:attrNameLst>
                                      </p:cBhvr>
                                      <p:to>
                                        <p:strVal val="visible"/>
                                      </p:to>
                                    </p:set>
                                  </p:childTnLst>
                                </p:cTn>
                              </p:par>
                            </p:childTnLst>
                          </p:cTn>
                        </p:par>
                        <p:par>
                          <p:cTn id="10" fill="hold" nodeType="afterGroup">
                            <p:stCondLst>
                              <p:cond delay="500"/>
                            </p:stCondLst>
                            <p:childTnLst>
                              <p:par>
                                <p:cTn id="11" presetID="1" presetClass="entr" presetSubtype="0" fill="hold" nodeType="afterEffect">
                                  <p:stCondLst>
                                    <p:cond delay="500"/>
                                  </p:stCondLst>
                                  <p:childTnLst>
                                    <p:set>
                                      <p:cBhvr>
                                        <p:cTn id="12" dur="1" fill="hold">
                                          <p:stCondLst>
                                            <p:cond delay="0"/>
                                          </p:stCondLst>
                                        </p:cTn>
                                        <p:tgtEl>
                                          <p:spTgt spid="258084"/>
                                        </p:tgtEl>
                                        <p:attrNameLst>
                                          <p:attrName>style.visibility</p:attrName>
                                        </p:attrNameLst>
                                      </p:cBhvr>
                                      <p:to>
                                        <p:strVal val="visible"/>
                                      </p:to>
                                    </p:set>
                                  </p:childTnLst>
                                </p:cTn>
                              </p:par>
                            </p:childTnLst>
                          </p:cTn>
                        </p:par>
                        <p:par>
                          <p:cTn id="13" fill="hold" nodeType="afterGroup">
                            <p:stCondLst>
                              <p:cond delay="1000"/>
                            </p:stCondLst>
                            <p:childTnLst>
                              <p:par>
                                <p:cTn id="14" presetID="1" presetClass="entr" presetSubtype="0" fill="hold" nodeType="afterEffect">
                                  <p:stCondLst>
                                    <p:cond delay="500"/>
                                  </p:stCondLst>
                                  <p:childTnLst>
                                    <p:set>
                                      <p:cBhvr>
                                        <p:cTn id="15" dur="1" fill="hold">
                                          <p:stCondLst>
                                            <p:cond delay="0"/>
                                          </p:stCondLst>
                                        </p:cTn>
                                        <p:tgtEl>
                                          <p:spTgt spid="258087"/>
                                        </p:tgtEl>
                                        <p:attrNameLst>
                                          <p:attrName>style.visibility</p:attrName>
                                        </p:attrNameLst>
                                      </p:cBhvr>
                                      <p:to>
                                        <p:strVal val="visible"/>
                                      </p:to>
                                    </p:set>
                                  </p:childTnLst>
                                </p:cTn>
                              </p:par>
                            </p:childTnLst>
                          </p:cTn>
                        </p:par>
                        <p:par>
                          <p:cTn id="16" fill="hold" nodeType="afterGroup">
                            <p:stCondLst>
                              <p:cond delay="1500"/>
                            </p:stCondLst>
                            <p:childTnLst>
                              <p:par>
                                <p:cTn id="17" presetID="1" presetClass="entr" presetSubtype="0" fill="hold" nodeType="afterEffect">
                                  <p:stCondLst>
                                    <p:cond delay="500"/>
                                  </p:stCondLst>
                                  <p:childTnLst>
                                    <p:set>
                                      <p:cBhvr>
                                        <p:cTn id="18" dur="1" fill="hold">
                                          <p:stCondLst>
                                            <p:cond delay="0"/>
                                          </p:stCondLst>
                                        </p:cTn>
                                        <p:tgtEl>
                                          <p:spTgt spid="258092"/>
                                        </p:tgtEl>
                                        <p:attrNameLst>
                                          <p:attrName>style.visibility</p:attrName>
                                        </p:attrNameLst>
                                      </p:cBhvr>
                                      <p:to>
                                        <p:strVal val="visible"/>
                                      </p:to>
                                    </p:set>
                                  </p:childTnLst>
                                </p:cTn>
                              </p:par>
                            </p:childTnLst>
                          </p:cTn>
                        </p:par>
                        <p:par>
                          <p:cTn id="19" fill="hold" nodeType="afterGroup">
                            <p:stCondLst>
                              <p:cond delay="2000"/>
                            </p:stCondLst>
                            <p:childTnLst>
                              <p:par>
                                <p:cTn id="20" presetID="35" presetClass="emph" presetSubtype="0" repeatCount="4000" fill="hold" nodeType="afterEffect">
                                  <p:stCondLst>
                                    <p:cond delay="0"/>
                                  </p:stCondLst>
                                  <p:childTnLst>
                                    <p:anim calcmode="discrete" valueType="str">
                                      <p:cBhvr>
                                        <p:cTn id="21" dur="500" fill="hold"/>
                                        <p:tgtEl>
                                          <p:spTgt spid="258066"/>
                                        </p:tgtEl>
                                        <p:attrNameLst>
                                          <p:attrName>style.visibility</p:attrName>
                                        </p:attrNameLst>
                                      </p:cBhvr>
                                      <p:tavLst>
                                        <p:tav tm="0">
                                          <p:val>
                                            <p:strVal val="hidden"/>
                                          </p:val>
                                        </p:tav>
                                        <p:tav tm="50000">
                                          <p:val>
                                            <p:strVal val="visible"/>
                                          </p:val>
                                        </p:tav>
                                      </p:tavLst>
                                    </p:anim>
                                  </p:childTnLst>
                                </p:cTn>
                              </p:par>
                            </p:childTnLst>
                          </p:cTn>
                        </p:par>
                        <p:par>
                          <p:cTn id="22" fill="hold" nodeType="afterGroup">
                            <p:stCondLst>
                              <p:cond delay="4000"/>
                            </p:stCondLst>
                            <p:childTnLst>
                              <p:par>
                                <p:cTn id="23" presetID="1" presetClass="entr" presetSubtype="0" fill="hold" nodeType="afterEffect">
                                  <p:stCondLst>
                                    <p:cond delay="500"/>
                                  </p:stCondLst>
                                  <p:childTnLst>
                                    <p:set>
                                      <p:cBhvr>
                                        <p:cTn id="24" dur="1" fill="hold">
                                          <p:stCondLst>
                                            <p:cond delay="0"/>
                                          </p:stCondLst>
                                        </p:cTn>
                                        <p:tgtEl>
                                          <p:spTgt spid="2580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Rectangle 2">
            <a:extLst>
              <a:ext uri="{FF2B5EF4-FFF2-40B4-BE49-F238E27FC236}">
                <a16:creationId xmlns:a16="http://schemas.microsoft.com/office/drawing/2014/main" id="{DF2DAC81-BC46-7642-9703-1831232A141C}"/>
              </a:ext>
            </a:extLst>
          </p:cNvPr>
          <p:cNvSpPr>
            <a:spLocks noGrp="1" noChangeArrowheads="1"/>
          </p:cNvSpPr>
          <p:nvPr>
            <p:ph type="title"/>
          </p:nvPr>
        </p:nvSpPr>
        <p:spPr>
          <a:xfrm>
            <a:off x="171453" y="255986"/>
            <a:ext cx="8583925" cy="647700"/>
          </a:xfrm>
        </p:spPr>
        <p:txBody>
          <a:bodyPr/>
          <a:lstStyle/>
          <a:p>
            <a:pPr eaLnBrk="1" hangingPunct="1"/>
            <a:r>
              <a:rPr lang="zh-CN" altLang="en-US" dirty="0">
                <a:latin typeface="Times New Roman" panose="02020603050405020304" pitchFamily="18" charset="0"/>
                <a:ea typeface="宋体" panose="02010600030101010101" pitchFamily="2" charset="-122"/>
              </a:rPr>
              <a:t>时分复用可能会造成线路资源的浪费 </a:t>
            </a:r>
          </a:p>
        </p:txBody>
      </p:sp>
      <p:sp>
        <p:nvSpPr>
          <p:cNvPr id="266243" name="Freeform 3">
            <a:extLst>
              <a:ext uri="{FF2B5EF4-FFF2-40B4-BE49-F238E27FC236}">
                <a16:creationId xmlns:a16="http://schemas.microsoft.com/office/drawing/2014/main" id="{C7458ADA-E1D0-6E48-93EC-3DDB79D1CFF6}"/>
              </a:ext>
            </a:extLst>
          </p:cNvPr>
          <p:cNvSpPr>
            <a:spLocks/>
          </p:cNvSpPr>
          <p:nvPr/>
        </p:nvSpPr>
        <p:spPr bwMode="auto">
          <a:xfrm>
            <a:off x="5651897" y="3525441"/>
            <a:ext cx="180975" cy="280988"/>
          </a:xfrm>
          <a:custGeom>
            <a:avLst/>
            <a:gdLst>
              <a:gd name="T0" fmla="*/ 0 w 96"/>
              <a:gd name="T1" fmla="*/ 374650 h 192"/>
              <a:gd name="T2" fmla="*/ 0 w 96"/>
              <a:gd name="T3" fmla="*/ 0 h 192"/>
              <a:gd name="T4" fmla="*/ 241300 w 96"/>
              <a:gd name="T5" fmla="*/ 0 h 192"/>
              <a:gd name="T6" fmla="*/ 241300 w 96"/>
              <a:gd name="T7" fmla="*/ 374650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CCECFF"/>
          </a:solidFill>
          <a:ln w="9525">
            <a:solidFill>
              <a:schemeClr val="tx1"/>
            </a:solidFill>
            <a:round/>
            <a:headEnd/>
            <a:tailEnd/>
          </a:ln>
          <a:effectLst/>
        </p:spPr>
        <p:txBody>
          <a:bodyPr/>
          <a:lstStyle/>
          <a:p>
            <a:pPr>
              <a:defRPr/>
            </a:pPr>
            <a:endParaRPr lang="zh-CN" altLang="en-US">
              <a:cs typeface="+mn-cs"/>
            </a:endParaRPr>
          </a:p>
        </p:txBody>
      </p:sp>
      <p:sp>
        <p:nvSpPr>
          <p:cNvPr id="266244" name="Freeform 4">
            <a:extLst>
              <a:ext uri="{FF2B5EF4-FFF2-40B4-BE49-F238E27FC236}">
                <a16:creationId xmlns:a16="http://schemas.microsoft.com/office/drawing/2014/main" id="{7DB4717F-2ECE-7048-ADD3-98A088A67131}"/>
              </a:ext>
            </a:extLst>
          </p:cNvPr>
          <p:cNvSpPr>
            <a:spLocks/>
          </p:cNvSpPr>
          <p:nvPr/>
        </p:nvSpPr>
        <p:spPr bwMode="auto">
          <a:xfrm>
            <a:off x="6374607" y="3525441"/>
            <a:ext cx="179785" cy="280988"/>
          </a:xfrm>
          <a:custGeom>
            <a:avLst/>
            <a:gdLst>
              <a:gd name="T0" fmla="*/ 0 w 96"/>
              <a:gd name="T1" fmla="*/ 374650 h 192"/>
              <a:gd name="T2" fmla="*/ 0 w 96"/>
              <a:gd name="T3" fmla="*/ 0 h 192"/>
              <a:gd name="T4" fmla="*/ 239713 w 96"/>
              <a:gd name="T5" fmla="*/ 0 h 192"/>
              <a:gd name="T6" fmla="*/ 239713 w 96"/>
              <a:gd name="T7" fmla="*/ 374650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CCECFF"/>
          </a:solidFill>
          <a:ln w="9525">
            <a:solidFill>
              <a:schemeClr val="tx1"/>
            </a:solidFill>
            <a:round/>
            <a:headEnd/>
            <a:tailEnd/>
          </a:ln>
          <a:effectLst/>
        </p:spPr>
        <p:txBody>
          <a:bodyPr/>
          <a:lstStyle/>
          <a:p>
            <a:pPr>
              <a:defRPr/>
            </a:pPr>
            <a:endParaRPr lang="zh-CN" altLang="en-US">
              <a:cs typeface="+mn-cs"/>
            </a:endParaRPr>
          </a:p>
        </p:txBody>
      </p:sp>
      <p:sp>
        <p:nvSpPr>
          <p:cNvPr id="266245" name="Freeform 5">
            <a:extLst>
              <a:ext uri="{FF2B5EF4-FFF2-40B4-BE49-F238E27FC236}">
                <a16:creationId xmlns:a16="http://schemas.microsoft.com/office/drawing/2014/main" id="{064DEAAB-E0A8-0F49-8D45-E9E2252F7ABD}"/>
              </a:ext>
            </a:extLst>
          </p:cNvPr>
          <p:cNvSpPr>
            <a:spLocks/>
          </p:cNvSpPr>
          <p:nvPr/>
        </p:nvSpPr>
        <p:spPr bwMode="auto">
          <a:xfrm>
            <a:off x="6735366" y="3525441"/>
            <a:ext cx="180975" cy="280988"/>
          </a:xfrm>
          <a:custGeom>
            <a:avLst/>
            <a:gdLst>
              <a:gd name="T0" fmla="*/ 0 w 96"/>
              <a:gd name="T1" fmla="*/ 374650 h 192"/>
              <a:gd name="T2" fmla="*/ 0 w 96"/>
              <a:gd name="T3" fmla="*/ 0 h 192"/>
              <a:gd name="T4" fmla="*/ 241300 w 96"/>
              <a:gd name="T5" fmla="*/ 0 h 192"/>
              <a:gd name="T6" fmla="*/ 241300 w 96"/>
              <a:gd name="T7" fmla="*/ 374650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CCFF"/>
          </a:solidFill>
          <a:ln w="9525">
            <a:solidFill>
              <a:schemeClr val="tx1"/>
            </a:solidFill>
            <a:round/>
            <a:headEnd/>
            <a:tailEnd/>
          </a:ln>
          <a:effectLst/>
        </p:spPr>
        <p:txBody>
          <a:bodyPr/>
          <a:lstStyle/>
          <a:p>
            <a:pPr>
              <a:defRPr/>
            </a:pPr>
            <a:endParaRPr lang="zh-CN" altLang="en-US">
              <a:cs typeface="+mn-cs"/>
            </a:endParaRPr>
          </a:p>
        </p:txBody>
      </p:sp>
      <p:sp>
        <p:nvSpPr>
          <p:cNvPr id="266246" name="Freeform 6">
            <a:extLst>
              <a:ext uri="{FF2B5EF4-FFF2-40B4-BE49-F238E27FC236}">
                <a16:creationId xmlns:a16="http://schemas.microsoft.com/office/drawing/2014/main" id="{3143AA65-35CB-2746-B371-A0FC153F20B6}"/>
              </a:ext>
            </a:extLst>
          </p:cNvPr>
          <p:cNvSpPr>
            <a:spLocks/>
          </p:cNvSpPr>
          <p:nvPr/>
        </p:nvSpPr>
        <p:spPr bwMode="auto">
          <a:xfrm>
            <a:off x="7277100" y="3525441"/>
            <a:ext cx="179785" cy="280988"/>
          </a:xfrm>
          <a:custGeom>
            <a:avLst/>
            <a:gdLst>
              <a:gd name="T0" fmla="*/ 0 w 96"/>
              <a:gd name="T1" fmla="*/ 374650 h 192"/>
              <a:gd name="T2" fmla="*/ 0 w 96"/>
              <a:gd name="T3" fmla="*/ 0 h 192"/>
              <a:gd name="T4" fmla="*/ 239713 w 96"/>
              <a:gd name="T5" fmla="*/ 0 h 192"/>
              <a:gd name="T6" fmla="*/ 239713 w 96"/>
              <a:gd name="T7" fmla="*/ 374650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CCCC00"/>
          </a:solidFill>
          <a:ln w="9525">
            <a:solidFill>
              <a:schemeClr val="tx1"/>
            </a:solidFill>
            <a:round/>
            <a:headEnd/>
            <a:tailEnd/>
          </a:ln>
          <a:effectLst/>
        </p:spPr>
        <p:txBody>
          <a:bodyPr/>
          <a:lstStyle/>
          <a:p>
            <a:pPr>
              <a:defRPr/>
            </a:pPr>
            <a:endParaRPr lang="zh-CN" altLang="en-US">
              <a:cs typeface="+mn-cs"/>
            </a:endParaRPr>
          </a:p>
        </p:txBody>
      </p:sp>
      <p:sp>
        <p:nvSpPr>
          <p:cNvPr id="266247" name="Freeform 7">
            <a:extLst>
              <a:ext uri="{FF2B5EF4-FFF2-40B4-BE49-F238E27FC236}">
                <a16:creationId xmlns:a16="http://schemas.microsoft.com/office/drawing/2014/main" id="{ECD5C452-A595-6F40-A484-681CAD61919B}"/>
              </a:ext>
            </a:extLst>
          </p:cNvPr>
          <p:cNvSpPr>
            <a:spLocks/>
          </p:cNvSpPr>
          <p:nvPr/>
        </p:nvSpPr>
        <p:spPr bwMode="auto">
          <a:xfrm>
            <a:off x="5472113" y="3525441"/>
            <a:ext cx="179785" cy="280988"/>
          </a:xfrm>
          <a:custGeom>
            <a:avLst/>
            <a:gdLst>
              <a:gd name="T0" fmla="*/ 0 w 96"/>
              <a:gd name="T1" fmla="*/ 374650 h 192"/>
              <a:gd name="T2" fmla="*/ 0 w 96"/>
              <a:gd name="T3" fmla="*/ 0 h 192"/>
              <a:gd name="T4" fmla="*/ 239713 w 96"/>
              <a:gd name="T5" fmla="*/ 0 h 192"/>
              <a:gd name="T6" fmla="*/ 239713 w 96"/>
              <a:gd name="T7" fmla="*/ 374650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FF99"/>
          </a:solidFill>
          <a:ln w="9525">
            <a:solidFill>
              <a:schemeClr val="tx1"/>
            </a:solidFill>
            <a:round/>
            <a:headEnd/>
            <a:tailEnd/>
          </a:ln>
          <a:effectLst/>
        </p:spPr>
        <p:txBody>
          <a:bodyPr/>
          <a:lstStyle/>
          <a:p>
            <a:pPr>
              <a:defRPr/>
            </a:pPr>
            <a:endParaRPr lang="zh-CN" altLang="en-US">
              <a:cs typeface="+mn-cs"/>
            </a:endParaRPr>
          </a:p>
        </p:txBody>
      </p:sp>
      <p:sp>
        <p:nvSpPr>
          <p:cNvPr id="266248" name="Freeform 8">
            <a:extLst>
              <a:ext uri="{FF2B5EF4-FFF2-40B4-BE49-F238E27FC236}">
                <a16:creationId xmlns:a16="http://schemas.microsoft.com/office/drawing/2014/main" id="{7F8C99AB-AD3F-404E-A503-6D12EC3C000F}"/>
              </a:ext>
            </a:extLst>
          </p:cNvPr>
          <p:cNvSpPr>
            <a:spLocks/>
          </p:cNvSpPr>
          <p:nvPr/>
        </p:nvSpPr>
        <p:spPr bwMode="auto">
          <a:xfrm>
            <a:off x="4749404" y="3527823"/>
            <a:ext cx="180975" cy="282178"/>
          </a:xfrm>
          <a:custGeom>
            <a:avLst/>
            <a:gdLst>
              <a:gd name="T0" fmla="*/ 0 w 96"/>
              <a:gd name="T1" fmla="*/ 376237 h 192"/>
              <a:gd name="T2" fmla="*/ 0 w 96"/>
              <a:gd name="T3" fmla="*/ 0 h 192"/>
              <a:gd name="T4" fmla="*/ 241300 w 96"/>
              <a:gd name="T5" fmla="*/ 0 h 192"/>
              <a:gd name="T6" fmla="*/ 241300 w 96"/>
              <a:gd name="T7" fmla="*/ 37623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FF99"/>
          </a:solidFill>
          <a:ln w="9525">
            <a:solidFill>
              <a:schemeClr val="tx1"/>
            </a:solidFill>
            <a:round/>
            <a:headEnd/>
            <a:tailEnd/>
          </a:ln>
          <a:effectLst/>
        </p:spPr>
        <p:txBody>
          <a:bodyPr/>
          <a:lstStyle/>
          <a:p>
            <a:pPr>
              <a:defRPr/>
            </a:pPr>
            <a:endParaRPr lang="zh-CN" altLang="en-US">
              <a:cs typeface="+mn-cs"/>
            </a:endParaRPr>
          </a:p>
        </p:txBody>
      </p:sp>
      <p:sp>
        <p:nvSpPr>
          <p:cNvPr id="266249" name="Freeform 9">
            <a:extLst>
              <a:ext uri="{FF2B5EF4-FFF2-40B4-BE49-F238E27FC236}">
                <a16:creationId xmlns:a16="http://schemas.microsoft.com/office/drawing/2014/main" id="{3974A42D-BC2C-8E48-9622-E254B64E1DC2}"/>
              </a:ext>
            </a:extLst>
          </p:cNvPr>
          <p:cNvSpPr>
            <a:spLocks/>
          </p:cNvSpPr>
          <p:nvPr/>
        </p:nvSpPr>
        <p:spPr bwMode="auto">
          <a:xfrm>
            <a:off x="4569619" y="3527823"/>
            <a:ext cx="179785" cy="282178"/>
          </a:xfrm>
          <a:custGeom>
            <a:avLst/>
            <a:gdLst>
              <a:gd name="T0" fmla="*/ 0 w 96"/>
              <a:gd name="T1" fmla="*/ 376237 h 192"/>
              <a:gd name="T2" fmla="*/ 0 w 96"/>
              <a:gd name="T3" fmla="*/ 0 h 192"/>
              <a:gd name="T4" fmla="*/ 239713 w 96"/>
              <a:gd name="T5" fmla="*/ 0 h 192"/>
              <a:gd name="T6" fmla="*/ 239713 w 96"/>
              <a:gd name="T7" fmla="*/ 37623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CCFF"/>
          </a:solidFill>
          <a:ln w="9525">
            <a:solidFill>
              <a:schemeClr val="tx1"/>
            </a:solidFill>
            <a:round/>
            <a:headEnd/>
            <a:tailEnd/>
          </a:ln>
          <a:effectLst/>
        </p:spPr>
        <p:txBody>
          <a:bodyPr/>
          <a:lstStyle/>
          <a:p>
            <a:pPr>
              <a:defRPr/>
            </a:pPr>
            <a:endParaRPr lang="zh-CN" altLang="en-US">
              <a:cs typeface="+mn-cs"/>
            </a:endParaRPr>
          </a:p>
        </p:txBody>
      </p:sp>
      <p:sp>
        <p:nvSpPr>
          <p:cNvPr id="266250" name="Freeform 10">
            <a:extLst>
              <a:ext uri="{FF2B5EF4-FFF2-40B4-BE49-F238E27FC236}">
                <a16:creationId xmlns:a16="http://schemas.microsoft.com/office/drawing/2014/main" id="{582628B3-4395-994A-B212-87984DCF50BA}"/>
              </a:ext>
            </a:extLst>
          </p:cNvPr>
          <p:cNvSpPr>
            <a:spLocks/>
          </p:cNvSpPr>
          <p:nvPr/>
        </p:nvSpPr>
        <p:spPr bwMode="auto">
          <a:xfrm>
            <a:off x="2883694" y="2678906"/>
            <a:ext cx="421481" cy="282179"/>
          </a:xfrm>
          <a:custGeom>
            <a:avLst/>
            <a:gdLst>
              <a:gd name="T0" fmla="*/ 0 w 1008"/>
              <a:gd name="T1" fmla="*/ 376238 h 192"/>
              <a:gd name="T2" fmla="*/ 0 w 1008"/>
              <a:gd name="T3" fmla="*/ 0 h 192"/>
              <a:gd name="T4" fmla="*/ 561975 w 1008"/>
              <a:gd name="T5" fmla="*/ 0 h 192"/>
              <a:gd name="T6" fmla="*/ 561975 w 1008"/>
              <a:gd name="T7" fmla="*/ 376238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FFCCFF"/>
          </a:solidFill>
          <a:ln w="9525">
            <a:solidFill>
              <a:schemeClr val="tx1"/>
            </a:solidFill>
            <a:round/>
            <a:headEnd/>
            <a:tailEnd/>
          </a:ln>
          <a:effectLst/>
        </p:spPr>
        <p:txBody>
          <a:bodyPr/>
          <a:lstStyle/>
          <a:p>
            <a:pPr>
              <a:defRPr/>
            </a:pPr>
            <a:endParaRPr lang="zh-CN" altLang="en-US">
              <a:cs typeface="+mn-cs"/>
            </a:endParaRPr>
          </a:p>
        </p:txBody>
      </p:sp>
      <p:sp>
        <p:nvSpPr>
          <p:cNvPr id="266251" name="Freeform 11">
            <a:extLst>
              <a:ext uri="{FF2B5EF4-FFF2-40B4-BE49-F238E27FC236}">
                <a16:creationId xmlns:a16="http://schemas.microsoft.com/office/drawing/2014/main" id="{55BF143C-ABBF-A945-BBCE-FB48F472974C}"/>
              </a:ext>
            </a:extLst>
          </p:cNvPr>
          <p:cNvSpPr>
            <a:spLocks/>
          </p:cNvSpPr>
          <p:nvPr/>
        </p:nvSpPr>
        <p:spPr bwMode="auto">
          <a:xfrm>
            <a:off x="1620441" y="3243262"/>
            <a:ext cx="842963" cy="282179"/>
          </a:xfrm>
          <a:custGeom>
            <a:avLst/>
            <a:gdLst>
              <a:gd name="T0" fmla="*/ 0 w 1008"/>
              <a:gd name="T1" fmla="*/ 376238 h 192"/>
              <a:gd name="T2" fmla="*/ 0 w 1008"/>
              <a:gd name="T3" fmla="*/ 0 h 192"/>
              <a:gd name="T4" fmla="*/ 1123950 w 1008"/>
              <a:gd name="T5" fmla="*/ 0 h 192"/>
              <a:gd name="T6" fmla="*/ 1123950 w 1008"/>
              <a:gd name="T7" fmla="*/ 376238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FFFF99"/>
          </a:solidFill>
          <a:ln w="9525">
            <a:solidFill>
              <a:schemeClr val="tx1"/>
            </a:solidFill>
            <a:round/>
            <a:headEnd/>
            <a:tailEnd/>
          </a:ln>
          <a:effectLst/>
        </p:spPr>
        <p:txBody>
          <a:bodyPr/>
          <a:lstStyle/>
          <a:p>
            <a:pPr>
              <a:defRPr/>
            </a:pPr>
            <a:endParaRPr lang="zh-CN" altLang="en-US">
              <a:cs typeface="+mn-cs"/>
            </a:endParaRPr>
          </a:p>
        </p:txBody>
      </p:sp>
      <p:sp>
        <p:nvSpPr>
          <p:cNvPr id="266252" name="Freeform 12">
            <a:extLst>
              <a:ext uri="{FF2B5EF4-FFF2-40B4-BE49-F238E27FC236}">
                <a16:creationId xmlns:a16="http://schemas.microsoft.com/office/drawing/2014/main" id="{A37CA86F-F9EA-5348-AB80-DE7715270758}"/>
              </a:ext>
            </a:extLst>
          </p:cNvPr>
          <p:cNvSpPr>
            <a:spLocks/>
          </p:cNvSpPr>
          <p:nvPr/>
        </p:nvSpPr>
        <p:spPr bwMode="auto">
          <a:xfrm>
            <a:off x="2041922" y="3806429"/>
            <a:ext cx="841772" cy="282178"/>
          </a:xfrm>
          <a:custGeom>
            <a:avLst/>
            <a:gdLst>
              <a:gd name="T0" fmla="*/ 0 w 1008"/>
              <a:gd name="T1" fmla="*/ 376237 h 192"/>
              <a:gd name="T2" fmla="*/ 0 w 1008"/>
              <a:gd name="T3" fmla="*/ 0 h 192"/>
              <a:gd name="T4" fmla="*/ 1122362 w 1008"/>
              <a:gd name="T5" fmla="*/ 0 h 192"/>
              <a:gd name="T6" fmla="*/ 1122362 w 1008"/>
              <a:gd name="T7" fmla="*/ 37623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CCECFF"/>
          </a:solidFill>
          <a:ln w="9525">
            <a:solidFill>
              <a:schemeClr val="tx1"/>
            </a:solidFill>
            <a:round/>
            <a:headEnd/>
            <a:tailEnd/>
          </a:ln>
          <a:effectLst/>
        </p:spPr>
        <p:txBody>
          <a:bodyPr/>
          <a:lstStyle/>
          <a:p>
            <a:pPr>
              <a:defRPr/>
            </a:pPr>
            <a:endParaRPr lang="zh-CN" altLang="en-US">
              <a:cs typeface="+mn-cs"/>
            </a:endParaRPr>
          </a:p>
        </p:txBody>
      </p:sp>
      <p:sp>
        <p:nvSpPr>
          <p:cNvPr id="266253" name="Freeform 13">
            <a:extLst>
              <a:ext uri="{FF2B5EF4-FFF2-40B4-BE49-F238E27FC236}">
                <a16:creationId xmlns:a16="http://schemas.microsoft.com/office/drawing/2014/main" id="{E971A37F-DD5B-5044-A082-6A106CA02249}"/>
              </a:ext>
            </a:extLst>
          </p:cNvPr>
          <p:cNvSpPr>
            <a:spLocks/>
          </p:cNvSpPr>
          <p:nvPr/>
        </p:nvSpPr>
        <p:spPr bwMode="auto">
          <a:xfrm>
            <a:off x="2883694" y="4370785"/>
            <a:ext cx="421481" cy="282178"/>
          </a:xfrm>
          <a:custGeom>
            <a:avLst/>
            <a:gdLst>
              <a:gd name="T0" fmla="*/ 0 w 1008"/>
              <a:gd name="T1" fmla="*/ 376237 h 192"/>
              <a:gd name="T2" fmla="*/ 0 w 1008"/>
              <a:gd name="T3" fmla="*/ 0 h 192"/>
              <a:gd name="T4" fmla="*/ 561975 w 1008"/>
              <a:gd name="T5" fmla="*/ 0 h 192"/>
              <a:gd name="T6" fmla="*/ 561975 w 1008"/>
              <a:gd name="T7" fmla="*/ 376237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CCCC00"/>
          </a:solidFill>
          <a:ln w="9525">
            <a:solidFill>
              <a:schemeClr val="tx1"/>
            </a:solidFill>
            <a:round/>
            <a:headEnd/>
            <a:tailEnd/>
          </a:ln>
          <a:effectLst/>
        </p:spPr>
        <p:txBody>
          <a:bodyPr/>
          <a:lstStyle/>
          <a:p>
            <a:pPr>
              <a:defRPr/>
            </a:pPr>
            <a:endParaRPr lang="zh-CN" altLang="en-US">
              <a:cs typeface="+mn-cs"/>
            </a:endParaRPr>
          </a:p>
        </p:txBody>
      </p:sp>
      <p:sp>
        <p:nvSpPr>
          <p:cNvPr id="266254" name="Text Box 14">
            <a:extLst>
              <a:ext uri="{FF2B5EF4-FFF2-40B4-BE49-F238E27FC236}">
                <a16:creationId xmlns:a16="http://schemas.microsoft.com/office/drawing/2014/main" id="{4BD5B76D-38AD-1841-81A6-3EF6E00D773D}"/>
              </a:ext>
            </a:extLst>
          </p:cNvPr>
          <p:cNvSpPr txBox="1">
            <a:spLocks noChangeArrowheads="1"/>
          </p:cNvSpPr>
          <p:nvPr/>
        </p:nvSpPr>
        <p:spPr bwMode="auto">
          <a:xfrm>
            <a:off x="1300162" y="2662238"/>
            <a:ext cx="31290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A</a:t>
            </a:r>
          </a:p>
        </p:txBody>
      </p:sp>
      <p:sp>
        <p:nvSpPr>
          <p:cNvPr id="266255" name="Text Box 15">
            <a:extLst>
              <a:ext uri="{FF2B5EF4-FFF2-40B4-BE49-F238E27FC236}">
                <a16:creationId xmlns:a16="http://schemas.microsoft.com/office/drawing/2014/main" id="{535F2188-C090-234E-BF21-024ADC064C8A}"/>
              </a:ext>
            </a:extLst>
          </p:cNvPr>
          <p:cNvSpPr txBox="1">
            <a:spLocks noChangeArrowheads="1"/>
          </p:cNvSpPr>
          <p:nvPr/>
        </p:nvSpPr>
        <p:spPr bwMode="auto">
          <a:xfrm>
            <a:off x="1300162" y="3226594"/>
            <a:ext cx="31290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B</a:t>
            </a:r>
          </a:p>
        </p:txBody>
      </p:sp>
      <p:sp>
        <p:nvSpPr>
          <p:cNvPr id="266256" name="Text Box 16">
            <a:extLst>
              <a:ext uri="{FF2B5EF4-FFF2-40B4-BE49-F238E27FC236}">
                <a16:creationId xmlns:a16="http://schemas.microsoft.com/office/drawing/2014/main" id="{09CB742A-D9FE-E343-88B1-51ECD762312B}"/>
              </a:ext>
            </a:extLst>
          </p:cNvPr>
          <p:cNvSpPr txBox="1">
            <a:spLocks noChangeArrowheads="1"/>
          </p:cNvSpPr>
          <p:nvPr/>
        </p:nvSpPr>
        <p:spPr bwMode="auto">
          <a:xfrm>
            <a:off x="1300163" y="3790950"/>
            <a:ext cx="32412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C</a:t>
            </a:r>
          </a:p>
        </p:txBody>
      </p:sp>
      <p:sp>
        <p:nvSpPr>
          <p:cNvPr id="266257" name="Text Box 17">
            <a:extLst>
              <a:ext uri="{FF2B5EF4-FFF2-40B4-BE49-F238E27FC236}">
                <a16:creationId xmlns:a16="http://schemas.microsoft.com/office/drawing/2014/main" id="{DAB79F4F-0183-624B-B308-8EA36033D776}"/>
              </a:ext>
            </a:extLst>
          </p:cNvPr>
          <p:cNvSpPr txBox="1">
            <a:spLocks noChangeArrowheads="1"/>
          </p:cNvSpPr>
          <p:nvPr/>
        </p:nvSpPr>
        <p:spPr bwMode="auto">
          <a:xfrm>
            <a:off x="1300163" y="4355307"/>
            <a:ext cx="32412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D</a:t>
            </a:r>
          </a:p>
        </p:txBody>
      </p:sp>
      <p:sp>
        <p:nvSpPr>
          <p:cNvPr id="266258" name="Line 18">
            <a:extLst>
              <a:ext uri="{FF2B5EF4-FFF2-40B4-BE49-F238E27FC236}">
                <a16:creationId xmlns:a16="http://schemas.microsoft.com/office/drawing/2014/main" id="{C62297F9-C3E3-5F4A-A69D-7640E5BEECC9}"/>
              </a:ext>
            </a:extLst>
          </p:cNvPr>
          <p:cNvSpPr>
            <a:spLocks noChangeShapeType="1"/>
          </p:cNvSpPr>
          <p:nvPr/>
        </p:nvSpPr>
        <p:spPr bwMode="auto">
          <a:xfrm>
            <a:off x="4448175" y="3806429"/>
            <a:ext cx="3189685" cy="0"/>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259" name="Line 19">
            <a:extLst>
              <a:ext uri="{FF2B5EF4-FFF2-40B4-BE49-F238E27FC236}">
                <a16:creationId xmlns:a16="http://schemas.microsoft.com/office/drawing/2014/main" id="{136CE8C0-BE78-0343-9D25-1D5BB7AE48AF}"/>
              </a:ext>
            </a:extLst>
          </p:cNvPr>
          <p:cNvSpPr>
            <a:spLocks noChangeShapeType="1"/>
          </p:cNvSpPr>
          <p:nvPr/>
        </p:nvSpPr>
        <p:spPr bwMode="auto">
          <a:xfrm>
            <a:off x="4930379" y="3736182"/>
            <a:ext cx="0" cy="70247"/>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260" name="Text Box 20">
            <a:extLst>
              <a:ext uri="{FF2B5EF4-FFF2-40B4-BE49-F238E27FC236}">
                <a16:creationId xmlns:a16="http://schemas.microsoft.com/office/drawing/2014/main" id="{BA0733ED-2266-F844-A9C8-36F7D5AB628C}"/>
              </a:ext>
            </a:extLst>
          </p:cNvPr>
          <p:cNvSpPr txBox="1">
            <a:spLocks noChangeArrowheads="1"/>
          </p:cNvSpPr>
          <p:nvPr/>
        </p:nvSpPr>
        <p:spPr bwMode="auto">
          <a:xfrm>
            <a:off x="2974181" y="2650332"/>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a</a:t>
            </a:r>
          </a:p>
        </p:txBody>
      </p:sp>
      <p:sp>
        <p:nvSpPr>
          <p:cNvPr id="266261" name="Text Box 21">
            <a:extLst>
              <a:ext uri="{FF2B5EF4-FFF2-40B4-BE49-F238E27FC236}">
                <a16:creationId xmlns:a16="http://schemas.microsoft.com/office/drawing/2014/main" id="{71704D93-7537-E948-BD4A-A79FED46B45F}"/>
              </a:ext>
            </a:extLst>
          </p:cNvPr>
          <p:cNvSpPr txBox="1">
            <a:spLocks noChangeArrowheads="1"/>
          </p:cNvSpPr>
          <p:nvPr/>
        </p:nvSpPr>
        <p:spPr bwMode="auto">
          <a:xfrm>
            <a:off x="6712744" y="3514725"/>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a</a:t>
            </a:r>
          </a:p>
        </p:txBody>
      </p:sp>
      <p:sp>
        <p:nvSpPr>
          <p:cNvPr id="266262" name="Text Box 22">
            <a:extLst>
              <a:ext uri="{FF2B5EF4-FFF2-40B4-BE49-F238E27FC236}">
                <a16:creationId xmlns:a16="http://schemas.microsoft.com/office/drawing/2014/main" id="{C1AE6484-B631-4241-9DD8-3C5D243E2450}"/>
              </a:ext>
            </a:extLst>
          </p:cNvPr>
          <p:cNvSpPr txBox="1">
            <a:spLocks noChangeArrowheads="1"/>
          </p:cNvSpPr>
          <p:nvPr/>
        </p:nvSpPr>
        <p:spPr bwMode="auto">
          <a:xfrm>
            <a:off x="4719638" y="3514725"/>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b</a:t>
            </a:r>
          </a:p>
        </p:txBody>
      </p:sp>
      <p:sp>
        <p:nvSpPr>
          <p:cNvPr id="266263" name="Text Box 23">
            <a:extLst>
              <a:ext uri="{FF2B5EF4-FFF2-40B4-BE49-F238E27FC236}">
                <a16:creationId xmlns:a16="http://schemas.microsoft.com/office/drawing/2014/main" id="{41F92DFA-1007-4441-96E8-8FC073CB90EC}"/>
              </a:ext>
            </a:extLst>
          </p:cNvPr>
          <p:cNvSpPr txBox="1">
            <a:spLocks noChangeArrowheads="1"/>
          </p:cNvSpPr>
          <p:nvPr/>
        </p:nvSpPr>
        <p:spPr bwMode="auto">
          <a:xfrm>
            <a:off x="1697831" y="3240882"/>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b</a:t>
            </a:r>
          </a:p>
        </p:txBody>
      </p:sp>
      <p:sp>
        <p:nvSpPr>
          <p:cNvPr id="266264" name="Text Box 24">
            <a:extLst>
              <a:ext uri="{FF2B5EF4-FFF2-40B4-BE49-F238E27FC236}">
                <a16:creationId xmlns:a16="http://schemas.microsoft.com/office/drawing/2014/main" id="{63DF67FD-2DF3-CD4F-BEEF-478699627DFD}"/>
              </a:ext>
            </a:extLst>
          </p:cNvPr>
          <p:cNvSpPr txBox="1">
            <a:spLocks noChangeArrowheads="1"/>
          </p:cNvSpPr>
          <p:nvPr/>
        </p:nvSpPr>
        <p:spPr bwMode="auto">
          <a:xfrm>
            <a:off x="2563416" y="3783807"/>
            <a:ext cx="28084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c</a:t>
            </a:r>
          </a:p>
        </p:txBody>
      </p:sp>
      <p:sp>
        <p:nvSpPr>
          <p:cNvPr id="266265" name="Text Box 25">
            <a:extLst>
              <a:ext uri="{FF2B5EF4-FFF2-40B4-BE49-F238E27FC236}">
                <a16:creationId xmlns:a16="http://schemas.microsoft.com/office/drawing/2014/main" id="{FFEB364A-6D5C-D949-81D5-9582301CBC1B}"/>
              </a:ext>
            </a:extLst>
          </p:cNvPr>
          <p:cNvSpPr txBox="1">
            <a:spLocks noChangeArrowheads="1"/>
          </p:cNvSpPr>
          <p:nvPr/>
        </p:nvSpPr>
        <p:spPr bwMode="auto">
          <a:xfrm>
            <a:off x="2949179" y="4351735"/>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d</a:t>
            </a:r>
          </a:p>
        </p:txBody>
      </p:sp>
      <p:sp>
        <p:nvSpPr>
          <p:cNvPr id="266266" name="Text Box 26">
            <a:extLst>
              <a:ext uri="{FF2B5EF4-FFF2-40B4-BE49-F238E27FC236}">
                <a16:creationId xmlns:a16="http://schemas.microsoft.com/office/drawing/2014/main" id="{39DB56B3-6145-644D-B534-C2D119FC716F}"/>
              </a:ext>
            </a:extLst>
          </p:cNvPr>
          <p:cNvSpPr txBox="1">
            <a:spLocks noChangeArrowheads="1"/>
          </p:cNvSpPr>
          <p:nvPr/>
        </p:nvSpPr>
        <p:spPr bwMode="auto">
          <a:xfrm>
            <a:off x="5447110" y="3514725"/>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b</a:t>
            </a:r>
          </a:p>
        </p:txBody>
      </p:sp>
      <p:sp>
        <p:nvSpPr>
          <p:cNvPr id="266267" name="Text Box 27">
            <a:extLst>
              <a:ext uri="{FF2B5EF4-FFF2-40B4-BE49-F238E27FC236}">
                <a16:creationId xmlns:a16="http://schemas.microsoft.com/office/drawing/2014/main" id="{68CB3BB9-2AD1-0343-8A24-33BBFA439E27}"/>
              </a:ext>
            </a:extLst>
          </p:cNvPr>
          <p:cNvSpPr txBox="1">
            <a:spLocks noChangeArrowheads="1"/>
          </p:cNvSpPr>
          <p:nvPr/>
        </p:nvSpPr>
        <p:spPr bwMode="auto">
          <a:xfrm>
            <a:off x="5622131" y="3514725"/>
            <a:ext cx="28084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c</a:t>
            </a:r>
          </a:p>
        </p:txBody>
      </p:sp>
      <p:sp>
        <p:nvSpPr>
          <p:cNvPr id="266268" name="Text Box 28">
            <a:extLst>
              <a:ext uri="{FF2B5EF4-FFF2-40B4-BE49-F238E27FC236}">
                <a16:creationId xmlns:a16="http://schemas.microsoft.com/office/drawing/2014/main" id="{CB10E775-1AEC-1A46-9FF8-5AA59BAB3D3D}"/>
              </a:ext>
            </a:extLst>
          </p:cNvPr>
          <p:cNvSpPr txBox="1">
            <a:spLocks noChangeArrowheads="1"/>
          </p:cNvSpPr>
          <p:nvPr/>
        </p:nvSpPr>
        <p:spPr bwMode="auto">
          <a:xfrm>
            <a:off x="4549379" y="3514725"/>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a</a:t>
            </a:r>
          </a:p>
        </p:txBody>
      </p:sp>
      <p:sp>
        <p:nvSpPr>
          <p:cNvPr id="266269" name="Text Box 29">
            <a:extLst>
              <a:ext uri="{FF2B5EF4-FFF2-40B4-BE49-F238E27FC236}">
                <a16:creationId xmlns:a16="http://schemas.microsoft.com/office/drawing/2014/main" id="{3E24A7A5-4561-7A42-B5DC-43B57CC6E8AB}"/>
              </a:ext>
            </a:extLst>
          </p:cNvPr>
          <p:cNvSpPr txBox="1">
            <a:spLocks noChangeArrowheads="1"/>
          </p:cNvSpPr>
          <p:nvPr/>
        </p:nvSpPr>
        <p:spPr bwMode="auto">
          <a:xfrm>
            <a:off x="3470672" y="2662238"/>
            <a:ext cx="23756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t</a:t>
            </a:r>
          </a:p>
        </p:txBody>
      </p:sp>
      <p:sp>
        <p:nvSpPr>
          <p:cNvPr id="266270" name="Text Box 30">
            <a:extLst>
              <a:ext uri="{FF2B5EF4-FFF2-40B4-BE49-F238E27FC236}">
                <a16:creationId xmlns:a16="http://schemas.microsoft.com/office/drawing/2014/main" id="{1E924295-8478-ED48-81A2-DA844F004A8E}"/>
              </a:ext>
            </a:extLst>
          </p:cNvPr>
          <p:cNvSpPr txBox="1">
            <a:spLocks noChangeArrowheads="1"/>
          </p:cNvSpPr>
          <p:nvPr/>
        </p:nvSpPr>
        <p:spPr bwMode="auto">
          <a:xfrm>
            <a:off x="3470672" y="3239691"/>
            <a:ext cx="23756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t</a:t>
            </a:r>
          </a:p>
        </p:txBody>
      </p:sp>
      <p:sp>
        <p:nvSpPr>
          <p:cNvPr id="266271" name="Text Box 31">
            <a:extLst>
              <a:ext uri="{FF2B5EF4-FFF2-40B4-BE49-F238E27FC236}">
                <a16:creationId xmlns:a16="http://schemas.microsoft.com/office/drawing/2014/main" id="{7A632765-89C3-0447-AD72-80B2062E16F0}"/>
              </a:ext>
            </a:extLst>
          </p:cNvPr>
          <p:cNvSpPr txBox="1">
            <a:spLocks noChangeArrowheads="1"/>
          </p:cNvSpPr>
          <p:nvPr/>
        </p:nvSpPr>
        <p:spPr bwMode="auto">
          <a:xfrm>
            <a:off x="3470672" y="3817144"/>
            <a:ext cx="23756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t</a:t>
            </a:r>
          </a:p>
        </p:txBody>
      </p:sp>
      <p:sp>
        <p:nvSpPr>
          <p:cNvPr id="266272" name="Text Box 32">
            <a:extLst>
              <a:ext uri="{FF2B5EF4-FFF2-40B4-BE49-F238E27FC236}">
                <a16:creationId xmlns:a16="http://schemas.microsoft.com/office/drawing/2014/main" id="{C04643D6-715B-B343-8197-C75C783C3CA7}"/>
              </a:ext>
            </a:extLst>
          </p:cNvPr>
          <p:cNvSpPr txBox="1">
            <a:spLocks noChangeArrowheads="1"/>
          </p:cNvSpPr>
          <p:nvPr/>
        </p:nvSpPr>
        <p:spPr bwMode="auto">
          <a:xfrm>
            <a:off x="3470672" y="4394598"/>
            <a:ext cx="23756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t</a:t>
            </a:r>
          </a:p>
        </p:txBody>
      </p:sp>
      <p:sp>
        <p:nvSpPr>
          <p:cNvPr id="266273" name="Text Box 33">
            <a:extLst>
              <a:ext uri="{FF2B5EF4-FFF2-40B4-BE49-F238E27FC236}">
                <a16:creationId xmlns:a16="http://schemas.microsoft.com/office/drawing/2014/main" id="{25305C4C-E697-C44B-A1AF-7563D26E99DE}"/>
              </a:ext>
            </a:extLst>
          </p:cNvPr>
          <p:cNvSpPr txBox="1">
            <a:spLocks noChangeArrowheads="1"/>
          </p:cNvSpPr>
          <p:nvPr/>
        </p:nvSpPr>
        <p:spPr bwMode="auto">
          <a:xfrm>
            <a:off x="7622381" y="3508773"/>
            <a:ext cx="23756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t</a:t>
            </a:r>
          </a:p>
        </p:txBody>
      </p:sp>
      <p:sp>
        <p:nvSpPr>
          <p:cNvPr id="266274" name="Line 34">
            <a:extLst>
              <a:ext uri="{FF2B5EF4-FFF2-40B4-BE49-F238E27FC236}">
                <a16:creationId xmlns:a16="http://schemas.microsoft.com/office/drawing/2014/main" id="{A7A14767-C8F2-6547-9C91-CC3491D99E22}"/>
              </a:ext>
            </a:extLst>
          </p:cNvPr>
          <p:cNvSpPr>
            <a:spLocks noChangeShapeType="1"/>
          </p:cNvSpPr>
          <p:nvPr/>
        </p:nvSpPr>
        <p:spPr bwMode="auto">
          <a:xfrm>
            <a:off x="6193631" y="3736182"/>
            <a:ext cx="0" cy="70247"/>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275" name="Line 35">
            <a:extLst>
              <a:ext uri="{FF2B5EF4-FFF2-40B4-BE49-F238E27FC236}">
                <a16:creationId xmlns:a16="http://schemas.microsoft.com/office/drawing/2014/main" id="{8C2275EE-DC91-CE4C-B7B5-45F7279BD951}"/>
              </a:ext>
            </a:extLst>
          </p:cNvPr>
          <p:cNvSpPr>
            <a:spLocks noChangeShapeType="1"/>
          </p:cNvSpPr>
          <p:nvPr/>
        </p:nvSpPr>
        <p:spPr bwMode="auto">
          <a:xfrm>
            <a:off x="2041922" y="3454003"/>
            <a:ext cx="0" cy="71438"/>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276" name="Line 36">
            <a:extLst>
              <a:ext uri="{FF2B5EF4-FFF2-40B4-BE49-F238E27FC236}">
                <a16:creationId xmlns:a16="http://schemas.microsoft.com/office/drawing/2014/main" id="{408E2D9F-6C4E-FB4A-B06C-A01B20D40D74}"/>
              </a:ext>
            </a:extLst>
          </p:cNvPr>
          <p:cNvSpPr>
            <a:spLocks noChangeShapeType="1"/>
          </p:cNvSpPr>
          <p:nvPr/>
        </p:nvSpPr>
        <p:spPr bwMode="auto">
          <a:xfrm>
            <a:off x="2463404" y="4018360"/>
            <a:ext cx="0" cy="70247"/>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277" name="Line 37">
            <a:extLst>
              <a:ext uri="{FF2B5EF4-FFF2-40B4-BE49-F238E27FC236}">
                <a16:creationId xmlns:a16="http://schemas.microsoft.com/office/drawing/2014/main" id="{409B17A8-47E6-B943-AAEE-3E95362CF609}"/>
              </a:ext>
            </a:extLst>
          </p:cNvPr>
          <p:cNvSpPr>
            <a:spLocks noChangeShapeType="1"/>
          </p:cNvSpPr>
          <p:nvPr/>
        </p:nvSpPr>
        <p:spPr bwMode="auto">
          <a:xfrm>
            <a:off x="2883694" y="3454003"/>
            <a:ext cx="0" cy="71438"/>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278" name="Line 38">
            <a:extLst>
              <a:ext uri="{FF2B5EF4-FFF2-40B4-BE49-F238E27FC236}">
                <a16:creationId xmlns:a16="http://schemas.microsoft.com/office/drawing/2014/main" id="{A6743E20-97F6-9447-9962-72EC2B8B1654}"/>
              </a:ext>
            </a:extLst>
          </p:cNvPr>
          <p:cNvSpPr>
            <a:spLocks noChangeShapeType="1"/>
          </p:cNvSpPr>
          <p:nvPr/>
        </p:nvSpPr>
        <p:spPr bwMode="auto">
          <a:xfrm>
            <a:off x="2041922" y="4582716"/>
            <a:ext cx="0" cy="70247"/>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279" name="Line 39">
            <a:extLst>
              <a:ext uri="{FF2B5EF4-FFF2-40B4-BE49-F238E27FC236}">
                <a16:creationId xmlns:a16="http://schemas.microsoft.com/office/drawing/2014/main" id="{3DCD370A-194B-4E41-AA35-021B77AE6653}"/>
              </a:ext>
            </a:extLst>
          </p:cNvPr>
          <p:cNvSpPr>
            <a:spLocks noChangeShapeType="1"/>
          </p:cNvSpPr>
          <p:nvPr/>
        </p:nvSpPr>
        <p:spPr bwMode="auto">
          <a:xfrm>
            <a:off x="3305175" y="4018360"/>
            <a:ext cx="0" cy="70247"/>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280" name="Line 40">
            <a:extLst>
              <a:ext uri="{FF2B5EF4-FFF2-40B4-BE49-F238E27FC236}">
                <a16:creationId xmlns:a16="http://schemas.microsoft.com/office/drawing/2014/main" id="{74F5EA86-02C2-5D40-A846-A2B385BD673C}"/>
              </a:ext>
            </a:extLst>
          </p:cNvPr>
          <p:cNvSpPr>
            <a:spLocks noChangeShapeType="1"/>
          </p:cNvSpPr>
          <p:nvPr/>
        </p:nvSpPr>
        <p:spPr bwMode="auto">
          <a:xfrm>
            <a:off x="2883694" y="4582716"/>
            <a:ext cx="0" cy="70247"/>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281" name="Line 41">
            <a:extLst>
              <a:ext uri="{FF2B5EF4-FFF2-40B4-BE49-F238E27FC236}">
                <a16:creationId xmlns:a16="http://schemas.microsoft.com/office/drawing/2014/main" id="{D9B4E732-C181-134A-B5F0-BD2A65223966}"/>
              </a:ext>
            </a:extLst>
          </p:cNvPr>
          <p:cNvSpPr>
            <a:spLocks noChangeShapeType="1"/>
          </p:cNvSpPr>
          <p:nvPr/>
        </p:nvSpPr>
        <p:spPr bwMode="auto">
          <a:xfrm>
            <a:off x="4569619" y="3877866"/>
            <a:ext cx="0" cy="140494"/>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282" name="Line 42">
            <a:extLst>
              <a:ext uri="{FF2B5EF4-FFF2-40B4-BE49-F238E27FC236}">
                <a16:creationId xmlns:a16="http://schemas.microsoft.com/office/drawing/2014/main" id="{F70024FE-5762-D344-8A6B-65578B22EF53}"/>
              </a:ext>
            </a:extLst>
          </p:cNvPr>
          <p:cNvSpPr>
            <a:spLocks noChangeShapeType="1"/>
          </p:cNvSpPr>
          <p:nvPr/>
        </p:nvSpPr>
        <p:spPr bwMode="auto">
          <a:xfrm>
            <a:off x="5291138" y="3877866"/>
            <a:ext cx="0" cy="140494"/>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283" name="Line 43">
            <a:extLst>
              <a:ext uri="{FF2B5EF4-FFF2-40B4-BE49-F238E27FC236}">
                <a16:creationId xmlns:a16="http://schemas.microsoft.com/office/drawing/2014/main" id="{CFD10EE3-8E21-FF45-8D90-DFD7705926D8}"/>
              </a:ext>
            </a:extLst>
          </p:cNvPr>
          <p:cNvSpPr>
            <a:spLocks noChangeShapeType="1"/>
          </p:cNvSpPr>
          <p:nvPr/>
        </p:nvSpPr>
        <p:spPr bwMode="auto">
          <a:xfrm>
            <a:off x="6012656" y="3877866"/>
            <a:ext cx="0" cy="140494"/>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284" name="Line 44">
            <a:extLst>
              <a:ext uri="{FF2B5EF4-FFF2-40B4-BE49-F238E27FC236}">
                <a16:creationId xmlns:a16="http://schemas.microsoft.com/office/drawing/2014/main" id="{D575D788-E3E7-B849-9017-F706E7962E09}"/>
              </a:ext>
            </a:extLst>
          </p:cNvPr>
          <p:cNvSpPr>
            <a:spLocks noChangeShapeType="1"/>
          </p:cNvSpPr>
          <p:nvPr/>
        </p:nvSpPr>
        <p:spPr bwMode="auto">
          <a:xfrm>
            <a:off x="6735366" y="3877866"/>
            <a:ext cx="0" cy="140494"/>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285" name="Line 45">
            <a:extLst>
              <a:ext uri="{FF2B5EF4-FFF2-40B4-BE49-F238E27FC236}">
                <a16:creationId xmlns:a16="http://schemas.microsoft.com/office/drawing/2014/main" id="{C043A4AE-0B91-E04A-9DAB-65875E52B446}"/>
              </a:ext>
            </a:extLst>
          </p:cNvPr>
          <p:cNvSpPr>
            <a:spLocks noChangeShapeType="1"/>
          </p:cNvSpPr>
          <p:nvPr/>
        </p:nvSpPr>
        <p:spPr bwMode="auto">
          <a:xfrm>
            <a:off x="4569619" y="3948113"/>
            <a:ext cx="721519" cy="0"/>
          </a:xfrm>
          <a:prstGeom prst="line">
            <a:avLst/>
          </a:prstGeom>
          <a:noFill/>
          <a:ln w="28575">
            <a:solidFill>
              <a:srgbClr val="333399"/>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286" name="Line 46">
            <a:extLst>
              <a:ext uri="{FF2B5EF4-FFF2-40B4-BE49-F238E27FC236}">
                <a16:creationId xmlns:a16="http://schemas.microsoft.com/office/drawing/2014/main" id="{B0185160-9EDA-F04A-B28C-590133E8CCAA}"/>
              </a:ext>
            </a:extLst>
          </p:cNvPr>
          <p:cNvSpPr>
            <a:spLocks noChangeShapeType="1"/>
          </p:cNvSpPr>
          <p:nvPr/>
        </p:nvSpPr>
        <p:spPr bwMode="auto">
          <a:xfrm>
            <a:off x="5291138" y="3948113"/>
            <a:ext cx="721519" cy="0"/>
          </a:xfrm>
          <a:prstGeom prst="line">
            <a:avLst/>
          </a:prstGeom>
          <a:noFill/>
          <a:ln w="28575">
            <a:solidFill>
              <a:srgbClr val="333399"/>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287" name="Line 47">
            <a:extLst>
              <a:ext uri="{FF2B5EF4-FFF2-40B4-BE49-F238E27FC236}">
                <a16:creationId xmlns:a16="http://schemas.microsoft.com/office/drawing/2014/main" id="{F09CF1E5-B9E1-F547-82DB-1D6781B301A2}"/>
              </a:ext>
            </a:extLst>
          </p:cNvPr>
          <p:cNvSpPr>
            <a:spLocks noChangeShapeType="1"/>
          </p:cNvSpPr>
          <p:nvPr/>
        </p:nvSpPr>
        <p:spPr bwMode="auto">
          <a:xfrm>
            <a:off x="6012657" y="3948113"/>
            <a:ext cx="722710" cy="0"/>
          </a:xfrm>
          <a:prstGeom prst="line">
            <a:avLst/>
          </a:prstGeom>
          <a:noFill/>
          <a:ln w="28575">
            <a:solidFill>
              <a:srgbClr val="333399"/>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4431" name="Text Box 48">
            <a:extLst>
              <a:ext uri="{FF2B5EF4-FFF2-40B4-BE49-F238E27FC236}">
                <a16:creationId xmlns:a16="http://schemas.microsoft.com/office/drawing/2014/main" id="{188824F3-C133-0E4C-B136-53F78E8803F3}"/>
              </a:ext>
            </a:extLst>
          </p:cNvPr>
          <p:cNvSpPr txBox="1">
            <a:spLocks noChangeArrowheads="1"/>
          </p:cNvSpPr>
          <p:nvPr/>
        </p:nvSpPr>
        <p:spPr bwMode="auto">
          <a:xfrm>
            <a:off x="5472113" y="4488657"/>
            <a:ext cx="14991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4 </a:t>
            </a:r>
            <a:r>
              <a:rPr kumimoji="1" lang="zh-CN" altLang="en-US" sz="1500">
                <a:latin typeface="Arial" panose="020B0604020202020204" pitchFamily="34" charset="0"/>
                <a:ea typeface="宋体" panose="02010600030101010101" pitchFamily="2" charset="-122"/>
              </a:rPr>
              <a:t>个时分复用帧</a:t>
            </a:r>
          </a:p>
        </p:txBody>
      </p:sp>
      <p:sp>
        <p:nvSpPr>
          <p:cNvPr id="266289" name="Text Box 49">
            <a:extLst>
              <a:ext uri="{FF2B5EF4-FFF2-40B4-BE49-F238E27FC236}">
                <a16:creationId xmlns:a16="http://schemas.microsoft.com/office/drawing/2014/main" id="{2FF4CA84-04B1-5F4C-A1FA-CA3A9D00C9CB}"/>
              </a:ext>
            </a:extLst>
          </p:cNvPr>
          <p:cNvSpPr txBox="1">
            <a:spLocks noChangeArrowheads="1"/>
          </p:cNvSpPr>
          <p:nvPr/>
        </p:nvSpPr>
        <p:spPr bwMode="auto">
          <a:xfrm>
            <a:off x="4749404" y="3910013"/>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a:t>
            </a:r>
          </a:p>
        </p:txBody>
      </p:sp>
      <p:sp>
        <p:nvSpPr>
          <p:cNvPr id="266290" name="Line 50">
            <a:extLst>
              <a:ext uri="{FF2B5EF4-FFF2-40B4-BE49-F238E27FC236}">
                <a16:creationId xmlns:a16="http://schemas.microsoft.com/office/drawing/2014/main" id="{9B6096A6-5567-E54D-A9DB-8ED7A7FE8ACD}"/>
              </a:ext>
            </a:extLst>
          </p:cNvPr>
          <p:cNvSpPr>
            <a:spLocks noChangeShapeType="1"/>
          </p:cNvSpPr>
          <p:nvPr/>
        </p:nvSpPr>
        <p:spPr bwMode="auto">
          <a:xfrm>
            <a:off x="3600450" y="3001566"/>
            <a:ext cx="788194" cy="523875"/>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291" name="Line 51">
            <a:extLst>
              <a:ext uri="{FF2B5EF4-FFF2-40B4-BE49-F238E27FC236}">
                <a16:creationId xmlns:a16="http://schemas.microsoft.com/office/drawing/2014/main" id="{A2BAEB1D-85B3-E54B-BB00-DFCC51B2733A}"/>
              </a:ext>
            </a:extLst>
          </p:cNvPr>
          <p:cNvSpPr>
            <a:spLocks noChangeShapeType="1"/>
          </p:cNvSpPr>
          <p:nvPr/>
        </p:nvSpPr>
        <p:spPr bwMode="auto">
          <a:xfrm>
            <a:off x="3600451" y="3542110"/>
            <a:ext cx="727472" cy="123825"/>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292" name="Line 52">
            <a:extLst>
              <a:ext uri="{FF2B5EF4-FFF2-40B4-BE49-F238E27FC236}">
                <a16:creationId xmlns:a16="http://schemas.microsoft.com/office/drawing/2014/main" id="{B7F58E74-1045-D14C-A972-C966F0C68911}"/>
              </a:ext>
            </a:extLst>
          </p:cNvPr>
          <p:cNvSpPr>
            <a:spLocks noChangeShapeType="1"/>
          </p:cNvSpPr>
          <p:nvPr/>
        </p:nvSpPr>
        <p:spPr bwMode="auto">
          <a:xfrm flipV="1">
            <a:off x="3654029" y="3806429"/>
            <a:ext cx="673894" cy="275034"/>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293" name="Line 53">
            <a:extLst>
              <a:ext uri="{FF2B5EF4-FFF2-40B4-BE49-F238E27FC236}">
                <a16:creationId xmlns:a16="http://schemas.microsoft.com/office/drawing/2014/main" id="{4873AA77-A231-844C-AE4A-34FCA01C7403}"/>
              </a:ext>
            </a:extLst>
          </p:cNvPr>
          <p:cNvSpPr>
            <a:spLocks noChangeShapeType="1"/>
          </p:cNvSpPr>
          <p:nvPr/>
        </p:nvSpPr>
        <p:spPr bwMode="auto">
          <a:xfrm flipV="1">
            <a:off x="3665935" y="3948112"/>
            <a:ext cx="722709" cy="634604"/>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4437" name="Text Box 54">
            <a:extLst>
              <a:ext uri="{FF2B5EF4-FFF2-40B4-BE49-F238E27FC236}">
                <a16:creationId xmlns:a16="http://schemas.microsoft.com/office/drawing/2014/main" id="{9E829D13-8E0D-2E42-BD6D-6890A38A30E7}"/>
              </a:ext>
            </a:extLst>
          </p:cNvPr>
          <p:cNvSpPr txBox="1">
            <a:spLocks noChangeArrowheads="1"/>
          </p:cNvSpPr>
          <p:nvPr/>
        </p:nvSpPr>
        <p:spPr bwMode="auto">
          <a:xfrm>
            <a:off x="3654028" y="4136232"/>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④</a:t>
            </a:r>
          </a:p>
        </p:txBody>
      </p:sp>
      <p:sp>
        <p:nvSpPr>
          <p:cNvPr id="144438" name="Text Box 55">
            <a:extLst>
              <a:ext uri="{FF2B5EF4-FFF2-40B4-BE49-F238E27FC236}">
                <a16:creationId xmlns:a16="http://schemas.microsoft.com/office/drawing/2014/main" id="{396DC8EF-C7D6-E94F-B99D-EBE969A3ED26}"/>
              </a:ext>
            </a:extLst>
          </p:cNvPr>
          <p:cNvSpPr txBox="1">
            <a:spLocks noChangeArrowheads="1"/>
          </p:cNvSpPr>
          <p:nvPr/>
        </p:nvSpPr>
        <p:spPr bwMode="auto">
          <a:xfrm>
            <a:off x="3600450" y="3757613"/>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③</a:t>
            </a:r>
          </a:p>
        </p:txBody>
      </p:sp>
      <p:sp>
        <p:nvSpPr>
          <p:cNvPr id="144439" name="Text Box 56">
            <a:extLst>
              <a:ext uri="{FF2B5EF4-FFF2-40B4-BE49-F238E27FC236}">
                <a16:creationId xmlns:a16="http://schemas.microsoft.com/office/drawing/2014/main" id="{85C66AB2-4B07-544E-8E69-D26E84896175}"/>
              </a:ext>
            </a:extLst>
          </p:cNvPr>
          <p:cNvSpPr txBox="1">
            <a:spLocks noChangeArrowheads="1"/>
          </p:cNvSpPr>
          <p:nvPr/>
        </p:nvSpPr>
        <p:spPr bwMode="auto">
          <a:xfrm>
            <a:off x="3600450" y="3271838"/>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②</a:t>
            </a:r>
          </a:p>
        </p:txBody>
      </p:sp>
      <p:sp>
        <p:nvSpPr>
          <p:cNvPr id="144440" name="Text Box 57">
            <a:extLst>
              <a:ext uri="{FF2B5EF4-FFF2-40B4-BE49-F238E27FC236}">
                <a16:creationId xmlns:a16="http://schemas.microsoft.com/office/drawing/2014/main" id="{3BBF8BFA-1840-4349-B557-4C18167DF243}"/>
              </a:ext>
            </a:extLst>
          </p:cNvPr>
          <p:cNvSpPr txBox="1">
            <a:spLocks noChangeArrowheads="1"/>
          </p:cNvSpPr>
          <p:nvPr/>
        </p:nvSpPr>
        <p:spPr bwMode="auto">
          <a:xfrm>
            <a:off x="3707606" y="2839641"/>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①</a:t>
            </a:r>
          </a:p>
        </p:txBody>
      </p:sp>
      <p:sp>
        <p:nvSpPr>
          <p:cNvPr id="266298" name="Freeform 58">
            <a:extLst>
              <a:ext uri="{FF2B5EF4-FFF2-40B4-BE49-F238E27FC236}">
                <a16:creationId xmlns:a16="http://schemas.microsoft.com/office/drawing/2014/main" id="{4290D54C-D5D2-C047-83E8-4076DBA01FB5}"/>
              </a:ext>
            </a:extLst>
          </p:cNvPr>
          <p:cNvSpPr>
            <a:spLocks/>
          </p:cNvSpPr>
          <p:nvPr/>
        </p:nvSpPr>
        <p:spPr bwMode="auto">
          <a:xfrm>
            <a:off x="1620442" y="2678906"/>
            <a:ext cx="421481" cy="282179"/>
          </a:xfrm>
          <a:custGeom>
            <a:avLst/>
            <a:gdLst>
              <a:gd name="T0" fmla="*/ 0 w 1008"/>
              <a:gd name="T1" fmla="*/ 376238 h 192"/>
              <a:gd name="T2" fmla="*/ 0 w 1008"/>
              <a:gd name="T3" fmla="*/ 0 h 192"/>
              <a:gd name="T4" fmla="*/ 561975 w 1008"/>
              <a:gd name="T5" fmla="*/ 0 h 192"/>
              <a:gd name="T6" fmla="*/ 561975 w 1008"/>
              <a:gd name="T7" fmla="*/ 376238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FFCCFF"/>
          </a:solidFill>
          <a:ln w="9525">
            <a:solidFill>
              <a:schemeClr val="tx1"/>
            </a:solidFill>
            <a:round/>
            <a:headEnd/>
            <a:tailEnd/>
          </a:ln>
          <a:effectLst/>
        </p:spPr>
        <p:txBody>
          <a:bodyPr/>
          <a:lstStyle/>
          <a:p>
            <a:pPr>
              <a:defRPr/>
            </a:pPr>
            <a:endParaRPr lang="zh-CN" altLang="en-US">
              <a:cs typeface="+mn-cs"/>
            </a:endParaRPr>
          </a:p>
        </p:txBody>
      </p:sp>
      <p:sp>
        <p:nvSpPr>
          <p:cNvPr id="266299" name="Line 59">
            <a:extLst>
              <a:ext uri="{FF2B5EF4-FFF2-40B4-BE49-F238E27FC236}">
                <a16:creationId xmlns:a16="http://schemas.microsoft.com/office/drawing/2014/main" id="{657289FC-0D9F-4349-A1DB-A2C5991CBF6C}"/>
              </a:ext>
            </a:extLst>
          </p:cNvPr>
          <p:cNvSpPr>
            <a:spLocks noChangeShapeType="1"/>
          </p:cNvSpPr>
          <p:nvPr/>
        </p:nvSpPr>
        <p:spPr bwMode="auto">
          <a:xfrm>
            <a:off x="3305175" y="3454003"/>
            <a:ext cx="0" cy="71438"/>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00" name="Line 60">
            <a:extLst>
              <a:ext uri="{FF2B5EF4-FFF2-40B4-BE49-F238E27FC236}">
                <a16:creationId xmlns:a16="http://schemas.microsoft.com/office/drawing/2014/main" id="{319C582D-054A-4243-8FF6-7573E8644C5E}"/>
              </a:ext>
            </a:extLst>
          </p:cNvPr>
          <p:cNvSpPr>
            <a:spLocks noChangeShapeType="1"/>
          </p:cNvSpPr>
          <p:nvPr/>
        </p:nvSpPr>
        <p:spPr bwMode="auto">
          <a:xfrm>
            <a:off x="1620441" y="4568428"/>
            <a:ext cx="0" cy="70247"/>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01" name="Text Box 61">
            <a:extLst>
              <a:ext uri="{FF2B5EF4-FFF2-40B4-BE49-F238E27FC236}">
                <a16:creationId xmlns:a16="http://schemas.microsoft.com/office/drawing/2014/main" id="{09BF98EA-CD9E-EE4D-A26B-A447B8148D3C}"/>
              </a:ext>
            </a:extLst>
          </p:cNvPr>
          <p:cNvSpPr txBox="1">
            <a:spLocks noChangeArrowheads="1"/>
          </p:cNvSpPr>
          <p:nvPr/>
        </p:nvSpPr>
        <p:spPr bwMode="auto">
          <a:xfrm>
            <a:off x="1697831" y="2647950"/>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a</a:t>
            </a:r>
          </a:p>
        </p:txBody>
      </p:sp>
      <p:sp>
        <p:nvSpPr>
          <p:cNvPr id="266302" name="Text Box 62">
            <a:extLst>
              <a:ext uri="{FF2B5EF4-FFF2-40B4-BE49-F238E27FC236}">
                <a16:creationId xmlns:a16="http://schemas.microsoft.com/office/drawing/2014/main" id="{C54B9618-D238-9640-9987-B7B7BA2FC0B4}"/>
              </a:ext>
            </a:extLst>
          </p:cNvPr>
          <p:cNvSpPr txBox="1">
            <a:spLocks noChangeArrowheads="1"/>
          </p:cNvSpPr>
          <p:nvPr/>
        </p:nvSpPr>
        <p:spPr bwMode="auto">
          <a:xfrm>
            <a:off x="2139553" y="3774282"/>
            <a:ext cx="28084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c</a:t>
            </a:r>
          </a:p>
        </p:txBody>
      </p:sp>
      <p:sp>
        <p:nvSpPr>
          <p:cNvPr id="266303" name="Text Box 63">
            <a:extLst>
              <a:ext uri="{FF2B5EF4-FFF2-40B4-BE49-F238E27FC236}">
                <a16:creationId xmlns:a16="http://schemas.microsoft.com/office/drawing/2014/main" id="{F483C0DB-02C0-334D-9DE5-3E48513B4EEC}"/>
              </a:ext>
            </a:extLst>
          </p:cNvPr>
          <p:cNvSpPr txBox="1">
            <a:spLocks noChangeArrowheads="1"/>
          </p:cNvSpPr>
          <p:nvPr/>
        </p:nvSpPr>
        <p:spPr bwMode="auto">
          <a:xfrm>
            <a:off x="2159794" y="3243263"/>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b</a:t>
            </a:r>
          </a:p>
        </p:txBody>
      </p:sp>
      <p:sp>
        <p:nvSpPr>
          <p:cNvPr id="266304" name="Line 64">
            <a:extLst>
              <a:ext uri="{FF2B5EF4-FFF2-40B4-BE49-F238E27FC236}">
                <a16:creationId xmlns:a16="http://schemas.microsoft.com/office/drawing/2014/main" id="{1A3E4FDA-4A64-A44C-8114-2C8C77C6995D}"/>
              </a:ext>
            </a:extLst>
          </p:cNvPr>
          <p:cNvSpPr>
            <a:spLocks noChangeShapeType="1"/>
          </p:cNvSpPr>
          <p:nvPr/>
        </p:nvSpPr>
        <p:spPr bwMode="auto">
          <a:xfrm>
            <a:off x="5110163" y="3736182"/>
            <a:ext cx="0" cy="70247"/>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05" name="Line 65">
            <a:extLst>
              <a:ext uri="{FF2B5EF4-FFF2-40B4-BE49-F238E27FC236}">
                <a16:creationId xmlns:a16="http://schemas.microsoft.com/office/drawing/2014/main" id="{5D4ADB49-F9F6-2840-840B-AB8F333E392F}"/>
              </a:ext>
            </a:extLst>
          </p:cNvPr>
          <p:cNvSpPr>
            <a:spLocks noChangeShapeType="1"/>
          </p:cNvSpPr>
          <p:nvPr/>
        </p:nvSpPr>
        <p:spPr bwMode="auto">
          <a:xfrm>
            <a:off x="5291138" y="3736182"/>
            <a:ext cx="0" cy="70247"/>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06" name="Line 66">
            <a:extLst>
              <a:ext uri="{FF2B5EF4-FFF2-40B4-BE49-F238E27FC236}">
                <a16:creationId xmlns:a16="http://schemas.microsoft.com/office/drawing/2014/main" id="{AD5C5F7D-7AC9-CC48-9EF3-E2F4E0491552}"/>
              </a:ext>
            </a:extLst>
          </p:cNvPr>
          <p:cNvSpPr>
            <a:spLocks noChangeShapeType="1"/>
          </p:cNvSpPr>
          <p:nvPr/>
        </p:nvSpPr>
        <p:spPr bwMode="auto">
          <a:xfrm>
            <a:off x="6735366" y="3948113"/>
            <a:ext cx="721519" cy="0"/>
          </a:xfrm>
          <a:prstGeom prst="line">
            <a:avLst/>
          </a:prstGeom>
          <a:noFill/>
          <a:ln w="28575">
            <a:solidFill>
              <a:srgbClr val="333399"/>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307" name="Line 67">
            <a:extLst>
              <a:ext uri="{FF2B5EF4-FFF2-40B4-BE49-F238E27FC236}">
                <a16:creationId xmlns:a16="http://schemas.microsoft.com/office/drawing/2014/main" id="{8E5E8D30-6775-574F-BD69-C076B94DD000}"/>
              </a:ext>
            </a:extLst>
          </p:cNvPr>
          <p:cNvSpPr>
            <a:spLocks noChangeShapeType="1"/>
          </p:cNvSpPr>
          <p:nvPr/>
        </p:nvSpPr>
        <p:spPr bwMode="auto">
          <a:xfrm>
            <a:off x="7456885" y="3877866"/>
            <a:ext cx="0" cy="140494"/>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08" name="Line 68">
            <a:extLst>
              <a:ext uri="{FF2B5EF4-FFF2-40B4-BE49-F238E27FC236}">
                <a16:creationId xmlns:a16="http://schemas.microsoft.com/office/drawing/2014/main" id="{CE2514B6-A038-2645-A992-B660D2B2E266}"/>
              </a:ext>
            </a:extLst>
          </p:cNvPr>
          <p:cNvSpPr>
            <a:spLocks noChangeShapeType="1"/>
          </p:cNvSpPr>
          <p:nvPr/>
        </p:nvSpPr>
        <p:spPr bwMode="auto">
          <a:xfrm>
            <a:off x="7096125" y="3736182"/>
            <a:ext cx="0" cy="70247"/>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09" name="Line 69">
            <a:extLst>
              <a:ext uri="{FF2B5EF4-FFF2-40B4-BE49-F238E27FC236}">
                <a16:creationId xmlns:a16="http://schemas.microsoft.com/office/drawing/2014/main" id="{AB7FEB30-2C9B-A345-B546-24D1B12B4304}"/>
              </a:ext>
            </a:extLst>
          </p:cNvPr>
          <p:cNvSpPr>
            <a:spLocks noChangeShapeType="1"/>
          </p:cNvSpPr>
          <p:nvPr/>
        </p:nvSpPr>
        <p:spPr bwMode="auto">
          <a:xfrm>
            <a:off x="6012656" y="3736182"/>
            <a:ext cx="0" cy="70247"/>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10" name="Text Box 70">
            <a:extLst>
              <a:ext uri="{FF2B5EF4-FFF2-40B4-BE49-F238E27FC236}">
                <a16:creationId xmlns:a16="http://schemas.microsoft.com/office/drawing/2014/main" id="{BBBACEC8-25AE-B246-AFCE-C8B2344DC2C0}"/>
              </a:ext>
            </a:extLst>
          </p:cNvPr>
          <p:cNvSpPr txBox="1">
            <a:spLocks noChangeArrowheads="1"/>
          </p:cNvSpPr>
          <p:nvPr/>
        </p:nvSpPr>
        <p:spPr bwMode="auto">
          <a:xfrm>
            <a:off x="6359128" y="3514725"/>
            <a:ext cx="28084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c</a:t>
            </a:r>
          </a:p>
        </p:txBody>
      </p:sp>
      <p:sp>
        <p:nvSpPr>
          <p:cNvPr id="266311" name="Text Box 71">
            <a:extLst>
              <a:ext uri="{FF2B5EF4-FFF2-40B4-BE49-F238E27FC236}">
                <a16:creationId xmlns:a16="http://schemas.microsoft.com/office/drawing/2014/main" id="{43D6F477-0959-194D-ACCE-BC3358870C2F}"/>
              </a:ext>
            </a:extLst>
          </p:cNvPr>
          <p:cNvSpPr txBox="1">
            <a:spLocks noChangeArrowheads="1"/>
          </p:cNvSpPr>
          <p:nvPr/>
        </p:nvSpPr>
        <p:spPr bwMode="auto">
          <a:xfrm>
            <a:off x="7247335" y="3514725"/>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d</a:t>
            </a:r>
          </a:p>
        </p:txBody>
      </p:sp>
      <p:sp>
        <p:nvSpPr>
          <p:cNvPr id="144455" name="Text Box 72">
            <a:extLst>
              <a:ext uri="{FF2B5EF4-FFF2-40B4-BE49-F238E27FC236}">
                <a16:creationId xmlns:a16="http://schemas.microsoft.com/office/drawing/2014/main" id="{898F362D-F38B-9B43-BD87-F70BA69FD3B6}"/>
              </a:ext>
            </a:extLst>
          </p:cNvPr>
          <p:cNvSpPr txBox="1">
            <a:spLocks noChangeArrowheads="1"/>
          </p:cNvSpPr>
          <p:nvPr/>
        </p:nvSpPr>
        <p:spPr bwMode="auto">
          <a:xfrm>
            <a:off x="3846910" y="2438400"/>
            <a:ext cx="95410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时分复用</a:t>
            </a:r>
          </a:p>
        </p:txBody>
      </p:sp>
      <p:sp>
        <p:nvSpPr>
          <p:cNvPr id="266313" name="Text Box 73">
            <a:extLst>
              <a:ext uri="{FF2B5EF4-FFF2-40B4-BE49-F238E27FC236}">
                <a16:creationId xmlns:a16="http://schemas.microsoft.com/office/drawing/2014/main" id="{C2F3BE66-ABD9-ED46-AB1C-225514353B13}"/>
              </a:ext>
            </a:extLst>
          </p:cNvPr>
          <p:cNvSpPr txBox="1">
            <a:spLocks noChangeArrowheads="1"/>
          </p:cNvSpPr>
          <p:nvPr/>
        </p:nvSpPr>
        <p:spPr bwMode="auto">
          <a:xfrm>
            <a:off x="5472113" y="3910013"/>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266314" name="Text Box 74">
            <a:extLst>
              <a:ext uri="{FF2B5EF4-FFF2-40B4-BE49-F238E27FC236}">
                <a16:creationId xmlns:a16="http://schemas.microsoft.com/office/drawing/2014/main" id="{792E6784-879B-FA47-B01D-3C5903359F71}"/>
              </a:ext>
            </a:extLst>
          </p:cNvPr>
          <p:cNvSpPr txBox="1">
            <a:spLocks noChangeArrowheads="1"/>
          </p:cNvSpPr>
          <p:nvPr/>
        </p:nvSpPr>
        <p:spPr bwMode="auto">
          <a:xfrm>
            <a:off x="6229350" y="3910013"/>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#3</a:t>
            </a:r>
          </a:p>
        </p:txBody>
      </p:sp>
      <p:sp>
        <p:nvSpPr>
          <p:cNvPr id="266315" name="Text Box 75">
            <a:extLst>
              <a:ext uri="{FF2B5EF4-FFF2-40B4-BE49-F238E27FC236}">
                <a16:creationId xmlns:a16="http://schemas.microsoft.com/office/drawing/2014/main" id="{6F428709-D7E0-E441-95D4-BA1FACF72B73}"/>
              </a:ext>
            </a:extLst>
          </p:cNvPr>
          <p:cNvSpPr txBox="1">
            <a:spLocks noChangeArrowheads="1"/>
          </p:cNvSpPr>
          <p:nvPr/>
        </p:nvSpPr>
        <p:spPr bwMode="auto">
          <a:xfrm>
            <a:off x="6950869" y="3910013"/>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#4</a:t>
            </a:r>
          </a:p>
        </p:txBody>
      </p:sp>
      <p:sp>
        <p:nvSpPr>
          <p:cNvPr id="266316" name="Line 76">
            <a:extLst>
              <a:ext uri="{FF2B5EF4-FFF2-40B4-BE49-F238E27FC236}">
                <a16:creationId xmlns:a16="http://schemas.microsoft.com/office/drawing/2014/main" id="{1E7CA908-6450-6742-B2DC-AF58D497FF7C}"/>
              </a:ext>
            </a:extLst>
          </p:cNvPr>
          <p:cNvSpPr>
            <a:spLocks noChangeShapeType="1"/>
          </p:cNvSpPr>
          <p:nvPr/>
        </p:nvSpPr>
        <p:spPr bwMode="auto">
          <a:xfrm>
            <a:off x="4989910" y="4207669"/>
            <a:ext cx="902494" cy="28217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17" name="Line 77">
            <a:extLst>
              <a:ext uri="{FF2B5EF4-FFF2-40B4-BE49-F238E27FC236}">
                <a16:creationId xmlns:a16="http://schemas.microsoft.com/office/drawing/2014/main" id="{F909AE74-20DA-3B49-87E1-BF8AA7CFF8C1}"/>
              </a:ext>
            </a:extLst>
          </p:cNvPr>
          <p:cNvSpPr>
            <a:spLocks noChangeShapeType="1"/>
          </p:cNvSpPr>
          <p:nvPr/>
        </p:nvSpPr>
        <p:spPr bwMode="auto">
          <a:xfrm>
            <a:off x="5651897" y="4207669"/>
            <a:ext cx="360759" cy="28217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18" name="Line 78">
            <a:extLst>
              <a:ext uri="{FF2B5EF4-FFF2-40B4-BE49-F238E27FC236}">
                <a16:creationId xmlns:a16="http://schemas.microsoft.com/office/drawing/2014/main" id="{15BBF9E2-67F0-8D48-9A75-FBB49FA6CCA3}"/>
              </a:ext>
            </a:extLst>
          </p:cNvPr>
          <p:cNvSpPr>
            <a:spLocks noChangeShapeType="1"/>
          </p:cNvSpPr>
          <p:nvPr/>
        </p:nvSpPr>
        <p:spPr bwMode="auto">
          <a:xfrm flipH="1">
            <a:off x="6073379" y="4207669"/>
            <a:ext cx="301228" cy="28217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19" name="Line 79">
            <a:extLst>
              <a:ext uri="{FF2B5EF4-FFF2-40B4-BE49-F238E27FC236}">
                <a16:creationId xmlns:a16="http://schemas.microsoft.com/office/drawing/2014/main" id="{76FFA990-438A-894A-AF12-A6D6FFB6BF32}"/>
              </a:ext>
            </a:extLst>
          </p:cNvPr>
          <p:cNvSpPr>
            <a:spLocks noChangeShapeType="1"/>
          </p:cNvSpPr>
          <p:nvPr/>
        </p:nvSpPr>
        <p:spPr bwMode="auto">
          <a:xfrm flipV="1">
            <a:off x="6193632" y="4207669"/>
            <a:ext cx="902494" cy="28217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4463" name="Text Box 80">
            <a:extLst>
              <a:ext uri="{FF2B5EF4-FFF2-40B4-BE49-F238E27FC236}">
                <a16:creationId xmlns:a16="http://schemas.microsoft.com/office/drawing/2014/main" id="{35B68827-D514-4943-8E85-50BE40DF547C}"/>
              </a:ext>
            </a:extLst>
          </p:cNvPr>
          <p:cNvSpPr txBox="1">
            <a:spLocks noChangeArrowheads="1"/>
          </p:cNvSpPr>
          <p:nvPr/>
        </p:nvSpPr>
        <p:spPr bwMode="auto">
          <a:xfrm>
            <a:off x="1213248" y="2232423"/>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用户</a:t>
            </a:r>
          </a:p>
        </p:txBody>
      </p:sp>
      <p:sp>
        <p:nvSpPr>
          <p:cNvPr id="266321" name="Line 81">
            <a:extLst>
              <a:ext uri="{FF2B5EF4-FFF2-40B4-BE49-F238E27FC236}">
                <a16:creationId xmlns:a16="http://schemas.microsoft.com/office/drawing/2014/main" id="{6131039D-7185-6D45-9065-89CD847E72B6}"/>
              </a:ext>
            </a:extLst>
          </p:cNvPr>
          <p:cNvSpPr>
            <a:spLocks noChangeShapeType="1"/>
          </p:cNvSpPr>
          <p:nvPr/>
        </p:nvSpPr>
        <p:spPr bwMode="auto">
          <a:xfrm>
            <a:off x="1560910" y="2961085"/>
            <a:ext cx="1984772" cy="0"/>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322" name="Line 82">
            <a:extLst>
              <a:ext uri="{FF2B5EF4-FFF2-40B4-BE49-F238E27FC236}">
                <a16:creationId xmlns:a16="http://schemas.microsoft.com/office/drawing/2014/main" id="{74C84BD8-CB19-9C40-974A-D51BE6D1FC54}"/>
              </a:ext>
            </a:extLst>
          </p:cNvPr>
          <p:cNvSpPr>
            <a:spLocks noChangeShapeType="1"/>
          </p:cNvSpPr>
          <p:nvPr/>
        </p:nvSpPr>
        <p:spPr bwMode="auto">
          <a:xfrm>
            <a:off x="1560910" y="3525441"/>
            <a:ext cx="1984772" cy="0"/>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323" name="Line 83">
            <a:extLst>
              <a:ext uri="{FF2B5EF4-FFF2-40B4-BE49-F238E27FC236}">
                <a16:creationId xmlns:a16="http://schemas.microsoft.com/office/drawing/2014/main" id="{81070459-7574-964E-BB94-08974421B14D}"/>
              </a:ext>
            </a:extLst>
          </p:cNvPr>
          <p:cNvSpPr>
            <a:spLocks noChangeShapeType="1"/>
          </p:cNvSpPr>
          <p:nvPr/>
        </p:nvSpPr>
        <p:spPr bwMode="auto">
          <a:xfrm>
            <a:off x="1560910" y="4088606"/>
            <a:ext cx="1984772" cy="0"/>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266324" name="Line 84">
            <a:extLst>
              <a:ext uri="{FF2B5EF4-FFF2-40B4-BE49-F238E27FC236}">
                <a16:creationId xmlns:a16="http://schemas.microsoft.com/office/drawing/2014/main" id="{E98976E9-7033-D04C-B5C7-995D5CD04374}"/>
              </a:ext>
            </a:extLst>
          </p:cNvPr>
          <p:cNvSpPr>
            <a:spLocks noChangeShapeType="1"/>
          </p:cNvSpPr>
          <p:nvPr/>
        </p:nvSpPr>
        <p:spPr bwMode="auto">
          <a:xfrm>
            <a:off x="1560910" y="4652963"/>
            <a:ext cx="1984772" cy="0"/>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grpSp>
        <p:nvGrpSpPr>
          <p:cNvPr id="144468" name="Group 85">
            <a:extLst>
              <a:ext uri="{FF2B5EF4-FFF2-40B4-BE49-F238E27FC236}">
                <a16:creationId xmlns:a16="http://schemas.microsoft.com/office/drawing/2014/main" id="{6F344897-E9F9-6148-9716-092E8DF1D0BF}"/>
              </a:ext>
            </a:extLst>
          </p:cNvPr>
          <p:cNvGrpSpPr>
            <a:grpSpLocks/>
          </p:cNvGrpSpPr>
          <p:nvPr/>
        </p:nvGrpSpPr>
        <p:grpSpPr bwMode="auto">
          <a:xfrm>
            <a:off x="4572000" y="3380185"/>
            <a:ext cx="2872979" cy="809625"/>
            <a:chOff x="1655" y="1570"/>
            <a:chExt cx="2904" cy="1497"/>
          </a:xfrm>
        </p:grpSpPr>
        <p:sp>
          <p:nvSpPr>
            <p:cNvPr id="266326" name="Line 86">
              <a:extLst>
                <a:ext uri="{FF2B5EF4-FFF2-40B4-BE49-F238E27FC236}">
                  <a16:creationId xmlns:a16="http://schemas.microsoft.com/office/drawing/2014/main" id="{91AEB03A-0D75-444C-89A7-52836FA909DC}"/>
                </a:ext>
              </a:extLst>
            </p:cNvPr>
            <p:cNvSpPr>
              <a:spLocks noChangeShapeType="1"/>
            </p:cNvSpPr>
            <p:nvPr/>
          </p:nvSpPr>
          <p:spPr bwMode="auto">
            <a:xfrm>
              <a:off x="1655" y="1570"/>
              <a:ext cx="0" cy="1497"/>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27" name="Line 87">
              <a:extLst>
                <a:ext uri="{FF2B5EF4-FFF2-40B4-BE49-F238E27FC236}">
                  <a16:creationId xmlns:a16="http://schemas.microsoft.com/office/drawing/2014/main" id="{2838F43B-8DE0-A34C-AB8D-BF60E29CA8AC}"/>
                </a:ext>
              </a:extLst>
            </p:cNvPr>
            <p:cNvSpPr>
              <a:spLocks noChangeShapeType="1"/>
            </p:cNvSpPr>
            <p:nvPr/>
          </p:nvSpPr>
          <p:spPr bwMode="auto">
            <a:xfrm>
              <a:off x="2381" y="1570"/>
              <a:ext cx="0" cy="1497"/>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28" name="Line 88">
              <a:extLst>
                <a:ext uri="{FF2B5EF4-FFF2-40B4-BE49-F238E27FC236}">
                  <a16:creationId xmlns:a16="http://schemas.microsoft.com/office/drawing/2014/main" id="{4C4A83D5-C1DB-BB49-BC3D-1DF653C2E283}"/>
                </a:ext>
              </a:extLst>
            </p:cNvPr>
            <p:cNvSpPr>
              <a:spLocks noChangeShapeType="1"/>
            </p:cNvSpPr>
            <p:nvPr/>
          </p:nvSpPr>
          <p:spPr bwMode="auto">
            <a:xfrm>
              <a:off x="3108" y="1570"/>
              <a:ext cx="0" cy="1497"/>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29" name="Line 89">
              <a:extLst>
                <a:ext uri="{FF2B5EF4-FFF2-40B4-BE49-F238E27FC236}">
                  <a16:creationId xmlns:a16="http://schemas.microsoft.com/office/drawing/2014/main" id="{0F7B4DBA-D70E-BD49-A895-66F0C960E776}"/>
                </a:ext>
              </a:extLst>
            </p:cNvPr>
            <p:cNvSpPr>
              <a:spLocks noChangeShapeType="1"/>
            </p:cNvSpPr>
            <p:nvPr/>
          </p:nvSpPr>
          <p:spPr bwMode="auto">
            <a:xfrm>
              <a:off x="3833" y="1570"/>
              <a:ext cx="0" cy="1497"/>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266330" name="Line 90">
              <a:extLst>
                <a:ext uri="{FF2B5EF4-FFF2-40B4-BE49-F238E27FC236}">
                  <a16:creationId xmlns:a16="http://schemas.microsoft.com/office/drawing/2014/main" id="{08A14411-6FC7-5F4F-B47A-791484485880}"/>
                </a:ext>
              </a:extLst>
            </p:cNvPr>
            <p:cNvSpPr>
              <a:spLocks noChangeShapeType="1"/>
            </p:cNvSpPr>
            <p:nvPr/>
          </p:nvSpPr>
          <p:spPr bwMode="auto">
            <a:xfrm>
              <a:off x="4559" y="1570"/>
              <a:ext cx="0" cy="1497"/>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grpSp>
      <p:sp>
        <p:nvSpPr>
          <p:cNvPr id="144469" name="Text Box 91">
            <a:extLst>
              <a:ext uri="{FF2B5EF4-FFF2-40B4-BE49-F238E27FC236}">
                <a16:creationId xmlns:a16="http://schemas.microsoft.com/office/drawing/2014/main" id="{A3C88091-31F5-2142-8EFF-897EDF8D6F5F}"/>
              </a:ext>
            </a:extLst>
          </p:cNvPr>
          <p:cNvSpPr txBox="1">
            <a:spLocks noChangeArrowheads="1"/>
          </p:cNvSpPr>
          <p:nvPr/>
        </p:nvSpPr>
        <p:spPr bwMode="auto">
          <a:xfrm>
            <a:off x="228130" y="1025724"/>
            <a:ext cx="832102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2400" dirty="0">
                <a:solidFill>
                  <a:schemeClr val="tx1"/>
                </a:solidFill>
                <a:latin typeface="黑体" panose="02010609060101010101" pitchFamily="49" charset="-122"/>
                <a:ea typeface="宋体" panose="02010600030101010101" pitchFamily="2" charset="-122"/>
              </a:rPr>
              <a:t>使用时分复用系统传送计算机数据时，由于计算机数据的突发性质，用户对分配到的子信道的利用率一般是不高的。 </a:t>
            </a:r>
          </a:p>
        </p:txBody>
      </p:sp>
      <p:sp>
        <p:nvSpPr>
          <p:cNvPr id="144470" name="幻灯片编号占位符 1">
            <a:extLst>
              <a:ext uri="{FF2B5EF4-FFF2-40B4-BE49-F238E27FC236}">
                <a16:creationId xmlns:a16="http://schemas.microsoft.com/office/drawing/2014/main" id="{129ABE04-BA3B-584D-B417-813291D7A0FE}"/>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A5C5D8B-183B-8540-8BB4-9A99D922DA73}"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64</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17704907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2">
            <a:extLst>
              <a:ext uri="{FF2B5EF4-FFF2-40B4-BE49-F238E27FC236}">
                <a16:creationId xmlns:a16="http://schemas.microsoft.com/office/drawing/2014/main" id="{566633BF-F933-A44A-A63D-7C3E244E016A}"/>
              </a:ext>
            </a:extLst>
          </p:cNvPr>
          <p:cNvSpPr>
            <a:spLocks noGrp="1" noChangeArrowheads="1"/>
          </p:cNvSpPr>
          <p:nvPr>
            <p:ph type="title"/>
          </p:nvPr>
        </p:nvSpPr>
        <p:spPr>
          <a:xfrm>
            <a:off x="160024" y="215504"/>
            <a:ext cx="7674290" cy="629155"/>
          </a:xfrm>
        </p:spPr>
        <p:txBody>
          <a:bodyPr/>
          <a:lstStyle/>
          <a:p>
            <a:pPr eaLnBrk="1" hangingPunct="1"/>
            <a:r>
              <a:rPr lang="zh-CN" altLang="en-US" dirty="0">
                <a:latin typeface="Times New Roman" panose="02020603050405020304" pitchFamily="18" charset="0"/>
                <a:ea typeface="宋体" panose="02010600030101010101" pitchFamily="2" charset="-122"/>
              </a:rPr>
              <a:t>统计时分复用</a:t>
            </a:r>
            <a:r>
              <a:rPr lang="zh-CN" altLang="en-US" sz="2400" dirty="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STDM(Statistic TDM)  </a:t>
            </a:r>
          </a:p>
        </p:txBody>
      </p:sp>
      <p:sp>
        <p:nvSpPr>
          <p:cNvPr id="149589" name="Freeform 85">
            <a:extLst>
              <a:ext uri="{FF2B5EF4-FFF2-40B4-BE49-F238E27FC236}">
                <a16:creationId xmlns:a16="http://schemas.microsoft.com/office/drawing/2014/main" id="{CD9AA802-0033-974A-ABDB-60E5D8B2406C}"/>
              </a:ext>
            </a:extLst>
          </p:cNvPr>
          <p:cNvSpPr>
            <a:spLocks/>
          </p:cNvSpPr>
          <p:nvPr/>
        </p:nvSpPr>
        <p:spPr bwMode="auto">
          <a:xfrm>
            <a:off x="6311504" y="3015854"/>
            <a:ext cx="202406" cy="302419"/>
          </a:xfrm>
          <a:custGeom>
            <a:avLst/>
            <a:gdLst>
              <a:gd name="T0" fmla="*/ 0 w 96"/>
              <a:gd name="T1" fmla="*/ 403225 h 192"/>
              <a:gd name="T2" fmla="*/ 0 w 96"/>
              <a:gd name="T3" fmla="*/ 0 h 192"/>
              <a:gd name="T4" fmla="*/ 269875 w 96"/>
              <a:gd name="T5" fmla="*/ 0 h 192"/>
              <a:gd name="T6" fmla="*/ 269875 w 96"/>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CCECFF"/>
          </a:solidFill>
          <a:ln w="9525">
            <a:solidFill>
              <a:schemeClr val="tx1"/>
            </a:solidFill>
            <a:round/>
            <a:headEnd/>
            <a:tailEnd/>
          </a:ln>
          <a:effectLst/>
        </p:spPr>
        <p:txBody>
          <a:bodyPr/>
          <a:lstStyle/>
          <a:p>
            <a:pPr>
              <a:defRPr/>
            </a:pPr>
            <a:endParaRPr lang="zh-CN" altLang="en-US">
              <a:cs typeface="+mn-cs"/>
            </a:endParaRPr>
          </a:p>
        </p:txBody>
      </p:sp>
      <p:sp>
        <p:nvSpPr>
          <p:cNvPr id="149590" name="Freeform 86">
            <a:extLst>
              <a:ext uri="{FF2B5EF4-FFF2-40B4-BE49-F238E27FC236}">
                <a16:creationId xmlns:a16="http://schemas.microsoft.com/office/drawing/2014/main" id="{0D8F863D-79D1-C543-92B2-DE4495AFB3DB}"/>
              </a:ext>
            </a:extLst>
          </p:cNvPr>
          <p:cNvSpPr>
            <a:spLocks/>
          </p:cNvSpPr>
          <p:nvPr/>
        </p:nvSpPr>
        <p:spPr bwMode="auto">
          <a:xfrm>
            <a:off x="7124701" y="3015854"/>
            <a:ext cx="202406" cy="302419"/>
          </a:xfrm>
          <a:custGeom>
            <a:avLst/>
            <a:gdLst>
              <a:gd name="T0" fmla="*/ 0 w 96"/>
              <a:gd name="T1" fmla="*/ 403225 h 192"/>
              <a:gd name="T2" fmla="*/ 0 w 96"/>
              <a:gd name="T3" fmla="*/ 0 h 192"/>
              <a:gd name="T4" fmla="*/ 269875 w 96"/>
              <a:gd name="T5" fmla="*/ 0 h 192"/>
              <a:gd name="T6" fmla="*/ 269875 w 96"/>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CCFF"/>
          </a:solidFill>
          <a:ln w="9525">
            <a:solidFill>
              <a:schemeClr val="tx1"/>
            </a:solidFill>
            <a:round/>
            <a:headEnd/>
            <a:tailEnd/>
          </a:ln>
          <a:effectLst/>
        </p:spPr>
        <p:txBody>
          <a:bodyPr/>
          <a:lstStyle/>
          <a:p>
            <a:pPr>
              <a:defRPr/>
            </a:pPr>
            <a:endParaRPr lang="zh-CN" altLang="en-US">
              <a:cs typeface="+mn-cs"/>
            </a:endParaRPr>
          </a:p>
        </p:txBody>
      </p:sp>
      <p:sp>
        <p:nvSpPr>
          <p:cNvPr id="149591" name="Freeform 87">
            <a:extLst>
              <a:ext uri="{FF2B5EF4-FFF2-40B4-BE49-F238E27FC236}">
                <a16:creationId xmlns:a16="http://schemas.microsoft.com/office/drawing/2014/main" id="{031E7A27-D610-6947-9728-EE66DBF699DC}"/>
              </a:ext>
            </a:extLst>
          </p:cNvPr>
          <p:cNvSpPr>
            <a:spLocks/>
          </p:cNvSpPr>
          <p:nvPr/>
        </p:nvSpPr>
        <p:spPr bwMode="auto">
          <a:xfrm>
            <a:off x="6853238" y="3015854"/>
            <a:ext cx="203597" cy="302419"/>
          </a:xfrm>
          <a:custGeom>
            <a:avLst/>
            <a:gdLst>
              <a:gd name="T0" fmla="*/ 0 w 96"/>
              <a:gd name="T1" fmla="*/ 403225 h 192"/>
              <a:gd name="T2" fmla="*/ 0 w 96"/>
              <a:gd name="T3" fmla="*/ 0 h 192"/>
              <a:gd name="T4" fmla="*/ 271463 w 96"/>
              <a:gd name="T5" fmla="*/ 0 h 192"/>
              <a:gd name="T6" fmla="*/ 271463 w 96"/>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CCCC00"/>
          </a:solidFill>
          <a:ln w="9525">
            <a:solidFill>
              <a:schemeClr val="tx1"/>
            </a:solidFill>
            <a:round/>
            <a:headEnd/>
            <a:tailEnd/>
          </a:ln>
          <a:effectLst/>
        </p:spPr>
        <p:txBody>
          <a:bodyPr/>
          <a:lstStyle/>
          <a:p>
            <a:pPr>
              <a:defRPr/>
            </a:pPr>
            <a:endParaRPr lang="zh-CN" altLang="en-US">
              <a:cs typeface="+mn-cs"/>
            </a:endParaRPr>
          </a:p>
        </p:txBody>
      </p:sp>
      <p:sp>
        <p:nvSpPr>
          <p:cNvPr id="149592" name="Freeform 88">
            <a:extLst>
              <a:ext uri="{FF2B5EF4-FFF2-40B4-BE49-F238E27FC236}">
                <a16:creationId xmlns:a16="http://schemas.microsoft.com/office/drawing/2014/main" id="{8ED866DF-2691-A644-B8E7-2E120D6C12AA}"/>
              </a:ext>
            </a:extLst>
          </p:cNvPr>
          <p:cNvSpPr>
            <a:spLocks/>
          </p:cNvSpPr>
          <p:nvPr/>
        </p:nvSpPr>
        <p:spPr bwMode="auto">
          <a:xfrm>
            <a:off x="6581776" y="3015854"/>
            <a:ext cx="203597" cy="302419"/>
          </a:xfrm>
          <a:custGeom>
            <a:avLst/>
            <a:gdLst>
              <a:gd name="T0" fmla="*/ 0 w 96"/>
              <a:gd name="T1" fmla="*/ 403225 h 192"/>
              <a:gd name="T2" fmla="*/ 0 w 96"/>
              <a:gd name="T3" fmla="*/ 0 h 192"/>
              <a:gd name="T4" fmla="*/ 271463 w 96"/>
              <a:gd name="T5" fmla="*/ 0 h 192"/>
              <a:gd name="T6" fmla="*/ 271463 w 96"/>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CCECFF"/>
          </a:solidFill>
          <a:ln w="9525">
            <a:solidFill>
              <a:schemeClr val="tx1"/>
            </a:solidFill>
            <a:round/>
            <a:headEnd/>
            <a:tailEnd/>
          </a:ln>
          <a:effectLst/>
        </p:spPr>
        <p:txBody>
          <a:bodyPr/>
          <a:lstStyle/>
          <a:p>
            <a:pPr>
              <a:defRPr/>
            </a:pPr>
            <a:endParaRPr lang="zh-CN" altLang="en-US">
              <a:cs typeface="+mn-cs"/>
            </a:endParaRPr>
          </a:p>
        </p:txBody>
      </p:sp>
      <p:sp>
        <p:nvSpPr>
          <p:cNvPr id="149593" name="Freeform 89">
            <a:extLst>
              <a:ext uri="{FF2B5EF4-FFF2-40B4-BE49-F238E27FC236}">
                <a16:creationId xmlns:a16="http://schemas.microsoft.com/office/drawing/2014/main" id="{BD8B6C01-EE57-A743-A33B-B5D2573D9729}"/>
              </a:ext>
            </a:extLst>
          </p:cNvPr>
          <p:cNvSpPr>
            <a:spLocks/>
          </p:cNvSpPr>
          <p:nvPr/>
        </p:nvSpPr>
        <p:spPr bwMode="auto">
          <a:xfrm>
            <a:off x="6040041" y="3015854"/>
            <a:ext cx="203597" cy="302419"/>
          </a:xfrm>
          <a:custGeom>
            <a:avLst/>
            <a:gdLst>
              <a:gd name="T0" fmla="*/ 0 w 96"/>
              <a:gd name="T1" fmla="*/ 403225 h 192"/>
              <a:gd name="T2" fmla="*/ 0 w 96"/>
              <a:gd name="T3" fmla="*/ 0 h 192"/>
              <a:gd name="T4" fmla="*/ 271462 w 96"/>
              <a:gd name="T5" fmla="*/ 0 h 192"/>
              <a:gd name="T6" fmla="*/ 271462 w 96"/>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FF99"/>
          </a:solidFill>
          <a:ln w="9525">
            <a:solidFill>
              <a:schemeClr val="tx1"/>
            </a:solidFill>
            <a:round/>
            <a:headEnd/>
            <a:tailEnd/>
          </a:ln>
          <a:effectLst/>
        </p:spPr>
        <p:txBody>
          <a:bodyPr/>
          <a:lstStyle/>
          <a:p>
            <a:pPr>
              <a:defRPr/>
            </a:pPr>
            <a:endParaRPr lang="zh-CN" altLang="en-US">
              <a:cs typeface="+mn-cs"/>
            </a:endParaRPr>
          </a:p>
        </p:txBody>
      </p:sp>
      <p:sp>
        <p:nvSpPr>
          <p:cNvPr id="149594" name="Freeform 90">
            <a:extLst>
              <a:ext uri="{FF2B5EF4-FFF2-40B4-BE49-F238E27FC236}">
                <a16:creationId xmlns:a16="http://schemas.microsoft.com/office/drawing/2014/main" id="{06FA4FBC-2F95-0141-811D-0B5C3B801B60}"/>
              </a:ext>
            </a:extLst>
          </p:cNvPr>
          <p:cNvSpPr>
            <a:spLocks/>
          </p:cNvSpPr>
          <p:nvPr/>
        </p:nvSpPr>
        <p:spPr bwMode="auto">
          <a:xfrm>
            <a:off x="5768578" y="3015854"/>
            <a:ext cx="203597" cy="302419"/>
          </a:xfrm>
          <a:custGeom>
            <a:avLst/>
            <a:gdLst>
              <a:gd name="T0" fmla="*/ 0 w 96"/>
              <a:gd name="T1" fmla="*/ 403225 h 192"/>
              <a:gd name="T2" fmla="*/ 0 w 96"/>
              <a:gd name="T3" fmla="*/ 0 h 192"/>
              <a:gd name="T4" fmla="*/ 271462 w 96"/>
              <a:gd name="T5" fmla="*/ 0 h 192"/>
              <a:gd name="T6" fmla="*/ 271462 w 96"/>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FF99"/>
          </a:solidFill>
          <a:ln w="9525">
            <a:solidFill>
              <a:schemeClr val="tx1"/>
            </a:solidFill>
            <a:round/>
            <a:headEnd/>
            <a:tailEnd/>
          </a:ln>
          <a:effectLst/>
        </p:spPr>
        <p:txBody>
          <a:bodyPr/>
          <a:lstStyle/>
          <a:p>
            <a:pPr>
              <a:defRPr/>
            </a:pPr>
            <a:endParaRPr lang="zh-CN" altLang="en-US">
              <a:cs typeface="+mn-cs"/>
            </a:endParaRPr>
          </a:p>
        </p:txBody>
      </p:sp>
      <p:sp>
        <p:nvSpPr>
          <p:cNvPr id="149595" name="Freeform 91">
            <a:extLst>
              <a:ext uri="{FF2B5EF4-FFF2-40B4-BE49-F238E27FC236}">
                <a16:creationId xmlns:a16="http://schemas.microsoft.com/office/drawing/2014/main" id="{11599CD7-783C-2449-91D6-51B1C9D82C98}"/>
              </a:ext>
            </a:extLst>
          </p:cNvPr>
          <p:cNvSpPr>
            <a:spLocks/>
          </p:cNvSpPr>
          <p:nvPr/>
        </p:nvSpPr>
        <p:spPr bwMode="auto">
          <a:xfrm>
            <a:off x="5498307" y="3015854"/>
            <a:ext cx="202406" cy="302419"/>
          </a:xfrm>
          <a:custGeom>
            <a:avLst/>
            <a:gdLst>
              <a:gd name="T0" fmla="*/ 0 w 96"/>
              <a:gd name="T1" fmla="*/ 403225 h 192"/>
              <a:gd name="T2" fmla="*/ 0 w 96"/>
              <a:gd name="T3" fmla="*/ 0 h 192"/>
              <a:gd name="T4" fmla="*/ 269875 w 96"/>
              <a:gd name="T5" fmla="*/ 0 h 192"/>
              <a:gd name="T6" fmla="*/ 269875 w 96"/>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 h="192">
                <a:moveTo>
                  <a:pt x="0" y="192"/>
                </a:moveTo>
                <a:lnTo>
                  <a:pt x="0" y="0"/>
                </a:lnTo>
                <a:lnTo>
                  <a:pt x="96" y="0"/>
                </a:lnTo>
                <a:lnTo>
                  <a:pt x="96" y="192"/>
                </a:lnTo>
              </a:path>
            </a:pathLst>
          </a:custGeom>
          <a:solidFill>
            <a:srgbClr val="FFCCFF"/>
          </a:solidFill>
          <a:ln w="9525">
            <a:solidFill>
              <a:schemeClr val="tx1"/>
            </a:solidFill>
            <a:round/>
            <a:headEnd/>
            <a:tailEnd/>
          </a:ln>
          <a:effectLst/>
        </p:spPr>
        <p:txBody>
          <a:bodyPr/>
          <a:lstStyle/>
          <a:p>
            <a:pPr>
              <a:defRPr/>
            </a:pPr>
            <a:endParaRPr lang="zh-CN" altLang="en-US">
              <a:cs typeface="+mn-cs"/>
            </a:endParaRPr>
          </a:p>
        </p:txBody>
      </p:sp>
      <p:sp>
        <p:nvSpPr>
          <p:cNvPr id="146441" name="Text Box 92">
            <a:extLst>
              <a:ext uri="{FF2B5EF4-FFF2-40B4-BE49-F238E27FC236}">
                <a16:creationId xmlns:a16="http://schemas.microsoft.com/office/drawing/2014/main" id="{A8F7B708-DC43-544B-86D6-5B9558AF7DE2}"/>
              </a:ext>
            </a:extLst>
          </p:cNvPr>
          <p:cNvSpPr txBox="1">
            <a:spLocks noChangeArrowheads="1"/>
          </p:cNvSpPr>
          <p:nvPr/>
        </p:nvSpPr>
        <p:spPr bwMode="auto">
          <a:xfrm>
            <a:off x="1638301" y="1603773"/>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用户</a:t>
            </a:r>
          </a:p>
        </p:txBody>
      </p:sp>
      <p:sp>
        <p:nvSpPr>
          <p:cNvPr id="149597" name="Freeform 93">
            <a:extLst>
              <a:ext uri="{FF2B5EF4-FFF2-40B4-BE49-F238E27FC236}">
                <a16:creationId xmlns:a16="http://schemas.microsoft.com/office/drawing/2014/main" id="{6B962090-9B64-994C-9208-9E9FA5382928}"/>
              </a:ext>
            </a:extLst>
          </p:cNvPr>
          <p:cNvSpPr>
            <a:spLocks/>
          </p:cNvSpPr>
          <p:nvPr/>
        </p:nvSpPr>
        <p:spPr bwMode="auto">
          <a:xfrm>
            <a:off x="3532585" y="2109788"/>
            <a:ext cx="475059" cy="302419"/>
          </a:xfrm>
          <a:custGeom>
            <a:avLst/>
            <a:gdLst>
              <a:gd name="T0" fmla="*/ 0 w 1008"/>
              <a:gd name="T1" fmla="*/ 403225 h 192"/>
              <a:gd name="T2" fmla="*/ 0 w 1008"/>
              <a:gd name="T3" fmla="*/ 0 h 192"/>
              <a:gd name="T4" fmla="*/ 633412 w 1008"/>
              <a:gd name="T5" fmla="*/ 0 h 192"/>
              <a:gd name="T6" fmla="*/ 633412 w 100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FFCCFF"/>
          </a:solidFill>
          <a:ln w="9525">
            <a:solidFill>
              <a:schemeClr val="tx1"/>
            </a:solidFill>
            <a:round/>
            <a:headEnd/>
            <a:tailEnd/>
          </a:ln>
          <a:effectLst/>
        </p:spPr>
        <p:txBody>
          <a:bodyPr/>
          <a:lstStyle/>
          <a:p>
            <a:pPr>
              <a:defRPr/>
            </a:pPr>
            <a:endParaRPr lang="zh-CN" altLang="en-US">
              <a:cs typeface="+mn-cs"/>
            </a:endParaRPr>
          </a:p>
        </p:txBody>
      </p:sp>
      <p:sp>
        <p:nvSpPr>
          <p:cNvPr id="149598" name="Freeform 94">
            <a:extLst>
              <a:ext uri="{FF2B5EF4-FFF2-40B4-BE49-F238E27FC236}">
                <a16:creationId xmlns:a16="http://schemas.microsoft.com/office/drawing/2014/main" id="{A708F97E-52C0-3A4E-9CAB-5495D8F9A20B}"/>
              </a:ext>
            </a:extLst>
          </p:cNvPr>
          <p:cNvSpPr>
            <a:spLocks/>
          </p:cNvSpPr>
          <p:nvPr/>
        </p:nvSpPr>
        <p:spPr bwMode="auto">
          <a:xfrm>
            <a:off x="2109787" y="2714625"/>
            <a:ext cx="948929" cy="301229"/>
          </a:xfrm>
          <a:custGeom>
            <a:avLst/>
            <a:gdLst>
              <a:gd name="T0" fmla="*/ 0 w 1008"/>
              <a:gd name="T1" fmla="*/ 401638 h 192"/>
              <a:gd name="T2" fmla="*/ 0 w 1008"/>
              <a:gd name="T3" fmla="*/ 0 h 192"/>
              <a:gd name="T4" fmla="*/ 1265238 w 1008"/>
              <a:gd name="T5" fmla="*/ 0 h 192"/>
              <a:gd name="T6" fmla="*/ 1265238 w 1008"/>
              <a:gd name="T7" fmla="*/ 401638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FFFF99"/>
          </a:solidFill>
          <a:ln w="9525">
            <a:solidFill>
              <a:schemeClr val="tx1"/>
            </a:solidFill>
            <a:round/>
            <a:headEnd/>
            <a:tailEnd/>
          </a:ln>
          <a:effectLst/>
        </p:spPr>
        <p:txBody>
          <a:bodyPr/>
          <a:lstStyle/>
          <a:p>
            <a:pPr>
              <a:defRPr/>
            </a:pPr>
            <a:endParaRPr lang="zh-CN" altLang="en-US">
              <a:cs typeface="+mn-cs"/>
            </a:endParaRPr>
          </a:p>
        </p:txBody>
      </p:sp>
      <p:sp>
        <p:nvSpPr>
          <p:cNvPr id="149599" name="Freeform 95">
            <a:extLst>
              <a:ext uri="{FF2B5EF4-FFF2-40B4-BE49-F238E27FC236}">
                <a16:creationId xmlns:a16="http://schemas.microsoft.com/office/drawing/2014/main" id="{B02FDFEB-84E6-B243-983F-C7CE0A61DBFD}"/>
              </a:ext>
            </a:extLst>
          </p:cNvPr>
          <p:cNvSpPr>
            <a:spLocks/>
          </p:cNvSpPr>
          <p:nvPr/>
        </p:nvSpPr>
        <p:spPr bwMode="auto">
          <a:xfrm>
            <a:off x="2583656" y="3318273"/>
            <a:ext cx="948929" cy="302419"/>
          </a:xfrm>
          <a:custGeom>
            <a:avLst/>
            <a:gdLst>
              <a:gd name="T0" fmla="*/ 0 w 1008"/>
              <a:gd name="T1" fmla="*/ 403225 h 192"/>
              <a:gd name="T2" fmla="*/ 0 w 1008"/>
              <a:gd name="T3" fmla="*/ 0 h 192"/>
              <a:gd name="T4" fmla="*/ 1265238 w 1008"/>
              <a:gd name="T5" fmla="*/ 0 h 192"/>
              <a:gd name="T6" fmla="*/ 1265238 w 100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CCECFF"/>
          </a:solidFill>
          <a:ln w="9525">
            <a:solidFill>
              <a:schemeClr val="tx1"/>
            </a:solidFill>
            <a:round/>
            <a:headEnd/>
            <a:tailEnd/>
          </a:ln>
          <a:effectLst/>
        </p:spPr>
        <p:txBody>
          <a:bodyPr/>
          <a:lstStyle/>
          <a:p>
            <a:pPr>
              <a:defRPr/>
            </a:pPr>
            <a:endParaRPr lang="zh-CN" altLang="en-US">
              <a:cs typeface="+mn-cs"/>
            </a:endParaRPr>
          </a:p>
        </p:txBody>
      </p:sp>
      <p:sp>
        <p:nvSpPr>
          <p:cNvPr id="149600" name="Freeform 96">
            <a:extLst>
              <a:ext uri="{FF2B5EF4-FFF2-40B4-BE49-F238E27FC236}">
                <a16:creationId xmlns:a16="http://schemas.microsoft.com/office/drawing/2014/main" id="{D7408F13-F0D6-7243-91F0-E79F353662E8}"/>
              </a:ext>
            </a:extLst>
          </p:cNvPr>
          <p:cNvSpPr>
            <a:spLocks/>
          </p:cNvSpPr>
          <p:nvPr/>
        </p:nvSpPr>
        <p:spPr bwMode="auto">
          <a:xfrm>
            <a:off x="3058716" y="3921919"/>
            <a:ext cx="473869" cy="302419"/>
          </a:xfrm>
          <a:custGeom>
            <a:avLst/>
            <a:gdLst>
              <a:gd name="T0" fmla="*/ 0 w 1008"/>
              <a:gd name="T1" fmla="*/ 403225 h 192"/>
              <a:gd name="T2" fmla="*/ 0 w 1008"/>
              <a:gd name="T3" fmla="*/ 0 h 192"/>
              <a:gd name="T4" fmla="*/ 631825 w 1008"/>
              <a:gd name="T5" fmla="*/ 0 h 192"/>
              <a:gd name="T6" fmla="*/ 631825 w 100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CCCC00"/>
          </a:solidFill>
          <a:ln w="9525">
            <a:solidFill>
              <a:schemeClr val="tx1"/>
            </a:solidFill>
            <a:round/>
            <a:headEnd/>
            <a:tailEnd/>
          </a:ln>
          <a:effectLst/>
        </p:spPr>
        <p:txBody>
          <a:bodyPr/>
          <a:lstStyle/>
          <a:p>
            <a:pPr>
              <a:defRPr/>
            </a:pPr>
            <a:endParaRPr lang="zh-CN" altLang="en-US">
              <a:cs typeface="+mn-cs"/>
            </a:endParaRPr>
          </a:p>
        </p:txBody>
      </p:sp>
      <p:sp>
        <p:nvSpPr>
          <p:cNvPr id="149601" name="Text Box 97">
            <a:extLst>
              <a:ext uri="{FF2B5EF4-FFF2-40B4-BE49-F238E27FC236}">
                <a16:creationId xmlns:a16="http://schemas.microsoft.com/office/drawing/2014/main" id="{4ACCE4CC-C93E-E94A-B499-DC44672C5F6A}"/>
              </a:ext>
            </a:extLst>
          </p:cNvPr>
          <p:cNvSpPr txBox="1">
            <a:spLocks noChangeArrowheads="1"/>
          </p:cNvSpPr>
          <p:nvPr/>
        </p:nvSpPr>
        <p:spPr bwMode="auto">
          <a:xfrm>
            <a:off x="1709737" y="2082404"/>
            <a:ext cx="31290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A</a:t>
            </a:r>
          </a:p>
        </p:txBody>
      </p:sp>
      <p:sp>
        <p:nvSpPr>
          <p:cNvPr id="149602" name="Text Box 98">
            <a:extLst>
              <a:ext uri="{FF2B5EF4-FFF2-40B4-BE49-F238E27FC236}">
                <a16:creationId xmlns:a16="http://schemas.microsoft.com/office/drawing/2014/main" id="{A842B271-581A-574A-9204-2D741217F21C}"/>
              </a:ext>
            </a:extLst>
          </p:cNvPr>
          <p:cNvSpPr txBox="1">
            <a:spLocks noChangeArrowheads="1"/>
          </p:cNvSpPr>
          <p:nvPr/>
        </p:nvSpPr>
        <p:spPr bwMode="auto">
          <a:xfrm>
            <a:off x="1709737" y="2686050"/>
            <a:ext cx="31290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B</a:t>
            </a:r>
          </a:p>
        </p:txBody>
      </p:sp>
      <p:sp>
        <p:nvSpPr>
          <p:cNvPr id="149603" name="Text Box 99">
            <a:extLst>
              <a:ext uri="{FF2B5EF4-FFF2-40B4-BE49-F238E27FC236}">
                <a16:creationId xmlns:a16="http://schemas.microsoft.com/office/drawing/2014/main" id="{71CD1D70-419B-0D41-BAAC-33543CD4423C}"/>
              </a:ext>
            </a:extLst>
          </p:cNvPr>
          <p:cNvSpPr txBox="1">
            <a:spLocks noChangeArrowheads="1"/>
          </p:cNvSpPr>
          <p:nvPr/>
        </p:nvSpPr>
        <p:spPr bwMode="auto">
          <a:xfrm>
            <a:off x="1709738" y="3290888"/>
            <a:ext cx="32412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C</a:t>
            </a:r>
          </a:p>
        </p:txBody>
      </p:sp>
      <p:sp>
        <p:nvSpPr>
          <p:cNvPr id="149604" name="Text Box 100">
            <a:extLst>
              <a:ext uri="{FF2B5EF4-FFF2-40B4-BE49-F238E27FC236}">
                <a16:creationId xmlns:a16="http://schemas.microsoft.com/office/drawing/2014/main" id="{EBC9096A-052E-EC49-B834-C702389C1E5C}"/>
              </a:ext>
            </a:extLst>
          </p:cNvPr>
          <p:cNvSpPr txBox="1">
            <a:spLocks noChangeArrowheads="1"/>
          </p:cNvSpPr>
          <p:nvPr/>
        </p:nvSpPr>
        <p:spPr bwMode="auto">
          <a:xfrm>
            <a:off x="1709738" y="3894535"/>
            <a:ext cx="32412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D</a:t>
            </a:r>
          </a:p>
        </p:txBody>
      </p:sp>
      <p:sp>
        <p:nvSpPr>
          <p:cNvPr id="149605" name="Line 101">
            <a:extLst>
              <a:ext uri="{FF2B5EF4-FFF2-40B4-BE49-F238E27FC236}">
                <a16:creationId xmlns:a16="http://schemas.microsoft.com/office/drawing/2014/main" id="{EAB3DEF4-DE11-EC4A-9175-79BEB2A1C956}"/>
              </a:ext>
            </a:extLst>
          </p:cNvPr>
          <p:cNvSpPr>
            <a:spLocks noChangeShapeType="1"/>
          </p:cNvSpPr>
          <p:nvPr/>
        </p:nvSpPr>
        <p:spPr bwMode="auto">
          <a:xfrm>
            <a:off x="5294710" y="3318272"/>
            <a:ext cx="2235994" cy="0"/>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9606" name="Text Box 102">
            <a:extLst>
              <a:ext uri="{FF2B5EF4-FFF2-40B4-BE49-F238E27FC236}">
                <a16:creationId xmlns:a16="http://schemas.microsoft.com/office/drawing/2014/main" id="{87C490A8-5827-E74A-9384-F2F14FA852E4}"/>
              </a:ext>
            </a:extLst>
          </p:cNvPr>
          <p:cNvSpPr txBox="1">
            <a:spLocks noChangeArrowheads="1"/>
          </p:cNvSpPr>
          <p:nvPr/>
        </p:nvSpPr>
        <p:spPr bwMode="auto">
          <a:xfrm>
            <a:off x="3634979" y="2097882"/>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a</a:t>
            </a:r>
          </a:p>
        </p:txBody>
      </p:sp>
      <p:sp>
        <p:nvSpPr>
          <p:cNvPr id="149609" name="Text Box 105">
            <a:extLst>
              <a:ext uri="{FF2B5EF4-FFF2-40B4-BE49-F238E27FC236}">
                <a16:creationId xmlns:a16="http://schemas.microsoft.com/office/drawing/2014/main" id="{87253330-D462-164A-BC23-D29067D33477}"/>
              </a:ext>
            </a:extLst>
          </p:cNvPr>
          <p:cNvSpPr txBox="1">
            <a:spLocks noChangeArrowheads="1"/>
          </p:cNvSpPr>
          <p:nvPr/>
        </p:nvSpPr>
        <p:spPr bwMode="auto">
          <a:xfrm>
            <a:off x="2251472" y="2703910"/>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b</a:t>
            </a:r>
          </a:p>
        </p:txBody>
      </p:sp>
      <p:sp>
        <p:nvSpPr>
          <p:cNvPr id="149610" name="Text Box 106">
            <a:extLst>
              <a:ext uri="{FF2B5EF4-FFF2-40B4-BE49-F238E27FC236}">
                <a16:creationId xmlns:a16="http://schemas.microsoft.com/office/drawing/2014/main" id="{9C210613-7565-AB4B-9F7C-CFD5A58EF51A}"/>
              </a:ext>
            </a:extLst>
          </p:cNvPr>
          <p:cNvSpPr txBox="1">
            <a:spLocks noChangeArrowheads="1"/>
          </p:cNvSpPr>
          <p:nvPr/>
        </p:nvSpPr>
        <p:spPr bwMode="auto">
          <a:xfrm>
            <a:off x="3171825" y="3300413"/>
            <a:ext cx="28084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c</a:t>
            </a:r>
          </a:p>
        </p:txBody>
      </p:sp>
      <p:sp>
        <p:nvSpPr>
          <p:cNvPr id="149611" name="Text Box 107">
            <a:extLst>
              <a:ext uri="{FF2B5EF4-FFF2-40B4-BE49-F238E27FC236}">
                <a16:creationId xmlns:a16="http://schemas.microsoft.com/office/drawing/2014/main" id="{0E9500BE-AAF7-2D4B-AE52-DA163551E265}"/>
              </a:ext>
            </a:extLst>
          </p:cNvPr>
          <p:cNvSpPr txBox="1">
            <a:spLocks noChangeArrowheads="1"/>
          </p:cNvSpPr>
          <p:nvPr/>
        </p:nvSpPr>
        <p:spPr bwMode="auto">
          <a:xfrm>
            <a:off x="3174206" y="3921919"/>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d</a:t>
            </a:r>
          </a:p>
        </p:txBody>
      </p:sp>
      <p:sp>
        <p:nvSpPr>
          <p:cNvPr id="149615" name="Text Box 111">
            <a:extLst>
              <a:ext uri="{FF2B5EF4-FFF2-40B4-BE49-F238E27FC236}">
                <a16:creationId xmlns:a16="http://schemas.microsoft.com/office/drawing/2014/main" id="{5B56733A-2775-EF43-BCE0-A545084EAA47}"/>
              </a:ext>
            </a:extLst>
          </p:cNvPr>
          <p:cNvSpPr txBox="1">
            <a:spLocks noChangeArrowheads="1"/>
          </p:cNvSpPr>
          <p:nvPr/>
        </p:nvSpPr>
        <p:spPr bwMode="auto">
          <a:xfrm>
            <a:off x="4193381" y="2139554"/>
            <a:ext cx="23756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t</a:t>
            </a:r>
          </a:p>
        </p:txBody>
      </p:sp>
      <p:sp>
        <p:nvSpPr>
          <p:cNvPr id="149616" name="Text Box 112">
            <a:extLst>
              <a:ext uri="{FF2B5EF4-FFF2-40B4-BE49-F238E27FC236}">
                <a16:creationId xmlns:a16="http://schemas.microsoft.com/office/drawing/2014/main" id="{A19DC5AF-6E7C-3F4B-8163-0F464494A684}"/>
              </a:ext>
            </a:extLst>
          </p:cNvPr>
          <p:cNvSpPr txBox="1">
            <a:spLocks noChangeArrowheads="1"/>
          </p:cNvSpPr>
          <p:nvPr/>
        </p:nvSpPr>
        <p:spPr bwMode="auto">
          <a:xfrm>
            <a:off x="4193381" y="2757488"/>
            <a:ext cx="23756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t</a:t>
            </a:r>
          </a:p>
        </p:txBody>
      </p:sp>
      <p:sp>
        <p:nvSpPr>
          <p:cNvPr id="149617" name="Text Box 113">
            <a:extLst>
              <a:ext uri="{FF2B5EF4-FFF2-40B4-BE49-F238E27FC236}">
                <a16:creationId xmlns:a16="http://schemas.microsoft.com/office/drawing/2014/main" id="{B7C5F35A-A75F-5D40-B2D9-62C57F07F6BF}"/>
              </a:ext>
            </a:extLst>
          </p:cNvPr>
          <p:cNvSpPr txBox="1">
            <a:spLocks noChangeArrowheads="1"/>
          </p:cNvSpPr>
          <p:nvPr/>
        </p:nvSpPr>
        <p:spPr bwMode="auto">
          <a:xfrm>
            <a:off x="4193381" y="3376613"/>
            <a:ext cx="23756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t</a:t>
            </a:r>
          </a:p>
        </p:txBody>
      </p:sp>
      <p:sp>
        <p:nvSpPr>
          <p:cNvPr id="149618" name="Text Box 114">
            <a:extLst>
              <a:ext uri="{FF2B5EF4-FFF2-40B4-BE49-F238E27FC236}">
                <a16:creationId xmlns:a16="http://schemas.microsoft.com/office/drawing/2014/main" id="{A6D3BCC4-23E1-AD49-80B7-C4792BA150C6}"/>
              </a:ext>
            </a:extLst>
          </p:cNvPr>
          <p:cNvSpPr txBox="1">
            <a:spLocks noChangeArrowheads="1"/>
          </p:cNvSpPr>
          <p:nvPr/>
        </p:nvSpPr>
        <p:spPr bwMode="auto">
          <a:xfrm>
            <a:off x="4193381" y="3994548"/>
            <a:ext cx="23756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t</a:t>
            </a:r>
          </a:p>
        </p:txBody>
      </p:sp>
      <p:sp>
        <p:nvSpPr>
          <p:cNvPr id="149619" name="Text Box 115">
            <a:extLst>
              <a:ext uri="{FF2B5EF4-FFF2-40B4-BE49-F238E27FC236}">
                <a16:creationId xmlns:a16="http://schemas.microsoft.com/office/drawing/2014/main" id="{4ED1EBE7-8729-B047-93EC-FE6C71FF28E6}"/>
              </a:ext>
            </a:extLst>
          </p:cNvPr>
          <p:cNvSpPr txBox="1">
            <a:spLocks noChangeArrowheads="1"/>
          </p:cNvSpPr>
          <p:nvPr/>
        </p:nvSpPr>
        <p:spPr bwMode="auto">
          <a:xfrm>
            <a:off x="7462837" y="3001566"/>
            <a:ext cx="23756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t</a:t>
            </a:r>
          </a:p>
        </p:txBody>
      </p:sp>
      <p:sp>
        <p:nvSpPr>
          <p:cNvPr id="149620" name="Line 116">
            <a:extLst>
              <a:ext uri="{FF2B5EF4-FFF2-40B4-BE49-F238E27FC236}">
                <a16:creationId xmlns:a16="http://schemas.microsoft.com/office/drawing/2014/main" id="{3C696552-C2D5-164E-86A9-7CC28A1F6BA8}"/>
              </a:ext>
            </a:extLst>
          </p:cNvPr>
          <p:cNvSpPr>
            <a:spLocks noChangeShapeType="1"/>
          </p:cNvSpPr>
          <p:nvPr/>
        </p:nvSpPr>
        <p:spPr bwMode="auto">
          <a:xfrm>
            <a:off x="2583656" y="2940844"/>
            <a:ext cx="0" cy="7501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21" name="Line 117">
            <a:extLst>
              <a:ext uri="{FF2B5EF4-FFF2-40B4-BE49-F238E27FC236}">
                <a16:creationId xmlns:a16="http://schemas.microsoft.com/office/drawing/2014/main" id="{6643B796-3EFC-4A41-9B40-136BA93C94FA}"/>
              </a:ext>
            </a:extLst>
          </p:cNvPr>
          <p:cNvSpPr>
            <a:spLocks noChangeShapeType="1"/>
          </p:cNvSpPr>
          <p:nvPr/>
        </p:nvSpPr>
        <p:spPr bwMode="auto">
          <a:xfrm>
            <a:off x="3058716" y="3544491"/>
            <a:ext cx="0" cy="7620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22" name="Line 118">
            <a:extLst>
              <a:ext uri="{FF2B5EF4-FFF2-40B4-BE49-F238E27FC236}">
                <a16:creationId xmlns:a16="http://schemas.microsoft.com/office/drawing/2014/main" id="{34DCA567-856A-8E4D-8485-015B0B3AFAB3}"/>
              </a:ext>
            </a:extLst>
          </p:cNvPr>
          <p:cNvSpPr>
            <a:spLocks noChangeShapeType="1"/>
          </p:cNvSpPr>
          <p:nvPr/>
        </p:nvSpPr>
        <p:spPr bwMode="auto">
          <a:xfrm>
            <a:off x="3532585" y="2940844"/>
            <a:ext cx="0" cy="7501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23" name="Line 119">
            <a:extLst>
              <a:ext uri="{FF2B5EF4-FFF2-40B4-BE49-F238E27FC236}">
                <a16:creationId xmlns:a16="http://schemas.microsoft.com/office/drawing/2014/main" id="{0F59DF9A-5E16-CA41-9C61-1AFFDB90B70A}"/>
              </a:ext>
            </a:extLst>
          </p:cNvPr>
          <p:cNvSpPr>
            <a:spLocks noChangeShapeType="1"/>
          </p:cNvSpPr>
          <p:nvPr/>
        </p:nvSpPr>
        <p:spPr bwMode="auto">
          <a:xfrm>
            <a:off x="2583656" y="4149329"/>
            <a:ext cx="0" cy="7500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24" name="Line 120">
            <a:extLst>
              <a:ext uri="{FF2B5EF4-FFF2-40B4-BE49-F238E27FC236}">
                <a16:creationId xmlns:a16="http://schemas.microsoft.com/office/drawing/2014/main" id="{FB91B121-C98C-4246-A82A-4F0499BC8900}"/>
              </a:ext>
            </a:extLst>
          </p:cNvPr>
          <p:cNvSpPr>
            <a:spLocks noChangeShapeType="1"/>
          </p:cNvSpPr>
          <p:nvPr/>
        </p:nvSpPr>
        <p:spPr bwMode="auto">
          <a:xfrm>
            <a:off x="4007644" y="3544491"/>
            <a:ext cx="0" cy="7620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25" name="Line 121">
            <a:extLst>
              <a:ext uri="{FF2B5EF4-FFF2-40B4-BE49-F238E27FC236}">
                <a16:creationId xmlns:a16="http://schemas.microsoft.com/office/drawing/2014/main" id="{1AA4B2F6-0E73-AB47-93E6-4A3E9A6171AC}"/>
              </a:ext>
            </a:extLst>
          </p:cNvPr>
          <p:cNvSpPr>
            <a:spLocks noChangeShapeType="1"/>
          </p:cNvSpPr>
          <p:nvPr/>
        </p:nvSpPr>
        <p:spPr bwMode="auto">
          <a:xfrm>
            <a:off x="4007644" y="4149329"/>
            <a:ext cx="0" cy="7500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26" name="Line 122">
            <a:extLst>
              <a:ext uri="{FF2B5EF4-FFF2-40B4-BE49-F238E27FC236}">
                <a16:creationId xmlns:a16="http://schemas.microsoft.com/office/drawing/2014/main" id="{51D5D48E-73D5-C34B-BBF5-2433C78A71A4}"/>
              </a:ext>
            </a:extLst>
          </p:cNvPr>
          <p:cNvSpPr>
            <a:spLocks noChangeShapeType="1"/>
          </p:cNvSpPr>
          <p:nvPr/>
        </p:nvSpPr>
        <p:spPr bwMode="auto">
          <a:xfrm>
            <a:off x="5430441" y="3394473"/>
            <a:ext cx="0" cy="15001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27" name="Line 123">
            <a:extLst>
              <a:ext uri="{FF2B5EF4-FFF2-40B4-BE49-F238E27FC236}">
                <a16:creationId xmlns:a16="http://schemas.microsoft.com/office/drawing/2014/main" id="{1A272588-C1D5-4842-9D5A-FDC5A9E79C2D}"/>
              </a:ext>
            </a:extLst>
          </p:cNvPr>
          <p:cNvSpPr>
            <a:spLocks noChangeShapeType="1"/>
          </p:cNvSpPr>
          <p:nvPr/>
        </p:nvSpPr>
        <p:spPr bwMode="auto">
          <a:xfrm>
            <a:off x="5972175" y="3394473"/>
            <a:ext cx="0" cy="15001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28" name="Line 124">
            <a:extLst>
              <a:ext uri="{FF2B5EF4-FFF2-40B4-BE49-F238E27FC236}">
                <a16:creationId xmlns:a16="http://schemas.microsoft.com/office/drawing/2014/main" id="{6D5B4445-CA6A-C841-8F50-51C326D1BB28}"/>
              </a:ext>
            </a:extLst>
          </p:cNvPr>
          <p:cNvSpPr>
            <a:spLocks noChangeShapeType="1"/>
          </p:cNvSpPr>
          <p:nvPr/>
        </p:nvSpPr>
        <p:spPr bwMode="auto">
          <a:xfrm>
            <a:off x="6513910" y="3394473"/>
            <a:ext cx="0" cy="15001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29" name="Line 125">
            <a:extLst>
              <a:ext uri="{FF2B5EF4-FFF2-40B4-BE49-F238E27FC236}">
                <a16:creationId xmlns:a16="http://schemas.microsoft.com/office/drawing/2014/main" id="{6CA82135-46F3-F24C-BF1D-69F57DFBECA8}"/>
              </a:ext>
            </a:extLst>
          </p:cNvPr>
          <p:cNvSpPr>
            <a:spLocks noChangeShapeType="1"/>
          </p:cNvSpPr>
          <p:nvPr/>
        </p:nvSpPr>
        <p:spPr bwMode="auto">
          <a:xfrm>
            <a:off x="5430441" y="3469481"/>
            <a:ext cx="541734" cy="0"/>
          </a:xfrm>
          <a:prstGeom prst="line">
            <a:avLst/>
          </a:prstGeom>
          <a:noFill/>
          <a:ln w="9525">
            <a:solidFill>
              <a:schemeClr val="tx1"/>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9630" name="Line 126">
            <a:extLst>
              <a:ext uri="{FF2B5EF4-FFF2-40B4-BE49-F238E27FC236}">
                <a16:creationId xmlns:a16="http://schemas.microsoft.com/office/drawing/2014/main" id="{BFF719B4-41AC-2B4E-BF5E-F2180DDC26E0}"/>
              </a:ext>
            </a:extLst>
          </p:cNvPr>
          <p:cNvSpPr>
            <a:spLocks noChangeShapeType="1"/>
          </p:cNvSpPr>
          <p:nvPr/>
        </p:nvSpPr>
        <p:spPr bwMode="auto">
          <a:xfrm>
            <a:off x="5972175" y="3469481"/>
            <a:ext cx="541735" cy="0"/>
          </a:xfrm>
          <a:prstGeom prst="line">
            <a:avLst/>
          </a:prstGeom>
          <a:noFill/>
          <a:ln w="9525">
            <a:solidFill>
              <a:schemeClr val="tx1"/>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9631" name="Line 127">
            <a:extLst>
              <a:ext uri="{FF2B5EF4-FFF2-40B4-BE49-F238E27FC236}">
                <a16:creationId xmlns:a16="http://schemas.microsoft.com/office/drawing/2014/main" id="{F20795CC-A8B1-B443-972F-BF93B8BA35D3}"/>
              </a:ext>
            </a:extLst>
          </p:cNvPr>
          <p:cNvSpPr>
            <a:spLocks noChangeShapeType="1"/>
          </p:cNvSpPr>
          <p:nvPr/>
        </p:nvSpPr>
        <p:spPr bwMode="auto">
          <a:xfrm>
            <a:off x="6513910" y="3469481"/>
            <a:ext cx="542925" cy="0"/>
          </a:xfrm>
          <a:prstGeom prst="line">
            <a:avLst/>
          </a:prstGeom>
          <a:noFill/>
          <a:ln w="9525">
            <a:solidFill>
              <a:schemeClr val="tx1"/>
            </a:solidFill>
            <a:round/>
            <a:headEnd type="triangle" w="sm" len="me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6472" name="Text Box 128">
            <a:extLst>
              <a:ext uri="{FF2B5EF4-FFF2-40B4-BE49-F238E27FC236}">
                <a16:creationId xmlns:a16="http://schemas.microsoft.com/office/drawing/2014/main" id="{CC9C7657-E43E-6B46-AA53-F31B0F128D40}"/>
              </a:ext>
            </a:extLst>
          </p:cNvPr>
          <p:cNvSpPr txBox="1">
            <a:spLocks noChangeArrowheads="1"/>
          </p:cNvSpPr>
          <p:nvPr/>
        </p:nvSpPr>
        <p:spPr bwMode="auto">
          <a:xfrm>
            <a:off x="5700712" y="3998119"/>
            <a:ext cx="138050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3 </a:t>
            </a:r>
            <a:r>
              <a:rPr kumimoji="1" lang="zh-CN" altLang="en-US" sz="1500">
                <a:latin typeface="Arial" panose="020B0604020202020204" pitchFamily="34" charset="0"/>
                <a:ea typeface="宋体" panose="02010600030101010101" pitchFamily="2" charset="-122"/>
              </a:rPr>
              <a:t>个 </a:t>
            </a:r>
            <a:r>
              <a:rPr kumimoji="1" lang="en-US" altLang="zh-CN" sz="1500">
                <a:latin typeface="Arial" panose="020B0604020202020204" pitchFamily="34" charset="0"/>
                <a:ea typeface="宋体" panose="02010600030101010101" pitchFamily="2" charset="-122"/>
              </a:rPr>
              <a:t>STDM </a:t>
            </a:r>
            <a:r>
              <a:rPr kumimoji="1" lang="zh-CN" altLang="en-US" sz="1500">
                <a:latin typeface="Arial" panose="020B0604020202020204" pitchFamily="34" charset="0"/>
                <a:ea typeface="宋体" panose="02010600030101010101" pitchFamily="2" charset="-122"/>
              </a:rPr>
              <a:t>帧</a:t>
            </a:r>
          </a:p>
        </p:txBody>
      </p:sp>
      <p:sp>
        <p:nvSpPr>
          <p:cNvPr id="149633" name="Text Box 129">
            <a:extLst>
              <a:ext uri="{FF2B5EF4-FFF2-40B4-BE49-F238E27FC236}">
                <a16:creationId xmlns:a16="http://schemas.microsoft.com/office/drawing/2014/main" id="{B3A6FB1B-C736-B040-ACED-1A62E21A1BF4}"/>
              </a:ext>
            </a:extLst>
          </p:cNvPr>
          <p:cNvSpPr txBox="1">
            <a:spLocks noChangeArrowheads="1"/>
          </p:cNvSpPr>
          <p:nvPr/>
        </p:nvSpPr>
        <p:spPr bwMode="auto">
          <a:xfrm>
            <a:off x="5512594" y="3400425"/>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a:t>
            </a:r>
          </a:p>
        </p:txBody>
      </p:sp>
      <p:sp>
        <p:nvSpPr>
          <p:cNvPr id="149634" name="Line 130">
            <a:extLst>
              <a:ext uri="{FF2B5EF4-FFF2-40B4-BE49-F238E27FC236}">
                <a16:creationId xmlns:a16="http://schemas.microsoft.com/office/drawing/2014/main" id="{D709CCFF-045E-C447-B9BF-74AF9F03787C}"/>
              </a:ext>
            </a:extLst>
          </p:cNvPr>
          <p:cNvSpPr>
            <a:spLocks noChangeShapeType="1"/>
          </p:cNvSpPr>
          <p:nvPr/>
        </p:nvSpPr>
        <p:spPr bwMode="auto">
          <a:xfrm>
            <a:off x="4356497" y="2409825"/>
            <a:ext cx="870347" cy="606029"/>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9635" name="Line 131">
            <a:extLst>
              <a:ext uri="{FF2B5EF4-FFF2-40B4-BE49-F238E27FC236}">
                <a16:creationId xmlns:a16="http://schemas.microsoft.com/office/drawing/2014/main" id="{171FFB75-4DFD-5444-93FF-14D22642886C}"/>
              </a:ext>
            </a:extLst>
          </p:cNvPr>
          <p:cNvSpPr>
            <a:spLocks noChangeShapeType="1"/>
          </p:cNvSpPr>
          <p:nvPr/>
        </p:nvSpPr>
        <p:spPr bwMode="auto">
          <a:xfrm>
            <a:off x="4410075" y="3003948"/>
            <a:ext cx="748904" cy="163115"/>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9636" name="Line 132">
            <a:extLst>
              <a:ext uri="{FF2B5EF4-FFF2-40B4-BE49-F238E27FC236}">
                <a16:creationId xmlns:a16="http://schemas.microsoft.com/office/drawing/2014/main" id="{88D7D6DE-C14F-254A-8520-C2B949951BD6}"/>
              </a:ext>
            </a:extLst>
          </p:cNvPr>
          <p:cNvSpPr>
            <a:spLocks noChangeShapeType="1"/>
          </p:cNvSpPr>
          <p:nvPr/>
        </p:nvSpPr>
        <p:spPr bwMode="auto">
          <a:xfrm flipV="1">
            <a:off x="4410075" y="3318272"/>
            <a:ext cx="748904" cy="279797"/>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9637" name="Line 133">
            <a:extLst>
              <a:ext uri="{FF2B5EF4-FFF2-40B4-BE49-F238E27FC236}">
                <a16:creationId xmlns:a16="http://schemas.microsoft.com/office/drawing/2014/main" id="{6E66E6DD-B559-3D46-9997-68286EFACBE1}"/>
              </a:ext>
            </a:extLst>
          </p:cNvPr>
          <p:cNvSpPr>
            <a:spLocks noChangeShapeType="1"/>
          </p:cNvSpPr>
          <p:nvPr/>
        </p:nvSpPr>
        <p:spPr bwMode="auto">
          <a:xfrm flipV="1">
            <a:off x="4356497" y="3469482"/>
            <a:ext cx="870347" cy="722710"/>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6478" name="Text Box 134">
            <a:extLst>
              <a:ext uri="{FF2B5EF4-FFF2-40B4-BE49-F238E27FC236}">
                <a16:creationId xmlns:a16="http://schemas.microsoft.com/office/drawing/2014/main" id="{87C7A088-CB98-EE41-9DFE-92879AEE2020}"/>
              </a:ext>
            </a:extLst>
          </p:cNvPr>
          <p:cNvSpPr txBox="1">
            <a:spLocks noChangeArrowheads="1"/>
          </p:cNvSpPr>
          <p:nvPr/>
        </p:nvSpPr>
        <p:spPr bwMode="auto">
          <a:xfrm>
            <a:off x="4410075" y="3706416"/>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④</a:t>
            </a:r>
          </a:p>
        </p:txBody>
      </p:sp>
      <p:sp>
        <p:nvSpPr>
          <p:cNvPr id="146479" name="Text Box 135">
            <a:extLst>
              <a:ext uri="{FF2B5EF4-FFF2-40B4-BE49-F238E27FC236}">
                <a16:creationId xmlns:a16="http://schemas.microsoft.com/office/drawing/2014/main" id="{EC0BE379-44E9-E84E-ADC2-ACA541C255DC}"/>
              </a:ext>
            </a:extLst>
          </p:cNvPr>
          <p:cNvSpPr txBox="1">
            <a:spLocks noChangeArrowheads="1"/>
          </p:cNvSpPr>
          <p:nvPr/>
        </p:nvSpPr>
        <p:spPr bwMode="auto">
          <a:xfrm>
            <a:off x="4356497" y="3219450"/>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③</a:t>
            </a:r>
          </a:p>
        </p:txBody>
      </p:sp>
      <p:sp>
        <p:nvSpPr>
          <p:cNvPr id="146480" name="Text Box 136">
            <a:extLst>
              <a:ext uri="{FF2B5EF4-FFF2-40B4-BE49-F238E27FC236}">
                <a16:creationId xmlns:a16="http://schemas.microsoft.com/office/drawing/2014/main" id="{0EE1D553-F97B-F34B-ADCB-FE5FB8A7A5EA}"/>
              </a:ext>
            </a:extLst>
          </p:cNvPr>
          <p:cNvSpPr txBox="1">
            <a:spLocks noChangeArrowheads="1"/>
          </p:cNvSpPr>
          <p:nvPr/>
        </p:nvSpPr>
        <p:spPr bwMode="auto">
          <a:xfrm>
            <a:off x="4356497" y="2733675"/>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②</a:t>
            </a:r>
          </a:p>
        </p:txBody>
      </p:sp>
      <p:sp>
        <p:nvSpPr>
          <p:cNvPr id="146481" name="Text Box 137">
            <a:extLst>
              <a:ext uri="{FF2B5EF4-FFF2-40B4-BE49-F238E27FC236}">
                <a16:creationId xmlns:a16="http://schemas.microsoft.com/office/drawing/2014/main" id="{5D03E015-EB4D-3B4A-92D0-8DE69511B2CB}"/>
              </a:ext>
            </a:extLst>
          </p:cNvPr>
          <p:cNvSpPr txBox="1">
            <a:spLocks noChangeArrowheads="1"/>
          </p:cNvSpPr>
          <p:nvPr/>
        </p:nvSpPr>
        <p:spPr bwMode="auto">
          <a:xfrm>
            <a:off x="4463653" y="2247900"/>
            <a:ext cx="37702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en-US" altLang="zh-CN" sz="1500">
                <a:latin typeface="Arial" panose="020B0604020202020204" pitchFamily="34" charset="0"/>
                <a:ea typeface="宋体" panose="02010600030101010101" pitchFamily="2" charset="-122"/>
              </a:rPr>
              <a:t>①</a:t>
            </a:r>
          </a:p>
        </p:txBody>
      </p:sp>
      <p:sp>
        <p:nvSpPr>
          <p:cNvPr id="149642" name="Freeform 138">
            <a:extLst>
              <a:ext uri="{FF2B5EF4-FFF2-40B4-BE49-F238E27FC236}">
                <a16:creationId xmlns:a16="http://schemas.microsoft.com/office/drawing/2014/main" id="{3EE5067B-BEAF-7344-8C53-1F55E65CD6F7}"/>
              </a:ext>
            </a:extLst>
          </p:cNvPr>
          <p:cNvSpPr>
            <a:spLocks/>
          </p:cNvSpPr>
          <p:nvPr/>
        </p:nvSpPr>
        <p:spPr bwMode="auto">
          <a:xfrm>
            <a:off x="2109788" y="2109788"/>
            <a:ext cx="473869" cy="302419"/>
          </a:xfrm>
          <a:custGeom>
            <a:avLst/>
            <a:gdLst>
              <a:gd name="T0" fmla="*/ 0 w 1008"/>
              <a:gd name="T1" fmla="*/ 403225 h 192"/>
              <a:gd name="T2" fmla="*/ 0 w 1008"/>
              <a:gd name="T3" fmla="*/ 0 h 192"/>
              <a:gd name="T4" fmla="*/ 631825 w 1008"/>
              <a:gd name="T5" fmla="*/ 0 h 192"/>
              <a:gd name="T6" fmla="*/ 631825 w 100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92">
                <a:moveTo>
                  <a:pt x="0" y="192"/>
                </a:moveTo>
                <a:lnTo>
                  <a:pt x="0" y="0"/>
                </a:lnTo>
                <a:lnTo>
                  <a:pt x="1008" y="0"/>
                </a:lnTo>
                <a:lnTo>
                  <a:pt x="1008" y="192"/>
                </a:lnTo>
              </a:path>
            </a:pathLst>
          </a:custGeom>
          <a:solidFill>
            <a:srgbClr val="FFCCFF"/>
          </a:solidFill>
          <a:ln w="9525">
            <a:solidFill>
              <a:schemeClr val="tx1"/>
            </a:solidFill>
            <a:round/>
            <a:headEnd/>
            <a:tailEnd/>
          </a:ln>
          <a:effectLst/>
        </p:spPr>
        <p:txBody>
          <a:bodyPr/>
          <a:lstStyle/>
          <a:p>
            <a:pPr>
              <a:defRPr/>
            </a:pPr>
            <a:endParaRPr lang="zh-CN" altLang="en-US">
              <a:cs typeface="+mn-cs"/>
            </a:endParaRPr>
          </a:p>
        </p:txBody>
      </p:sp>
      <p:sp>
        <p:nvSpPr>
          <p:cNvPr id="149643" name="Line 139">
            <a:extLst>
              <a:ext uri="{FF2B5EF4-FFF2-40B4-BE49-F238E27FC236}">
                <a16:creationId xmlns:a16="http://schemas.microsoft.com/office/drawing/2014/main" id="{A9BD406A-2363-C64A-816B-0A10B9AE6A3B}"/>
              </a:ext>
            </a:extLst>
          </p:cNvPr>
          <p:cNvSpPr>
            <a:spLocks noChangeShapeType="1"/>
          </p:cNvSpPr>
          <p:nvPr/>
        </p:nvSpPr>
        <p:spPr bwMode="auto">
          <a:xfrm>
            <a:off x="4007644" y="2940844"/>
            <a:ext cx="0" cy="7501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44" name="Line 140">
            <a:extLst>
              <a:ext uri="{FF2B5EF4-FFF2-40B4-BE49-F238E27FC236}">
                <a16:creationId xmlns:a16="http://schemas.microsoft.com/office/drawing/2014/main" id="{C21AF173-9085-6F46-ADBE-62BF46A1BCD2}"/>
              </a:ext>
            </a:extLst>
          </p:cNvPr>
          <p:cNvSpPr>
            <a:spLocks noChangeShapeType="1"/>
          </p:cNvSpPr>
          <p:nvPr/>
        </p:nvSpPr>
        <p:spPr bwMode="auto">
          <a:xfrm>
            <a:off x="2177654" y="4149329"/>
            <a:ext cx="0" cy="7500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45" name="Text Box 141">
            <a:extLst>
              <a:ext uri="{FF2B5EF4-FFF2-40B4-BE49-F238E27FC236}">
                <a16:creationId xmlns:a16="http://schemas.microsoft.com/office/drawing/2014/main" id="{03E67C61-523E-9D43-8C3A-7DBB5146D4B7}"/>
              </a:ext>
            </a:extLst>
          </p:cNvPr>
          <p:cNvSpPr txBox="1">
            <a:spLocks noChangeArrowheads="1"/>
          </p:cNvSpPr>
          <p:nvPr/>
        </p:nvSpPr>
        <p:spPr bwMode="auto">
          <a:xfrm>
            <a:off x="2228850" y="2085975"/>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a</a:t>
            </a:r>
          </a:p>
        </p:txBody>
      </p:sp>
      <p:sp>
        <p:nvSpPr>
          <p:cNvPr id="149646" name="Text Box 142">
            <a:extLst>
              <a:ext uri="{FF2B5EF4-FFF2-40B4-BE49-F238E27FC236}">
                <a16:creationId xmlns:a16="http://schemas.microsoft.com/office/drawing/2014/main" id="{2CF8F1C2-3566-9A47-8A4B-6B6785EBE259}"/>
              </a:ext>
            </a:extLst>
          </p:cNvPr>
          <p:cNvSpPr txBox="1">
            <a:spLocks noChangeArrowheads="1"/>
          </p:cNvSpPr>
          <p:nvPr/>
        </p:nvSpPr>
        <p:spPr bwMode="auto">
          <a:xfrm>
            <a:off x="2694385" y="3290888"/>
            <a:ext cx="28084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c</a:t>
            </a:r>
          </a:p>
        </p:txBody>
      </p:sp>
      <p:sp>
        <p:nvSpPr>
          <p:cNvPr id="149647" name="Text Box 143">
            <a:extLst>
              <a:ext uri="{FF2B5EF4-FFF2-40B4-BE49-F238E27FC236}">
                <a16:creationId xmlns:a16="http://schemas.microsoft.com/office/drawing/2014/main" id="{F976CBAC-9A9E-B34D-A360-A2B5A2E5D124}"/>
              </a:ext>
            </a:extLst>
          </p:cNvPr>
          <p:cNvSpPr txBox="1">
            <a:spLocks noChangeArrowheads="1"/>
          </p:cNvSpPr>
          <p:nvPr/>
        </p:nvSpPr>
        <p:spPr bwMode="auto">
          <a:xfrm>
            <a:off x="2717006" y="2706291"/>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b</a:t>
            </a:r>
          </a:p>
        </p:txBody>
      </p:sp>
      <p:sp>
        <p:nvSpPr>
          <p:cNvPr id="149648" name="Line 144">
            <a:extLst>
              <a:ext uri="{FF2B5EF4-FFF2-40B4-BE49-F238E27FC236}">
                <a16:creationId xmlns:a16="http://schemas.microsoft.com/office/drawing/2014/main" id="{6666E825-BA1C-4847-817D-070CC3317270}"/>
              </a:ext>
            </a:extLst>
          </p:cNvPr>
          <p:cNvSpPr>
            <a:spLocks noChangeShapeType="1"/>
          </p:cNvSpPr>
          <p:nvPr/>
        </p:nvSpPr>
        <p:spPr bwMode="auto">
          <a:xfrm>
            <a:off x="6040041" y="3243263"/>
            <a:ext cx="0" cy="7501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49" name="Line 145">
            <a:extLst>
              <a:ext uri="{FF2B5EF4-FFF2-40B4-BE49-F238E27FC236}">
                <a16:creationId xmlns:a16="http://schemas.microsoft.com/office/drawing/2014/main" id="{21B5D198-1658-F542-BAF8-F3DF24083FF6}"/>
              </a:ext>
            </a:extLst>
          </p:cNvPr>
          <p:cNvSpPr>
            <a:spLocks noChangeShapeType="1"/>
          </p:cNvSpPr>
          <p:nvPr/>
        </p:nvSpPr>
        <p:spPr bwMode="auto">
          <a:xfrm>
            <a:off x="6243638" y="3243263"/>
            <a:ext cx="0" cy="7501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50" name="Line 146">
            <a:extLst>
              <a:ext uri="{FF2B5EF4-FFF2-40B4-BE49-F238E27FC236}">
                <a16:creationId xmlns:a16="http://schemas.microsoft.com/office/drawing/2014/main" id="{76BBBA1A-EE32-B946-A622-83DC692C703C}"/>
              </a:ext>
            </a:extLst>
          </p:cNvPr>
          <p:cNvSpPr>
            <a:spLocks noChangeShapeType="1"/>
          </p:cNvSpPr>
          <p:nvPr/>
        </p:nvSpPr>
        <p:spPr bwMode="auto">
          <a:xfrm>
            <a:off x="7056835" y="3394473"/>
            <a:ext cx="0" cy="15001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51" name="Line 147">
            <a:extLst>
              <a:ext uri="{FF2B5EF4-FFF2-40B4-BE49-F238E27FC236}">
                <a16:creationId xmlns:a16="http://schemas.microsoft.com/office/drawing/2014/main" id="{8C36B8A4-24A3-0A4C-9DFB-9DA3B86FA0F7}"/>
              </a:ext>
            </a:extLst>
          </p:cNvPr>
          <p:cNvSpPr>
            <a:spLocks noChangeShapeType="1"/>
          </p:cNvSpPr>
          <p:nvPr/>
        </p:nvSpPr>
        <p:spPr bwMode="auto">
          <a:xfrm>
            <a:off x="7056835" y="3243263"/>
            <a:ext cx="0" cy="75010"/>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07" name="Text Box 103">
            <a:extLst>
              <a:ext uri="{FF2B5EF4-FFF2-40B4-BE49-F238E27FC236}">
                <a16:creationId xmlns:a16="http://schemas.microsoft.com/office/drawing/2014/main" id="{6006A390-F5FC-4745-8649-DF7EA1A540A0}"/>
              </a:ext>
            </a:extLst>
          </p:cNvPr>
          <p:cNvSpPr txBox="1">
            <a:spLocks noChangeArrowheads="1"/>
          </p:cNvSpPr>
          <p:nvPr/>
        </p:nvSpPr>
        <p:spPr bwMode="auto">
          <a:xfrm>
            <a:off x="7106841" y="3003948"/>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a</a:t>
            </a:r>
          </a:p>
        </p:txBody>
      </p:sp>
      <p:sp>
        <p:nvSpPr>
          <p:cNvPr id="149608" name="Text Box 104">
            <a:extLst>
              <a:ext uri="{FF2B5EF4-FFF2-40B4-BE49-F238E27FC236}">
                <a16:creationId xmlns:a16="http://schemas.microsoft.com/office/drawing/2014/main" id="{BF9877A8-FFB9-9441-8BBD-1BF0A0408721}"/>
              </a:ext>
            </a:extLst>
          </p:cNvPr>
          <p:cNvSpPr txBox="1">
            <a:spLocks noChangeArrowheads="1"/>
          </p:cNvSpPr>
          <p:nvPr/>
        </p:nvSpPr>
        <p:spPr bwMode="auto">
          <a:xfrm>
            <a:off x="5751910" y="3003948"/>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b</a:t>
            </a:r>
          </a:p>
        </p:txBody>
      </p:sp>
      <p:sp>
        <p:nvSpPr>
          <p:cNvPr id="149612" name="Text Box 108">
            <a:extLst>
              <a:ext uri="{FF2B5EF4-FFF2-40B4-BE49-F238E27FC236}">
                <a16:creationId xmlns:a16="http://schemas.microsoft.com/office/drawing/2014/main" id="{F18D53C7-BA2D-C24B-9861-1C47A100D585}"/>
              </a:ext>
            </a:extLst>
          </p:cNvPr>
          <p:cNvSpPr txBox="1">
            <a:spLocks noChangeArrowheads="1"/>
          </p:cNvSpPr>
          <p:nvPr/>
        </p:nvSpPr>
        <p:spPr bwMode="auto">
          <a:xfrm>
            <a:off x="6006704" y="3003948"/>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b</a:t>
            </a:r>
          </a:p>
        </p:txBody>
      </p:sp>
      <p:sp>
        <p:nvSpPr>
          <p:cNvPr id="149613" name="Text Box 109">
            <a:extLst>
              <a:ext uri="{FF2B5EF4-FFF2-40B4-BE49-F238E27FC236}">
                <a16:creationId xmlns:a16="http://schemas.microsoft.com/office/drawing/2014/main" id="{6CE6D621-777E-AB4B-ABE0-8EF2A6853E49}"/>
              </a:ext>
            </a:extLst>
          </p:cNvPr>
          <p:cNvSpPr txBox="1">
            <a:spLocks noChangeArrowheads="1"/>
          </p:cNvSpPr>
          <p:nvPr/>
        </p:nvSpPr>
        <p:spPr bwMode="auto">
          <a:xfrm>
            <a:off x="6276975" y="3003948"/>
            <a:ext cx="28084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c</a:t>
            </a:r>
          </a:p>
        </p:txBody>
      </p:sp>
      <p:sp>
        <p:nvSpPr>
          <p:cNvPr id="149614" name="Text Box 110">
            <a:extLst>
              <a:ext uri="{FF2B5EF4-FFF2-40B4-BE49-F238E27FC236}">
                <a16:creationId xmlns:a16="http://schemas.microsoft.com/office/drawing/2014/main" id="{4B4B1E06-50B3-624E-A8C2-5259FDB2631A}"/>
              </a:ext>
            </a:extLst>
          </p:cNvPr>
          <p:cNvSpPr txBox="1">
            <a:spLocks noChangeArrowheads="1"/>
          </p:cNvSpPr>
          <p:nvPr/>
        </p:nvSpPr>
        <p:spPr bwMode="auto">
          <a:xfrm>
            <a:off x="5475685" y="3003948"/>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a</a:t>
            </a:r>
          </a:p>
        </p:txBody>
      </p:sp>
      <p:sp>
        <p:nvSpPr>
          <p:cNvPr id="149652" name="Text Box 148">
            <a:extLst>
              <a:ext uri="{FF2B5EF4-FFF2-40B4-BE49-F238E27FC236}">
                <a16:creationId xmlns:a16="http://schemas.microsoft.com/office/drawing/2014/main" id="{E13F4898-B410-424A-9DF8-630A5FB49BCC}"/>
              </a:ext>
            </a:extLst>
          </p:cNvPr>
          <p:cNvSpPr txBox="1">
            <a:spLocks noChangeArrowheads="1"/>
          </p:cNvSpPr>
          <p:nvPr/>
        </p:nvSpPr>
        <p:spPr bwMode="auto">
          <a:xfrm>
            <a:off x="6556772" y="3003948"/>
            <a:ext cx="280846"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c</a:t>
            </a:r>
          </a:p>
        </p:txBody>
      </p:sp>
      <p:sp>
        <p:nvSpPr>
          <p:cNvPr id="149653" name="Text Box 149">
            <a:extLst>
              <a:ext uri="{FF2B5EF4-FFF2-40B4-BE49-F238E27FC236}">
                <a16:creationId xmlns:a16="http://schemas.microsoft.com/office/drawing/2014/main" id="{CA889B6A-18F6-BD45-BDBE-9C171C12FFA1}"/>
              </a:ext>
            </a:extLst>
          </p:cNvPr>
          <p:cNvSpPr txBox="1">
            <a:spLocks noChangeArrowheads="1"/>
          </p:cNvSpPr>
          <p:nvPr/>
        </p:nvSpPr>
        <p:spPr bwMode="auto">
          <a:xfrm>
            <a:off x="6819900" y="3003948"/>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d</a:t>
            </a:r>
          </a:p>
        </p:txBody>
      </p:sp>
      <p:sp>
        <p:nvSpPr>
          <p:cNvPr id="149654" name="Freeform 150">
            <a:extLst>
              <a:ext uri="{FF2B5EF4-FFF2-40B4-BE49-F238E27FC236}">
                <a16:creationId xmlns:a16="http://schemas.microsoft.com/office/drawing/2014/main" id="{20D7B7E5-58C9-6248-9EFB-556EF6C64C77}"/>
              </a:ext>
            </a:extLst>
          </p:cNvPr>
          <p:cNvSpPr>
            <a:spLocks/>
          </p:cNvSpPr>
          <p:nvPr/>
        </p:nvSpPr>
        <p:spPr bwMode="auto">
          <a:xfrm>
            <a:off x="5430442" y="3015854"/>
            <a:ext cx="67865" cy="302419"/>
          </a:xfrm>
          <a:custGeom>
            <a:avLst/>
            <a:gdLst>
              <a:gd name="T0" fmla="*/ 0 w 48"/>
              <a:gd name="T1" fmla="*/ 403225 h 192"/>
              <a:gd name="T2" fmla="*/ 0 w 48"/>
              <a:gd name="T3" fmla="*/ 0 h 192"/>
              <a:gd name="T4" fmla="*/ 90487 w 48"/>
              <a:gd name="T5" fmla="*/ 0 h 192"/>
              <a:gd name="T6" fmla="*/ 90487 w 4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p:spPr>
        <p:txBody>
          <a:bodyPr/>
          <a:lstStyle/>
          <a:p>
            <a:pPr>
              <a:defRPr/>
            </a:pPr>
            <a:endParaRPr lang="zh-CN" altLang="en-US">
              <a:cs typeface="+mn-cs"/>
            </a:endParaRPr>
          </a:p>
        </p:txBody>
      </p:sp>
      <p:sp>
        <p:nvSpPr>
          <p:cNvPr id="149655" name="Freeform 151">
            <a:extLst>
              <a:ext uri="{FF2B5EF4-FFF2-40B4-BE49-F238E27FC236}">
                <a16:creationId xmlns:a16="http://schemas.microsoft.com/office/drawing/2014/main" id="{F06831CF-1E5E-D84C-98E7-938EE2C21DE5}"/>
              </a:ext>
            </a:extLst>
          </p:cNvPr>
          <p:cNvSpPr>
            <a:spLocks/>
          </p:cNvSpPr>
          <p:nvPr/>
        </p:nvSpPr>
        <p:spPr bwMode="auto">
          <a:xfrm>
            <a:off x="5700713" y="3015854"/>
            <a:ext cx="67866" cy="302419"/>
          </a:xfrm>
          <a:custGeom>
            <a:avLst/>
            <a:gdLst>
              <a:gd name="T0" fmla="*/ 0 w 48"/>
              <a:gd name="T1" fmla="*/ 403225 h 192"/>
              <a:gd name="T2" fmla="*/ 0 w 48"/>
              <a:gd name="T3" fmla="*/ 0 h 192"/>
              <a:gd name="T4" fmla="*/ 90488 w 48"/>
              <a:gd name="T5" fmla="*/ 0 h 192"/>
              <a:gd name="T6" fmla="*/ 90488 w 4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p:spPr>
        <p:txBody>
          <a:bodyPr/>
          <a:lstStyle/>
          <a:p>
            <a:pPr>
              <a:defRPr/>
            </a:pPr>
            <a:endParaRPr lang="zh-CN" altLang="en-US">
              <a:cs typeface="+mn-cs"/>
            </a:endParaRPr>
          </a:p>
        </p:txBody>
      </p:sp>
      <p:sp>
        <p:nvSpPr>
          <p:cNvPr id="149656" name="Freeform 152">
            <a:extLst>
              <a:ext uri="{FF2B5EF4-FFF2-40B4-BE49-F238E27FC236}">
                <a16:creationId xmlns:a16="http://schemas.microsoft.com/office/drawing/2014/main" id="{0E715C81-3372-5244-B833-E1EA4A3B465D}"/>
              </a:ext>
            </a:extLst>
          </p:cNvPr>
          <p:cNvSpPr>
            <a:spLocks/>
          </p:cNvSpPr>
          <p:nvPr/>
        </p:nvSpPr>
        <p:spPr bwMode="auto">
          <a:xfrm>
            <a:off x="5972175" y="3015854"/>
            <a:ext cx="67866" cy="302419"/>
          </a:xfrm>
          <a:custGeom>
            <a:avLst/>
            <a:gdLst>
              <a:gd name="T0" fmla="*/ 0 w 48"/>
              <a:gd name="T1" fmla="*/ 403225 h 192"/>
              <a:gd name="T2" fmla="*/ 0 w 48"/>
              <a:gd name="T3" fmla="*/ 0 h 192"/>
              <a:gd name="T4" fmla="*/ 90488 w 48"/>
              <a:gd name="T5" fmla="*/ 0 h 192"/>
              <a:gd name="T6" fmla="*/ 90488 w 4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p:spPr>
        <p:txBody>
          <a:bodyPr/>
          <a:lstStyle/>
          <a:p>
            <a:pPr>
              <a:defRPr/>
            </a:pPr>
            <a:endParaRPr lang="zh-CN" altLang="en-US">
              <a:cs typeface="+mn-cs"/>
            </a:endParaRPr>
          </a:p>
        </p:txBody>
      </p:sp>
      <p:sp>
        <p:nvSpPr>
          <p:cNvPr id="149657" name="Freeform 153">
            <a:extLst>
              <a:ext uri="{FF2B5EF4-FFF2-40B4-BE49-F238E27FC236}">
                <a16:creationId xmlns:a16="http://schemas.microsoft.com/office/drawing/2014/main" id="{425E990D-FDB8-CC44-8026-9C62E3D7BED7}"/>
              </a:ext>
            </a:extLst>
          </p:cNvPr>
          <p:cNvSpPr>
            <a:spLocks/>
          </p:cNvSpPr>
          <p:nvPr/>
        </p:nvSpPr>
        <p:spPr bwMode="auto">
          <a:xfrm>
            <a:off x="6243638" y="3015854"/>
            <a:ext cx="67866" cy="302419"/>
          </a:xfrm>
          <a:custGeom>
            <a:avLst/>
            <a:gdLst>
              <a:gd name="T0" fmla="*/ 0 w 48"/>
              <a:gd name="T1" fmla="*/ 403225 h 192"/>
              <a:gd name="T2" fmla="*/ 0 w 48"/>
              <a:gd name="T3" fmla="*/ 0 h 192"/>
              <a:gd name="T4" fmla="*/ 90488 w 48"/>
              <a:gd name="T5" fmla="*/ 0 h 192"/>
              <a:gd name="T6" fmla="*/ 90488 w 4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p:spPr>
        <p:txBody>
          <a:bodyPr/>
          <a:lstStyle/>
          <a:p>
            <a:pPr>
              <a:defRPr/>
            </a:pPr>
            <a:endParaRPr lang="zh-CN" altLang="en-US">
              <a:cs typeface="+mn-cs"/>
            </a:endParaRPr>
          </a:p>
        </p:txBody>
      </p:sp>
      <p:sp>
        <p:nvSpPr>
          <p:cNvPr id="149658" name="Freeform 154">
            <a:extLst>
              <a:ext uri="{FF2B5EF4-FFF2-40B4-BE49-F238E27FC236}">
                <a16:creationId xmlns:a16="http://schemas.microsoft.com/office/drawing/2014/main" id="{E16048F1-D4DD-5144-82FC-7A10C74F9B23}"/>
              </a:ext>
            </a:extLst>
          </p:cNvPr>
          <p:cNvSpPr>
            <a:spLocks/>
          </p:cNvSpPr>
          <p:nvPr/>
        </p:nvSpPr>
        <p:spPr bwMode="auto">
          <a:xfrm>
            <a:off x="6513910" y="3015854"/>
            <a:ext cx="67865" cy="302419"/>
          </a:xfrm>
          <a:custGeom>
            <a:avLst/>
            <a:gdLst>
              <a:gd name="T0" fmla="*/ 0 w 48"/>
              <a:gd name="T1" fmla="*/ 403225 h 192"/>
              <a:gd name="T2" fmla="*/ 0 w 48"/>
              <a:gd name="T3" fmla="*/ 0 h 192"/>
              <a:gd name="T4" fmla="*/ 90487 w 48"/>
              <a:gd name="T5" fmla="*/ 0 h 192"/>
              <a:gd name="T6" fmla="*/ 90487 w 4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p:spPr>
        <p:txBody>
          <a:bodyPr/>
          <a:lstStyle/>
          <a:p>
            <a:pPr>
              <a:defRPr/>
            </a:pPr>
            <a:endParaRPr lang="zh-CN" altLang="en-US">
              <a:cs typeface="+mn-cs"/>
            </a:endParaRPr>
          </a:p>
        </p:txBody>
      </p:sp>
      <p:sp>
        <p:nvSpPr>
          <p:cNvPr id="149659" name="Freeform 155">
            <a:extLst>
              <a:ext uri="{FF2B5EF4-FFF2-40B4-BE49-F238E27FC236}">
                <a16:creationId xmlns:a16="http://schemas.microsoft.com/office/drawing/2014/main" id="{B8E55E39-E78A-0148-AB71-50E0DA623DBE}"/>
              </a:ext>
            </a:extLst>
          </p:cNvPr>
          <p:cNvSpPr>
            <a:spLocks/>
          </p:cNvSpPr>
          <p:nvPr/>
        </p:nvSpPr>
        <p:spPr bwMode="auto">
          <a:xfrm>
            <a:off x="6785373" y="3015854"/>
            <a:ext cx="67865" cy="302419"/>
          </a:xfrm>
          <a:custGeom>
            <a:avLst/>
            <a:gdLst>
              <a:gd name="T0" fmla="*/ 0 w 48"/>
              <a:gd name="T1" fmla="*/ 403225 h 192"/>
              <a:gd name="T2" fmla="*/ 0 w 48"/>
              <a:gd name="T3" fmla="*/ 0 h 192"/>
              <a:gd name="T4" fmla="*/ 90487 w 48"/>
              <a:gd name="T5" fmla="*/ 0 h 192"/>
              <a:gd name="T6" fmla="*/ 90487 w 4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p:spPr>
        <p:txBody>
          <a:bodyPr/>
          <a:lstStyle/>
          <a:p>
            <a:pPr>
              <a:defRPr/>
            </a:pPr>
            <a:endParaRPr lang="zh-CN" altLang="en-US">
              <a:cs typeface="+mn-cs"/>
            </a:endParaRPr>
          </a:p>
        </p:txBody>
      </p:sp>
      <p:sp>
        <p:nvSpPr>
          <p:cNvPr id="149660" name="Freeform 156">
            <a:extLst>
              <a:ext uri="{FF2B5EF4-FFF2-40B4-BE49-F238E27FC236}">
                <a16:creationId xmlns:a16="http://schemas.microsoft.com/office/drawing/2014/main" id="{D6636B6D-34B4-BD4B-B8A9-725D0CE83E2C}"/>
              </a:ext>
            </a:extLst>
          </p:cNvPr>
          <p:cNvSpPr>
            <a:spLocks/>
          </p:cNvSpPr>
          <p:nvPr/>
        </p:nvSpPr>
        <p:spPr bwMode="auto">
          <a:xfrm>
            <a:off x="7056835" y="3015854"/>
            <a:ext cx="67865" cy="302419"/>
          </a:xfrm>
          <a:custGeom>
            <a:avLst/>
            <a:gdLst>
              <a:gd name="T0" fmla="*/ 0 w 48"/>
              <a:gd name="T1" fmla="*/ 403225 h 192"/>
              <a:gd name="T2" fmla="*/ 0 w 48"/>
              <a:gd name="T3" fmla="*/ 0 h 192"/>
              <a:gd name="T4" fmla="*/ 90487 w 48"/>
              <a:gd name="T5" fmla="*/ 0 h 192"/>
              <a:gd name="T6" fmla="*/ 90487 w 48"/>
              <a:gd name="T7" fmla="*/ 403225 h 1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p:spPr>
        <p:txBody>
          <a:bodyPr/>
          <a:lstStyle/>
          <a:p>
            <a:pPr>
              <a:defRPr/>
            </a:pPr>
            <a:endParaRPr lang="zh-CN" altLang="en-US">
              <a:cs typeface="+mn-cs"/>
            </a:endParaRPr>
          </a:p>
        </p:txBody>
      </p:sp>
      <p:sp>
        <p:nvSpPr>
          <p:cNvPr id="149661" name="Text Box 157">
            <a:extLst>
              <a:ext uri="{FF2B5EF4-FFF2-40B4-BE49-F238E27FC236}">
                <a16:creationId xmlns:a16="http://schemas.microsoft.com/office/drawing/2014/main" id="{EB17D0FF-3AA3-914D-B885-5E5F42539E98}"/>
              </a:ext>
            </a:extLst>
          </p:cNvPr>
          <p:cNvSpPr txBox="1">
            <a:spLocks noChangeArrowheads="1"/>
          </p:cNvSpPr>
          <p:nvPr/>
        </p:nvSpPr>
        <p:spPr bwMode="auto">
          <a:xfrm>
            <a:off x="6040041" y="3390900"/>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149662" name="Text Box 158">
            <a:extLst>
              <a:ext uri="{FF2B5EF4-FFF2-40B4-BE49-F238E27FC236}">
                <a16:creationId xmlns:a16="http://schemas.microsoft.com/office/drawing/2014/main" id="{D41A583C-66E1-3740-93C5-EE1B009F8C6D}"/>
              </a:ext>
            </a:extLst>
          </p:cNvPr>
          <p:cNvSpPr txBox="1">
            <a:spLocks noChangeArrowheads="1"/>
          </p:cNvSpPr>
          <p:nvPr/>
        </p:nvSpPr>
        <p:spPr bwMode="auto">
          <a:xfrm>
            <a:off x="6567488" y="3381375"/>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#3</a:t>
            </a:r>
          </a:p>
        </p:txBody>
      </p:sp>
      <p:sp>
        <p:nvSpPr>
          <p:cNvPr id="146508" name="Text Box 159">
            <a:extLst>
              <a:ext uri="{FF2B5EF4-FFF2-40B4-BE49-F238E27FC236}">
                <a16:creationId xmlns:a16="http://schemas.microsoft.com/office/drawing/2014/main" id="{C39B3307-1D9B-F644-95CD-2AECCB6C67AD}"/>
              </a:ext>
            </a:extLst>
          </p:cNvPr>
          <p:cNvSpPr txBox="1">
            <a:spLocks noChangeArrowheads="1"/>
          </p:cNvSpPr>
          <p:nvPr/>
        </p:nvSpPr>
        <p:spPr bwMode="auto">
          <a:xfrm>
            <a:off x="4345781" y="1854994"/>
            <a:ext cx="133882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latin typeface="Arial" panose="020B0604020202020204" pitchFamily="34" charset="0"/>
                <a:ea typeface="宋体" panose="02010600030101010101" pitchFamily="2" charset="-122"/>
              </a:rPr>
              <a:t>统计时分复用</a:t>
            </a:r>
          </a:p>
        </p:txBody>
      </p:sp>
      <p:sp>
        <p:nvSpPr>
          <p:cNvPr id="149664" name="Line 160">
            <a:extLst>
              <a:ext uri="{FF2B5EF4-FFF2-40B4-BE49-F238E27FC236}">
                <a16:creationId xmlns:a16="http://schemas.microsoft.com/office/drawing/2014/main" id="{BB521035-0FD9-6842-8457-DD5800348169}"/>
              </a:ext>
            </a:extLst>
          </p:cNvPr>
          <p:cNvSpPr>
            <a:spLocks noChangeShapeType="1"/>
          </p:cNvSpPr>
          <p:nvPr/>
        </p:nvSpPr>
        <p:spPr bwMode="auto">
          <a:xfrm>
            <a:off x="5700713" y="3695700"/>
            <a:ext cx="475060" cy="37742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65" name="Line 161">
            <a:extLst>
              <a:ext uri="{FF2B5EF4-FFF2-40B4-BE49-F238E27FC236}">
                <a16:creationId xmlns:a16="http://schemas.microsoft.com/office/drawing/2014/main" id="{13D67F8D-3CE9-D84D-B540-8B314B0DEAC7}"/>
              </a:ext>
            </a:extLst>
          </p:cNvPr>
          <p:cNvSpPr>
            <a:spLocks noChangeShapeType="1"/>
          </p:cNvSpPr>
          <p:nvPr/>
        </p:nvSpPr>
        <p:spPr bwMode="auto">
          <a:xfrm>
            <a:off x="6243638" y="3695700"/>
            <a:ext cx="0" cy="37742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66" name="Line 162">
            <a:extLst>
              <a:ext uri="{FF2B5EF4-FFF2-40B4-BE49-F238E27FC236}">
                <a16:creationId xmlns:a16="http://schemas.microsoft.com/office/drawing/2014/main" id="{8681BA26-7742-774C-BCA7-BC8364C4AF73}"/>
              </a:ext>
            </a:extLst>
          </p:cNvPr>
          <p:cNvSpPr>
            <a:spLocks noChangeShapeType="1"/>
          </p:cNvSpPr>
          <p:nvPr/>
        </p:nvSpPr>
        <p:spPr bwMode="auto">
          <a:xfrm flipH="1">
            <a:off x="6379369" y="3695700"/>
            <a:ext cx="338138" cy="377429"/>
          </a:xfrm>
          <a:prstGeom prst="line">
            <a:avLst/>
          </a:prstGeom>
          <a:noFill/>
          <a:ln w="9525">
            <a:solidFill>
              <a:schemeClr val="tx1"/>
            </a:solidFill>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67" name="Line 163">
            <a:extLst>
              <a:ext uri="{FF2B5EF4-FFF2-40B4-BE49-F238E27FC236}">
                <a16:creationId xmlns:a16="http://schemas.microsoft.com/office/drawing/2014/main" id="{4FB8A7D5-B786-1648-A8E7-981F59CF23E4}"/>
              </a:ext>
            </a:extLst>
          </p:cNvPr>
          <p:cNvSpPr>
            <a:spLocks noChangeShapeType="1"/>
          </p:cNvSpPr>
          <p:nvPr/>
        </p:nvSpPr>
        <p:spPr bwMode="auto">
          <a:xfrm>
            <a:off x="2041923" y="2412206"/>
            <a:ext cx="2235994" cy="0"/>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9668" name="Line 164">
            <a:extLst>
              <a:ext uri="{FF2B5EF4-FFF2-40B4-BE49-F238E27FC236}">
                <a16:creationId xmlns:a16="http://schemas.microsoft.com/office/drawing/2014/main" id="{3561742E-D390-484A-8984-57C53A6EB730}"/>
              </a:ext>
            </a:extLst>
          </p:cNvPr>
          <p:cNvSpPr>
            <a:spLocks noChangeShapeType="1"/>
          </p:cNvSpPr>
          <p:nvPr/>
        </p:nvSpPr>
        <p:spPr bwMode="auto">
          <a:xfrm>
            <a:off x="2041923" y="3015854"/>
            <a:ext cx="2235994" cy="0"/>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9669" name="Line 165">
            <a:extLst>
              <a:ext uri="{FF2B5EF4-FFF2-40B4-BE49-F238E27FC236}">
                <a16:creationId xmlns:a16="http://schemas.microsoft.com/office/drawing/2014/main" id="{97810D65-EB7D-7044-9D70-81EA3E17244B}"/>
              </a:ext>
            </a:extLst>
          </p:cNvPr>
          <p:cNvSpPr>
            <a:spLocks noChangeShapeType="1"/>
          </p:cNvSpPr>
          <p:nvPr/>
        </p:nvSpPr>
        <p:spPr bwMode="auto">
          <a:xfrm>
            <a:off x="2041923" y="3620691"/>
            <a:ext cx="2235994" cy="0"/>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9670" name="Line 166">
            <a:extLst>
              <a:ext uri="{FF2B5EF4-FFF2-40B4-BE49-F238E27FC236}">
                <a16:creationId xmlns:a16="http://schemas.microsoft.com/office/drawing/2014/main" id="{96E3B664-CF2B-D441-B549-1A0D22A2D17D}"/>
              </a:ext>
            </a:extLst>
          </p:cNvPr>
          <p:cNvSpPr>
            <a:spLocks noChangeShapeType="1"/>
          </p:cNvSpPr>
          <p:nvPr/>
        </p:nvSpPr>
        <p:spPr bwMode="auto">
          <a:xfrm>
            <a:off x="2041923" y="4224338"/>
            <a:ext cx="2235994" cy="0"/>
          </a:xfrm>
          <a:prstGeom prst="line">
            <a:avLst/>
          </a:prstGeom>
          <a:noFill/>
          <a:ln w="28575">
            <a:solidFill>
              <a:srgbClr val="333399"/>
            </a:solidFill>
            <a:round/>
            <a:headEnd/>
            <a:tailEnd type="triangle" w="sm" len="med"/>
          </a:ln>
          <a:effectLst/>
        </p:spPr>
        <p:txBody>
          <a:bodyPr/>
          <a:lstStyle/>
          <a:p>
            <a:pPr algn="ctr" eaLnBrk="1" hangingPunct="1">
              <a:defRPr/>
            </a:pPr>
            <a:endParaRPr lang="zh-CN" altLang="en-US">
              <a:latin typeface="Tahoma" charset="0"/>
              <a:ea typeface="宋体" charset="-122"/>
              <a:cs typeface="+mn-cs"/>
            </a:endParaRPr>
          </a:p>
        </p:txBody>
      </p:sp>
      <p:sp>
        <p:nvSpPr>
          <p:cNvPr id="149674" name="Line 170">
            <a:extLst>
              <a:ext uri="{FF2B5EF4-FFF2-40B4-BE49-F238E27FC236}">
                <a16:creationId xmlns:a16="http://schemas.microsoft.com/office/drawing/2014/main" id="{B33AAF9B-EE32-E84E-A378-A2E10B1E06A8}"/>
              </a:ext>
            </a:extLst>
          </p:cNvPr>
          <p:cNvSpPr>
            <a:spLocks noChangeShapeType="1"/>
          </p:cNvSpPr>
          <p:nvPr/>
        </p:nvSpPr>
        <p:spPr bwMode="auto">
          <a:xfrm>
            <a:off x="5425679" y="2787254"/>
            <a:ext cx="0" cy="809625"/>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75" name="Line 171">
            <a:extLst>
              <a:ext uri="{FF2B5EF4-FFF2-40B4-BE49-F238E27FC236}">
                <a16:creationId xmlns:a16="http://schemas.microsoft.com/office/drawing/2014/main" id="{4EBB1E4C-4AE7-4046-92A3-E1A9857024EB}"/>
              </a:ext>
            </a:extLst>
          </p:cNvPr>
          <p:cNvSpPr>
            <a:spLocks noChangeShapeType="1"/>
          </p:cNvSpPr>
          <p:nvPr/>
        </p:nvSpPr>
        <p:spPr bwMode="auto">
          <a:xfrm>
            <a:off x="5968604" y="2787254"/>
            <a:ext cx="0" cy="809625"/>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76" name="Line 172">
            <a:extLst>
              <a:ext uri="{FF2B5EF4-FFF2-40B4-BE49-F238E27FC236}">
                <a16:creationId xmlns:a16="http://schemas.microsoft.com/office/drawing/2014/main" id="{FD8D99BE-FF2E-8E40-8FC5-640A40A1A1A5}"/>
              </a:ext>
            </a:extLst>
          </p:cNvPr>
          <p:cNvSpPr>
            <a:spLocks noChangeShapeType="1"/>
          </p:cNvSpPr>
          <p:nvPr/>
        </p:nvSpPr>
        <p:spPr bwMode="auto">
          <a:xfrm>
            <a:off x="6511529" y="2787254"/>
            <a:ext cx="0" cy="809625"/>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9677" name="Line 173">
            <a:extLst>
              <a:ext uri="{FF2B5EF4-FFF2-40B4-BE49-F238E27FC236}">
                <a16:creationId xmlns:a16="http://schemas.microsoft.com/office/drawing/2014/main" id="{D2A61BC5-04AE-3442-86D4-709C3B25D19F}"/>
              </a:ext>
            </a:extLst>
          </p:cNvPr>
          <p:cNvSpPr>
            <a:spLocks noChangeShapeType="1"/>
          </p:cNvSpPr>
          <p:nvPr/>
        </p:nvSpPr>
        <p:spPr bwMode="auto">
          <a:xfrm>
            <a:off x="7053263" y="2787254"/>
            <a:ext cx="0" cy="809625"/>
          </a:xfrm>
          <a:prstGeom prst="line">
            <a:avLst/>
          </a:prstGeom>
          <a:noFill/>
          <a:ln w="28575">
            <a:solidFill>
              <a:schemeClr val="hlink"/>
            </a:solidFill>
            <a:prstDash val="dash"/>
            <a:round/>
            <a:headEnd/>
            <a:tailEnd/>
          </a:ln>
          <a:effectLst/>
        </p:spPr>
        <p:txBody>
          <a:bodyPr/>
          <a:lstStyle/>
          <a:p>
            <a:pPr algn="ctr" eaLnBrk="1" hangingPunct="1">
              <a:defRPr/>
            </a:pPr>
            <a:endParaRPr lang="zh-CN" altLang="en-US">
              <a:latin typeface="Tahoma" charset="0"/>
              <a:ea typeface="宋体" charset="-122"/>
              <a:cs typeface="+mn-cs"/>
            </a:endParaRPr>
          </a:p>
        </p:txBody>
      </p:sp>
      <p:sp>
        <p:nvSpPr>
          <p:cNvPr id="146520" name="幻灯片编号占位符 1">
            <a:extLst>
              <a:ext uri="{FF2B5EF4-FFF2-40B4-BE49-F238E27FC236}">
                <a16:creationId xmlns:a16="http://schemas.microsoft.com/office/drawing/2014/main" id="{430267EB-2601-8F4C-A3DC-D4B9202AECDA}"/>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9537D6F-EF9E-7344-A150-2A3CED835357}"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65</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12631876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Text Box 2">
            <a:extLst>
              <a:ext uri="{FF2B5EF4-FFF2-40B4-BE49-F238E27FC236}">
                <a16:creationId xmlns:a16="http://schemas.microsoft.com/office/drawing/2014/main" id="{448ADAA6-8028-E945-85AB-1988893D9A11}"/>
              </a:ext>
            </a:extLst>
          </p:cNvPr>
          <p:cNvSpPr txBox="1">
            <a:spLocks noChangeArrowheads="1"/>
          </p:cNvSpPr>
          <p:nvPr/>
        </p:nvSpPr>
        <p:spPr bwMode="auto">
          <a:xfrm flipH="1">
            <a:off x="6203157" y="2341960"/>
            <a:ext cx="1729961" cy="2193357"/>
          </a:xfrm>
          <a:prstGeom prst="rect">
            <a:avLst/>
          </a:prstGeom>
          <a:noFill/>
          <a:ln>
            <a:noFill/>
          </a:ln>
          <a:effectLst/>
        </p:spPr>
        <p:txBody>
          <a:bodyPr wrap="none">
            <a:spAutoFit/>
          </a:bodyPr>
          <a:lstStyle/>
          <a:p>
            <a:pPr eaLnBrk="1" hangingPunct="1">
              <a:lnSpc>
                <a:spcPct val="115000"/>
              </a:lnSpc>
              <a:defRPr/>
            </a:pPr>
            <a:r>
              <a:rPr kumimoji="1" lang="en-US" altLang="zh-CN" sz="1500">
                <a:solidFill>
                  <a:srgbClr val="333399"/>
                </a:solidFill>
                <a:latin typeface="Arial" charset="0"/>
                <a:ea typeface="宋体" charset="-122"/>
              </a:rPr>
              <a:t> 1550 nm           0 </a:t>
            </a:r>
          </a:p>
          <a:p>
            <a:pPr eaLnBrk="1" hangingPunct="1">
              <a:lnSpc>
                <a:spcPct val="115000"/>
              </a:lnSpc>
              <a:defRPr/>
            </a:pPr>
            <a:r>
              <a:rPr kumimoji="1" lang="en-US" altLang="zh-CN" sz="1500">
                <a:solidFill>
                  <a:srgbClr val="333399"/>
                </a:solidFill>
                <a:latin typeface="Arial" charset="0"/>
                <a:ea typeface="宋体" charset="-122"/>
              </a:rPr>
              <a:t> 1551 nm           1</a:t>
            </a:r>
          </a:p>
          <a:p>
            <a:pPr eaLnBrk="1" hangingPunct="1">
              <a:lnSpc>
                <a:spcPct val="115000"/>
              </a:lnSpc>
              <a:defRPr/>
            </a:pPr>
            <a:r>
              <a:rPr kumimoji="1" lang="en-US" altLang="zh-CN" sz="1500">
                <a:solidFill>
                  <a:srgbClr val="333399"/>
                </a:solidFill>
                <a:latin typeface="Arial" charset="0"/>
                <a:ea typeface="宋体" charset="-122"/>
              </a:rPr>
              <a:t> 1552 nm           2</a:t>
            </a:r>
          </a:p>
          <a:p>
            <a:pPr eaLnBrk="1" hangingPunct="1">
              <a:lnSpc>
                <a:spcPct val="115000"/>
              </a:lnSpc>
              <a:defRPr/>
            </a:pPr>
            <a:r>
              <a:rPr kumimoji="1" lang="en-US" altLang="zh-CN" sz="1500">
                <a:solidFill>
                  <a:srgbClr val="333399"/>
                </a:solidFill>
                <a:latin typeface="Arial" charset="0"/>
                <a:ea typeface="宋体" charset="-122"/>
              </a:rPr>
              <a:t> 1553 nm           3</a:t>
            </a:r>
          </a:p>
          <a:p>
            <a:pPr eaLnBrk="1" hangingPunct="1">
              <a:lnSpc>
                <a:spcPct val="115000"/>
              </a:lnSpc>
              <a:defRPr/>
            </a:pPr>
            <a:r>
              <a:rPr kumimoji="1" lang="en-US" altLang="zh-CN" sz="1500">
                <a:solidFill>
                  <a:srgbClr val="333399"/>
                </a:solidFill>
                <a:latin typeface="Arial" charset="0"/>
                <a:ea typeface="宋体" charset="-122"/>
              </a:rPr>
              <a:t> 1554 nm           4</a:t>
            </a:r>
          </a:p>
          <a:p>
            <a:pPr eaLnBrk="1" hangingPunct="1">
              <a:lnSpc>
                <a:spcPct val="115000"/>
              </a:lnSpc>
              <a:defRPr/>
            </a:pPr>
            <a:r>
              <a:rPr kumimoji="1" lang="en-US" altLang="zh-CN" sz="1500">
                <a:solidFill>
                  <a:srgbClr val="333399"/>
                </a:solidFill>
                <a:latin typeface="Arial" charset="0"/>
                <a:ea typeface="宋体" charset="-122"/>
              </a:rPr>
              <a:t> 1555 nm           5</a:t>
            </a:r>
          </a:p>
          <a:p>
            <a:pPr eaLnBrk="1" hangingPunct="1">
              <a:lnSpc>
                <a:spcPct val="115000"/>
              </a:lnSpc>
              <a:defRPr/>
            </a:pPr>
            <a:r>
              <a:rPr kumimoji="1" lang="en-US" altLang="zh-CN" sz="1500">
                <a:solidFill>
                  <a:srgbClr val="333399"/>
                </a:solidFill>
                <a:latin typeface="Arial" charset="0"/>
                <a:ea typeface="宋体" charset="-122"/>
              </a:rPr>
              <a:t> 1556 nm           6</a:t>
            </a:r>
          </a:p>
          <a:p>
            <a:pPr eaLnBrk="1" hangingPunct="1">
              <a:lnSpc>
                <a:spcPct val="115000"/>
              </a:lnSpc>
              <a:defRPr/>
            </a:pPr>
            <a:r>
              <a:rPr kumimoji="1" lang="en-US" altLang="zh-CN" sz="1500">
                <a:solidFill>
                  <a:srgbClr val="333399"/>
                </a:solidFill>
                <a:latin typeface="Arial" charset="0"/>
                <a:ea typeface="宋体" charset="-122"/>
              </a:rPr>
              <a:t> 1557 nm           7</a:t>
            </a:r>
          </a:p>
        </p:txBody>
      </p:sp>
      <p:sp>
        <p:nvSpPr>
          <p:cNvPr id="150531" name="Text Box 3">
            <a:extLst>
              <a:ext uri="{FF2B5EF4-FFF2-40B4-BE49-F238E27FC236}">
                <a16:creationId xmlns:a16="http://schemas.microsoft.com/office/drawing/2014/main" id="{95D0A967-7247-BB4F-B9B6-2835319AE94D}"/>
              </a:ext>
            </a:extLst>
          </p:cNvPr>
          <p:cNvSpPr txBox="1">
            <a:spLocks noChangeArrowheads="1"/>
          </p:cNvSpPr>
          <p:nvPr/>
        </p:nvSpPr>
        <p:spPr bwMode="auto">
          <a:xfrm>
            <a:off x="1277541" y="2369344"/>
            <a:ext cx="1782860" cy="2193357"/>
          </a:xfrm>
          <a:prstGeom prst="rect">
            <a:avLst/>
          </a:prstGeom>
          <a:noFill/>
          <a:ln>
            <a:noFill/>
          </a:ln>
          <a:effectLst/>
        </p:spPr>
        <p:txBody>
          <a:bodyPr wrap="none">
            <a:spAutoFit/>
          </a:bodyPr>
          <a:lstStyle/>
          <a:p>
            <a:pPr eaLnBrk="1" hangingPunct="1">
              <a:lnSpc>
                <a:spcPct val="115000"/>
              </a:lnSpc>
              <a:defRPr/>
            </a:pPr>
            <a:r>
              <a:rPr kumimoji="1" lang="en-US" altLang="zh-CN" sz="1500">
                <a:solidFill>
                  <a:srgbClr val="333399"/>
                </a:solidFill>
                <a:latin typeface="Arial" charset="0"/>
                <a:ea typeface="黑体" charset="-122"/>
              </a:rPr>
              <a:t>0          1550 nm    </a:t>
            </a:r>
          </a:p>
          <a:p>
            <a:pPr eaLnBrk="1" hangingPunct="1">
              <a:lnSpc>
                <a:spcPct val="115000"/>
              </a:lnSpc>
              <a:defRPr/>
            </a:pPr>
            <a:r>
              <a:rPr kumimoji="1" lang="en-US" altLang="zh-CN" sz="1500">
                <a:solidFill>
                  <a:srgbClr val="333399"/>
                </a:solidFill>
                <a:latin typeface="Arial" charset="0"/>
                <a:ea typeface="黑体" charset="-122"/>
              </a:rPr>
              <a:t>1          1551 nm  </a:t>
            </a:r>
          </a:p>
          <a:p>
            <a:pPr eaLnBrk="1" hangingPunct="1">
              <a:lnSpc>
                <a:spcPct val="115000"/>
              </a:lnSpc>
              <a:defRPr/>
            </a:pPr>
            <a:r>
              <a:rPr kumimoji="1" lang="en-US" altLang="zh-CN" sz="1500">
                <a:solidFill>
                  <a:srgbClr val="333399"/>
                </a:solidFill>
                <a:latin typeface="Arial" charset="0"/>
                <a:ea typeface="黑体" charset="-122"/>
              </a:rPr>
              <a:t>2          1552 nm  </a:t>
            </a:r>
          </a:p>
          <a:p>
            <a:pPr eaLnBrk="1" hangingPunct="1">
              <a:lnSpc>
                <a:spcPct val="115000"/>
              </a:lnSpc>
              <a:defRPr/>
            </a:pPr>
            <a:r>
              <a:rPr kumimoji="1" lang="en-US" altLang="zh-CN" sz="1500">
                <a:solidFill>
                  <a:srgbClr val="333399"/>
                </a:solidFill>
                <a:latin typeface="Arial" charset="0"/>
                <a:ea typeface="黑体" charset="-122"/>
              </a:rPr>
              <a:t>3          1553 nm  </a:t>
            </a:r>
          </a:p>
          <a:p>
            <a:pPr eaLnBrk="1" hangingPunct="1">
              <a:lnSpc>
                <a:spcPct val="115000"/>
              </a:lnSpc>
              <a:defRPr/>
            </a:pPr>
            <a:r>
              <a:rPr kumimoji="1" lang="en-US" altLang="zh-CN" sz="1500">
                <a:solidFill>
                  <a:srgbClr val="333399"/>
                </a:solidFill>
                <a:latin typeface="Arial" charset="0"/>
                <a:ea typeface="黑体" charset="-122"/>
              </a:rPr>
              <a:t>4          1554 nm  </a:t>
            </a:r>
          </a:p>
          <a:p>
            <a:pPr eaLnBrk="1" hangingPunct="1">
              <a:lnSpc>
                <a:spcPct val="115000"/>
              </a:lnSpc>
              <a:defRPr/>
            </a:pPr>
            <a:r>
              <a:rPr kumimoji="1" lang="en-US" altLang="zh-CN" sz="1500">
                <a:solidFill>
                  <a:srgbClr val="333399"/>
                </a:solidFill>
                <a:latin typeface="Arial" charset="0"/>
                <a:ea typeface="黑体" charset="-122"/>
              </a:rPr>
              <a:t>5          1555 nm  </a:t>
            </a:r>
          </a:p>
          <a:p>
            <a:pPr eaLnBrk="1" hangingPunct="1">
              <a:lnSpc>
                <a:spcPct val="115000"/>
              </a:lnSpc>
              <a:defRPr/>
            </a:pPr>
            <a:r>
              <a:rPr kumimoji="1" lang="en-US" altLang="zh-CN" sz="1500">
                <a:solidFill>
                  <a:srgbClr val="333399"/>
                </a:solidFill>
                <a:latin typeface="Arial" charset="0"/>
                <a:ea typeface="黑体" charset="-122"/>
              </a:rPr>
              <a:t>6          1556 nm  </a:t>
            </a:r>
          </a:p>
          <a:p>
            <a:pPr eaLnBrk="1" hangingPunct="1">
              <a:lnSpc>
                <a:spcPct val="115000"/>
              </a:lnSpc>
              <a:defRPr/>
            </a:pPr>
            <a:r>
              <a:rPr kumimoji="1" lang="en-US" altLang="zh-CN" sz="1500">
                <a:solidFill>
                  <a:srgbClr val="333399"/>
                </a:solidFill>
                <a:latin typeface="Arial" charset="0"/>
                <a:ea typeface="黑体" charset="-122"/>
              </a:rPr>
              <a:t>7          1557 nm  </a:t>
            </a:r>
          </a:p>
        </p:txBody>
      </p:sp>
      <p:sp>
        <p:nvSpPr>
          <p:cNvPr id="148483" name="Rectangle 4">
            <a:extLst>
              <a:ext uri="{FF2B5EF4-FFF2-40B4-BE49-F238E27FC236}">
                <a16:creationId xmlns:a16="http://schemas.microsoft.com/office/drawing/2014/main" id="{D1D52B06-012B-1541-8CD6-CE21F8B7BE58}"/>
              </a:ext>
            </a:extLst>
          </p:cNvPr>
          <p:cNvSpPr>
            <a:spLocks noGrp="1" noChangeArrowheads="1"/>
          </p:cNvSpPr>
          <p:nvPr>
            <p:ph type="title"/>
          </p:nvPr>
        </p:nvSpPr>
        <p:spPr>
          <a:xfrm>
            <a:off x="148590" y="182524"/>
            <a:ext cx="8789670" cy="695654"/>
          </a:xfrm>
        </p:spPr>
        <p:txBody>
          <a:bodyPr/>
          <a:lstStyle/>
          <a:p>
            <a:pPr eaLnBrk="1" hangingPunct="1"/>
            <a:r>
              <a:rPr lang="en-US" altLang="zh-CN" sz="2700" dirty="0">
                <a:ea typeface="宋体" panose="02010600030101010101" pitchFamily="2" charset="-122"/>
              </a:rPr>
              <a:t>2.4.2   </a:t>
            </a:r>
            <a:r>
              <a:rPr lang="zh-CN" altLang="en-US" sz="2700" dirty="0">
                <a:ea typeface="宋体" panose="02010600030101010101" pitchFamily="2" charset="-122"/>
              </a:rPr>
              <a:t>波分复用 </a:t>
            </a:r>
            <a:r>
              <a:rPr lang="en-US" altLang="zh-CN" sz="2700" dirty="0">
                <a:ea typeface="宋体" panose="02010600030101010101" pitchFamily="2" charset="-122"/>
              </a:rPr>
              <a:t>WDM(Wavelength Division Multiplexing)</a:t>
            </a:r>
            <a:r>
              <a:rPr lang="en-US" altLang="zh-CN" sz="3000" dirty="0">
                <a:ea typeface="宋体" panose="02010600030101010101" pitchFamily="2" charset="-122"/>
              </a:rPr>
              <a:t> </a:t>
            </a:r>
            <a:r>
              <a:rPr lang="en-US" altLang="zh-CN" sz="2700" dirty="0">
                <a:ea typeface="宋体" panose="02010600030101010101" pitchFamily="2" charset="-122"/>
              </a:rPr>
              <a:t> </a:t>
            </a:r>
          </a:p>
        </p:txBody>
      </p:sp>
      <p:sp>
        <p:nvSpPr>
          <p:cNvPr id="150533" name="Rectangle 5">
            <a:extLst>
              <a:ext uri="{FF2B5EF4-FFF2-40B4-BE49-F238E27FC236}">
                <a16:creationId xmlns:a16="http://schemas.microsoft.com/office/drawing/2014/main" id="{FB7C6F30-DA62-9249-A295-62D49DB2B83C}"/>
              </a:ext>
            </a:extLst>
          </p:cNvPr>
          <p:cNvSpPr>
            <a:spLocks noGrp="1" noChangeArrowheads="1"/>
          </p:cNvSpPr>
          <p:nvPr>
            <p:ph type="body" idx="1"/>
          </p:nvPr>
        </p:nvSpPr>
        <p:spPr>
          <a:xfrm>
            <a:off x="228600" y="1068678"/>
            <a:ext cx="8606790" cy="507709"/>
          </a:xfrm>
        </p:spPr>
        <p:txBody>
          <a:bodyPr/>
          <a:lstStyle/>
          <a:p>
            <a:pPr eaLnBrk="1" hangingPunct="1"/>
            <a:r>
              <a:rPr lang="zh-CN" altLang="en-US" dirty="0">
                <a:latin typeface="Times New Roman" panose="02020603050405020304" pitchFamily="18" charset="0"/>
                <a:ea typeface="宋体" panose="02010600030101010101" pitchFamily="2" charset="-122"/>
              </a:rPr>
              <a:t>波分复用就是光的频分复用。 </a:t>
            </a:r>
          </a:p>
        </p:txBody>
      </p:sp>
      <p:sp>
        <p:nvSpPr>
          <p:cNvPr id="150534" name="Text Box 6">
            <a:extLst>
              <a:ext uri="{FF2B5EF4-FFF2-40B4-BE49-F238E27FC236}">
                <a16:creationId xmlns:a16="http://schemas.microsoft.com/office/drawing/2014/main" id="{70FD3458-3084-5C43-8B53-444C1D37F967}"/>
              </a:ext>
            </a:extLst>
          </p:cNvPr>
          <p:cNvSpPr txBox="1">
            <a:spLocks noChangeArrowheads="1"/>
          </p:cNvSpPr>
          <p:nvPr/>
        </p:nvSpPr>
        <p:spPr bwMode="auto">
          <a:xfrm>
            <a:off x="3638001" y="1870472"/>
            <a:ext cx="1229825" cy="553998"/>
          </a:xfrm>
          <a:prstGeom prst="rect">
            <a:avLst/>
          </a:prstGeom>
          <a:noFill/>
          <a:ln w="9525">
            <a:solidFill>
              <a:srgbClr val="333399"/>
            </a:solidFill>
            <a:miter lim="800000"/>
            <a:headEnd/>
            <a:tailEnd/>
          </a:ln>
          <a:effectLst/>
        </p:spPr>
        <p:txBody>
          <a:bodyPr wrap="none">
            <a:spAutoFit/>
          </a:bodyPr>
          <a:lstStyle/>
          <a:p>
            <a:pPr algn="ctr" eaLnBrk="1" hangingPunct="1">
              <a:defRPr/>
            </a:pPr>
            <a:r>
              <a:rPr kumimoji="1" lang="en-US" altLang="zh-CN" sz="1500">
                <a:solidFill>
                  <a:srgbClr val="333399"/>
                </a:solidFill>
                <a:latin typeface="Arial" charset="0"/>
                <a:ea typeface="宋体" charset="-122"/>
              </a:rPr>
              <a:t>8 </a:t>
            </a:r>
            <a:r>
              <a:rPr kumimoji="1" lang="en-US" altLang="zh-CN" sz="1500">
                <a:solidFill>
                  <a:srgbClr val="333399"/>
                </a:solidFill>
                <a:latin typeface="Arial" charset="0"/>
                <a:ea typeface="宋体" charset="-122"/>
                <a:sym typeface="Symbol" charset="2"/>
              </a:rPr>
              <a:t> </a:t>
            </a:r>
            <a:r>
              <a:rPr kumimoji="1" lang="en-US" altLang="zh-CN" sz="1500">
                <a:solidFill>
                  <a:srgbClr val="333399"/>
                </a:solidFill>
                <a:latin typeface="Arial" charset="0"/>
                <a:ea typeface="宋体" charset="-122"/>
              </a:rPr>
              <a:t>2.5 Gb/s</a:t>
            </a:r>
          </a:p>
          <a:p>
            <a:pPr algn="ctr" eaLnBrk="1" hangingPunct="1">
              <a:defRPr/>
            </a:pPr>
            <a:r>
              <a:rPr kumimoji="1" lang="en-US" altLang="zh-CN" sz="1500">
                <a:solidFill>
                  <a:srgbClr val="333399"/>
                </a:solidFill>
                <a:latin typeface="Arial" charset="0"/>
                <a:ea typeface="宋体" charset="-122"/>
              </a:rPr>
              <a:t>1310 nm</a:t>
            </a:r>
          </a:p>
        </p:txBody>
      </p:sp>
      <p:sp>
        <p:nvSpPr>
          <p:cNvPr id="150535" name="Line 7">
            <a:extLst>
              <a:ext uri="{FF2B5EF4-FFF2-40B4-BE49-F238E27FC236}">
                <a16:creationId xmlns:a16="http://schemas.microsoft.com/office/drawing/2014/main" id="{A2413A13-A84B-E240-9C77-8C808761C499}"/>
              </a:ext>
            </a:extLst>
          </p:cNvPr>
          <p:cNvSpPr>
            <a:spLocks noChangeShapeType="1"/>
          </p:cNvSpPr>
          <p:nvPr/>
        </p:nvSpPr>
        <p:spPr bwMode="auto">
          <a:xfrm>
            <a:off x="6298406" y="2650331"/>
            <a:ext cx="1568054"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36" name="Line 8">
            <a:extLst>
              <a:ext uri="{FF2B5EF4-FFF2-40B4-BE49-F238E27FC236}">
                <a16:creationId xmlns:a16="http://schemas.microsoft.com/office/drawing/2014/main" id="{066A6FEA-E4A8-A345-A0FC-CA15C745F453}"/>
              </a:ext>
            </a:extLst>
          </p:cNvPr>
          <p:cNvSpPr>
            <a:spLocks noChangeShapeType="1"/>
          </p:cNvSpPr>
          <p:nvPr/>
        </p:nvSpPr>
        <p:spPr bwMode="auto">
          <a:xfrm>
            <a:off x="6298406" y="2913460"/>
            <a:ext cx="1568054"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37" name="Line 9">
            <a:extLst>
              <a:ext uri="{FF2B5EF4-FFF2-40B4-BE49-F238E27FC236}">
                <a16:creationId xmlns:a16="http://schemas.microsoft.com/office/drawing/2014/main" id="{761D4089-D0B9-EF45-B295-1F3131551E6D}"/>
              </a:ext>
            </a:extLst>
          </p:cNvPr>
          <p:cNvSpPr>
            <a:spLocks noChangeShapeType="1"/>
          </p:cNvSpPr>
          <p:nvPr/>
        </p:nvSpPr>
        <p:spPr bwMode="auto">
          <a:xfrm>
            <a:off x="6298406" y="3175397"/>
            <a:ext cx="1568054"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38" name="Line 10">
            <a:extLst>
              <a:ext uri="{FF2B5EF4-FFF2-40B4-BE49-F238E27FC236}">
                <a16:creationId xmlns:a16="http://schemas.microsoft.com/office/drawing/2014/main" id="{2686C1B9-CA15-D144-A4C0-2ED44808C7DA}"/>
              </a:ext>
            </a:extLst>
          </p:cNvPr>
          <p:cNvSpPr>
            <a:spLocks noChangeShapeType="1"/>
          </p:cNvSpPr>
          <p:nvPr/>
        </p:nvSpPr>
        <p:spPr bwMode="auto">
          <a:xfrm>
            <a:off x="6298406" y="3439716"/>
            <a:ext cx="1568054"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39" name="Line 11">
            <a:extLst>
              <a:ext uri="{FF2B5EF4-FFF2-40B4-BE49-F238E27FC236}">
                <a16:creationId xmlns:a16="http://schemas.microsoft.com/office/drawing/2014/main" id="{9931649C-8243-914E-BB75-A165956C1828}"/>
              </a:ext>
            </a:extLst>
          </p:cNvPr>
          <p:cNvSpPr>
            <a:spLocks noChangeShapeType="1"/>
          </p:cNvSpPr>
          <p:nvPr/>
        </p:nvSpPr>
        <p:spPr bwMode="auto">
          <a:xfrm>
            <a:off x="6298406" y="3701654"/>
            <a:ext cx="1568054"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40" name="Line 12">
            <a:extLst>
              <a:ext uri="{FF2B5EF4-FFF2-40B4-BE49-F238E27FC236}">
                <a16:creationId xmlns:a16="http://schemas.microsoft.com/office/drawing/2014/main" id="{85441D9F-F25E-164C-90C3-A4B08C4797FE}"/>
              </a:ext>
            </a:extLst>
          </p:cNvPr>
          <p:cNvSpPr>
            <a:spLocks noChangeShapeType="1"/>
          </p:cNvSpPr>
          <p:nvPr/>
        </p:nvSpPr>
        <p:spPr bwMode="auto">
          <a:xfrm>
            <a:off x="6298406" y="3965972"/>
            <a:ext cx="1568054"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41" name="Line 13">
            <a:extLst>
              <a:ext uri="{FF2B5EF4-FFF2-40B4-BE49-F238E27FC236}">
                <a16:creationId xmlns:a16="http://schemas.microsoft.com/office/drawing/2014/main" id="{F6B911CB-72E4-BB4E-8C30-D951C271FAF4}"/>
              </a:ext>
            </a:extLst>
          </p:cNvPr>
          <p:cNvSpPr>
            <a:spLocks noChangeShapeType="1"/>
          </p:cNvSpPr>
          <p:nvPr/>
        </p:nvSpPr>
        <p:spPr bwMode="auto">
          <a:xfrm>
            <a:off x="6298406" y="4227910"/>
            <a:ext cx="1568054"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42" name="Line 14">
            <a:extLst>
              <a:ext uri="{FF2B5EF4-FFF2-40B4-BE49-F238E27FC236}">
                <a16:creationId xmlns:a16="http://schemas.microsoft.com/office/drawing/2014/main" id="{FE7C6884-D080-FE45-83F0-5CCA68781A00}"/>
              </a:ext>
            </a:extLst>
          </p:cNvPr>
          <p:cNvSpPr>
            <a:spLocks noChangeShapeType="1"/>
          </p:cNvSpPr>
          <p:nvPr/>
        </p:nvSpPr>
        <p:spPr bwMode="auto">
          <a:xfrm>
            <a:off x="6298406" y="4492229"/>
            <a:ext cx="1568054"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43" name="Line 15">
            <a:extLst>
              <a:ext uri="{FF2B5EF4-FFF2-40B4-BE49-F238E27FC236}">
                <a16:creationId xmlns:a16="http://schemas.microsoft.com/office/drawing/2014/main" id="{66CA9A35-CA10-FE4F-9EE6-ADC5A0A46BE3}"/>
              </a:ext>
            </a:extLst>
          </p:cNvPr>
          <p:cNvSpPr>
            <a:spLocks noChangeShapeType="1"/>
          </p:cNvSpPr>
          <p:nvPr/>
        </p:nvSpPr>
        <p:spPr bwMode="auto">
          <a:xfrm>
            <a:off x="1277541" y="2650331"/>
            <a:ext cx="1568053"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44" name="Line 16">
            <a:extLst>
              <a:ext uri="{FF2B5EF4-FFF2-40B4-BE49-F238E27FC236}">
                <a16:creationId xmlns:a16="http://schemas.microsoft.com/office/drawing/2014/main" id="{6A77364F-8137-DC44-B138-B319E8DE12CB}"/>
              </a:ext>
            </a:extLst>
          </p:cNvPr>
          <p:cNvSpPr>
            <a:spLocks noChangeShapeType="1"/>
          </p:cNvSpPr>
          <p:nvPr/>
        </p:nvSpPr>
        <p:spPr bwMode="auto">
          <a:xfrm>
            <a:off x="1277541" y="2913460"/>
            <a:ext cx="1568053"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45" name="Line 17">
            <a:extLst>
              <a:ext uri="{FF2B5EF4-FFF2-40B4-BE49-F238E27FC236}">
                <a16:creationId xmlns:a16="http://schemas.microsoft.com/office/drawing/2014/main" id="{526908EC-9D01-5B45-B560-FE3955EA234E}"/>
              </a:ext>
            </a:extLst>
          </p:cNvPr>
          <p:cNvSpPr>
            <a:spLocks noChangeShapeType="1"/>
          </p:cNvSpPr>
          <p:nvPr/>
        </p:nvSpPr>
        <p:spPr bwMode="auto">
          <a:xfrm>
            <a:off x="1277541" y="3175397"/>
            <a:ext cx="1568053"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46" name="Line 18">
            <a:extLst>
              <a:ext uri="{FF2B5EF4-FFF2-40B4-BE49-F238E27FC236}">
                <a16:creationId xmlns:a16="http://schemas.microsoft.com/office/drawing/2014/main" id="{F544FB1D-5249-F24D-9473-ABE4FB276612}"/>
              </a:ext>
            </a:extLst>
          </p:cNvPr>
          <p:cNvSpPr>
            <a:spLocks noChangeShapeType="1"/>
          </p:cNvSpPr>
          <p:nvPr/>
        </p:nvSpPr>
        <p:spPr bwMode="auto">
          <a:xfrm>
            <a:off x="1277541" y="3439716"/>
            <a:ext cx="1568053"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47" name="Line 19">
            <a:extLst>
              <a:ext uri="{FF2B5EF4-FFF2-40B4-BE49-F238E27FC236}">
                <a16:creationId xmlns:a16="http://schemas.microsoft.com/office/drawing/2014/main" id="{272C4E4A-FFD9-3B43-8DB9-04D05005852B}"/>
              </a:ext>
            </a:extLst>
          </p:cNvPr>
          <p:cNvSpPr>
            <a:spLocks noChangeShapeType="1"/>
          </p:cNvSpPr>
          <p:nvPr/>
        </p:nvSpPr>
        <p:spPr bwMode="auto">
          <a:xfrm>
            <a:off x="1277541" y="3701654"/>
            <a:ext cx="1568053"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48" name="Line 20">
            <a:extLst>
              <a:ext uri="{FF2B5EF4-FFF2-40B4-BE49-F238E27FC236}">
                <a16:creationId xmlns:a16="http://schemas.microsoft.com/office/drawing/2014/main" id="{FA7AE18F-E608-884E-91B9-C7D1103A3352}"/>
              </a:ext>
            </a:extLst>
          </p:cNvPr>
          <p:cNvSpPr>
            <a:spLocks noChangeShapeType="1"/>
          </p:cNvSpPr>
          <p:nvPr/>
        </p:nvSpPr>
        <p:spPr bwMode="auto">
          <a:xfrm>
            <a:off x="1277541" y="3965972"/>
            <a:ext cx="1568053"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49" name="Line 21">
            <a:extLst>
              <a:ext uri="{FF2B5EF4-FFF2-40B4-BE49-F238E27FC236}">
                <a16:creationId xmlns:a16="http://schemas.microsoft.com/office/drawing/2014/main" id="{4614AFF0-A4E2-E640-A96C-D1B80C30CB83}"/>
              </a:ext>
            </a:extLst>
          </p:cNvPr>
          <p:cNvSpPr>
            <a:spLocks noChangeShapeType="1"/>
          </p:cNvSpPr>
          <p:nvPr/>
        </p:nvSpPr>
        <p:spPr bwMode="auto">
          <a:xfrm>
            <a:off x="1277541" y="4227910"/>
            <a:ext cx="1568053"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50" name="Line 22">
            <a:extLst>
              <a:ext uri="{FF2B5EF4-FFF2-40B4-BE49-F238E27FC236}">
                <a16:creationId xmlns:a16="http://schemas.microsoft.com/office/drawing/2014/main" id="{54F1238A-424F-414D-B054-FCA3807E0FE1}"/>
              </a:ext>
            </a:extLst>
          </p:cNvPr>
          <p:cNvSpPr>
            <a:spLocks noChangeShapeType="1"/>
          </p:cNvSpPr>
          <p:nvPr/>
        </p:nvSpPr>
        <p:spPr bwMode="auto">
          <a:xfrm>
            <a:off x="1277541" y="4492229"/>
            <a:ext cx="1568053" cy="0"/>
          </a:xfrm>
          <a:prstGeom prst="line">
            <a:avLst/>
          </a:prstGeom>
          <a:noFill/>
          <a:ln w="28575">
            <a:solidFill>
              <a:srgbClr val="333399"/>
            </a:solidFill>
            <a:round/>
            <a:headEnd type="none" w="sm" len="med"/>
            <a:tailEnd type="none" w="sm" len="med"/>
          </a:ln>
          <a:effectLst/>
        </p:spPr>
        <p:txBody>
          <a:bodyPr/>
          <a:lstStyle/>
          <a:p>
            <a:pPr algn="ctr" eaLnBrk="1" hangingPunct="1">
              <a:defRPr/>
            </a:pPr>
            <a:endParaRPr lang="zh-CN" altLang="en-US">
              <a:latin typeface="Tahoma" charset="0"/>
              <a:ea typeface="宋体" charset="-122"/>
              <a:cs typeface="+mn-cs"/>
            </a:endParaRPr>
          </a:p>
        </p:txBody>
      </p:sp>
      <p:sp>
        <p:nvSpPr>
          <p:cNvPr id="150551" name="Line 23">
            <a:extLst>
              <a:ext uri="{FF2B5EF4-FFF2-40B4-BE49-F238E27FC236}">
                <a16:creationId xmlns:a16="http://schemas.microsoft.com/office/drawing/2014/main" id="{DA315428-6990-F141-BD9C-8A70D0CEA7F2}"/>
              </a:ext>
            </a:extLst>
          </p:cNvPr>
          <p:cNvSpPr>
            <a:spLocks noChangeShapeType="1"/>
          </p:cNvSpPr>
          <p:nvPr/>
        </p:nvSpPr>
        <p:spPr bwMode="auto">
          <a:xfrm>
            <a:off x="2882504" y="3567113"/>
            <a:ext cx="3374231" cy="0"/>
          </a:xfrm>
          <a:prstGeom prst="line">
            <a:avLst/>
          </a:prstGeom>
          <a:noFill/>
          <a:ln w="28575">
            <a:solidFill>
              <a:srgbClr val="333399"/>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50552" name="AutoShape 24">
            <a:extLst>
              <a:ext uri="{FF2B5EF4-FFF2-40B4-BE49-F238E27FC236}">
                <a16:creationId xmlns:a16="http://schemas.microsoft.com/office/drawing/2014/main" id="{3AB57014-5DC6-9144-9BB0-1B9C5D92D03A}"/>
              </a:ext>
            </a:extLst>
          </p:cNvPr>
          <p:cNvSpPr>
            <a:spLocks noChangeArrowheads="1"/>
          </p:cNvSpPr>
          <p:nvPr/>
        </p:nvSpPr>
        <p:spPr bwMode="auto">
          <a:xfrm rot="5400000">
            <a:off x="3515916" y="3452813"/>
            <a:ext cx="265510" cy="222647"/>
          </a:xfrm>
          <a:prstGeom prst="triangle">
            <a:avLst>
              <a:gd name="adj" fmla="val 50000"/>
            </a:avLst>
          </a:prstGeom>
          <a:solidFill>
            <a:srgbClr val="FF0066"/>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53" name="Rectangle 25">
            <a:extLst>
              <a:ext uri="{FF2B5EF4-FFF2-40B4-BE49-F238E27FC236}">
                <a16:creationId xmlns:a16="http://schemas.microsoft.com/office/drawing/2014/main" id="{D4A5B320-0BDB-D84A-97E5-00DF4E6347DB}"/>
              </a:ext>
            </a:extLst>
          </p:cNvPr>
          <p:cNvSpPr>
            <a:spLocks noChangeArrowheads="1"/>
          </p:cNvSpPr>
          <p:nvPr/>
        </p:nvSpPr>
        <p:spPr bwMode="auto">
          <a:xfrm>
            <a:off x="1618060" y="2577703"/>
            <a:ext cx="372665" cy="147638"/>
          </a:xfrm>
          <a:prstGeom prst="rect">
            <a:avLst/>
          </a:prstGeom>
          <a:solidFill>
            <a:srgbClr val="FFFFCC"/>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54" name="Rectangle 26">
            <a:extLst>
              <a:ext uri="{FF2B5EF4-FFF2-40B4-BE49-F238E27FC236}">
                <a16:creationId xmlns:a16="http://schemas.microsoft.com/office/drawing/2014/main" id="{483E0906-A326-954D-B476-21D537E4E451}"/>
              </a:ext>
            </a:extLst>
          </p:cNvPr>
          <p:cNvSpPr>
            <a:spLocks noChangeArrowheads="1"/>
          </p:cNvSpPr>
          <p:nvPr/>
        </p:nvSpPr>
        <p:spPr bwMode="auto">
          <a:xfrm>
            <a:off x="1618060" y="2839641"/>
            <a:ext cx="372665" cy="146447"/>
          </a:xfrm>
          <a:prstGeom prst="rect">
            <a:avLst/>
          </a:prstGeom>
          <a:solidFill>
            <a:srgbClr val="CCFF99"/>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55" name="Rectangle 27">
            <a:extLst>
              <a:ext uri="{FF2B5EF4-FFF2-40B4-BE49-F238E27FC236}">
                <a16:creationId xmlns:a16="http://schemas.microsoft.com/office/drawing/2014/main" id="{FE84D9C2-E4C9-8A45-A0DB-581B1E36842F}"/>
              </a:ext>
            </a:extLst>
          </p:cNvPr>
          <p:cNvSpPr>
            <a:spLocks noChangeArrowheads="1"/>
          </p:cNvSpPr>
          <p:nvPr/>
        </p:nvSpPr>
        <p:spPr bwMode="auto">
          <a:xfrm>
            <a:off x="1618060" y="3102769"/>
            <a:ext cx="372665" cy="146447"/>
          </a:xfrm>
          <a:prstGeom prst="rect">
            <a:avLst/>
          </a:prstGeom>
          <a:solidFill>
            <a:srgbClr val="CCCC00"/>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56" name="Rectangle 28">
            <a:extLst>
              <a:ext uri="{FF2B5EF4-FFF2-40B4-BE49-F238E27FC236}">
                <a16:creationId xmlns:a16="http://schemas.microsoft.com/office/drawing/2014/main" id="{957EE039-433D-6C47-9D99-15734D791039}"/>
              </a:ext>
            </a:extLst>
          </p:cNvPr>
          <p:cNvSpPr>
            <a:spLocks noChangeArrowheads="1"/>
          </p:cNvSpPr>
          <p:nvPr/>
        </p:nvSpPr>
        <p:spPr bwMode="auto">
          <a:xfrm>
            <a:off x="1618060" y="3365897"/>
            <a:ext cx="372665" cy="146447"/>
          </a:xfrm>
          <a:prstGeom prst="rect">
            <a:avLst/>
          </a:prstGeom>
          <a:solidFill>
            <a:srgbClr val="00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57" name="Rectangle 29">
            <a:extLst>
              <a:ext uri="{FF2B5EF4-FFF2-40B4-BE49-F238E27FC236}">
                <a16:creationId xmlns:a16="http://schemas.microsoft.com/office/drawing/2014/main" id="{48A03829-48D9-9E46-84BB-23A90DCB4E2C}"/>
              </a:ext>
            </a:extLst>
          </p:cNvPr>
          <p:cNvSpPr>
            <a:spLocks noChangeArrowheads="1"/>
          </p:cNvSpPr>
          <p:nvPr/>
        </p:nvSpPr>
        <p:spPr bwMode="auto">
          <a:xfrm>
            <a:off x="1618060" y="3629026"/>
            <a:ext cx="372665" cy="146447"/>
          </a:xfrm>
          <a:prstGeom prst="rect">
            <a:avLst/>
          </a:prstGeom>
          <a:solidFill>
            <a:srgbClr val="FF99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58" name="Rectangle 30">
            <a:extLst>
              <a:ext uri="{FF2B5EF4-FFF2-40B4-BE49-F238E27FC236}">
                <a16:creationId xmlns:a16="http://schemas.microsoft.com/office/drawing/2014/main" id="{57497F12-1947-A34F-8275-DA0C06DF7CA7}"/>
              </a:ext>
            </a:extLst>
          </p:cNvPr>
          <p:cNvSpPr>
            <a:spLocks noChangeArrowheads="1"/>
          </p:cNvSpPr>
          <p:nvPr/>
        </p:nvSpPr>
        <p:spPr bwMode="auto">
          <a:xfrm>
            <a:off x="1618060" y="3892153"/>
            <a:ext cx="372665" cy="146447"/>
          </a:xfrm>
          <a:prstGeom prst="rect">
            <a:avLst/>
          </a:prstGeom>
          <a:solidFill>
            <a:srgbClr val="00CC00"/>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59" name="Rectangle 31">
            <a:extLst>
              <a:ext uri="{FF2B5EF4-FFF2-40B4-BE49-F238E27FC236}">
                <a16:creationId xmlns:a16="http://schemas.microsoft.com/office/drawing/2014/main" id="{A36567C7-1973-B14A-A296-76E2BEAA046D}"/>
              </a:ext>
            </a:extLst>
          </p:cNvPr>
          <p:cNvSpPr>
            <a:spLocks noChangeArrowheads="1"/>
          </p:cNvSpPr>
          <p:nvPr/>
        </p:nvSpPr>
        <p:spPr bwMode="auto">
          <a:xfrm>
            <a:off x="1618060" y="4155282"/>
            <a:ext cx="372665" cy="146447"/>
          </a:xfrm>
          <a:prstGeom prst="rect">
            <a:avLst/>
          </a:prstGeom>
          <a:solidFill>
            <a:srgbClr val="FF00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60" name="Rectangle 32">
            <a:extLst>
              <a:ext uri="{FF2B5EF4-FFF2-40B4-BE49-F238E27FC236}">
                <a16:creationId xmlns:a16="http://schemas.microsoft.com/office/drawing/2014/main" id="{F94B118F-345C-D845-B762-0138AFAAD305}"/>
              </a:ext>
            </a:extLst>
          </p:cNvPr>
          <p:cNvSpPr>
            <a:spLocks noChangeArrowheads="1"/>
          </p:cNvSpPr>
          <p:nvPr/>
        </p:nvSpPr>
        <p:spPr bwMode="auto">
          <a:xfrm>
            <a:off x="1618060" y="4417219"/>
            <a:ext cx="372665" cy="147638"/>
          </a:xfrm>
          <a:prstGeom prst="rect">
            <a:avLst/>
          </a:prstGeom>
          <a:solidFill>
            <a:srgbClr val="3399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61" name="Text Box 33">
            <a:extLst>
              <a:ext uri="{FF2B5EF4-FFF2-40B4-BE49-F238E27FC236}">
                <a16:creationId xmlns:a16="http://schemas.microsoft.com/office/drawing/2014/main" id="{14067C74-B48D-7146-803E-9778DE121476}"/>
              </a:ext>
            </a:extLst>
          </p:cNvPr>
          <p:cNvSpPr txBox="1">
            <a:spLocks noChangeArrowheads="1"/>
          </p:cNvSpPr>
          <p:nvPr/>
        </p:nvSpPr>
        <p:spPr bwMode="auto">
          <a:xfrm>
            <a:off x="3698082" y="2782491"/>
            <a:ext cx="857927"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宋体" charset="-122"/>
              </a:rPr>
              <a:t>20 Gb/s</a:t>
            </a:r>
          </a:p>
        </p:txBody>
      </p:sp>
      <p:sp>
        <p:nvSpPr>
          <p:cNvPr id="150562" name="AutoShape 34">
            <a:extLst>
              <a:ext uri="{FF2B5EF4-FFF2-40B4-BE49-F238E27FC236}">
                <a16:creationId xmlns:a16="http://schemas.microsoft.com/office/drawing/2014/main" id="{197F1A13-8B4D-284D-8144-10CF1850BF18}"/>
              </a:ext>
            </a:extLst>
          </p:cNvPr>
          <p:cNvSpPr>
            <a:spLocks noChangeArrowheads="1"/>
          </p:cNvSpPr>
          <p:nvPr/>
        </p:nvSpPr>
        <p:spPr bwMode="auto">
          <a:xfrm rot="16200000">
            <a:off x="1742481" y="3384352"/>
            <a:ext cx="2430065" cy="373856"/>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3004 w 21600"/>
              <a:gd name="T13" fmla="*/ 3004 h 21600"/>
              <a:gd name="T14" fmla="*/ 18596 w 21600"/>
              <a:gd name="T15" fmla="*/ 18596 h 21600"/>
            </a:gdLst>
            <a:ahLst/>
            <a:cxnLst>
              <a:cxn ang="T8">
                <a:pos x="T0" y="T1"/>
              </a:cxn>
              <a:cxn ang="T9">
                <a:pos x="T2" y="T3"/>
              </a:cxn>
              <a:cxn ang="T10">
                <a:pos x="T4" y="T5"/>
              </a:cxn>
              <a:cxn ang="T11">
                <a:pos x="T6" y="T7"/>
              </a:cxn>
            </a:cxnLst>
            <a:rect l="T12" t="T13" r="T14" b="T15"/>
            <a:pathLst>
              <a:path w="21600" h="21600">
                <a:moveTo>
                  <a:pt x="0" y="0"/>
                </a:moveTo>
                <a:lnTo>
                  <a:pt x="2408" y="21600"/>
                </a:lnTo>
                <a:lnTo>
                  <a:pt x="19192" y="21600"/>
                </a:lnTo>
                <a:lnTo>
                  <a:pt x="21600" y="0"/>
                </a:lnTo>
                <a:lnTo>
                  <a:pt x="0" y="0"/>
                </a:lnTo>
                <a:close/>
              </a:path>
            </a:pathLst>
          </a:custGeom>
          <a:solidFill>
            <a:srgbClr val="CCCC00"/>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defRPr/>
            </a:pPr>
            <a:endParaRPr lang="zh-CN" altLang="en-US">
              <a:cs typeface="+mn-cs"/>
            </a:endParaRPr>
          </a:p>
        </p:txBody>
      </p:sp>
      <p:sp>
        <p:nvSpPr>
          <p:cNvPr id="150563" name="AutoShape 35">
            <a:extLst>
              <a:ext uri="{FF2B5EF4-FFF2-40B4-BE49-F238E27FC236}">
                <a16:creationId xmlns:a16="http://schemas.microsoft.com/office/drawing/2014/main" id="{C350E527-65D4-E443-B2E9-EA6E71305D00}"/>
              </a:ext>
            </a:extLst>
          </p:cNvPr>
          <p:cNvSpPr>
            <a:spLocks noChangeArrowheads="1"/>
          </p:cNvSpPr>
          <p:nvPr/>
        </p:nvSpPr>
        <p:spPr bwMode="auto">
          <a:xfrm rot="5400000" flipH="1">
            <a:off x="4897042" y="3384948"/>
            <a:ext cx="2430065" cy="372665"/>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3004 w 21600"/>
              <a:gd name="T13" fmla="*/ 3004 h 21600"/>
              <a:gd name="T14" fmla="*/ 18596 w 21600"/>
              <a:gd name="T15" fmla="*/ 18596 h 21600"/>
            </a:gdLst>
            <a:ahLst/>
            <a:cxnLst>
              <a:cxn ang="T8">
                <a:pos x="T0" y="T1"/>
              </a:cxn>
              <a:cxn ang="T9">
                <a:pos x="T2" y="T3"/>
              </a:cxn>
              <a:cxn ang="T10">
                <a:pos x="T4" y="T5"/>
              </a:cxn>
              <a:cxn ang="T11">
                <a:pos x="T6" y="T7"/>
              </a:cxn>
            </a:cxnLst>
            <a:rect l="T12" t="T13" r="T14" b="T15"/>
            <a:pathLst>
              <a:path w="21600" h="21600">
                <a:moveTo>
                  <a:pt x="0" y="0"/>
                </a:moveTo>
                <a:lnTo>
                  <a:pt x="2408" y="21600"/>
                </a:lnTo>
                <a:lnTo>
                  <a:pt x="19192" y="21600"/>
                </a:lnTo>
                <a:lnTo>
                  <a:pt x="21600" y="0"/>
                </a:lnTo>
                <a:lnTo>
                  <a:pt x="0" y="0"/>
                </a:lnTo>
                <a:close/>
              </a:path>
            </a:pathLst>
          </a:custGeom>
          <a:solidFill>
            <a:srgbClr val="FF9999"/>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defRPr/>
            </a:pPr>
            <a:endParaRPr lang="zh-CN" altLang="en-US">
              <a:cs typeface="+mn-cs"/>
            </a:endParaRPr>
          </a:p>
        </p:txBody>
      </p:sp>
      <p:sp>
        <p:nvSpPr>
          <p:cNvPr id="150564" name="Rectangle 36">
            <a:extLst>
              <a:ext uri="{FF2B5EF4-FFF2-40B4-BE49-F238E27FC236}">
                <a16:creationId xmlns:a16="http://schemas.microsoft.com/office/drawing/2014/main" id="{5AE7E4B8-0532-0C45-B1A4-428449A533DD}"/>
              </a:ext>
            </a:extLst>
          </p:cNvPr>
          <p:cNvSpPr>
            <a:spLocks noChangeArrowheads="1"/>
          </p:cNvSpPr>
          <p:nvPr/>
        </p:nvSpPr>
        <p:spPr bwMode="auto">
          <a:xfrm>
            <a:off x="7131844" y="2577703"/>
            <a:ext cx="372666" cy="147638"/>
          </a:xfrm>
          <a:prstGeom prst="rect">
            <a:avLst/>
          </a:prstGeom>
          <a:solidFill>
            <a:srgbClr val="FFFFCC"/>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65" name="Rectangle 37">
            <a:extLst>
              <a:ext uri="{FF2B5EF4-FFF2-40B4-BE49-F238E27FC236}">
                <a16:creationId xmlns:a16="http://schemas.microsoft.com/office/drawing/2014/main" id="{33A9CFE5-B00E-9A48-B85F-EC8CCAA86A7E}"/>
              </a:ext>
            </a:extLst>
          </p:cNvPr>
          <p:cNvSpPr>
            <a:spLocks noChangeArrowheads="1"/>
          </p:cNvSpPr>
          <p:nvPr/>
        </p:nvSpPr>
        <p:spPr bwMode="auto">
          <a:xfrm>
            <a:off x="7131844" y="2839641"/>
            <a:ext cx="372666" cy="146447"/>
          </a:xfrm>
          <a:prstGeom prst="rect">
            <a:avLst/>
          </a:prstGeom>
          <a:solidFill>
            <a:srgbClr val="CCFF99"/>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66" name="Rectangle 38">
            <a:extLst>
              <a:ext uri="{FF2B5EF4-FFF2-40B4-BE49-F238E27FC236}">
                <a16:creationId xmlns:a16="http://schemas.microsoft.com/office/drawing/2014/main" id="{AFDAF83E-A953-194F-B128-D1AF3806961D}"/>
              </a:ext>
            </a:extLst>
          </p:cNvPr>
          <p:cNvSpPr>
            <a:spLocks noChangeArrowheads="1"/>
          </p:cNvSpPr>
          <p:nvPr/>
        </p:nvSpPr>
        <p:spPr bwMode="auto">
          <a:xfrm>
            <a:off x="7131844" y="3102769"/>
            <a:ext cx="372666" cy="146447"/>
          </a:xfrm>
          <a:prstGeom prst="rect">
            <a:avLst/>
          </a:prstGeom>
          <a:solidFill>
            <a:srgbClr val="CCCC00"/>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67" name="Rectangle 39">
            <a:extLst>
              <a:ext uri="{FF2B5EF4-FFF2-40B4-BE49-F238E27FC236}">
                <a16:creationId xmlns:a16="http://schemas.microsoft.com/office/drawing/2014/main" id="{E04A3DD2-C085-7649-8C8B-193F93C0A186}"/>
              </a:ext>
            </a:extLst>
          </p:cNvPr>
          <p:cNvSpPr>
            <a:spLocks noChangeArrowheads="1"/>
          </p:cNvSpPr>
          <p:nvPr/>
        </p:nvSpPr>
        <p:spPr bwMode="auto">
          <a:xfrm>
            <a:off x="7131844" y="3365897"/>
            <a:ext cx="372666" cy="146447"/>
          </a:xfrm>
          <a:prstGeom prst="rect">
            <a:avLst/>
          </a:prstGeom>
          <a:solidFill>
            <a:srgbClr val="00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68" name="Rectangle 40">
            <a:extLst>
              <a:ext uri="{FF2B5EF4-FFF2-40B4-BE49-F238E27FC236}">
                <a16:creationId xmlns:a16="http://schemas.microsoft.com/office/drawing/2014/main" id="{B9B0B7DB-71D0-9C47-83DC-6E4C867989CF}"/>
              </a:ext>
            </a:extLst>
          </p:cNvPr>
          <p:cNvSpPr>
            <a:spLocks noChangeArrowheads="1"/>
          </p:cNvSpPr>
          <p:nvPr/>
        </p:nvSpPr>
        <p:spPr bwMode="auto">
          <a:xfrm>
            <a:off x="7131844" y="3629026"/>
            <a:ext cx="372666" cy="146447"/>
          </a:xfrm>
          <a:prstGeom prst="rect">
            <a:avLst/>
          </a:prstGeom>
          <a:solidFill>
            <a:srgbClr val="FF99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69" name="Rectangle 41">
            <a:extLst>
              <a:ext uri="{FF2B5EF4-FFF2-40B4-BE49-F238E27FC236}">
                <a16:creationId xmlns:a16="http://schemas.microsoft.com/office/drawing/2014/main" id="{DB2B529A-37E0-E843-B391-4B73B3E2D94C}"/>
              </a:ext>
            </a:extLst>
          </p:cNvPr>
          <p:cNvSpPr>
            <a:spLocks noChangeArrowheads="1"/>
          </p:cNvSpPr>
          <p:nvPr/>
        </p:nvSpPr>
        <p:spPr bwMode="auto">
          <a:xfrm>
            <a:off x="7131844" y="3892153"/>
            <a:ext cx="372666" cy="146447"/>
          </a:xfrm>
          <a:prstGeom prst="rect">
            <a:avLst/>
          </a:prstGeom>
          <a:solidFill>
            <a:srgbClr val="00CC00"/>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70" name="Rectangle 42">
            <a:extLst>
              <a:ext uri="{FF2B5EF4-FFF2-40B4-BE49-F238E27FC236}">
                <a16:creationId xmlns:a16="http://schemas.microsoft.com/office/drawing/2014/main" id="{AFC6F5A2-2C8D-E644-A884-72DABCAFD5DE}"/>
              </a:ext>
            </a:extLst>
          </p:cNvPr>
          <p:cNvSpPr>
            <a:spLocks noChangeArrowheads="1"/>
          </p:cNvSpPr>
          <p:nvPr/>
        </p:nvSpPr>
        <p:spPr bwMode="auto">
          <a:xfrm>
            <a:off x="7131844" y="4155282"/>
            <a:ext cx="372666" cy="146447"/>
          </a:xfrm>
          <a:prstGeom prst="rect">
            <a:avLst/>
          </a:prstGeom>
          <a:solidFill>
            <a:srgbClr val="FF00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71" name="Rectangle 43">
            <a:extLst>
              <a:ext uri="{FF2B5EF4-FFF2-40B4-BE49-F238E27FC236}">
                <a16:creationId xmlns:a16="http://schemas.microsoft.com/office/drawing/2014/main" id="{02D3AAA3-B920-AB41-8349-EF707AEBC239}"/>
              </a:ext>
            </a:extLst>
          </p:cNvPr>
          <p:cNvSpPr>
            <a:spLocks noChangeArrowheads="1"/>
          </p:cNvSpPr>
          <p:nvPr/>
        </p:nvSpPr>
        <p:spPr bwMode="auto">
          <a:xfrm>
            <a:off x="7131844" y="4417219"/>
            <a:ext cx="372666" cy="147638"/>
          </a:xfrm>
          <a:prstGeom prst="rect">
            <a:avLst/>
          </a:prstGeom>
          <a:solidFill>
            <a:srgbClr val="3399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72" name="AutoShape 44">
            <a:extLst>
              <a:ext uri="{FF2B5EF4-FFF2-40B4-BE49-F238E27FC236}">
                <a16:creationId xmlns:a16="http://schemas.microsoft.com/office/drawing/2014/main" id="{927FF7A1-8460-1449-BD80-2431B8C8C264}"/>
              </a:ext>
            </a:extLst>
          </p:cNvPr>
          <p:cNvSpPr>
            <a:spLocks noChangeArrowheads="1"/>
          </p:cNvSpPr>
          <p:nvPr/>
        </p:nvSpPr>
        <p:spPr bwMode="auto">
          <a:xfrm rot="5400000">
            <a:off x="4397574" y="3453409"/>
            <a:ext cx="265510" cy="221456"/>
          </a:xfrm>
          <a:prstGeom prst="triangle">
            <a:avLst>
              <a:gd name="adj" fmla="val 50000"/>
            </a:avLst>
          </a:prstGeom>
          <a:solidFill>
            <a:srgbClr val="FF0066"/>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73" name="AutoShape 45">
            <a:extLst>
              <a:ext uri="{FF2B5EF4-FFF2-40B4-BE49-F238E27FC236}">
                <a16:creationId xmlns:a16="http://schemas.microsoft.com/office/drawing/2014/main" id="{F37170A1-1DFE-2647-AD44-ADD25A98AF02}"/>
              </a:ext>
            </a:extLst>
          </p:cNvPr>
          <p:cNvSpPr>
            <a:spLocks noChangeArrowheads="1"/>
          </p:cNvSpPr>
          <p:nvPr/>
        </p:nvSpPr>
        <p:spPr bwMode="auto">
          <a:xfrm rot="5400000">
            <a:off x="5306616" y="3452813"/>
            <a:ext cx="265510" cy="222647"/>
          </a:xfrm>
          <a:prstGeom prst="triangle">
            <a:avLst>
              <a:gd name="adj" fmla="val 50000"/>
            </a:avLst>
          </a:prstGeom>
          <a:solidFill>
            <a:srgbClr val="FF0066"/>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algn="ctr" eaLnBrk="1" hangingPunct="1">
              <a:defRPr/>
            </a:pPr>
            <a:endParaRPr lang="zh-CN" altLang="en-US">
              <a:latin typeface="Tahoma" charset="0"/>
              <a:ea typeface="宋体" charset="-122"/>
              <a:cs typeface="+mn-cs"/>
            </a:endParaRPr>
          </a:p>
        </p:txBody>
      </p:sp>
      <p:sp>
        <p:nvSpPr>
          <p:cNvPr id="150574" name="Line 46">
            <a:extLst>
              <a:ext uri="{FF2B5EF4-FFF2-40B4-BE49-F238E27FC236}">
                <a16:creationId xmlns:a16="http://schemas.microsoft.com/office/drawing/2014/main" id="{4F526529-714D-DF4F-BD77-55170102B09A}"/>
              </a:ext>
            </a:extLst>
          </p:cNvPr>
          <p:cNvSpPr>
            <a:spLocks noChangeShapeType="1"/>
          </p:cNvSpPr>
          <p:nvPr/>
        </p:nvSpPr>
        <p:spPr bwMode="auto">
          <a:xfrm flipH="1">
            <a:off x="3962400" y="3093244"/>
            <a:ext cx="96441" cy="466725"/>
          </a:xfrm>
          <a:prstGeom prst="line">
            <a:avLst/>
          </a:prstGeom>
          <a:noFill/>
          <a:ln w="28575">
            <a:solidFill>
              <a:srgbClr val="333399"/>
            </a:solidFill>
            <a:round/>
            <a:headEnd/>
            <a:tailEnd type="triangle" w="sm" len="me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48526" name="Text Box 47">
            <a:extLst>
              <a:ext uri="{FF2B5EF4-FFF2-40B4-BE49-F238E27FC236}">
                <a16:creationId xmlns:a16="http://schemas.microsoft.com/office/drawing/2014/main" id="{2C6DD27B-3B88-0B4D-AD60-02F07C36BE86}"/>
              </a:ext>
            </a:extLst>
          </p:cNvPr>
          <p:cNvSpPr txBox="1">
            <a:spLocks noChangeArrowheads="1"/>
          </p:cNvSpPr>
          <p:nvPr/>
        </p:nvSpPr>
        <p:spPr bwMode="auto">
          <a:xfrm>
            <a:off x="2789635" y="3167062"/>
            <a:ext cx="377026"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复</a:t>
            </a:r>
          </a:p>
          <a:p>
            <a:pPr eaLnBrk="1" hangingPunct="1">
              <a:spcBef>
                <a:spcPct val="0"/>
              </a:spcBef>
              <a:buClrTx/>
              <a:buSzTx/>
              <a:buFontTx/>
              <a:buNone/>
            </a:pPr>
            <a:r>
              <a:rPr kumimoji="1" lang="zh-CN" altLang="en-US" sz="1500">
                <a:ea typeface="宋体" panose="02010600030101010101" pitchFamily="2" charset="-122"/>
              </a:rPr>
              <a:t>用</a:t>
            </a:r>
          </a:p>
          <a:p>
            <a:pPr eaLnBrk="1" hangingPunct="1">
              <a:spcBef>
                <a:spcPct val="0"/>
              </a:spcBef>
              <a:buClrTx/>
              <a:buSzTx/>
              <a:buFontTx/>
              <a:buNone/>
            </a:pPr>
            <a:r>
              <a:rPr kumimoji="1" lang="zh-CN" altLang="en-US" sz="1500">
                <a:ea typeface="宋体" panose="02010600030101010101" pitchFamily="2" charset="-122"/>
              </a:rPr>
              <a:t>器</a:t>
            </a:r>
          </a:p>
        </p:txBody>
      </p:sp>
      <p:sp>
        <p:nvSpPr>
          <p:cNvPr id="148527" name="Text Box 48">
            <a:extLst>
              <a:ext uri="{FF2B5EF4-FFF2-40B4-BE49-F238E27FC236}">
                <a16:creationId xmlns:a16="http://schemas.microsoft.com/office/drawing/2014/main" id="{0089999D-7AC7-2643-BB07-6484C3C239A3}"/>
              </a:ext>
            </a:extLst>
          </p:cNvPr>
          <p:cNvSpPr txBox="1">
            <a:spLocks noChangeArrowheads="1"/>
          </p:cNvSpPr>
          <p:nvPr/>
        </p:nvSpPr>
        <p:spPr bwMode="auto">
          <a:xfrm>
            <a:off x="5947172" y="3167062"/>
            <a:ext cx="377026"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kumimoji="1" lang="zh-CN" altLang="en-US" sz="1500">
                <a:ea typeface="宋体" panose="02010600030101010101" pitchFamily="2" charset="-122"/>
              </a:rPr>
              <a:t>分</a:t>
            </a:r>
          </a:p>
          <a:p>
            <a:pPr eaLnBrk="1" hangingPunct="1">
              <a:spcBef>
                <a:spcPct val="0"/>
              </a:spcBef>
              <a:buClrTx/>
              <a:buSzTx/>
              <a:buFontTx/>
              <a:buNone/>
            </a:pPr>
            <a:r>
              <a:rPr kumimoji="1" lang="zh-CN" altLang="en-US" sz="1500">
                <a:ea typeface="宋体" panose="02010600030101010101" pitchFamily="2" charset="-122"/>
              </a:rPr>
              <a:t>用</a:t>
            </a:r>
          </a:p>
          <a:p>
            <a:pPr eaLnBrk="1" hangingPunct="1">
              <a:spcBef>
                <a:spcPct val="0"/>
              </a:spcBef>
              <a:buClrTx/>
              <a:buSzTx/>
              <a:buFontTx/>
              <a:buNone/>
            </a:pPr>
            <a:r>
              <a:rPr kumimoji="1" lang="zh-CN" altLang="en-US" sz="1500">
                <a:ea typeface="宋体" panose="02010600030101010101" pitchFamily="2" charset="-122"/>
              </a:rPr>
              <a:t>器</a:t>
            </a:r>
          </a:p>
        </p:txBody>
      </p:sp>
      <p:sp>
        <p:nvSpPr>
          <p:cNvPr id="150577" name="Text Box 49">
            <a:extLst>
              <a:ext uri="{FF2B5EF4-FFF2-40B4-BE49-F238E27FC236}">
                <a16:creationId xmlns:a16="http://schemas.microsoft.com/office/drawing/2014/main" id="{DEC6A1EE-ACE9-7C4A-9696-0743FAFE5875}"/>
              </a:ext>
            </a:extLst>
          </p:cNvPr>
          <p:cNvSpPr txBox="1">
            <a:spLocks noChangeArrowheads="1"/>
          </p:cNvSpPr>
          <p:nvPr/>
        </p:nvSpPr>
        <p:spPr bwMode="auto">
          <a:xfrm>
            <a:off x="4581526" y="2857500"/>
            <a:ext cx="686983"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宋体" charset="-122"/>
              </a:rPr>
              <a:t>EDFA</a:t>
            </a:r>
          </a:p>
        </p:txBody>
      </p:sp>
      <p:sp>
        <p:nvSpPr>
          <p:cNvPr id="150578" name="Line 50">
            <a:extLst>
              <a:ext uri="{FF2B5EF4-FFF2-40B4-BE49-F238E27FC236}">
                <a16:creationId xmlns:a16="http://schemas.microsoft.com/office/drawing/2014/main" id="{8955EFAB-F8E6-6041-B5EA-88C1F191CC75}"/>
              </a:ext>
            </a:extLst>
          </p:cNvPr>
          <p:cNvSpPr>
            <a:spLocks noChangeShapeType="1"/>
          </p:cNvSpPr>
          <p:nvPr/>
        </p:nvSpPr>
        <p:spPr bwMode="auto">
          <a:xfrm flipH="1">
            <a:off x="4551760" y="3165872"/>
            <a:ext cx="328613" cy="323850"/>
          </a:xfrm>
          <a:prstGeom prst="line">
            <a:avLst/>
          </a:prstGeom>
          <a:noFill/>
          <a:ln w="28575">
            <a:solidFill>
              <a:srgbClr val="333399"/>
            </a:solidFill>
            <a:round/>
            <a:headEnd/>
            <a:tailEnd type="triangle" w="sm" len="me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50579" name="Line 51">
            <a:extLst>
              <a:ext uri="{FF2B5EF4-FFF2-40B4-BE49-F238E27FC236}">
                <a16:creationId xmlns:a16="http://schemas.microsoft.com/office/drawing/2014/main" id="{529BF84A-D809-4447-9022-1CCF0E10D887}"/>
              </a:ext>
            </a:extLst>
          </p:cNvPr>
          <p:cNvSpPr>
            <a:spLocks noChangeShapeType="1"/>
          </p:cNvSpPr>
          <p:nvPr/>
        </p:nvSpPr>
        <p:spPr bwMode="auto">
          <a:xfrm>
            <a:off x="3611166" y="3755231"/>
            <a:ext cx="0" cy="147638"/>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50580" name="Line 52">
            <a:extLst>
              <a:ext uri="{FF2B5EF4-FFF2-40B4-BE49-F238E27FC236}">
                <a16:creationId xmlns:a16="http://schemas.microsoft.com/office/drawing/2014/main" id="{1AC89FA9-5277-7F49-8116-892E8D666C66}"/>
              </a:ext>
            </a:extLst>
          </p:cNvPr>
          <p:cNvSpPr>
            <a:spLocks noChangeShapeType="1"/>
          </p:cNvSpPr>
          <p:nvPr/>
        </p:nvSpPr>
        <p:spPr bwMode="auto">
          <a:xfrm>
            <a:off x="4506516" y="3755231"/>
            <a:ext cx="0" cy="147638"/>
          </a:xfrm>
          <a:prstGeom prst="line">
            <a:avLst/>
          </a:prstGeom>
          <a:noFill/>
          <a:ln w="9525">
            <a:solidFill>
              <a:schemeClr val="tx1"/>
            </a:solidFill>
            <a:round/>
            <a:headEnd/>
            <a:tailEn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50581" name="Line 53">
            <a:extLst>
              <a:ext uri="{FF2B5EF4-FFF2-40B4-BE49-F238E27FC236}">
                <a16:creationId xmlns:a16="http://schemas.microsoft.com/office/drawing/2014/main" id="{6B106011-0F5B-5447-A9ED-E1213DBD50E1}"/>
              </a:ext>
            </a:extLst>
          </p:cNvPr>
          <p:cNvSpPr>
            <a:spLocks noChangeShapeType="1"/>
          </p:cNvSpPr>
          <p:nvPr/>
        </p:nvSpPr>
        <p:spPr bwMode="auto">
          <a:xfrm>
            <a:off x="3608785" y="3827860"/>
            <a:ext cx="896540" cy="0"/>
          </a:xfrm>
          <a:prstGeom prst="line">
            <a:avLst/>
          </a:prstGeom>
          <a:noFill/>
          <a:ln w="28575">
            <a:solidFill>
              <a:srgbClr val="333399"/>
            </a:solidFill>
            <a:round/>
            <a:headEnd type="triangle" w="sm" len="med"/>
            <a:tailEnd type="triangle" w="sm" len="med"/>
          </a:ln>
          <a:effectLst/>
        </p:spPr>
        <p:txBody>
          <a:bodyPr wrap="none" anchor="ctr"/>
          <a:lstStyle/>
          <a:p>
            <a:pPr algn="ctr" eaLnBrk="1" hangingPunct="1">
              <a:defRPr/>
            </a:pPr>
            <a:endParaRPr lang="zh-CN" altLang="en-US">
              <a:latin typeface="Tahoma" charset="0"/>
              <a:ea typeface="宋体" charset="-122"/>
              <a:cs typeface="+mn-cs"/>
            </a:endParaRPr>
          </a:p>
        </p:txBody>
      </p:sp>
      <p:sp>
        <p:nvSpPr>
          <p:cNvPr id="150582" name="Text Box 54">
            <a:extLst>
              <a:ext uri="{FF2B5EF4-FFF2-40B4-BE49-F238E27FC236}">
                <a16:creationId xmlns:a16="http://schemas.microsoft.com/office/drawing/2014/main" id="{0D7CC9F5-EB3F-4645-A34D-75F00272F7FA}"/>
              </a:ext>
            </a:extLst>
          </p:cNvPr>
          <p:cNvSpPr txBox="1">
            <a:spLocks noChangeArrowheads="1"/>
          </p:cNvSpPr>
          <p:nvPr/>
        </p:nvSpPr>
        <p:spPr bwMode="auto">
          <a:xfrm>
            <a:off x="3623073" y="3815954"/>
            <a:ext cx="816249"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120 km</a:t>
            </a:r>
          </a:p>
        </p:txBody>
      </p:sp>
      <p:sp>
        <p:nvSpPr>
          <p:cNvPr id="148534" name="Text Box 55">
            <a:extLst>
              <a:ext uri="{FF2B5EF4-FFF2-40B4-BE49-F238E27FC236}">
                <a16:creationId xmlns:a16="http://schemas.microsoft.com/office/drawing/2014/main" id="{96ACC920-D558-2243-95CB-DF087CFC1F9F}"/>
              </a:ext>
            </a:extLst>
          </p:cNvPr>
          <p:cNvSpPr txBox="1">
            <a:spLocks noChangeArrowheads="1"/>
          </p:cNvSpPr>
          <p:nvPr/>
        </p:nvSpPr>
        <p:spPr bwMode="auto">
          <a:xfrm>
            <a:off x="1331119" y="1869281"/>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Tahoma" panose="020B0604030504040204" pitchFamily="34" charset="0"/>
                <a:ea typeface="宋体" panose="02010600030101010101" pitchFamily="2" charset="-122"/>
              </a:rPr>
              <a:t>光调制器</a:t>
            </a:r>
          </a:p>
        </p:txBody>
      </p:sp>
      <p:sp>
        <p:nvSpPr>
          <p:cNvPr id="150584" name="Line 56">
            <a:extLst>
              <a:ext uri="{FF2B5EF4-FFF2-40B4-BE49-F238E27FC236}">
                <a16:creationId xmlns:a16="http://schemas.microsoft.com/office/drawing/2014/main" id="{509F555D-2623-6F43-B589-EF7937258FD8}"/>
              </a:ext>
            </a:extLst>
          </p:cNvPr>
          <p:cNvSpPr>
            <a:spLocks noChangeShapeType="1"/>
          </p:cNvSpPr>
          <p:nvPr/>
        </p:nvSpPr>
        <p:spPr bwMode="auto">
          <a:xfrm>
            <a:off x="1818085" y="2193132"/>
            <a:ext cx="0" cy="378619"/>
          </a:xfrm>
          <a:prstGeom prst="line">
            <a:avLst/>
          </a:prstGeom>
          <a:noFill/>
          <a:ln w="9525">
            <a:solidFill>
              <a:srgbClr val="333399"/>
            </a:solidFill>
            <a:round/>
            <a:headEnd/>
            <a:tailEnd type="triangle" w="med" len="med"/>
          </a:ln>
          <a:effectLst/>
        </p:spPr>
        <p:txBody>
          <a:bodyPr/>
          <a:lstStyle/>
          <a:p>
            <a:pPr algn="ctr" eaLnBrk="1" hangingPunct="1">
              <a:defRPr/>
            </a:pPr>
            <a:endParaRPr lang="zh-CN" altLang="en-US">
              <a:latin typeface="Tahoma" charset="0"/>
              <a:ea typeface="宋体" charset="-122"/>
              <a:cs typeface="+mn-cs"/>
            </a:endParaRPr>
          </a:p>
        </p:txBody>
      </p:sp>
      <p:sp>
        <p:nvSpPr>
          <p:cNvPr id="148536" name="Text Box 57">
            <a:extLst>
              <a:ext uri="{FF2B5EF4-FFF2-40B4-BE49-F238E27FC236}">
                <a16:creationId xmlns:a16="http://schemas.microsoft.com/office/drawing/2014/main" id="{9F5EB3FD-778B-5E4D-A26E-4AC1FC46B1B1}"/>
              </a:ext>
            </a:extLst>
          </p:cNvPr>
          <p:cNvSpPr txBox="1">
            <a:spLocks noChangeArrowheads="1"/>
          </p:cNvSpPr>
          <p:nvPr/>
        </p:nvSpPr>
        <p:spPr bwMode="auto">
          <a:xfrm>
            <a:off x="6652022" y="1869281"/>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r>
              <a:rPr lang="zh-CN" altLang="en-US" sz="1800">
                <a:latin typeface="Tahoma" panose="020B0604030504040204" pitchFamily="34" charset="0"/>
                <a:ea typeface="宋体" panose="02010600030101010101" pitchFamily="2" charset="-122"/>
              </a:rPr>
              <a:t>光解调器</a:t>
            </a:r>
          </a:p>
        </p:txBody>
      </p:sp>
      <p:sp>
        <p:nvSpPr>
          <p:cNvPr id="150586" name="Line 58">
            <a:extLst>
              <a:ext uri="{FF2B5EF4-FFF2-40B4-BE49-F238E27FC236}">
                <a16:creationId xmlns:a16="http://schemas.microsoft.com/office/drawing/2014/main" id="{D75DE699-00F2-074C-A0DD-36DF8090CA69}"/>
              </a:ext>
            </a:extLst>
          </p:cNvPr>
          <p:cNvSpPr>
            <a:spLocks noChangeShapeType="1"/>
          </p:cNvSpPr>
          <p:nvPr/>
        </p:nvSpPr>
        <p:spPr bwMode="auto">
          <a:xfrm>
            <a:off x="7325916" y="2193132"/>
            <a:ext cx="0" cy="378619"/>
          </a:xfrm>
          <a:prstGeom prst="line">
            <a:avLst/>
          </a:prstGeom>
          <a:noFill/>
          <a:ln w="9525">
            <a:solidFill>
              <a:srgbClr val="333399"/>
            </a:solidFill>
            <a:round/>
            <a:headEnd/>
            <a:tailEnd type="triangle" w="med" len="med"/>
          </a:ln>
          <a:effectLst/>
        </p:spPr>
        <p:txBody>
          <a:bodyPr/>
          <a:lstStyle/>
          <a:p>
            <a:pPr algn="ctr" eaLnBrk="1" hangingPunct="1">
              <a:defRPr/>
            </a:pPr>
            <a:endParaRPr lang="zh-CN" altLang="en-US">
              <a:latin typeface="Tahoma" charset="0"/>
              <a:ea typeface="宋体" charset="-122"/>
              <a:cs typeface="+mn-cs"/>
            </a:endParaRPr>
          </a:p>
        </p:txBody>
      </p:sp>
      <p:sp>
        <p:nvSpPr>
          <p:cNvPr id="148538" name="幻灯片编号占位符 1">
            <a:extLst>
              <a:ext uri="{FF2B5EF4-FFF2-40B4-BE49-F238E27FC236}">
                <a16:creationId xmlns:a16="http://schemas.microsoft.com/office/drawing/2014/main" id="{ECE48A69-CFE7-1346-85C9-529C6B2B45ED}"/>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C7AF1E2-78C3-E242-BF8A-264C591BBDF0}"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66</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7647151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053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3"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Rectangle 2">
            <a:extLst>
              <a:ext uri="{FF2B5EF4-FFF2-40B4-BE49-F238E27FC236}">
                <a16:creationId xmlns:a16="http://schemas.microsoft.com/office/drawing/2014/main" id="{78409374-E4C8-4D47-8686-23FABCB73837}"/>
              </a:ext>
            </a:extLst>
          </p:cNvPr>
          <p:cNvSpPr>
            <a:spLocks noGrp="1" noChangeArrowheads="1"/>
          </p:cNvSpPr>
          <p:nvPr>
            <p:ph type="title"/>
          </p:nvPr>
        </p:nvSpPr>
        <p:spPr>
          <a:xfrm>
            <a:off x="160020" y="195263"/>
            <a:ext cx="8801100" cy="639127"/>
          </a:xfrm>
        </p:spPr>
        <p:txBody>
          <a:bodyPr/>
          <a:lstStyle/>
          <a:p>
            <a:pPr eaLnBrk="1" hangingPunct="1"/>
            <a:r>
              <a:rPr lang="en-US" altLang="zh-CN" sz="3000" dirty="0">
                <a:ea typeface="宋体" panose="02010600030101010101" pitchFamily="2" charset="-122"/>
              </a:rPr>
              <a:t>2.4.3   </a:t>
            </a:r>
            <a:r>
              <a:rPr lang="zh-CN" altLang="en-US" sz="3000" dirty="0">
                <a:ea typeface="宋体" panose="02010600030101010101" pitchFamily="2" charset="-122"/>
              </a:rPr>
              <a:t>码分复用 </a:t>
            </a:r>
            <a:r>
              <a:rPr lang="en-US" altLang="zh-CN" sz="3000" dirty="0">
                <a:ea typeface="宋体" panose="02010600030101010101" pitchFamily="2" charset="-122"/>
              </a:rPr>
              <a:t>CDM</a:t>
            </a:r>
            <a:r>
              <a:rPr lang="en-US" altLang="zh-CN" sz="2700" dirty="0">
                <a:ea typeface="宋体" panose="02010600030101010101" pitchFamily="2" charset="-122"/>
              </a:rPr>
              <a:t>(Code Division Multiplexing)</a:t>
            </a:r>
            <a:r>
              <a:rPr lang="en-US" altLang="zh-CN" dirty="0">
                <a:latin typeface="Times New Roman" panose="02020603050405020304" pitchFamily="18" charset="0"/>
                <a:ea typeface="宋体" panose="02010600030101010101" pitchFamily="2" charset="-122"/>
              </a:rPr>
              <a:t>  </a:t>
            </a:r>
          </a:p>
        </p:txBody>
      </p:sp>
      <p:sp>
        <p:nvSpPr>
          <p:cNvPr id="142339" name="Rectangle 3">
            <a:extLst>
              <a:ext uri="{FF2B5EF4-FFF2-40B4-BE49-F238E27FC236}">
                <a16:creationId xmlns:a16="http://schemas.microsoft.com/office/drawing/2014/main" id="{307D3671-7B1F-0343-952E-87ED74798695}"/>
              </a:ext>
            </a:extLst>
          </p:cNvPr>
          <p:cNvSpPr>
            <a:spLocks noGrp="1" noChangeArrowheads="1"/>
          </p:cNvSpPr>
          <p:nvPr>
            <p:ph type="body" idx="1"/>
          </p:nvPr>
        </p:nvSpPr>
        <p:spPr>
          <a:xfrm>
            <a:off x="160020" y="1062991"/>
            <a:ext cx="8801099" cy="3200400"/>
          </a:xfrm>
        </p:spPr>
        <p:txBody>
          <a:bodyPr/>
          <a:lstStyle/>
          <a:p>
            <a:pPr eaLnBrk="1" hangingPunct="1"/>
            <a:r>
              <a:rPr lang="zh-CN" altLang="en-US" dirty="0">
                <a:latin typeface="Times New Roman" panose="02020603050405020304" pitchFamily="18" charset="0"/>
                <a:ea typeface="宋体" panose="02010600030101010101" pitchFamily="2" charset="-122"/>
              </a:rPr>
              <a:t>常用的名词是</a:t>
            </a:r>
            <a:r>
              <a:rPr lang="zh-CN" altLang="en-US" dirty="0">
                <a:solidFill>
                  <a:schemeClr val="hlink"/>
                </a:solidFill>
                <a:latin typeface="Times New Roman" panose="02020603050405020304" pitchFamily="18" charset="0"/>
                <a:ea typeface="宋体" panose="02010600030101010101" pitchFamily="2" charset="-122"/>
              </a:rPr>
              <a:t>码分多址</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CDMA </a:t>
            </a:r>
          </a:p>
          <a:p>
            <a:pPr eaLnBrk="1" hangingPunct="1">
              <a:buFont typeface="Wingdings" pitchFamily="2" charset="2"/>
              <a:buNone/>
            </a:pPr>
            <a:r>
              <a:rPr lang="en-US" altLang="zh-CN" dirty="0">
                <a:latin typeface="Times New Roman" panose="02020603050405020304" pitchFamily="18" charset="0"/>
                <a:ea typeface="宋体" panose="02010600030101010101" pitchFamily="2" charset="-122"/>
              </a:rPr>
              <a:t>    (Code Division Multiple Access)</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各用户使用经过特殊挑选的不同码型，因此彼此不会造成干扰。</a:t>
            </a:r>
          </a:p>
          <a:p>
            <a:pPr eaLnBrk="1" hangingPunct="1"/>
            <a:r>
              <a:rPr lang="zh-CN" altLang="en-US" dirty="0">
                <a:latin typeface="Times New Roman" panose="02020603050405020304" pitchFamily="18" charset="0"/>
                <a:ea typeface="宋体" panose="02010600030101010101" pitchFamily="2" charset="-122"/>
              </a:rPr>
              <a:t>这种系统发送的信号有很强的抗干扰能力，其频谱类似于白噪声，不易被敌人发现。 </a:t>
            </a:r>
          </a:p>
          <a:p>
            <a:pPr eaLnBrk="1" hangingPunct="1"/>
            <a:r>
              <a:rPr lang="zh-CN" altLang="en-US" dirty="0">
                <a:latin typeface="Times New Roman" panose="02020603050405020304" pitchFamily="18" charset="0"/>
                <a:ea typeface="宋体" panose="02010600030101010101" pitchFamily="2" charset="-122"/>
              </a:rPr>
              <a:t>每一个比特时间划分为 </a:t>
            </a:r>
            <a:r>
              <a:rPr lang="en-US" altLang="zh-CN" i="1" dirty="0">
                <a:latin typeface="Times New Roman" panose="02020603050405020304" pitchFamily="18" charset="0"/>
                <a:ea typeface="宋体" panose="02010600030101010101" pitchFamily="2" charset="-122"/>
              </a:rPr>
              <a:t>m </a:t>
            </a:r>
            <a:r>
              <a:rPr lang="zh-CN" altLang="en-US" dirty="0">
                <a:latin typeface="Times New Roman" panose="02020603050405020304" pitchFamily="18" charset="0"/>
                <a:ea typeface="宋体" panose="02010600030101010101" pitchFamily="2" charset="-122"/>
              </a:rPr>
              <a:t>个短的间隔，称为</a:t>
            </a:r>
            <a:r>
              <a:rPr lang="zh-CN" altLang="en-US" dirty="0">
                <a:solidFill>
                  <a:schemeClr val="hlink"/>
                </a:solidFill>
                <a:latin typeface="Times New Roman" panose="02020603050405020304" pitchFamily="18" charset="0"/>
                <a:ea typeface="宋体" panose="02010600030101010101" pitchFamily="2" charset="-122"/>
              </a:rPr>
              <a:t>码片</a:t>
            </a:r>
            <a:r>
              <a:rPr lang="en-US" altLang="zh-CN" dirty="0">
                <a:latin typeface="Times New Roman" panose="02020603050405020304" pitchFamily="18" charset="0"/>
                <a:ea typeface="宋体" panose="02010600030101010101" pitchFamily="2" charset="-122"/>
              </a:rPr>
              <a:t>(chip)</a:t>
            </a:r>
            <a:r>
              <a:rPr lang="zh-CN" altLang="en-US" dirty="0">
                <a:latin typeface="Times New Roman" panose="02020603050405020304" pitchFamily="18" charset="0"/>
                <a:ea typeface="宋体" panose="02010600030101010101" pitchFamily="2" charset="-122"/>
              </a:rPr>
              <a:t>。</a:t>
            </a:r>
          </a:p>
        </p:txBody>
      </p:sp>
      <p:sp>
        <p:nvSpPr>
          <p:cNvPr id="150531" name="幻灯片编号占位符 1">
            <a:extLst>
              <a:ext uri="{FF2B5EF4-FFF2-40B4-BE49-F238E27FC236}">
                <a16:creationId xmlns:a16="http://schemas.microsoft.com/office/drawing/2014/main" id="{3C55615A-0D72-F34A-9BD2-706110C20F16}"/>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06922D5-4EA3-BC4E-945B-619FE88E7A31}"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67</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5555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2339">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2339">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233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9"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7B85360-9EFB-494B-967A-4CF9668638EC}"/>
              </a:ext>
            </a:extLst>
          </p:cNvPr>
          <p:cNvSpPr>
            <a:spLocks noGrp="1"/>
          </p:cNvSpPr>
          <p:nvPr>
            <p:ph idx="1"/>
          </p:nvPr>
        </p:nvSpPr>
        <p:spPr/>
        <p:txBody>
          <a:bodyPr/>
          <a:lstStyle/>
          <a:p>
            <a:endParaRPr kumimoji="1" lang="zh-CN" altLang="en-US" dirty="0"/>
          </a:p>
        </p:txBody>
      </p:sp>
      <p:sp>
        <p:nvSpPr>
          <p:cNvPr id="152577" name="灯片编号占位符 2">
            <a:extLst>
              <a:ext uri="{FF2B5EF4-FFF2-40B4-BE49-F238E27FC236}">
                <a16:creationId xmlns:a16="http://schemas.microsoft.com/office/drawing/2014/main" id="{1F1E2029-85D7-6249-9A5B-D22811681CAD}"/>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EAD3393-7CFF-874E-A51B-EF6D26FE85D1}"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68</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E1793C42-38D4-9843-BF12-48E1C386CF0F}"/>
              </a:ext>
            </a:extLst>
          </p:cNvPr>
          <p:cNvSpPr>
            <a:spLocks noGrp="1"/>
          </p:cNvSpPr>
          <p:nvPr>
            <p:ph type="title"/>
          </p:nvPr>
        </p:nvSpPr>
        <p:spPr/>
        <p:txBody>
          <a:bodyPr/>
          <a:lstStyle/>
          <a:p>
            <a:r>
              <a:rPr lang="en-US" altLang="zh-TW" dirty="0">
                <a:latin typeface="微软雅黑" charset="-122"/>
              </a:rPr>
              <a:t>Frequency Hopping CDMA</a:t>
            </a:r>
            <a:endParaRPr kumimoji="1" lang="zh-CN" altLang="en-US" dirty="0"/>
          </a:p>
        </p:txBody>
      </p:sp>
      <p:sp>
        <p:nvSpPr>
          <p:cNvPr id="152579" name="Line 3">
            <a:extLst>
              <a:ext uri="{FF2B5EF4-FFF2-40B4-BE49-F238E27FC236}">
                <a16:creationId xmlns:a16="http://schemas.microsoft.com/office/drawing/2014/main" id="{866F1172-9D37-9A4F-8A2F-A6C88AACEEE5}"/>
              </a:ext>
            </a:extLst>
          </p:cNvPr>
          <p:cNvSpPr>
            <a:spLocks noChangeShapeType="1"/>
          </p:cNvSpPr>
          <p:nvPr/>
        </p:nvSpPr>
        <p:spPr bwMode="auto">
          <a:xfrm>
            <a:off x="2228850" y="1885950"/>
            <a:ext cx="0" cy="21717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52580" name="Line 4">
            <a:extLst>
              <a:ext uri="{FF2B5EF4-FFF2-40B4-BE49-F238E27FC236}">
                <a16:creationId xmlns:a16="http://schemas.microsoft.com/office/drawing/2014/main" id="{4222544C-CD0E-A541-B14F-FDAF237965AF}"/>
              </a:ext>
            </a:extLst>
          </p:cNvPr>
          <p:cNvSpPr>
            <a:spLocks noChangeShapeType="1"/>
          </p:cNvSpPr>
          <p:nvPr/>
        </p:nvSpPr>
        <p:spPr bwMode="auto">
          <a:xfrm>
            <a:off x="2228850" y="4057650"/>
            <a:ext cx="22288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2581" name="Rectangle 5">
            <a:extLst>
              <a:ext uri="{FF2B5EF4-FFF2-40B4-BE49-F238E27FC236}">
                <a16:creationId xmlns:a16="http://schemas.microsoft.com/office/drawing/2014/main" id="{F0AA41D3-A7BA-884A-A916-6C8E4CACF417}"/>
              </a:ext>
            </a:extLst>
          </p:cNvPr>
          <p:cNvSpPr>
            <a:spLocks noChangeArrowheads="1"/>
          </p:cNvSpPr>
          <p:nvPr/>
        </p:nvSpPr>
        <p:spPr bwMode="auto">
          <a:xfrm>
            <a:off x="2228850" y="3600450"/>
            <a:ext cx="457200" cy="457200"/>
          </a:xfrm>
          <a:prstGeom prst="rect">
            <a:avLst/>
          </a:prstGeom>
          <a:solidFill>
            <a:srgbClr val="FFCC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82" name="Rectangle 6">
            <a:extLst>
              <a:ext uri="{FF2B5EF4-FFF2-40B4-BE49-F238E27FC236}">
                <a16:creationId xmlns:a16="http://schemas.microsoft.com/office/drawing/2014/main" id="{09DFA574-3DE1-4E4F-8899-DF7BBFD3457D}"/>
              </a:ext>
            </a:extLst>
          </p:cNvPr>
          <p:cNvSpPr>
            <a:spLocks noChangeArrowheads="1"/>
          </p:cNvSpPr>
          <p:nvPr/>
        </p:nvSpPr>
        <p:spPr bwMode="auto">
          <a:xfrm>
            <a:off x="2686050" y="36004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83" name="Rectangle 7">
            <a:extLst>
              <a:ext uri="{FF2B5EF4-FFF2-40B4-BE49-F238E27FC236}">
                <a16:creationId xmlns:a16="http://schemas.microsoft.com/office/drawing/2014/main" id="{5DC31793-BDFC-3649-ACF9-10F43F1A9561}"/>
              </a:ext>
            </a:extLst>
          </p:cNvPr>
          <p:cNvSpPr>
            <a:spLocks noChangeArrowheads="1"/>
          </p:cNvSpPr>
          <p:nvPr/>
        </p:nvSpPr>
        <p:spPr bwMode="auto">
          <a:xfrm>
            <a:off x="3143250" y="36004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84" name="Rectangle 8">
            <a:extLst>
              <a:ext uri="{FF2B5EF4-FFF2-40B4-BE49-F238E27FC236}">
                <a16:creationId xmlns:a16="http://schemas.microsoft.com/office/drawing/2014/main" id="{D4D99D65-9299-2544-97CE-65E2B362CF98}"/>
              </a:ext>
            </a:extLst>
          </p:cNvPr>
          <p:cNvSpPr>
            <a:spLocks noChangeArrowheads="1"/>
          </p:cNvSpPr>
          <p:nvPr/>
        </p:nvSpPr>
        <p:spPr bwMode="auto">
          <a:xfrm>
            <a:off x="3600450" y="36004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85" name="Rectangle 9">
            <a:extLst>
              <a:ext uri="{FF2B5EF4-FFF2-40B4-BE49-F238E27FC236}">
                <a16:creationId xmlns:a16="http://schemas.microsoft.com/office/drawing/2014/main" id="{56C64FB8-ED2F-6E4E-8B86-BDDF1FF5779A}"/>
              </a:ext>
            </a:extLst>
          </p:cNvPr>
          <p:cNvSpPr>
            <a:spLocks noChangeArrowheads="1"/>
          </p:cNvSpPr>
          <p:nvPr/>
        </p:nvSpPr>
        <p:spPr bwMode="auto">
          <a:xfrm>
            <a:off x="2228850" y="31432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86" name="Rectangle 10">
            <a:extLst>
              <a:ext uri="{FF2B5EF4-FFF2-40B4-BE49-F238E27FC236}">
                <a16:creationId xmlns:a16="http://schemas.microsoft.com/office/drawing/2014/main" id="{C840A5E3-5482-BE4C-B490-F5BFF2617A06}"/>
              </a:ext>
            </a:extLst>
          </p:cNvPr>
          <p:cNvSpPr>
            <a:spLocks noChangeArrowheads="1"/>
          </p:cNvSpPr>
          <p:nvPr/>
        </p:nvSpPr>
        <p:spPr bwMode="auto">
          <a:xfrm>
            <a:off x="2686050" y="31432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87" name="Rectangle 11">
            <a:extLst>
              <a:ext uri="{FF2B5EF4-FFF2-40B4-BE49-F238E27FC236}">
                <a16:creationId xmlns:a16="http://schemas.microsoft.com/office/drawing/2014/main" id="{000FA767-9094-644C-BEFC-1BB80D2C719D}"/>
              </a:ext>
            </a:extLst>
          </p:cNvPr>
          <p:cNvSpPr>
            <a:spLocks noChangeArrowheads="1"/>
          </p:cNvSpPr>
          <p:nvPr/>
        </p:nvSpPr>
        <p:spPr bwMode="auto">
          <a:xfrm>
            <a:off x="3143250" y="31432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88" name="Rectangle 12">
            <a:extLst>
              <a:ext uri="{FF2B5EF4-FFF2-40B4-BE49-F238E27FC236}">
                <a16:creationId xmlns:a16="http://schemas.microsoft.com/office/drawing/2014/main" id="{F6F4BB6B-D241-4144-BA90-62188C389082}"/>
              </a:ext>
            </a:extLst>
          </p:cNvPr>
          <p:cNvSpPr>
            <a:spLocks noChangeArrowheads="1"/>
          </p:cNvSpPr>
          <p:nvPr/>
        </p:nvSpPr>
        <p:spPr bwMode="auto">
          <a:xfrm>
            <a:off x="3600450" y="3143250"/>
            <a:ext cx="457200" cy="457200"/>
          </a:xfrm>
          <a:prstGeom prst="rect">
            <a:avLst/>
          </a:prstGeom>
          <a:solidFill>
            <a:srgbClr val="FFCC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89" name="Rectangle 13">
            <a:extLst>
              <a:ext uri="{FF2B5EF4-FFF2-40B4-BE49-F238E27FC236}">
                <a16:creationId xmlns:a16="http://schemas.microsoft.com/office/drawing/2014/main" id="{2286AE80-C15B-2844-AF06-964DEDEFD265}"/>
              </a:ext>
            </a:extLst>
          </p:cNvPr>
          <p:cNvSpPr>
            <a:spLocks noChangeArrowheads="1"/>
          </p:cNvSpPr>
          <p:nvPr/>
        </p:nvSpPr>
        <p:spPr bwMode="auto">
          <a:xfrm>
            <a:off x="2228850" y="26860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90" name="Rectangle 14">
            <a:extLst>
              <a:ext uri="{FF2B5EF4-FFF2-40B4-BE49-F238E27FC236}">
                <a16:creationId xmlns:a16="http://schemas.microsoft.com/office/drawing/2014/main" id="{5BF5FA68-0886-FD4A-B4C7-37CC77D54EA1}"/>
              </a:ext>
            </a:extLst>
          </p:cNvPr>
          <p:cNvSpPr>
            <a:spLocks noChangeArrowheads="1"/>
          </p:cNvSpPr>
          <p:nvPr/>
        </p:nvSpPr>
        <p:spPr bwMode="auto">
          <a:xfrm>
            <a:off x="2686050" y="26860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91" name="Rectangle 15">
            <a:extLst>
              <a:ext uri="{FF2B5EF4-FFF2-40B4-BE49-F238E27FC236}">
                <a16:creationId xmlns:a16="http://schemas.microsoft.com/office/drawing/2014/main" id="{5B34931D-4F0F-FD4D-B406-63EA7F218695}"/>
              </a:ext>
            </a:extLst>
          </p:cNvPr>
          <p:cNvSpPr>
            <a:spLocks noChangeArrowheads="1"/>
          </p:cNvSpPr>
          <p:nvPr/>
        </p:nvSpPr>
        <p:spPr bwMode="auto">
          <a:xfrm>
            <a:off x="3143250" y="2686050"/>
            <a:ext cx="457200" cy="457200"/>
          </a:xfrm>
          <a:prstGeom prst="rect">
            <a:avLst/>
          </a:prstGeom>
          <a:solidFill>
            <a:srgbClr val="FFCC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92" name="Rectangle 16">
            <a:extLst>
              <a:ext uri="{FF2B5EF4-FFF2-40B4-BE49-F238E27FC236}">
                <a16:creationId xmlns:a16="http://schemas.microsoft.com/office/drawing/2014/main" id="{E57381AE-7540-A74F-B621-75BF6013F055}"/>
              </a:ext>
            </a:extLst>
          </p:cNvPr>
          <p:cNvSpPr>
            <a:spLocks noChangeArrowheads="1"/>
          </p:cNvSpPr>
          <p:nvPr/>
        </p:nvSpPr>
        <p:spPr bwMode="auto">
          <a:xfrm>
            <a:off x="3600450" y="26860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93" name="Rectangle 17">
            <a:extLst>
              <a:ext uri="{FF2B5EF4-FFF2-40B4-BE49-F238E27FC236}">
                <a16:creationId xmlns:a16="http://schemas.microsoft.com/office/drawing/2014/main" id="{43FA6455-39EF-D944-A063-92E2D6731FF4}"/>
              </a:ext>
            </a:extLst>
          </p:cNvPr>
          <p:cNvSpPr>
            <a:spLocks noChangeArrowheads="1"/>
          </p:cNvSpPr>
          <p:nvPr/>
        </p:nvSpPr>
        <p:spPr bwMode="auto">
          <a:xfrm>
            <a:off x="2228850" y="22288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94" name="Rectangle 18">
            <a:extLst>
              <a:ext uri="{FF2B5EF4-FFF2-40B4-BE49-F238E27FC236}">
                <a16:creationId xmlns:a16="http://schemas.microsoft.com/office/drawing/2014/main" id="{2851DC4C-19E3-E54E-A8CE-F3A341A37A4E}"/>
              </a:ext>
            </a:extLst>
          </p:cNvPr>
          <p:cNvSpPr>
            <a:spLocks noChangeArrowheads="1"/>
          </p:cNvSpPr>
          <p:nvPr/>
        </p:nvSpPr>
        <p:spPr bwMode="auto">
          <a:xfrm>
            <a:off x="2686050" y="2228850"/>
            <a:ext cx="457200" cy="457200"/>
          </a:xfrm>
          <a:prstGeom prst="rect">
            <a:avLst/>
          </a:prstGeom>
          <a:solidFill>
            <a:srgbClr val="FFCC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95" name="Rectangle 19">
            <a:extLst>
              <a:ext uri="{FF2B5EF4-FFF2-40B4-BE49-F238E27FC236}">
                <a16:creationId xmlns:a16="http://schemas.microsoft.com/office/drawing/2014/main" id="{8B8151E6-1157-C44F-A16A-8DB3CBB1B688}"/>
              </a:ext>
            </a:extLst>
          </p:cNvPr>
          <p:cNvSpPr>
            <a:spLocks noChangeArrowheads="1"/>
          </p:cNvSpPr>
          <p:nvPr/>
        </p:nvSpPr>
        <p:spPr bwMode="auto">
          <a:xfrm>
            <a:off x="3143250" y="22288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96" name="Rectangle 20">
            <a:extLst>
              <a:ext uri="{FF2B5EF4-FFF2-40B4-BE49-F238E27FC236}">
                <a16:creationId xmlns:a16="http://schemas.microsoft.com/office/drawing/2014/main" id="{EDDCA45B-4B91-8944-AD3F-2CA5FABBFE69}"/>
              </a:ext>
            </a:extLst>
          </p:cNvPr>
          <p:cNvSpPr>
            <a:spLocks noChangeArrowheads="1"/>
          </p:cNvSpPr>
          <p:nvPr/>
        </p:nvSpPr>
        <p:spPr bwMode="auto">
          <a:xfrm>
            <a:off x="3600450" y="22288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微软雅黑" panose="020B0503020204020204" pitchFamily="34" charset="-122"/>
              <a:ea typeface="宋体" panose="02010600030101010101" pitchFamily="2" charset="-122"/>
            </a:endParaRPr>
          </a:p>
        </p:txBody>
      </p:sp>
      <p:sp>
        <p:nvSpPr>
          <p:cNvPr id="152597" name="Text Box 21">
            <a:extLst>
              <a:ext uri="{FF2B5EF4-FFF2-40B4-BE49-F238E27FC236}">
                <a16:creationId xmlns:a16="http://schemas.microsoft.com/office/drawing/2014/main" id="{A7D42B0F-411D-3647-A5FD-2006AD6199F3}"/>
              </a:ext>
            </a:extLst>
          </p:cNvPr>
          <p:cNvSpPr txBox="1">
            <a:spLocks noChangeArrowheads="1"/>
          </p:cNvSpPr>
          <p:nvPr/>
        </p:nvSpPr>
        <p:spPr bwMode="auto">
          <a:xfrm>
            <a:off x="1885949" y="1485900"/>
            <a:ext cx="125729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500" dirty="0">
                <a:solidFill>
                  <a:schemeClr val="tx1"/>
                </a:solidFill>
                <a:latin typeface="微软雅黑" panose="020B0503020204020204" pitchFamily="34" charset="-122"/>
                <a:ea typeface="PMingLiU" panose="02020500000000000000" pitchFamily="18" charset="-120"/>
              </a:rPr>
              <a:t>Frequency</a:t>
            </a:r>
          </a:p>
        </p:txBody>
      </p:sp>
      <p:sp>
        <p:nvSpPr>
          <p:cNvPr id="152598" name="Text Box 22">
            <a:extLst>
              <a:ext uri="{FF2B5EF4-FFF2-40B4-BE49-F238E27FC236}">
                <a16:creationId xmlns:a16="http://schemas.microsoft.com/office/drawing/2014/main" id="{BAA59B77-B9D0-054E-BE77-FDE5604A84A9}"/>
              </a:ext>
            </a:extLst>
          </p:cNvPr>
          <p:cNvSpPr txBox="1">
            <a:spLocks noChangeArrowheads="1"/>
          </p:cNvSpPr>
          <p:nvPr/>
        </p:nvSpPr>
        <p:spPr bwMode="auto">
          <a:xfrm>
            <a:off x="4229100" y="4171950"/>
            <a:ext cx="10858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500">
                <a:solidFill>
                  <a:schemeClr val="tx1"/>
                </a:solidFill>
                <a:latin typeface="微软雅黑" panose="020B0503020204020204" pitchFamily="34" charset="-122"/>
                <a:ea typeface="PMingLiU" panose="02020500000000000000" pitchFamily="18" charset="-120"/>
              </a:rPr>
              <a:t>Time</a:t>
            </a:r>
          </a:p>
        </p:txBody>
      </p:sp>
      <p:sp>
        <p:nvSpPr>
          <p:cNvPr id="152599" name="Text Box 23">
            <a:extLst>
              <a:ext uri="{FF2B5EF4-FFF2-40B4-BE49-F238E27FC236}">
                <a16:creationId xmlns:a16="http://schemas.microsoft.com/office/drawing/2014/main" id="{646D56B5-D606-574D-B61C-FCF33767E250}"/>
              </a:ext>
            </a:extLst>
          </p:cNvPr>
          <p:cNvSpPr txBox="1">
            <a:spLocks noChangeArrowheads="1"/>
          </p:cNvSpPr>
          <p:nvPr/>
        </p:nvSpPr>
        <p:spPr bwMode="auto">
          <a:xfrm>
            <a:off x="5086350" y="1943100"/>
            <a:ext cx="3924086" cy="1892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800" dirty="0">
                <a:solidFill>
                  <a:schemeClr val="tx1"/>
                </a:solidFill>
                <a:latin typeface="微软雅黑" panose="020B0503020204020204" pitchFamily="34" charset="-122"/>
                <a:ea typeface="PMingLiU" panose="02020500000000000000" pitchFamily="18" charset="-120"/>
              </a:rPr>
              <a:t>At each successive time slot, </a:t>
            </a:r>
            <a:r>
              <a:rPr kumimoji="1" lang="en-US" altLang="zh-TW" sz="1800" dirty="0">
                <a:solidFill>
                  <a:schemeClr val="hlink"/>
                </a:solidFill>
                <a:latin typeface="微软雅黑" panose="020B0503020204020204" pitchFamily="34" charset="-122"/>
                <a:ea typeface="PMingLiU" panose="02020500000000000000" pitchFamily="18" charset="-120"/>
              </a:rPr>
              <a:t>the frequency band assignments are reordered</a:t>
            </a:r>
            <a:r>
              <a:rPr kumimoji="1" lang="en-US" altLang="zh-TW" sz="1800" dirty="0">
                <a:solidFill>
                  <a:schemeClr val="tx1"/>
                </a:solidFill>
                <a:latin typeface="微软雅黑" panose="020B0503020204020204" pitchFamily="34" charset="-122"/>
                <a:ea typeface="PMingLiU" panose="02020500000000000000" pitchFamily="18" charset="-120"/>
              </a:rPr>
              <a:t>.</a:t>
            </a:r>
          </a:p>
          <a:p>
            <a:pPr eaLnBrk="1" hangingPunct="1">
              <a:spcBef>
                <a:spcPct val="50000"/>
              </a:spcBef>
              <a:buClrTx/>
              <a:buSzTx/>
              <a:buFontTx/>
              <a:buNone/>
            </a:pPr>
            <a:r>
              <a:rPr kumimoji="1" lang="en-US" altLang="zh-TW" sz="1800" dirty="0">
                <a:solidFill>
                  <a:schemeClr val="tx1"/>
                </a:solidFill>
                <a:latin typeface="微软雅黑" panose="020B0503020204020204" pitchFamily="34" charset="-122"/>
                <a:ea typeface="PMingLiU" panose="02020500000000000000" pitchFamily="18" charset="-120"/>
              </a:rPr>
              <a:t>Each user employs a </a:t>
            </a:r>
            <a:r>
              <a:rPr kumimoji="1" lang="en-US" altLang="zh-TW" sz="1800" dirty="0">
                <a:solidFill>
                  <a:srgbClr val="FF0000"/>
                </a:solidFill>
                <a:latin typeface="微软雅黑" panose="020B0503020204020204" pitchFamily="34" charset="-122"/>
                <a:ea typeface="PMingLiU" panose="02020500000000000000" pitchFamily="18" charset="-120"/>
              </a:rPr>
              <a:t>code</a:t>
            </a:r>
            <a:r>
              <a:rPr kumimoji="1" lang="en-US" altLang="zh-TW" sz="1800" dirty="0">
                <a:solidFill>
                  <a:schemeClr val="tx1"/>
                </a:solidFill>
                <a:latin typeface="微软雅黑" panose="020B0503020204020204" pitchFamily="34" charset="-122"/>
                <a:ea typeface="PMingLiU" panose="02020500000000000000" pitchFamily="18" charset="-120"/>
              </a:rPr>
              <a:t> that dictates the frequency hopping pattern.</a:t>
            </a:r>
          </a:p>
        </p:txBody>
      </p:sp>
    </p:spTree>
    <p:extLst>
      <p:ext uri="{BB962C8B-B14F-4D97-AF65-F5344CB8AC3E}">
        <p14:creationId xmlns:p14="http://schemas.microsoft.com/office/powerpoint/2010/main" val="363702917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灯片编号占位符 3">
            <a:extLst>
              <a:ext uri="{FF2B5EF4-FFF2-40B4-BE49-F238E27FC236}">
                <a16:creationId xmlns:a16="http://schemas.microsoft.com/office/drawing/2014/main" id="{3C948D65-2B9B-7A41-B03C-5C4807B47B78}"/>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5548FB3-B08D-AC4D-BA4F-C449895542B1}"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69</a:t>
            </a:fld>
            <a:endParaRPr lang="en-US" altLang="zh-CN" sz="1050">
              <a:solidFill>
                <a:schemeClr val="bg2"/>
              </a:solidFill>
              <a:latin typeface="Tahoma" panose="020B0604030504040204" pitchFamily="34" charset="0"/>
              <a:ea typeface="宋体" panose="02010600030101010101" pitchFamily="2" charset="-122"/>
            </a:endParaRPr>
          </a:p>
        </p:txBody>
      </p:sp>
      <p:sp>
        <p:nvSpPr>
          <p:cNvPr id="266242" name="Rectangle 2">
            <a:extLst>
              <a:ext uri="{FF2B5EF4-FFF2-40B4-BE49-F238E27FC236}">
                <a16:creationId xmlns:a16="http://schemas.microsoft.com/office/drawing/2014/main" id="{88F256E2-B189-B64F-9AD5-14DE9FF2A80D}"/>
              </a:ext>
            </a:extLst>
          </p:cNvPr>
          <p:cNvSpPr>
            <a:spLocks noGrp="1" noChangeArrowheads="1"/>
          </p:cNvSpPr>
          <p:nvPr>
            <p:ph type="title"/>
          </p:nvPr>
        </p:nvSpPr>
        <p:spPr/>
        <p:txBody>
          <a:bodyPr/>
          <a:lstStyle/>
          <a:p>
            <a:pPr eaLnBrk="1" hangingPunct="1">
              <a:defRPr/>
            </a:pPr>
            <a:r>
              <a:rPr lang="en-US" altLang="zh-TW">
                <a:latin typeface="微软雅黑" charset="-122"/>
                <a:cs typeface="+mj-cs"/>
              </a:rPr>
              <a:t>Direct Sequence CDMA</a:t>
            </a:r>
          </a:p>
        </p:txBody>
      </p:sp>
      <p:sp>
        <p:nvSpPr>
          <p:cNvPr id="156675" name="Line 3">
            <a:extLst>
              <a:ext uri="{FF2B5EF4-FFF2-40B4-BE49-F238E27FC236}">
                <a16:creationId xmlns:a16="http://schemas.microsoft.com/office/drawing/2014/main" id="{8FEA7BF5-43EC-DF4C-B529-91AB0F3B0C14}"/>
              </a:ext>
            </a:extLst>
          </p:cNvPr>
          <p:cNvSpPr>
            <a:spLocks noChangeShapeType="1"/>
          </p:cNvSpPr>
          <p:nvPr/>
        </p:nvSpPr>
        <p:spPr bwMode="auto">
          <a:xfrm>
            <a:off x="2114550" y="1657350"/>
            <a:ext cx="0" cy="21717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56676" name="Line 4">
            <a:extLst>
              <a:ext uri="{FF2B5EF4-FFF2-40B4-BE49-F238E27FC236}">
                <a16:creationId xmlns:a16="http://schemas.microsoft.com/office/drawing/2014/main" id="{D64C4E6D-F3E2-3B49-A91B-C2C4FB5D2C15}"/>
              </a:ext>
            </a:extLst>
          </p:cNvPr>
          <p:cNvSpPr>
            <a:spLocks noChangeShapeType="1"/>
          </p:cNvSpPr>
          <p:nvPr/>
        </p:nvSpPr>
        <p:spPr bwMode="auto">
          <a:xfrm>
            <a:off x="2114550" y="3829050"/>
            <a:ext cx="22288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6677" name="Rectangle 5">
            <a:extLst>
              <a:ext uri="{FF2B5EF4-FFF2-40B4-BE49-F238E27FC236}">
                <a16:creationId xmlns:a16="http://schemas.microsoft.com/office/drawing/2014/main" id="{344DFF74-960D-4B4C-813A-8FC998B818BD}"/>
              </a:ext>
            </a:extLst>
          </p:cNvPr>
          <p:cNvSpPr>
            <a:spLocks noChangeArrowheads="1"/>
          </p:cNvSpPr>
          <p:nvPr/>
        </p:nvSpPr>
        <p:spPr bwMode="auto">
          <a:xfrm>
            <a:off x="2114550" y="33718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78" name="Rectangle 6">
            <a:extLst>
              <a:ext uri="{FF2B5EF4-FFF2-40B4-BE49-F238E27FC236}">
                <a16:creationId xmlns:a16="http://schemas.microsoft.com/office/drawing/2014/main" id="{8E399938-D566-6141-86EB-92DA0E697BA1}"/>
              </a:ext>
            </a:extLst>
          </p:cNvPr>
          <p:cNvSpPr>
            <a:spLocks noChangeArrowheads="1"/>
          </p:cNvSpPr>
          <p:nvPr/>
        </p:nvSpPr>
        <p:spPr bwMode="auto">
          <a:xfrm>
            <a:off x="2571750" y="33718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79" name="Rectangle 7">
            <a:extLst>
              <a:ext uri="{FF2B5EF4-FFF2-40B4-BE49-F238E27FC236}">
                <a16:creationId xmlns:a16="http://schemas.microsoft.com/office/drawing/2014/main" id="{65CDD9B0-0D78-CD4F-8A70-93D064DBE9F1}"/>
              </a:ext>
            </a:extLst>
          </p:cNvPr>
          <p:cNvSpPr>
            <a:spLocks noChangeArrowheads="1"/>
          </p:cNvSpPr>
          <p:nvPr/>
        </p:nvSpPr>
        <p:spPr bwMode="auto">
          <a:xfrm>
            <a:off x="3028950" y="33718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80" name="Rectangle 8">
            <a:extLst>
              <a:ext uri="{FF2B5EF4-FFF2-40B4-BE49-F238E27FC236}">
                <a16:creationId xmlns:a16="http://schemas.microsoft.com/office/drawing/2014/main" id="{6F83787C-A3BB-964F-93C4-40E65B7C0DAF}"/>
              </a:ext>
            </a:extLst>
          </p:cNvPr>
          <p:cNvSpPr>
            <a:spLocks noChangeArrowheads="1"/>
          </p:cNvSpPr>
          <p:nvPr/>
        </p:nvSpPr>
        <p:spPr bwMode="auto">
          <a:xfrm>
            <a:off x="3486150" y="3371850"/>
            <a:ext cx="457200" cy="457200"/>
          </a:xfrm>
          <a:prstGeom prst="rect">
            <a:avLst/>
          </a:prstGeom>
          <a:solidFill>
            <a:srgbClr val="FFCC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81" name="Rectangle 9">
            <a:extLst>
              <a:ext uri="{FF2B5EF4-FFF2-40B4-BE49-F238E27FC236}">
                <a16:creationId xmlns:a16="http://schemas.microsoft.com/office/drawing/2014/main" id="{EFBA05C5-8F2F-7140-8743-8636159DBF79}"/>
              </a:ext>
            </a:extLst>
          </p:cNvPr>
          <p:cNvSpPr>
            <a:spLocks noChangeArrowheads="1"/>
          </p:cNvSpPr>
          <p:nvPr/>
        </p:nvSpPr>
        <p:spPr bwMode="auto">
          <a:xfrm>
            <a:off x="2114550" y="29146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82" name="Rectangle 10">
            <a:extLst>
              <a:ext uri="{FF2B5EF4-FFF2-40B4-BE49-F238E27FC236}">
                <a16:creationId xmlns:a16="http://schemas.microsoft.com/office/drawing/2014/main" id="{B7CA4C1C-0B29-364B-B525-E7E309DC8A92}"/>
              </a:ext>
            </a:extLst>
          </p:cNvPr>
          <p:cNvSpPr>
            <a:spLocks noChangeArrowheads="1"/>
          </p:cNvSpPr>
          <p:nvPr/>
        </p:nvSpPr>
        <p:spPr bwMode="auto">
          <a:xfrm>
            <a:off x="2571750" y="29146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83" name="Rectangle 11">
            <a:extLst>
              <a:ext uri="{FF2B5EF4-FFF2-40B4-BE49-F238E27FC236}">
                <a16:creationId xmlns:a16="http://schemas.microsoft.com/office/drawing/2014/main" id="{B4EEB2F5-43C9-3247-8D18-27D572437F49}"/>
              </a:ext>
            </a:extLst>
          </p:cNvPr>
          <p:cNvSpPr>
            <a:spLocks noChangeArrowheads="1"/>
          </p:cNvSpPr>
          <p:nvPr/>
        </p:nvSpPr>
        <p:spPr bwMode="auto">
          <a:xfrm>
            <a:off x="3028950" y="29146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84" name="Rectangle 12">
            <a:extLst>
              <a:ext uri="{FF2B5EF4-FFF2-40B4-BE49-F238E27FC236}">
                <a16:creationId xmlns:a16="http://schemas.microsoft.com/office/drawing/2014/main" id="{E84E69CF-7122-BA43-A7FB-CB814A550E81}"/>
              </a:ext>
            </a:extLst>
          </p:cNvPr>
          <p:cNvSpPr>
            <a:spLocks noChangeArrowheads="1"/>
          </p:cNvSpPr>
          <p:nvPr/>
        </p:nvSpPr>
        <p:spPr bwMode="auto">
          <a:xfrm>
            <a:off x="3486150" y="2914650"/>
            <a:ext cx="457200" cy="457200"/>
          </a:xfrm>
          <a:prstGeom prst="rect">
            <a:avLst/>
          </a:prstGeom>
          <a:solidFill>
            <a:srgbClr val="FFCC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85" name="Rectangle 13">
            <a:extLst>
              <a:ext uri="{FF2B5EF4-FFF2-40B4-BE49-F238E27FC236}">
                <a16:creationId xmlns:a16="http://schemas.microsoft.com/office/drawing/2014/main" id="{CFAC8123-3ED7-1041-BEC1-4DBCE5AE65BA}"/>
              </a:ext>
            </a:extLst>
          </p:cNvPr>
          <p:cNvSpPr>
            <a:spLocks noChangeArrowheads="1"/>
          </p:cNvSpPr>
          <p:nvPr/>
        </p:nvSpPr>
        <p:spPr bwMode="auto">
          <a:xfrm>
            <a:off x="2114550" y="24574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86" name="Rectangle 14">
            <a:extLst>
              <a:ext uri="{FF2B5EF4-FFF2-40B4-BE49-F238E27FC236}">
                <a16:creationId xmlns:a16="http://schemas.microsoft.com/office/drawing/2014/main" id="{7F89ABDF-680D-5A4E-8EC6-C5549FC8C785}"/>
              </a:ext>
            </a:extLst>
          </p:cNvPr>
          <p:cNvSpPr>
            <a:spLocks noChangeArrowheads="1"/>
          </p:cNvSpPr>
          <p:nvPr/>
        </p:nvSpPr>
        <p:spPr bwMode="auto">
          <a:xfrm>
            <a:off x="2571750" y="24574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87" name="Rectangle 15">
            <a:extLst>
              <a:ext uri="{FF2B5EF4-FFF2-40B4-BE49-F238E27FC236}">
                <a16:creationId xmlns:a16="http://schemas.microsoft.com/office/drawing/2014/main" id="{0D981821-18C9-CD46-8DC5-DD6ECF67A73E}"/>
              </a:ext>
            </a:extLst>
          </p:cNvPr>
          <p:cNvSpPr>
            <a:spLocks noChangeArrowheads="1"/>
          </p:cNvSpPr>
          <p:nvPr/>
        </p:nvSpPr>
        <p:spPr bwMode="auto">
          <a:xfrm>
            <a:off x="3028950" y="24574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88" name="Rectangle 16">
            <a:extLst>
              <a:ext uri="{FF2B5EF4-FFF2-40B4-BE49-F238E27FC236}">
                <a16:creationId xmlns:a16="http://schemas.microsoft.com/office/drawing/2014/main" id="{CB61B946-7CF8-C845-BA7E-A1EE217DCEE3}"/>
              </a:ext>
            </a:extLst>
          </p:cNvPr>
          <p:cNvSpPr>
            <a:spLocks noChangeArrowheads="1"/>
          </p:cNvSpPr>
          <p:nvPr/>
        </p:nvSpPr>
        <p:spPr bwMode="auto">
          <a:xfrm>
            <a:off x="3486150" y="2457450"/>
            <a:ext cx="457200" cy="457200"/>
          </a:xfrm>
          <a:prstGeom prst="rect">
            <a:avLst/>
          </a:prstGeom>
          <a:solidFill>
            <a:srgbClr val="FFCC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89" name="Rectangle 17">
            <a:extLst>
              <a:ext uri="{FF2B5EF4-FFF2-40B4-BE49-F238E27FC236}">
                <a16:creationId xmlns:a16="http://schemas.microsoft.com/office/drawing/2014/main" id="{2F85CC9C-81C7-B140-BFE2-BC4243BA6D04}"/>
              </a:ext>
            </a:extLst>
          </p:cNvPr>
          <p:cNvSpPr>
            <a:spLocks noChangeArrowheads="1"/>
          </p:cNvSpPr>
          <p:nvPr/>
        </p:nvSpPr>
        <p:spPr bwMode="auto">
          <a:xfrm>
            <a:off x="2114550" y="2000250"/>
            <a:ext cx="457200" cy="457200"/>
          </a:xfrm>
          <a:prstGeom prst="rect">
            <a:avLst/>
          </a:prstGeom>
          <a:solidFill>
            <a:srgbClr val="FFCC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90" name="Rectangle 18">
            <a:extLst>
              <a:ext uri="{FF2B5EF4-FFF2-40B4-BE49-F238E27FC236}">
                <a16:creationId xmlns:a16="http://schemas.microsoft.com/office/drawing/2014/main" id="{80E25695-FCDC-A84B-BA1E-9BD425B9EB41}"/>
              </a:ext>
            </a:extLst>
          </p:cNvPr>
          <p:cNvSpPr>
            <a:spLocks noChangeArrowheads="1"/>
          </p:cNvSpPr>
          <p:nvPr/>
        </p:nvSpPr>
        <p:spPr bwMode="auto">
          <a:xfrm>
            <a:off x="2571750" y="2000250"/>
            <a:ext cx="457200" cy="457200"/>
          </a:xfrm>
          <a:prstGeom prst="rect">
            <a:avLst/>
          </a:prstGeom>
          <a:solidFill>
            <a:srgbClr val="FFCC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91" name="Rectangle 19">
            <a:extLst>
              <a:ext uri="{FF2B5EF4-FFF2-40B4-BE49-F238E27FC236}">
                <a16:creationId xmlns:a16="http://schemas.microsoft.com/office/drawing/2014/main" id="{018DE8B7-F61F-5A48-A684-7BEC84CD80F9}"/>
              </a:ext>
            </a:extLst>
          </p:cNvPr>
          <p:cNvSpPr>
            <a:spLocks noChangeArrowheads="1"/>
          </p:cNvSpPr>
          <p:nvPr/>
        </p:nvSpPr>
        <p:spPr bwMode="auto">
          <a:xfrm>
            <a:off x="3028950" y="2000250"/>
            <a:ext cx="457200" cy="457200"/>
          </a:xfrm>
          <a:prstGeom prst="rect">
            <a:avLst/>
          </a:prstGeom>
          <a:solidFill>
            <a:srgbClr val="FFCC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92" name="Rectangle 20">
            <a:extLst>
              <a:ext uri="{FF2B5EF4-FFF2-40B4-BE49-F238E27FC236}">
                <a16:creationId xmlns:a16="http://schemas.microsoft.com/office/drawing/2014/main" id="{78ADDD56-DC2E-BE4C-8EB8-5E5C5F717995}"/>
              </a:ext>
            </a:extLst>
          </p:cNvPr>
          <p:cNvSpPr>
            <a:spLocks noChangeArrowheads="1"/>
          </p:cNvSpPr>
          <p:nvPr/>
        </p:nvSpPr>
        <p:spPr bwMode="auto">
          <a:xfrm>
            <a:off x="3486150" y="2000250"/>
            <a:ext cx="457200" cy="457200"/>
          </a:xfrm>
          <a:prstGeom prst="rect">
            <a:avLst/>
          </a:prstGeom>
          <a:solidFill>
            <a:srgbClr val="FFCC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93" name="Text Box 21">
            <a:extLst>
              <a:ext uri="{FF2B5EF4-FFF2-40B4-BE49-F238E27FC236}">
                <a16:creationId xmlns:a16="http://schemas.microsoft.com/office/drawing/2014/main" id="{71C7A80A-FD74-6342-BAE8-647CDAC3C0ED}"/>
              </a:ext>
            </a:extLst>
          </p:cNvPr>
          <p:cNvSpPr txBox="1">
            <a:spLocks noChangeArrowheads="1"/>
          </p:cNvSpPr>
          <p:nvPr/>
        </p:nvSpPr>
        <p:spPr bwMode="auto">
          <a:xfrm>
            <a:off x="4114799" y="4000500"/>
            <a:ext cx="74294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500" dirty="0">
                <a:solidFill>
                  <a:schemeClr val="tx1"/>
                </a:solidFill>
                <a:latin typeface="微软雅黑" panose="020B0503020204020204" pitchFamily="34" charset="-122"/>
                <a:ea typeface="PMingLiU" panose="02020500000000000000" pitchFamily="18" charset="-120"/>
              </a:rPr>
              <a:t>Time</a:t>
            </a:r>
          </a:p>
        </p:txBody>
      </p:sp>
      <p:sp>
        <p:nvSpPr>
          <p:cNvPr id="156694" name="Text Box 22">
            <a:extLst>
              <a:ext uri="{FF2B5EF4-FFF2-40B4-BE49-F238E27FC236}">
                <a16:creationId xmlns:a16="http://schemas.microsoft.com/office/drawing/2014/main" id="{B4558EE8-50BC-7C49-AB96-80BD27B97831}"/>
              </a:ext>
            </a:extLst>
          </p:cNvPr>
          <p:cNvSpPr txBox="1">
            <a:spLocks noChangeArrowheads="1"/>
          </p:cNvSpPr>
          <p:nvPr/>
        </p:nvSpPr>
        <p:spPr bwMode="auto">
          <a:xfrm>
            <a:off x="1600199" y="1314450"/>
            <a:ext cx="12001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500" dirty="0">
                <a:solidFill>
                  <a:schemeClr val="tx1"/>
                </a:solidFill>
                <a:latin typeface="微软雅黑" panose="020B0503020204020204" pitchFamily="34" charset="-122"/>
                <a:ea typeface="PMingLiU" panose="02020500000000000000" pitchFamily="18" charset="-120"/>
              </a:rPr>
              <a:t>Frequency</a:t>
            </a:r>
          </a:p>
        </p:txBody>
      </p:sp>
      <p:sp>
        <p:nvSpPr>
          <p:cNvPr id="156695" name="Line 23">
            <a:extLst>
              <a:ext uri="{FF2B5EF4-FFF2-40B4-BE49-F238E27FC236}">
                <a16:creationId xmlns:a16="http://schemas.microsoft.com/office/drawing/2014/main" id="{D7256F69-D5D5-0847-A159-64E093ABB546}"/>
              </a:ext>
            </a:extLst>
          </p:cNvPr>
          <p:cNvSpPr>
            <a:spLocks noChangeShapeType="1"/>
          </p:cNvSpPr>
          <p:nvPr/>
        </p:nvSpPr>
        <p:spPr bwMode="auto">
          <a:xfrm>
            <a:off x="2000250" y="1771650"/>
            <a:ext cx="0" cy="21717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56696" name="Line 24">
            <a:extLst>
              <a:ext uri="{FF2B5EF4-FFF2-40B4-BE49-F238E27FC236}">
                <a16:creationId xmlns:a16="http://schemas.microsoft.com/office/drawing/2014/main" id="{00896F27-4F0F-C649-BC7A-F98C946FA855}"/>
              </a:ext>
            </a:extLst>
          </p:cNvPr>
          <p:cNvSpPr>
            <a:spLocks noChangeShapeType="1"/>
          </p:cNvSpPr>
          <p:nvPr/>
        </p:nvSpPr>
        <p:spPr bwMode="auto">
          <a:xfrm>
            <a:off x="2000250" y="3943350"/>
            <a:ext cx="22288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6697" name="Rectangle 25">
            <a:extLst>
              <a:ext uri="{FF2B5EF4-FFF2-40B4-BE49-F238E27FC236}">
                <a16:creationId xmlns:a16="http://schemas.microsoft.com/office/drawing/2014/main" id="{71B668A8-57DC-D448-87C5-D7814345CA4E}"/>
              </a:ext>
            </a:extLst>
          </p:cNvPr>
          <p:cNvSpPr>
            <a:spLocks noChangeArrowheads="1"/>
          </p:cNvSpPr>
          <p:nvPr/>
        </p:nvSpPr>
        <p:spPr bwMode="auto">
          <a:xfrm>
            <a:off x="2000250" y="34861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98" name="Rectangle 26">
            <a:extLst>
              <a:ext uri="{FF2B5EF4-FFF2-40B4-BE49-F238E27FC236}">
                <a16:creationId xmlns:a16="http://schemas.microsoft.com/office/drawing/2014/main" id="{AB1F782D-A6CD-CA47-9196-871BD68BBFE0}"/>
              </a:ext>
            </a:extLst>
          </p:cNvPr>
          <p:cNvSpPr>
            <a:spLocks noChangeArrowheads="1"/>
          </p:cNvSpPr>
          <p:nvPr/>
        </p:nvSpPr>
        <p:spPr bwMode="auto">
          <a:xfrm>
            <a:off x="2457450" y="34861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699" name="Rectangle 27">
            <a:extLst>
              <a:ext uri="{FF2B5EF4-FFF2-40B4-BE49-F238E27FC236}">
                <a16:creationId xmlns:a16="http://schemas.microsoft.com/office/drawing/2014/main" id="{7F0F0399-A8E8-7A46-B81F-C802A487E502}"/>
              </a:ext>
            </a:extLst>
          </p:cNvPr>
          <p:cNvSpPr>
            <a:spLocks noChangeArrowheads="1"/>
          </p:cNvSpPr>
          <p:nvPr/>
        </p:nvSpPr>
        <p:spPr bwMode="auto">
          <a:xfrm>
            <a:off x="2914650" y="34861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00" name="Rectangle 28">
            <a:extLst>
              <a:ext uri="{FF2B5EF4-FFF2-40B4-BE49-F238E27FC236}">
                <a16:creationId xmlns:a16="http://schemas.microsoft.com/office/drawing/2014/main" id="{C6023243-8967-3E45-A24A-7545718175FF}"/>
              </a:ext>
            </a:extLst>
          </p:cNvPr>
          <p:cNvSpPr>
            <a:spLocks noChangeArrowheads="1"/>
          </p:cNvSpPr>
          <p:nvPr/>
        </p:nvSpPr>
        <p:spPr bwMode="auto">
          <a:xfrm>
            <a:off x="3371850" y="34861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01" name="Rectangle 29">
            <a:extLst>
              <a:ext uri="{FF2B5EF4-FFF2-40B4-BE49-F238E27FC236}">
                <a16:creationId xmlns:a16="http://schemas.microsoft.com/office/drawing/2014/main" id="{901EDFF7-E074-2E46-873D-A4359EAC3B20}"/>
              </a:ext>
            </a:extLst>
          </p:cNvPr>
          <p:cNvSpPr>
            <a:spLocks noChangeArrowheads="1"/>
          </p:cNvSpPr>
          <p:nvPr/>
        </p:nvSpPr>
        <p:spPr bwMode="auto">
          <a:xfrm>
            <a:off x="2000250" y="30289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02" name="Rectangle 30">
            <a:extLst>
              <a:ext uri="{FF2B5EF4-FFF2-40B4-BE49-F238E27FC236}">
                <a16:creationId xmlns:a16="http://schemas.microsoft.com/office/drawing/2014/main" id="{275DE3A0-4FB9-4E42-A4CC-2EFB4496162D}"/>
              </a:ext>
            </a:extLst>
          </p:cNvPr>
          <p:cNvSpPr>
            <a:spLocks noChangeArrowheads="1"/>
          </p:cNvSpPr>
          <p:nvPr/>
        </p:nvSpPr>
        <p:spPr bwMode="auto">
          <a:xfrm>
            <a:off x="2457450" y="30289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03" name="Rectangle 31">
            <a:extLst>
              <a:ext uri="{FF2B5EF4-FFF2-40B4-BE49-F238E27FC236}">
                <a16:creationId xmlns:a16="http://schemas.microsoft.com/office/drawing/2014/main" id="{02ECFCB3-F3CC-2547-88E8-4ABDECCB6A14}"/>
              </a:ext>
            </a:extLst>
          </p:cNvPr>
          <p:cNvSpPr>
            <a:spLocks noChangeArrowheads="1"/>
          </p:cNvSpPr>
          <p:nvPr/>
        </p:nvSpPr>
        <p:spPr bwMode="auto">
          <a:xfrm>
            <a:off x="2914650" y="30289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04" name="Rectangle 32">
            <a:extLst>
              <a:ext uri="{FF2B5EF4-FFF2-40B4-BE49-F238E27FC236}">
                <a16:creationId xmlns:a16="http://schemas.microsoft.com/office/drawing/2014/main" id="{E71F4BCD-EC28-254A-9FFD-93BE723CE04D}"/>
              </a:ext>
            </a:extLst>
          </p:cNvPr>
          <p:cNvSpPr>
            <a:spLocks noChangeArrowheads="1"/>
          </p:cNvSpPr>
          <p:nvPr/>
        </p:nvSpPr>
        <p:spPr bwMode="auto">
          <a:xfrm>
            <a:off x="3371850" y="30289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05" name="Rectangle 33">
            <a:extLst>
              <a:ext uri="{FF2B5EF4-FFF2-40B4-BE49-F238E27FC236}">
                <a16:creationId xmlns:a16="http://schemas.microsoft.com/office/drawing/2014/main" id="{449C7D72-B37A-ED4C-94C4-E7B4113B85B1}"/>
              </a:ext>
            </a:extLst>
          </p:cNvPr>
          <p:cNvSpPr>
            <a:spLocks noChangeArrowheads="1"/>
          </p:cNvSpPr>
          <p:nvPr/>
        </p:nvSpPr>
        <p:spPr bwMode="auto">
          <a:xfrm>
            <a:off x="2000250" y="25717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06" name="Rectangle 34">
            <a:extLst>
              <a:ext uri="{FF2B5EF4-FFF2-40B4-BE49-F238E27FC236}">
                <a16:creationId xmlns:a16="http://schemas.microsoft.com/office/drawing/2014/main" id="{114E364B-6E43-EA45-AF56-FECA181FC711}"/>
              </a:ext>
            </a:extLst>
          </p:cNvPr>
          <p:cNvSpPr>
            <a:spLocks noChangeArrowheads="1"/>
          </p:cNvSpPr>
          <p:nvPr/>
        </p:nvSpPr>
        <p:spPr bwMode="auto">
          <a:xfrm>
            <a:off x="2457450" y="25717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07" name="Rectangle 35">
            <a:extLst>
              <a:ext uri="{FF2B5EF4-FFF2-40B4-BE49-F238E27FC236}">
                <a16:creationId xmlns:a16="http://schemas.microsoft.com/office/drawing/2014/main" id="{1DBDBBCF-F0D7-7542-B24F-53B8C7D9AD2B}"/>
              </a:ext>
            </a:extLst>
          </p:cNvPr>
          <p:cNvSpPr>
            <a:spLocks noChangeArrowheads="1"/>
          </p:cNvSpPr>
          <p:nvPr/>
        </p:nvSpPr>
        <p:spPr bwMode="auto">
          <a:xfrm>
            <a:off x="2914650" y="25717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08" name="Rectangle 36">
            <a:extLst>
              <a:ext uri="{FF2B5EF4-FFF2-40B4-BE49-F238E27FC236}">
                <a16:creationId xmlns:a16="http://schemas.microsoft.com/office/drawing/2014/main" id="{91EC4CFB-9BA5-714A-9FFF-01B4B11EC3B3}"/>
              </a:ext>
            </a:extLst>
          </p:cNvPr>
          <p:cNvSpPr>
            <a:spLocks noChangeArrowheads="1"/>
          </p:cNvSpPr>
          <p:nvPr/>
        </p:nvSpPr>
        <p:spPr bwMode="auto">
          <a:xfrm>
            <a:off x="3371850" y="25717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09" name="Rectangle 37">
            <a:extLst>
              <a:ext uri="{FF2B5EF4-FFF2-40B4-BE49-F238E27FC236}">
                <a16:creationId xmlns:a16="http://schemas.microsoft.com/office/drawing/2014/main" id="{B1B715FD-BC4B-DA41-853D-F080A75D7B61}"/>
              </a:ext>
            </a:extLst>
          </p:cNvPr>
          <p:cNvSpPr>
            <a:spLocks noChangeArrowheads="1"/>
          </p:cNvSpPr>
          <p:nvPr/>
        </p:nvSpPr>
        <p:spPr bwMode="auto">
          <a:xfrm>
            <a:off x="2000250" y="21145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10" name="Rectangle 38">
            <a:extLst>
              <a:ext uri="{FF2B5EF4-FFF2-40B4-BE49-F238E27FC236}">
                <a16:creationId xmlns:a16="http://schemas.microsoft.com/office/drawing/2014/main" id="{7F42BA36-4DFA-EB40-B29A-DC4E67D5680A}"/>
              </a:ext>
            </a:extLst>
          </p:cNvPr>
          <p:cNvSpPr>
            <a:spLocks noChangeArrowheads="1"/>
          </p:cNvSpPr>
          <p:nvPr/>
        </p:nvSpPr>
        <p:spPr bwMode="auto">
          <a:xfrm>
            <a:off x="2457450" y="21145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11" name="Rectangle 39">
            <a:extLst>
              <a:ext uri="{FF2B5EF4-FFF2-40B4-BE49-F238E27FC236}">
                <a16:creationId xmlns:a16="http://schemas.microsoft.com/office/drawing/2014/main" id="{C71CEC92-CF6E-FB44-BCA3-1BE63803A24E}"/>
              </a:ext>
            </a:extLst>
          </p:cNvPr>
          <p:cNvSpPr>
            <a:spLocks noChangeArrowheads="1"/>
          </p:cNvSpPr>
          <p:nvPr/>
        </p:nvSpPr>
        <p:spPr bwMode="auto">
          <a:xfrm>
            <a:off x="2914650" y="21145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12" name="Rectangle 40">
            <a:extLst>
              <a:ext uri="{FF2B5EF4-FFF2-40B4-BE49-F238E27FC236}">
                <a16:creationId xmlns:a16="http://schemas.microsoft.com/office/drawing/2014/main" id="{128EB37A-F416-4649-83D5-CA0592E592E2}"/>
              </a:ext>
            </a:extLst>
          </p:cNvPr>
          <p:cNvSpPr>
            <a:spLocks noChangeArrowheads="1"/>
          </p:cNvSpPr>
          <p:nvPr/>
        </p:nvSpPr>
        <p:spPr bwMode="auto">
          <a:xfrm>
            <a:off x="3371850" y="2114550"/>
            <a:ext cx="457200" cy="45720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13" name="Line 41">
            <a:extLst>
              <a:ext uri="{FF2B5EF4-FFF2-40B4-BE49-F238E27FC236}">
                <a16:creationId xmlns:a16="http://schemas.microsoft.com/office/drawing/2014/main" id="{18922FE2-BA9B-A349-B281-F40F0F87008A}"/>
              </a:ext>
            </a:extLst>
          </p:cNvPr>
          <p:cNvSpPr>
            <a:spLocks noChangeShapeType="1"/>
          </p:cNvSpPr>
          <p:nvPr/>
        </p:nvSpPr>
        <p:spPr bwMode="auto">
          <a:xfrm>
            <a:off x="1885950" y="1885950"/>
            <a:ext cx="0" cy="21717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56714" name="Line 42">
            <a:extLst>
              <a:ext uri="{FF2B5EF4-FFF2-40B4-BE49-F238E27FC236}">
                <a16:creationId xmlns:a16="http://schemas.microsoft.com/office/drawing/2014/main" id="{043F90CB-0E98-F049-8089-E4150F8BA5C3}"/>
              </a:ext>
            </a:extLst>
          </p:cNvPr>
          <p:cNvSpPr>
            <a:spLocks noChangeShapeType="1"/>
          </p:cNvSpPr>
          <p:nvPr/>
        </p:nvSpPr>
        <p:spPr bwMode="auto">
          <a:xfrm>
            <a:off x="1885950" y="4057650"/>
            <a:ext cx="22288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6715" name="Rectangle 43">
            <a:extLst>
              <a:ext uri="{FF2B5EF4-FFF2-40B4-BE49-F238E27FC236}">
                <a16:creationId xmlns:a16="http://schemas.microsoft.com/office/drawing/2014/main" id="{A76306C4-1D65-9E49-A6AB-ED2F21855DA5}"/>
              </a:ext>
            </a:extLst>
          </p:cNvPr>
          <p:cNvSpPr>
            <a:spLocks noChangeArrowheads="1"/>
          </p:cNvSpPr>
          <p:nvPr/>
        </p:nvSpPr>
        <p:spPr bwMode="auto">
          <a:xfrm>
            <a:off x="1885950" y="36004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16" name="Rectangle 44">
            <a:extLst>
              <a:ext uri="{FF2B5EF4-FFF2-40B4-BE49-F238E27FC236}">
                <a16:creationId xmlns:a16="http://schemas.microsoft.com/office/drawing/2014/main" id="{1010831B-D22A-8F44-843D-0C6EB9D02E80}"/>
              </a:ext>
            </a:extLst>
          </p:cNvPr>
          <p:cNvSpPr>
            <a:spLocks noChangeArrowheads="1"/>
          </p:cNvSpPr>
          <p:nvPr/>
        </p:nvSpPr>
        <p:spPr bwMode="auto">
          <a:xfrm>
            <a:off x="2343150" y="36004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17" name="Rectangle 45">
            <a:extLst>
              <a:ext uri="{FF2B5EF4-FFF2-40B4-BE49-F238E27FC236}">
                <a16:creationId xmlns:a16="http://schemas.microsoft.com/office/drawing/2014/main" id="{E785FE09-3F72-A642-A0C3-E0E81A6EA798}"/>
              </a:ext>
            </a:extLst>
          </p:cNvPr>
          <p:cNvSpPr>
            <a:spLocks noChangeArrowheads="1"/>
          </p:cNvSpPr>
          <p:nvPr/>
        </p:nvSpPr>
        <p:spPr bwMode="auto">
          <a:xfrm>
            <a:off x="2800350" y="36004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18" name="Rectangle 46">
            <a:extLst>
              <a:ext uri="{FF2B5EF4-FFF2-40B4-BE49-F238E27FC236}">
                <a16:creationId xmlns:a16="http://schemas.microsoft.com/office/drawing/2014/main" id="{25A4D162-4BEB-4347-BFA0-7AF75A2028F0}"/>
              </a:ext>
            </a:extLst>
          </p:cNvPr>
          <p:cNvSpPr>
            <a:spLocks noChangeArrowheads="1"/>
          </p:cNvSpPr>
          <p:nvPr/>
        </p:nvSpPr>
        <p:spPr bwMode="auto">
          <a:xfrm>
            <a:off x="3257550" y="36004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19" name="Rectangle 47">
            <a:extLst>
              <a:ext uri="{FF2B5EF4-FFF2-40B4-BE49-F238E27FC236}">
                <a16:creationId xmlns:a16="http://schemas.microsoft.com/office/drawing/2014/main" id="{63292101-32C2-EF44-94AA-9DEF9684A676}"/>
              </a:ext>
            </a:extLst>
          </p:cNvPr>
          <p:cNvSpPr>
            <a:spLocks noChangeArrowheads="1"/>
          </p:cNvSpPr>
          <p:nvPr/>
        </p:nvSpPr>
        <p:spPr bwMode="auto">
          <a:xfrm>
            <a:off x="1885950" y="31432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20" name="Rectangle 48">
            <a:extLst>
              <a:ext uri="{FF2B5EF4-FFF2-40B4-BE49-F238E27FC236}">
                <a16:creationId xmlns:a16="http://schemas.microsoft.com/office/drawing/2014/main" id="{63FAEAA7-CADB-EC48-9098-57B94E046B47}"/>
              </a:ext>
            </a:extLst>
          </p:cNvPr>
          <p:cNvSpPr>
            <a:spLocks noChangeArrowheads="1"/>
          </p:cNvSpPr>
          <p:nvPr/>
        </p:nvSpPr>
        <p:spPr bwMode="auto">
          <a:xfrm>
            <a:off x="2343150" y="31432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21" name="Rectangle 49">
            <a:extLst>
              <a:ext uri="{FF2B5EF4-FFF2-40B4-BE49-F238E27FC236}">
                <a16:creationId xmlns:a16="http://schemas.microsoft.com/office/drawing/2014/main" id="{BD3A3FD4-2AB9-0E4A-919A-F57F18E2CCCF}"/>
              </a:ext>
            </a:extLst>
          </p:cNvPr>
          <p:cNvSpPr>
            <a:spLocks noChangeArrowheads="1"/>
          </p:cNvSpPr>
          <p:nvPr/>
        </p:nvSpPr>
        <p:spPr bwMode="auto">
          <a:xfrm>
            <a:off x="2800350" y="31432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22" name="Rectangle 50">
            <a:extLst>
              <a:ext uri="{FF2B5EF4-FFF2-40B4-BE49-F238E27FC236}">
                <a16:creationId xmlns:a16="http://schemas.microsoft.com/office/drawing/2014/main" id="{0DC230F5-D505-EC4A-99EF-60D2A34D745D}"/>
              </a:ext>
            </a:extLst>
          </p:cNvPr>
          <p:cNvSpPr>
            <a:spLocks noChangeArrowheads="1"/>
          </p:cNvSpPr>
          <p:nvPr/>
        </p:nvSpPr>
        <p:spPr bwMode="auto">
          <a:xfrm>
            <a:off x="3257550" y="31432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23" name="Rectangle 51">
            <a:extLst>
              <a:ext uri="{FF2B5EF4-FFF2-40B4-BE49-F238E27FC236}">
                <a16:creationId xmlns:a16="http://schemas.microsoft.com/office/drawing/2014/main" id="{15984BE1-7FBB-8944-BC52-F1083D11BBAF}"/>
              </a:ext>
            </a:extLst>
          </p:cNvPr>
          <p:cNvSpPr>
            <a:spLocks noChangeArrowheads="1"/>
          </p:cNvSpPr>
          <p:nvPr/>
        </p:nvSpPr>
        <p:spPr bwMode="auto">
          <a:xfrm>
            <a:off x="1885950" y="26860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24" name="Rectangle 52">
            <a:extLst>
              <a:ext uri="{FF2B5EF4-FFF2-40B4-BE49-F238E27FC236}">
                <a16:creationId xmlns:a16="http://schemas.microsoft.com/office/drawing/2014/main" id="{466A2925-1D02-B04A-A82A-CD1977FBB9F3}"/>
              </a:ext>
            </a:extLst>
          </p:cNvPr>
          <p:cNvSpPr>
            <a:spLocks noChangeArrowheads="1"/>
          </p:cNvSpPr>
          <p:nvPr/>
        </p:nvSpPr>
        <p:spPr bwMode="auto">
          <a:xfrm>
            <a:off x="2343150" y="26860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25" name="Rectangle 53">
            <a:extLst>
              <a:ext uri="{FF2B5EF4-FFF2-40B4-BE49-F238E27FC236}">
                <a16:creationId xmlns:a16="http://schemas.microsoft.com/office/drawing/2014/main" id="{5D6D619D-A8B7-B747-AFB9-BF6A4669941D}"/>
              </a:ext>
            </a:extLst>
          </p:cNvPr>
          <p:cNvSpPr>
            <a:spLocks noChangeArrowheads="1"/>
          </p:cNvSpPr>
          <p:nvPr/>
        </p:nvSpPr>
        <p:spPr bwMode="auto">
          <a:xfrm>
            <a:off x="2800350" y="26860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26" name="Rectangle 54">
            <a:extLst>
              <a:ext uri="{FF2B5EF4-FFF2-40B4-BE49-F238E27FC236}">
                <a16:creationId xmlns:a16="http://schemas.microsoft.com/office/drawing/2014/main" id="{BB2AD4BC-65CC-7046-B1BE-BF1BA5620EF0}"/>
              </a:ext>
            </a:extLst>
          </p:cNvPr>
          <p:cNvSpPr>
            <a:spLocks noChangeArrowheads="1"/>
          </p:cNvSpPr>
          <p:nvPr/>
        </p:nvSpPr>
        <p:spPr bwMode="auto">
          <a:xfrm>
            <a:off x="3257550" y="26860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27" name="Rectangle 55">
            <a:extLst>
              <a:ext uri="{FF2B5EF4-FFF2-40B4-BE49-F238E27FC236}">
                <a16:creationId xmlns:a16="http://schemas.microsoft.com/office/drawing/2014/main" id="{50FE0B1C-76FD-2141-B2CE-C1E0B08059D3}"/>
              </a:ext>
            </a:extLst>
          </p:cNvPr>
          <p:cNvSpPr>
            <a:spLocks noChangeArrowheads="1"/>
          </p:cNvSpPr>
          <p:nvPr/>
        </p:nvSpPr>
        <p:spPr bwMode="auto">
          <a:xfrm>
            <a:off x="1885950" y="22288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28" name="Rectangle 56">
            <a:extLst>
              <a:ext uri="{FF2B5EF4-FFF2-40B4-BE49-F238E27FC236}">
                <a16:creationId xmlns:a16="http://schemas.microsoft.com/office/drawing/2014/main" id="{FB6FF846-B66A-824A-85B0-2482342B28F1}"/>
              </a:ext>
            </a:extLst>
          </p:cNvPr>
          <p:cNvSpPr>
            <a:spLocks noChangeArrowheads="1"/>
          </p:cNvSpPr>
          <p:nvPr/>
        </p:nvSpPr>
        <p:spPr bwMode="auto">
          <a:xfrm>
            <a:off x="2343150" y="22288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29" name="Rectangle 57">
            <a:extLst>
              <a:ext uri="{FF2B5EF4-FFF2-40B4-BE49-F238E27FC236}">
                <a16:creationId xmlns:a16="http://schemas.microsoft.com/office/drawing/2014/main" id="{CCF17D10-E1ED-784B-B4C4-82AC6BD44278}"/>
              </a:ext>
            </a:extLst>
          </p:cNvPr>
          <p:cNvSpPr>
            <a:spLocks noChangeArrowheads="1"/>
          </p:cNvSpPr>
          <p:nvPr/>
        </p:nvSpPr>
        <p:spPr bwMode="auto">
          <a:xfrm>
            <a:off x="2800350" y="22288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30" name="Rectangle 58">
            <a:extLst>
              <a:ext uri="{FF2B5EF4-FFF2-40B4-BE49-F238E27FC236}">
                <a16:creationId xmlns:a16="http://schemas.microsoft.com/office/drawing/2014/main" id="{8CEFEE89-A76D-FE4A-909E-34F3F451671C}"/>
              </a:ext>
            </a:extLst>
          </p:cNvPr>
          <p:cNvSpPr>
            <a:spLocks noChangeArrowheads="1"/>
          </p:cNvSpPr>
          <p:nvPr/>
        </p:nvSpPr>
        <p:spPr bwMode="auto">
          <a:xfrm>
            <a:off x="3257550" y="2228850"/>
            <a:ext cx="457200" cy="457200"/>
          </a:xfrm>
          <a:prstGeom prst="rect">
            <a:avLst/>
          </a:prstGeom>
          <a:solidFill>
            <a:srgbClr val="CCFFCC"/>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31" name="Line 59">
            <a:extLst>
              <a:ext uri="{FF2B5EF4-FFF2-40B4-BE49-F238E27FC236}">
                <a16:creationId xmlns:a16="http://schemas.microsoft.com/office/drawing/2014/main" id="{52DCA836-14DD-CE43-9273-76636FFC8BD1}"/>
              </a:ext>
            </a:extLst>
          </p:cNvPr>
          <p:cNvSpPr>
            <a:spLocks noChangeShapeType="1"/>
          </p:cNvSpPr>
          <p:nvPr/>
        </p:nvSpPr>
        <p:spPr bwMode="auto">
          <a:xfrm>
            <a:off x="1771650" y="2000250"/>
            <a:ext cx="0" cy="21717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56732" name="Line 60">
            <a:extLst>
              <a:ext uri="{FF2B5EF4-FFF2-40B4-BE49-F238E27FC236}">
                <a16:creationId xmlns:a16="http://schemas.microsoft.com/office/drawing/2014/main" id="{6410EC2B-F162-5747-8BC1-8E4591F6526B}"/>
              </a:ext>
            </a:extLst>
          </p:cNvPr>
          <p:cNvSpPr>
            <a:spLocks noChangeShapeType="1"/>
          </p:cNvSpPr>
          <p:nvPr/>
        </p:nvSpPr>
        <p:spPr bwMode="auto">
          <a:xfrm>
            <a:off x="1771650" y="4171950"/>
            <a:ext cx="22288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6733" name="Rectangle 61">
            <a:extLst>
              <a:ext uri="{FF2B5EF4-FFF2-40B4-BE49-F238E27FC236}">
                <a16:creationId xmlns:a16="http://schemas.microsoft.com/office/drawing/2014/main" id="{0A39543D-19B0-664F-8B16-7BB518778658}"/>
              </a:ext>
            </a:extLst>
          </p:cNvPr>
          <p:cNvSpPr>
            <a:spLocks noChangeArrowheads="1"/>
          </p:cNvSpPr>
          <p:nvPr/>
        </p:nvSpPr>
        <p:spPr bwMode="auto">
          <a:xfrm>
            <a:off x="1771650" y="37147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34" name="Rectangle 62">
            <a:extLst>
              <a:ext uri="{FF2B5EF4-FFF2-40B4-BE49-F238E27FC236}">
                <a16:creationId xmlns:a16="http://schemas.microsoft.com/office/drawing/2014/main" id="{8DB9ED49-D544-0E41-BC14-C2EE16700E42}"/>
              </a:ext>
            </a:extLst>
          </p:cNvPr>
          <p:cNvSpPr>
            <a:spLocks noChangeArrowheads="1"/>
          </p:cNvSpPr>
          <p:nvPr/>
        </p:nvSpPr>
        <p:spPr bwMode="auto">
          <a:xfrm>
            <a:off x="2228850" y="37147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35" name="Rectangle 63">
            <a:extLst>
              <a:ext uri="{FF2B5EF4-FFF2-40B4-BE49-F238E27FC236}">
                <a16:creationId xmlns:a16="http://schemas.microsoft.com/office/drawing/2014/main" id="{9F817ACD-BD57-2F48-B919-4AE23FE9F426}"/>
              </a:ext>
            </a:extLst>
          </p:cNvPr>
          <p:cNvSpPr>
            <a:spLocks noChangeArrowheads="1"/>
          </p:cNvSpPr>
          <p:nvPr/>
        </p:nvSpPr>
        <p:spPr bwMode="auto">
          <a:xfrm>
            <a:off x="2686050" y="37147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36" name="Rectangle 64">
            <a:extLst>
              <a:ext uri="{FF2B5EF4-FFF2-40B4-BE49-F238E27FC236}">
                <a16:creationId xmlns:a16="http://schemas.microsoft.com/office/drawing/2014/main" id="{E4457789-D3A6-4244-AC82-5124F686082C}"/>
              </a:ext>
            </a:extLst>
          </p:cNvPr>
          <p:cNvSpPr>
            <a:spLocks noChangeArrowheads="1"/>
          </p:cNvSpPr>
          <p:nvPr/>
        </p:nvSpPr>
        <p:spPr bwMode="auto">
          <a:xfrm>
            <a:off x="3143250" y="37147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37" name="Rectangle 65">
            <a:extLst>
              <a:ext uri="{FF2B5EF4-FFF2-40B4-BE49-F238E27FC236}">
                <a16:creationId xmlns:a16="http://schemas.microsoft.com/office/drawing/2014/main" id="{791491BE-2256-B940-A7F4-7F9D8F5E362F}"/>
              </a:ext>
            </a:extLst>
          </p:cNvPr>
          <p:cNvSpPr>
            <a:spLocks noChangeArrowheads="1"/>
          </p:cNvSpPr>
          <p:nvPr/>
        </p:nvSpPr>
        <p:spPr bwMode="auto">
          <a:xfrm>
            <a:off x="1771650" y="32575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38" name="Rectangle 66">
            <a:extLst>
              <a:ext uri="{FF2B5EF4-FFF2-40B4-BE49-F238E27FC236}">
                <a16:creationId xmlns:a16="http://schemas.microsoft.com/office/drawing/2014/main" id="{8C079F1B-63D7-114E-98B9-DE56B662CFEF}"/>
              </a:ext>
            </a:extLst>
          </p:cNvPr>
          <p:cNvSpPr>
            <a:spLocks noChangeArrowheads="1"/>
          </p:cNvSpPr>
          <p:nvPr/>
        </p:nvSpPr>
        <p:spPr bwMode="auto">
          <a:xfrm>
            <a:off x="2228850" y="32575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39" name="Rectangle 67">
            <a:extLst>
              <a:ext uri="{FF2B5EF4-FFF2-40B4-BE49-F238E27FC236}">
                <a16:creationId xmlns:a16="http://schemas.microsoft.com/office/drawing/2014/main" id="{7CDCCF04-2840-194B-A2AE-D13A7019DF5B}"/>
              </a:ext>
            </a:extLst>
          </p:cNvPr>
          <p:cNvSpPr>
            <a:spLocks noChangeArrowheads="1"/>
          </p:cNvSpPr>
          <p:nvPr/>
        </p:nvSpPr>
        <p:spPr bwMode="auto">
          <a:xfrm>
            <a:off x="2686050" y="32575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40" name="Rectangle 68">
            <a:extLst>
              <a:ext uri="{FF2B5EF4-FFF2-40B4-BE49-F238E27FC236}">
                <a16:creationId xmlns:a16="http://schemas.microsoft.com/office/drawing/2014/main" id="{1C559256-7F25-B04D-975E-9ECD4EBA73E5}"/>
              </a:ext>
            </a:extLst>
          </p:cNvPr>
          <p:cNvSpPr>
            <a:spLocks noChangeArrowheads="1"/>
          </p:cNvSpPr>
          <p:nvPr/>
        </p:nvSpPr>
        <p:spPr bwMode="auto">
          <a:xfrm>
            <a:off x="3143250" y="32575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41" name="Rectangle 69">
            <a:extLst>
              <a:ext uri="{FF2B5EF4-FFF2-40B4-BE49-F238E27FC236}">
                <a16:creationId xmlns:a16="http://schemas.microsoft.com/office/drawing/2014/main" id="{5243B581-0F10-FA49-A54E-449C6EF3747E}"/>
              </a:ext>
            </a:extLst>
          </p:cNvPr>
          <p:cNvSpPr>
            <a:spLocks noChangeArrowheads="1"/>
          </p:cNvSpPr>
          <p:nvPr/>
        </p:nvSpPr>
        <p:spPr bwMode="auto">
          <a:xfrm>
            <a:off x="1771650" y="28003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42" name="Rectangle 70">
            <a:extLst>
              <a:ext uri="{FF2B5EF4-FFF2-40B4-BE49-F238E27FC236}">
                <a16:creationId xmlns:a16="http://schemas.microsoft.com/office/drawing/2014/main" id="{A2250D61-9D94-D041-A59F-0E6DD12B419B}"/>
              </a:ext>
            </a:extLst>
          </p:cNvPr>
          <p:cNvSpPr>
            <a:spLocks noChangeArrowheads="1"/>
          </p:cNvSpPr>
          <p:nvPr/>
        </p:nvSpPr>
        <p:spPr bwMode="auto">
          <a:xfrm>
            <a:off x="2228850" y="28003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43" name="Rectangle 71">
            <a:extLst>
              <a:ext uri="{FF2B5EF4-FFF2-40B4-BE49-F238E27FC236}">
                <a16:creationId xmlns:a16="http://schemas.microsoft.com/office/drawing/2014/main" id="{81B24AE8-27E4-E543-81DF-CE0F2D34CE50}"/>
              </a:ext>
            </a:extLst>
          </p:cNvPr>
          <p:cNvSpPr>
            <a:spLocks noChangeArrowheads="1"/>
          </p:cNvSpPr>
          <p:nvPr/>
        </p:nvSpPr>
        <p:spPr bwMode="auto">
          <a:xfrm>
            <a:off x="2686050" y="28003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44" name="Rectangle 72">
            <a:extLst>
              <a:ext uri="{FF2B5EF4-FFF2-40B4-BE49-F238E27FC236}">
                <a16:creationId xmlns:a16="http://schemas.microsoft.com/office/drawing/2014/main" id="{B25CA8C0-573B-5047-928E-1FCFC17E29D7}"/>
              </a:ext>
            </a:extLst>
          </p:cNvPr>
          <p:cNvSpPr>
            <a:spLocks noChangeArrowheads="1"/>
          </p:cNvSpPr>
          <p:nvPr/>
        </p:nvSpPr>
        <p:spPr bwMode="auto">
          <a:xfrm>
            <a:off x="3143250" y="28003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45" name="Rectangle 73">
            <a:extLst>
              <a:ext uri="{FF2B5EF4-FFF2-40B4-BE49-F238E27FC236}">
                <a16:creationId xmlns:a16="http://schemas.microsoft.com/office/drawing/2014/main" id="{D614B70C-4145-4F48-96CE-99ADC106F871}"/>
              </a:ext>
            </a:extLst>
          </p:cNvPr>
          <p:cNvSpPr>
            <a:spLocks noChangeArrowheads="1"/>
          </p:cNvSpPr>
          <p:nvPr/>
        </p:nvSpPr>
        <p:spPr bwMode="auto">
          <a:xfrm>
            <a:off x="1771650" y="23431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46" name="Rectangle 74">
            <a:extLst>
              <a:ext uri="{FF2B5EF4-FFF2-40B4-BE49-F238E27FC236}">
                <a16:creationId xmlns:a16="http://schemas.microsoft.com/office/drawing/2014/main" id="{AFA15D5E-BCA4-5241-BB4A-0D1583073610}"/>
              </a:ext>
            </a:extLst>
          </p:cNvPr>
          <p:cNvSpPr>
            <a:spLocks noChangeArrowheads="1"/>
          </p:cNvSpPr>
          <p:nvPr/>
        </p:nvSpPr>
        <p:spPr bwMode="auto">
          <a:xfrm>
            <a:off x="2228850" y="23431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47" name="Rectangle 75">
            <a:extLst>
              <a:ext uri="{FF2B5EF4-FFF2-40B4-BE49-F238E27FC236}">
                <a16:creationId xmlns:a16="http://schemas.microsoft.com/office/drawing/2014/main" id="{FE77EDB2-C92B-3742-99DD-E0AD623DE732}"/>
              </a:ext>
            </a:extLst>
          </p:cNvPr>
          <p:cNvSpPr>
            <a:spLocks noChangeArrowheads="1"/>
          </p:cNvSpPr>
          <p:nvPr/>
        </p:nvSpPr>
        <p:spPr bwMode="auto">
          <a:xfrm>
            <a:off x="2686050" y="23431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48" name="Rectangle 76">
            <a:extLst>
              <a:ext uri="{FF2B5EF4-FFF2-40B4-BE49-F238E27FC236}">
                <a16:creationId xmlns:a16="http://schemas.microsoft.com/office/drawing/2014/main" id="{DDDCDA61-43AF-534C-8F32-C5C7022DE728}"/>
              </a:ext>
            </a:extLst>
          </p:cNvPr>
          <p:cNvSpPr>
            <a:spLocks noChangeArrowheads="1"/>
          </p:cNvSpPr>
          <p:nvPr/>
        </p:nvSpPr>
        <p:spPr bwMode="auto">
          <a:xfrm>
            <a:off x="3143250" y="23431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56749" name="Text Box 77">
            <a:extLst>
              <a:ext uri="{FF2B5EF4-FFF2-40B4-BE49-F238E27FC236}">
                <a16:creationId xmlns:a16="http://schemas.microsoft.com/office/drawing/2014/main" id="{1AB36745-3961-1443-BB82-F33CA6E04B78}"/>
              </a:ext>
            </a:extLst>
          </p:cNvPr>
          <p:cNvSpPr txBox="1">
            <a:spLocks noChangeArrowheads="1"/>
          </p:cNvSpPr>
          <p:nvPr/>
        </p:nvSpPr>
        <p:spPr bwMode="auto">
          <a:xfrm>
            <a:off x="4857751" y="1771651"/>
            <a:ext cx="3954778"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800" dirty="0">
                <a:solidFill>
                  <a:schemeClr val="tx1"/>
                </a:solidFill>
                <a:latin typeface="微软雅黑" panose="020B0503020204020204" pitchFamily="34" charset="-122"/>
                <a:ea typeface="PMingLiU" panose="02020500000000000000" pitchFamily="18" charset="-120"/>
              </a:rPr>
              <a:t>All users occupy </a:t>
            </a:r>
            <a:r>
              <a:rPr kumimoji="1" lang="en-US" altLang="zh-TW" sz="1800" dirty="0">
                <a:solidFill>
                  <a:schemeClr val="hlink"/>
                </a:solidFill>
                <a:latin typeface="微软雅黑" panose="020B0503020204020204" pitchFamily="34" charset="-122"/>
                <a:ea typeface="PMingLiU" panose="02020500000000000000" pitchFamily="18" charset="-120"/>
              </a:rPr>
              <a:t>the whole</a:t>
            </a:r>
            <a:r>
              <a:rPr kumimoji="1" lang="en-US" altLang="zh-TW" sz="1800" dirty="0">
                <a:solidFill>
                  <a:schemeClr val="accent2"/>
                </a:solidFill>
                <a:latin typeface="微软雅黑" panose="020B0503020204020204" pitchFamily="34" charset="-122"/>
                <a:ea typeface="PMingLiU" panose="02020500000000000000" pitchFamily="18" charset="-120"/>
              </a:rPr>
              <a:t> </a:t>
            </a:r>
            <a:r>
              <a:rPr kumimoji="1" lang="en-US" altLang="zh-TW" sz="1800" dirty="0">
                <a:solidFill>
                  <a:schemeClr val="hlink"/>
                </a:solidFill>
                <a:latin typeface="微软雅黑" panose="020B0503020204020204" pitchFamily="34" charset="-122"/>
                <a:ea typeface="PMingLiU" panose="02020500000000000000" pitchFamily="18" charset="-120"/>
              </a:rPr>
              <a:t>bandwidth</a:t>
            </a:r>
            <a:r>
              <a:rPr kumimoji="1" lang="en-US" altLang="zh-TW" sz="1800" dirty="0">
                <a:solidFill>
                  <a:schemeClr val="accent2"/>
                </a:solidFill>
                <a:latin typeface="微软雅黑" panose="020B0503020204020204" pitchFamily="34" charset="-122"/>
                <a:ea typeface="PMingLiU" panose="02020500000000000000" pitchFamily="18" charset="-120"/>
              </a:rPr>
              <a:t> </a:t>
            </a:r>
            <a:r>
              <a:rPr kumimoji="1" lang="en-US" altLang="zh-TW" sz="1800" dirty="0">
                <a:solidFill>
                  <a:srgbClr val="009900"/>
                </a:solidFill>
                <a:latin typeface="微软雅黑" panose="020B0503020204020204" pitchFamily="34" charset="-122"/>
                <a:ea typeface="PMingLiU" panose="02020500000000000000" pitchFamily="18" charset="-120"/>
              </a:rPr>
              <a:t>all the time.</a:t>
            </a:r>
          </a:p>
          <a:p>
            <a:pPr eaLnBrk="1" hangingPunct="1">
              <a:spcBef>
                <a:spcPct val="50000"/>
              </a:spcBef>
              <a:buClrTx/>
              <a:buSzTx/>
              <a:buFontTx/>
              <a:buNone/>
            </a:pPr>
            <a:endParaRPr kumimoji="1" lang="en-US" altLang="zh-TW" sz="1800" dirty="0">
              <a:solidFill>
                <a:srgbClr val="009900"/>
              </a:solidFill>
              <a:latin typeface="微软雅黑" panose="020B0503020204020204" pitchFamily="34" charset="-122"/>
              <a:ea typeface="PMingLiU" panose="02020500000000000000" pitchFamily="18" charset="-120"/>
            </a:endParaRPr>
          </a:p>
          <a:p>
            <a:pPr eaLnBrk="1" hangingPunct="1">
              <a:spcBef>
                <a:spcPct val="50000"/>
              </a:spcBef>
              <a:buClrTx/>
              <a:buSzTx/>
              <a:buFontTx/>
              <a:buNone/>
            </a:pPr>
            <a:r>
              <a:rPr kumimoji="1" lang="en-US" altLang="zh-TW" sz="1800" dirty="0">
                <a:solidFill>
                  <a:schemeClr val="tx1"/>
                </a:solidFill>
                <a:latin typeface="微软雅黑" panose="020B0503020204020204" pitchFamily="34" charset="-122"/>
                <a:ea typeface="PMingLiU" panose="02020500000000000000" pitchFamily="18" charset="-120"/>
              </a:rPr>
              <a:t>Signals of different users </a:t>
            </a:r>
            <a:r>
              <a:rPr kumimoji="1" lang="en-US" altLang="zh-TW" sz="1800" dirty="0">
                <a:solidFill>
                  <a:srgbClr val="CC0099"/>
                </a:solidFill>
                <a:latin typeface="微软雅黑" panose="020B0503020204020204" pitchFamily="34" charset="-122"/>
                <a:ea typeface="PMingLiU" panose="02020500000000000000" pitchFamily="18" charset="-120"/>
              </a:rPr>
              <a:t>overlap</a:t>
            </a:r>
            <a:r>
              <a:rPr kumimoji="1" lang="en-US" altLang="zh-TW" sz="1800" dirty="0">
                <a:solidFill>
                  <a:schemeClr val="tx1"/>
                </a:solidFill>
                <a:latin typeface="微软雅黑" panose="020B0503020204020204" pitchFamily="34" charset="-122"/>
                <a:ea typeface="PMingLiU" panose="02020500000000000000" pitchFamily="18" charset="-120"/>
              </a:rPr>
              <a:t> with one other.</a:t>
            </a:r>
          </a:p>
          <a:p>
            <a:pPr eaLnBrk="1" hangingPunct="1">
              <a:spcBef>
                <a:spcPct val="50000"/>
              </a:spcBef>
              <a:buClrTx/>
              <a:buSzTx/>
              <a:buFontTx/>
              <a:buNone/>
            </a:pPr>
            <a:endParaRPr kumimoji="1" lang="en-US" altLang="zh-TW" sz="1800" dirty="0">
              <a:solidFill>
                <a:schemeClr val="tx1"/>
              </a:solidFill>
              <a:latin typeface="微软雅黑" panose="020B0503020204020204" pitchFamily="34" charset="-122"/>
              <a:ea typeface="PMingLiU" panose="02020500000000000000" pitchFamily="18" charset="-120"/>
            </a:endParaRPr>
          </a:p>
          <a:p>
            <a:pPr eaLnBrk="1" hangingPunct="1">
              <a:spcBef>
                <a:spcPct val="50000"/>
              </a:spcBef>
              <a:buClrTx/>
              <a:buSzTx/>
              <a:buFontTx/>
              <a:buNone/>
            </a:pPr>
            <a:r>
              <a:rPr kumimoji="1" lang="en-US" altLang="zh-TW" sz="1800" dirty="0">
                <a:solidFill>
                  <a:srgbClr val="FF0000"/>
                </a:solidFill>
                <a:latin typeface="微软雅黑" panose="020B0503020204020204" pitchFamily="34" charset="-122"/>
                <a:ea typeface="PMingLiU" panose="02020500000000000000" pitchFamily="18" charset="-120"/>
              </a:rPr>
              <a:t>How can it be done?</a:t>
            </a:r>
          </a:p>
        </p:txBody>
      </p:sp>
    </p:spTree>
    <p:extLst>
      <p:ext uri="{BB962C8B-B14F-4D97-AF65-F5344CB8AC3E}">
        <p14:creationId xmlns:p14="http://schemas.microsoft.com/office/powerpoint/2010/main" val="407406633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Rectangle 2">
            <a:extLst>
              <a:ext uri="{FF2B5EF4-FFF2-40B4-BE49-F238E27FC236}">
                <a16:creationId xmlns:a16="http://schemas.microsoft.com/office/drawing/2014/main" id="{6BA4015C-5661-1147-8BB4-AEF28FFE0391}"/>
              </a:ext>
            </a:extLst>
          </p:cNvPr>
          <p:cNvSpPr>
            <a:spLocks noGrp="1" noChangeArrowheads="1"/>
          </p:cNvSpPr>
          <p:nvPr>
            <p:ph type="title"/>
          </p:nvPr>
        </p:nvSpPr>
        <p:spPr>
          <a:xfrm>
            <a:off x="148590" y="250033"/>
            <a:ext cx="8698230" cy="652938"/>
          </a:xfrm>
        </p:spPr>
        <p:txBody>
          <a:bodyPr/>
          <a:lstStyle/>
          <a:p>
            <a:pPr eaLnBrk="1" hangingPunct="1"/>
            <a:r>
              <a:rPr lang="zh-CN" altLang="en-US" dirty="0">
                <a:latin typeface="Times New Roman" panose="02020603050405020304" pitchFamily="18" charset="0"/>
                <a:ea typeface="宋体" panose="02010600030101010101" pitchFamily="2" charset="-122"/>
              </a:rPr>
              <a:t>码片序列</a:t>
            </a:r>
            <a:r>
              <a:rPr lang="en-US" altLang="zh-CN" dirty="0">
                <a:latin typeface="Times New Roman" panose="02020603050405020304" pitchFamily="18" charset="0"/>
                <a:ea typeface="宋体" panose="02010600030101010101" pitchFamily="2" charset="-122"/>
              </a:rPr>
              <a:t>(chip sequence) </a:t>
            </a:r>
          </a:p>
        </p:txBody>
      </p:sp>
      <p:sp>
        <p:nvSpPr>
          <p:cNvPr id="151555" name="Rectangle 3">
            <a:extLst>
              <a:ext uri="{FF2B5EF4-FFF2-40B4-BE49-F238E27FC236}">
                <a16:creationId xmlns:a16="http://schemas.microsoft.com/office/drawing/2014/main" id="{A9F80DC9-FAC2-2247-8960-37EE4583D17A}"/>
              </a:ext>
            </a:extLst>
          </p:cNvPr>
          <p:cNvSpPr>
            <a:spLocks noGrp="1" noChangeArrowheads="1"/>
          </p:cNvSpPr>
          <p:nvPr>
            <p:ph type="body" idx="1"/>
          </p:nvPr>
        </p:nvSpPr>
        <p:spPr>
          <a:xfrm>
            <a:off x="240030" y="1085850"/>
            <a:ext cx="8698229" cy="3438526"/>
          </a:xfrm>
        </p:spPr>
        <p:txBody>
          <a:bodyPr/>
          <a:lstStyle/>
          <a:p>
            <a:pPr eaLnBrk="1" hangingPunct="1">
              <a:lnSpc>
                <a:spcPct val="90000"/>
              </a:lnSpc>
            </a:pPr>
            <a:r>
              <a:rPr lang="zh-CN" altLang="en-US" dirty="0">
                <a:latin typeface="Times New Roman" panose="02020603050405020304" pitchFamily="18" charset="0"/>
                <a:ea typeface="宋体" panose="02010600030101010101" pitchFamily="2" charset="-122"/>
              </a:rPr>
              <a:t>每个站被指派一个唯一的 </a:t>
            </a:r>
            <a:r>
              <a:rPr lang="en-US" altLang="zh-CN" i="1" dirty="0">
                <a:latin typeface="Times New Roman" panose="02020603050405020304" pitchFamily="18" charset="0"/>
                <a:ea typeface="宋体" panose="02010600030101010101" pitchFamily="2" charset="-122"/>
              </a:rPr>
              <a:t>m</a:t>
            </a:r>
            <a:r>
              <a:rPr lang="en-US" altLang="zh-CN" dirty="0">
                <a:latin typeface="Times New Roman" panose="02020603050405020304" pitchFamily="18" charset="0"/>
                <a:ea typeface="宋体" panose="02010600030101010101" pitchFamily="2" charset="-122"/>
              </a:rPr>
              <a:t> bit </a:t>
            </a:r>
            <a:r>
              <a:rPr lang="zh-CN" altLang="en-US" dirty="0">
                <a:latin typeface="Times New Roman" panose="02020603050405020304" pitchFamily="18" charset="0"/>
                <a:ea typeface="宋体" panose="02010600030101010101" pitchFamily="2" charset="-122"/>
              </a:rPr>
              <a:t>码片序列。</a:t>
            </a:r>
          </a:p>
          <a:p>
            <a:pPr lvl="1" eaLnBrk="1" hangingPunct="1">
              <a:lnSpc>
                <a:spcPct val="90000"/>
              </a:lnSpc>
            </a:pPr>
            <a:r>
              <a:rPr lang="zh-CN" altLang="en-US" dirty="0">
                <a:solidFill>
                  <a:schemeClr val="hlink"/>
                </a:solidFill>
                <a:latin typeface="Arial" panose="020B0604020202020204" pitchFamily="34" charset="0"/>
                <a:ea typeface="宋体" panose="02010600030101010101" pitchFamily="2" charset="-122"/>
              </a:rPr>
              <a:t>如发送比特 </a:t>
            </a:r>
            <a:r>
              <a:rPr lang="en-US" altLang="zh-CN" dirty="0">
                <a:solidFill>
                  <a:schemeClr val="hlink"/>
                </a:solidFill>
                <a:latin typeface="Arial" panose="020B0604020202020204" pitchFamily="34" charset="0"/>
                <a:ea typeface="宋体" panose="02010600030101010101" pitchFamily="2" charset="-122"/>
              </a:rPr>
              <a:t>1</a:t>
            </a:r>
            <a:r>
              <a:rPr lang="zh-CN" altLang="en-US" dirty="0">
                <a:solidFill>
                  <a:schemeClr val="hlink"/>
                </a:solidFill>
                <a:latin typeface="Arial" panose="020B0604020202020204" pitchFamily="34" charset="0"/>
                <a:ea typeface="宋体" panose="02010600030101010101" pitchFamily="2" charset="-122"/>
              </a:rPr>
              <a:t>，则发送自己的 </a:t>
            </a:r>
            <a:r>
              <a:rPr lang="en-US" altLang="zh-CN" i="1" dirty="0">
                <a:solidFill>
                  <a:schemeClr val="hlink"/>
                </a:solidFill>
                <a:latin typeface="Arial" panose="020B0604020202020204" pitchFamily="34" charset="0"/>
                <a:ea typeface="宋体" panose="02010600030101010101" pitchFamily="2" charset="-122"/>
              </a:rPr>
              <a:t>m</a:t>
            </a:r>
            <a:r>
              <a:rPr lang="en-US" altLang="zh-CN" dirty="0">
                <a:solidFill>
                  <a:schemeClr val="hlink"/>
                </a:solidFill>
                <a:latin typeface="Arial" panose="020B0604020202020204" pitchFamily="34" charset="0"/>
                <a:ea typeface="宋体" panose="02010600030101010101" pitchFamily="2" charset="-122"/>
              </a:rPr>
              <a:t> bit </a:t>
            </a:r>
            <a:r>
              <a:rPr lang="zh-CN" altLang="en-US" dirty="0">
                <a:solidFill>
                  <a:schemeClr val="hlink"/>
                </a:solidFill>
                <a:latin typeface="Arial" panose="020B0604020202020204" pitchFamily="34" charset="0"/>
                <a:ea typeface="宋体" panose="02010600030101010101" pitchFamily="2" charset="-122"/>
              </a:rPr>
              <a:t>码片序列。</a:t>
            </a:r>
          </a:p>
          <a:p>
            <a:pPr lvl="1" eaLnBrk="1" hangingPunct="1">
              <a:lnSpc>
                <a:spcPct val="90000"/>
              </a:lnSpc>
            </a:pPr>
            <a:r>
              <a:rPr lang="zh-CN" altLang="en-US" dirty="0">
                <a:solidFill>
                  <a:schemeClr val="hlink"/>
                </a:solidFill>
                <a:latin typeface="Arial" panose="020B0604020202020204" pitchFamily="34" charset="0"/>
                <a:ea typeface="宋体" panose="02010600030101010101" pitchFamily="2" charset="-122"/>
              </a:rPr>
              <a:t>如发送比特 </a:t>
            </a:r>
            <a:r>
              <a:rPr lang="en-US" altLang="zh-CN" dirty="0">
                <a:solidFill>
                  <a:schemeClr val="hlink"/>
                </a:solidFill>
                <a:latin typeface="Arial" panose="020B0604020202020204" pitchFamily="34" charset="0"/>
                <a:ea typeface="宋体" panose="02010600030101010101" pitchFamily="2" charset="-122"/>
              </a:rPr>
              <a:t>0</a:t>
            </a:r>
            <a:r>
              <a:rPr lang="zh-CN" altLang="en-US" dirty="0">
                <a:solidFill>
                  <a:schemeClr val="hlink"/>
                </a:solidFill>
                <a:latin typeface="Arial" panose="020B0604020202020204" pitchFamily="34" charset="0"/>
                <a:ea typeface="宋体" panose="02010600030101010101" pitchFamily="2" charset="-122"/>
              </a:rPr>
              <a:t>，则发送该码片序列的二进制反码。</a:t>
            </a:r>
            <a:r>
              <a:rPr lang="zh-CN" altLang="en-US" dirty="0">
                <a:latin typeface="Times New Roman" panose="02020603050405020304" pitchFamily="18" charset="0"/>
                <a:ea typeface="宋体" panose="02010600030101010101" pitchFamily="2" charset="-122"/>
              </a:rPr>
              <a:t> </a:t>
            </a:r>
          </a:p>
          <a:p>
            <a:pPr eaLnBrk="1" hangingPunct="1">
              <a:lnSpc>
                <a:spcPct val="90000"/>
              </a:lnSpc>
            </a:pPr>
            <a:r>
              <a:rPr lang="zh-CN" altLang="en-US" dirty="0">
                <a:latin typeface="Times New Roman" panose="02020603050405020304" pitchFamily="18" charset="0"/>
                <a:ea typeface="宋体" panose="02010600030101010101" pitchFamily="2" charset="-122"/>
              </a:rPr>
              <a:t>例如，</a:t>
            </a:r>
            <a:r>
              <a:rPr lang="en-US" altLang="zh-CN" dirty="0">
                <a:latin typeface="Times New Roman" panose="02020603050405020304" pitchFamily="18" charset="0"/>
                <a:ea typeface="宋体" panose="02010600030101010101" pitchFamily="2" charset="-122"/>
              </a:rPr>
              <a:t>S </a:t>
            </a:r>
            <a:r>
              <a:rPr lang="zh-CN" altLang="en-US" dirty="0">
                <a:latin typeface="Times New Roman" panose="02020603050405020304" pitchFamily="18" charset="0"/>
                <a:ea typeface="宋体" panose="02010600030101010101" pitchFamily="2" charset="-122"/>
              </a:rPr>
              <a:t>站的 </a:t>
            </a:r>
            <a:r>
              <a:rPr lang="en-US" altLang="zh-CN" dirty="0">
                <a:latin typeface="Times New Roman" panose="02020603050405020304" pitchFamily="18" charset="0"/>
                <a:ea typeface="宋体" panose="02010600030101010101" pitchFamily="2" charset="-122"/>
              </a:rPr>
              <a:t>8 bit </a:t>
            </a:r>
            <a:r>
              <a:rPr lang="zh-CN" altLang="en-US" dirty="0">
                <a:latin typeface="Times New Roman" panose="02020603050405020304" pitchFamily="18" charset="0"/>
                <a:ea typeface="宋体" panose="02010600030101010101" pitchFamily="2" charset="-122"/>
              </a:rPr>
              <a:t>码片序列是 </a:t>
            </a:r>
            <a:r>
              <a:rPr lang="en-US" altLang="zh-CN" dirty="0">
                <a:latin typeface="Times New Roman" panose="02020603050405020304" pitchFamily="18" charset="0"/>
                <a:ea typeface="宋体" panose="02010600030101010101" pitchFamily="2" charset="-122"/>
              </a:rPr>
              <a:t>00011011</a:t>
            </a:r>
            <a:r>
              <a:rPr lang="zh-CN" altLang="en-US" dirty="0">
                <a:latin typeface="Times New Roman" panose="02020603050405020304" pitchFamily="18" charset="0"/>
                <a:ea typeface="宋体" panose="02010600030101010101" pitchFamily="2" charset="-122"/>
              </a:rPr>
              <a:t>。</a:t>
            </a:r>
          </a:p>
          <a:p>
            <a:pPr lvl="1" eaLnBrk="1" hangingPunct="1">
              <a:lnSpc>
                <a:spcPct val="90000"/>
              </a:lnSpc>
            </a:pPr>
            <a:r>
              <a:rPr lang="zh-CN" altLang="en-US" dirty="0">
                <a:solidFill>
                  <a:schemeClr val="hlink"/>
                </a:solidFill>
                <a:latin typeface="Arial" panose="020B0604020202020204" pitchFamily="34" charset="0"/>
                <a:ea typeface="宋体" panose="02010600030101010101" pitchFamily="2" charset="-122"/>
              </a:rPr>
              <a:t>发送比特 </a:t>
            </a:r>
            <a:r>
              <a:rPr lang="en-US" altLang="zh-CN" dirty="0">
                <a:solidFill>
                  <a:schemeClr val="hlink"/>
                </a:solidFill>
                <a:latin typeface="Arial" panose="020B0604020202020204" pitchFamily="34" charset="0"/>
                <a:ea typeface="宋体" panose="02010600030101010101" pitchFamily="2" charset="-122"/>
              </a:rPr>
              <a:t>1 </a:t>
            </a:r>
            <a:r>
              <a:rPr lang="zh-CN" altLang="en-US" dirty="0">
                <a:solidFill>
                  <a:schemeClr val="hlink"/>
                </a:solidFill>
                <a:latin typeface="Arial" panose="020B0604020202020204" pitchFamily="34" charset="0"/>
                <a:ea typeface="宋体" panose="02010600030101010101" pitchFamily="2" charset="-122"/>
              </a:rPr>
              <a:t>时，就发送序列 </a:t>
            </a:r>
            <a:r>
              <a:rPr lang="en-US" altLang="zh-CN" dirty="0">
                <a:solidFill>
                  <a:schemeClr val="hlink"/>
                </a:solidFill>
                <a:latin typeface="Arial" panose="020B0604020202020204" pitchFamily="34" charset="0"/>
                <a:ea typeface="宋体" panose="02010600030101010101" pitchFamily="2" charset="-122"/>
              </a:rPr>
              <a:t>00011011</a:t>
            </a:r>
            <a:r>
              <a:rPr lang="zh-CN" altLang="en-US" dirty="0">
                <a:solidFill>
                  <a:schemeClr val="hlink"/>
                </a:solidFill>
                <a:latin typeface="Arial" panose="020B0604020202020204" pitchFamily="34" charset="0"/>
                <a:ea typeface="宋体" panose="02010600030101010101" pitchFamily="2" charset="-122"/>
              </a:rPr>
              <a:t>，</a:t>
            </a:r>
          </a:p>
          <a:p>
            <a:pPr lvl="1" eaLnBrk="1" hangingPunct="1">
              <a:lnSpc>
                <a:spcPct val="90000"/>
              </a:lnSpc>
            </a:pPr>
            <a:r>
              <a:rPr lang="zh-CN" altLang="en-US" dirty="0">
                <a:solidFill>
                  <a:schemeClr val="hlink"/>
                </a:solidFill>
                <a:latin typeface="Arial" panose="020B0604020202020204" pitchFamily="34" charset="0"/>
                <a:ea typeface="宋体" panose="02010600030101010101" pitchFamily="2" charset="-122"/>
              </a:rPr>
              <a:t>发送比特 </a:t>
            </a:r>
            <a:r>
              <a:rPr lang="en-US" altLang="zh-CN" dirty="0">
                <a:solidFill>
                  <a:schemeClr val="hlink"/>
                </a:solidFill>
                <a:latin typeface="Arial" panose="020B0604020202020204" pitchFamily="34" charset="0"/>
                <a:ea typeface="宋体" panose="02010600030101010101" pitchFamily="2" charset="-122"/>
              </a:rPr>
              <a:t>0 </a:t>
            </a:r>
            <a:r>
              <a:rPr lang="zh-CN" altLang="en-US" dirty="0">
                <a:solidFill>
                  <a:schemeClr val="hlink"/>
                </a:solidFill>
                <a:latin typeface="Arial" panose="020B0604020202020204" pitchFamily="34" charset="0"/>
                <a:ea typeface="宋体" panose="02010600030101010101" pitchFamily="2" charset="-122"/>
              </a:rPr>
              <a:t>时，就发送序列 </a:t>
            </a:r>
            <a:r>
              <a:rPr lang="en-US" altLang="zh-CN" dirty="0">
                <a:solidFill>
                  <a:schemeClr val="hlink"/>
                </a:solidFill>
                <a:latin typeface="Arial" panose="020B0604020202020204" pitchFamily="34" charset="0"/>
                <a:ea typeface="宋体" panose="02010600030101010101" pitchFamily="2" charset="-122"/>
              </a:rPr>
              <a:t>11100100</a:t>
            </a:r>
            <a:r>
              <a:rPr lang="zh-CN" altLang="en-US" dirty="0">
                <a:solidFill>
                  <a:schemeClr val="hlink"/>
                </a:solidFill>
                <a:latin typeface="Arial" panose="020B0604020202020204" pitchFamily="34" charset="0"/>
                <a:ea typeface="宋体" panose="02010600030101010101" pitchFamily="2" charset="-122"/>
              </a:rPr>
              <a:t>。</a:t>
            </a:r>
          </a:p>
          <a:p>
            <a:pPr eaLnBrk="1" hangingPunct="1">
              <a:lnSpc>
                <a:spcPct val="90000"/>
              </a:lnSpc>
            </a:pPr>
            <a:r>
              <a:rPr lang="en-US" altLang="zh-CN" dirty="0">
                <a:latin typeface="Times New Roman" panose="02020603050405020304" pitchFamily="18" charset="0"/>
                <a:ea typeface="宋体" panose="02010600030101010101" pitchFamily="2" charset="-122"/>
              </a:rPr>
              <a:t>S </a:t>
            </a:r>
            <a:r>
              <a:rPr lang="zh-CN" altLang="en-US" dirty="0">
                <a:latin typeface="Times New Roman" panose="02020603050405020304" pitchFamily="18" charset="0"/>
                <a:ea typeface="宋体" panose="02010600030101010101" pitchFamily="2" charset="-122"/>
              </a:rPr>
              <a:t>站的码片序列：</a:t>
            </a:r>
            <a:r>
              <a:rPr lang="en-US" altLang="zh-CN" dirty="0">
                <a:latin typeface="Times New Roman" panose="02020603050405020304" pitchFamily="18" charset="0"/>
                <a:ea typeface="宋体" panose="02010600030101010101" pitchFamily="2" charset="-122"/>
              </a:rPr>
              <a:t>(–1 –1 –1 +1 +1 –1 +1 +1)     </a:t>
            </a:r>
          </a:p>
        </p:txBody>
      </p:sp>
      <p:sp>
        <p:nvSpPr>
          <p:cNvPr id="160771" name="幻灯片编号占位符 1">
            <a:extLst>
              <a:ext uri="{FF2B5EF4-FFF2-40B4-BE49-F238E27FC236}">
                <a16:creationId xmlns:a16="http://schemas.microsoft.com/office/drawing/2014/main" id="{D9AB7B74-0710-694B-ABBC-C6FEEFFC7605}"/>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B57DEA5-6B13-FE43-86EF-DA579F8D72B6}"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70</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5494584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1555">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1555">
                                            <p:txEl>
                                              <p:pRg st="4" end="4"/>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1555">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155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5"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灯片编号占位符 3">
            <a:extLst>
              <a:ext uri="{FF2B5EF4-FFF2-40B4-BE49-F238E27FC236}">
                <a16:creationId xmlns:a16="http://schemas.microsoft.com/office/drawing/2014/main" id="{D1ED7C11-FF18-984F-9621-A0170D4D6C7D}"/>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4AD38F5-691F-7149-8E9A-FD5F5A5BB84C}"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71</a:t>
            </a:fld>
            <a:endParaRPr lang="en-US" altLang="zh-CN" sz="1050">
              <a:solidFill>
                <a:schemeClr val="bg2"/>
              </a:solidFill>
              <a:latin typeface="Tahoma" panose="020B0604030504040204" pitchFamily="34" charset="0"/>
              <a:ea typeface="宋体" panose="02010600030101010101" pitchFamily="2" charset="-122"/>
            </a:endParaRPr>
          </a:p>
        </p:txBody>
      </p:sp>
      <p:sp>
        <p:nvSpPr>
          <p:cNvPr id="270338" name="Rectangle 2">
            <a:extLst>
              <a:ext uri="{FF2B5EF4-FFF2-40B4-BE49-F238E27FC236}">
                <a16:creationId xmlns:a16="http://schemas.microsoft.com/office/drawing/2014/main" id="{1DD38D7F-3BCE-3F46-B90E-EFB24378F905}"/>
              </a:ext>
            </a:extLst>
          </p:cNvPr>
          <p:cNvSpPr>
            <a:spLocks noGrp="1" noChangeArrowheads="1"/>
          </p:cNvSpPr>
          <p:nvPr>
            <p:ph type="title"/>
          </p:nvPr>
        </p:nvSpPr>
        <p:spPr/>
        <p:txBody>
          <a:bodyPr/>
          <a:lstStyle/>
          <a:p>
            <a:pPr eaLnBrk="1" hangingPunct="1">
              <a:defRPr/>
            </a:pPr>
            <a:r>
              <a:rPr lang="en-US" altLang="zh-TW">
                <a:latin typeface="微软雅黑" charset="-122"/>
                <a:cs typeface="+mj-cs"/>
              </a:rPr>
              <a:t>Encoding Example</a:t>
            </a:r>
          </a:p>
        </p:txBody>
      </p:sp>
      <p:sp>
        <p:nvSpPr>
          <p:cNvPr id="539651" name="Rectangle 3">
            <a:extLst>
              <a:ext uri="{FF2B5EF4-FFF2-40B4-BE49-F238E27FC236}">
                <a16:creationId xmlns:a16="http://schemas.microsoft.com/office/drawing/2014/main" id="{74D5DD3B-8C72-A44E-9739-67128665B8C6}"/>
              </a:ext>
            </a:extLst>
          </p:cNvPr>
          <p:cNvSpPr>
            <a:spLocks noGrp="1" noChangeArrowheads="1"/>
          </p:cNvSpPr>
          <p:nvPr>
            <p:ph type="body" idx="1"/>
          </p:nvPr>
        </p:nvSpPr>
        <p:spPr>
          <a:xfrm>
            <a:off x="297180" y="1051561"/>
            <a:ext cx="8641335" cy="3679984"/>
          </a:xfrm>
        </p:spPr>
        <p:txBody>
          <a:bodyPr/>
          <a:lstStyle/>
          <a:p>
            <a:pPr eaLnBrk="1" hangingPunct="1"/>
            <a:r>
              <a:rPr lang="en-US" altLang="zh-TW" dirty="0">
                <a:latin typeface="微软雅黑" panose="020B0503020204020204" pitchFamily="34" charset="-122"/>
                <a:ea typeface="PMingLiU" panose="02020500000000000000" pitchFamily="18" charset="-120"/>
              </a:rPr>
              <a:t>Data bit </a:t>
            </a:r>
          </a:p>
          <a:p>
            <a:pPr eaLnBrk="1" hangingPunct="1">
              <a:buFont typeface="Wingdings" pitchFamily="2" charset="2"/>
              <a:buNone/>
            </a:pPr>
            <a:r>
              <a:rPr lang="en-US" altLang="zh-TW" dirty="0">
                <a:latin typeface="微软雅黑" panose="020B0503020204020204" pitchFamily="34" charset="-122"/>
                <a:ea typeface="PMingLiU" panose="02020500000000000000" pitchFamily="18" charset="-120"/>
              </a:rPr>
              <a:t>	</a:t>
            </a:r>
            <a:r>
              <a:rPr lang="en-US" altLang="zh-CN" dirty="0">
                <a:latin typeface="微软雅黑" panose="020B0503020204020204" pitchFamily="34" charset="-122"/>
                <a:ea typeface="宋体" panose="02010600030101010101" pitchFamily="2" charset="-122"/>
              </a:rPr>
              <a:t>   </a:t>
            </a:r>
            <a:r>
              <a:rPr lang="en-US" altLang="zh-TW" i="1" dirty="0">
                <a:solidFill>
                  <a:schemeClr val="hlink"/>
                </a:solidFill>
                <a:latin typeface="微软雅黑" panose="020B0503020204020204" pitchFamily="34" charset="-122"/>
                <a:ea typeface="PMingLiU" panose="02020500000000000000" pitchFamily="18" charset="-120"/>
              </a:rPr>
              <a:t>d</a:t>
            </a:r>
            <a:r>
              <a:rPr lang="en-US" altLang="zh-TW" baseline="-25000" dirty="0">
                <a:solidFill>
                  <a:schemeClr val="hlink"/>
                </a:solidFill>
                <a:latin typeface="微软雅黑" panose="020B0503020204020204" pitchFamily="34" charset="-122"/>
                <a:ea typeface="PMingLiU" panose="02020500000000000000" pitchFamily="18" charset="-120"/>
              </a:rPr>
              <a:t>1</a:t>
            </a:r>
            <a:r>
              <a:rPr lang="en-US" altLang="zh-TW" dirty="0">
                <a:solidFill>
                  <a:schemeClr val="hlink"/>
                </a:solidFill>
                <a:latin typeface="微软雅黑" panose="020B0503020204020204" pitchFamily="34" charset="-122"/>
                <a:ea typeface="PMingLiU" panose="02020500000000000000" pitchFamily="18" charset="-120"/>
              </a:rPr>
              <a:t> = </a:t>
            </a:r>
            <a:r>
              <a:rPr lang="en-US" altLang="zh-TW" dirty="0">
                <a:solidFill>
                  <a:schemeClr val="hlink"/>
                </a:solidFill>
                <a:latin typeface="Arial" panose="020B0604020202020204" pitchFamily="34" charset="0"/>
                <a:ea typeface="PMingLiU" panose="02020500000000000000" pitchFamily="18" charset="-120"/>
              </a:rPr>
              <a:t>–</a:t>
            </a:r>
            <a:r>
              <a:rPr lang="en-US" altLang="zh-TW" dirty="0">
                <a:solidFill>
                  <a:schemeClr val="hlink"/>
                </a:solidFill>
                <a:latin typeface="微软雅黑" panose="020B0503020204020204" pitchFamily="34" charset="-122"/>
                <a:ea typeface="PMingLiU" panose="02020500000000000000" pitchFamily="18" charset="-120"/>
              </a:rPr>
              <a:t>1</a:t>
            </a:r>
          </a:p>
          <a:p>
            <a:pPr eaLnBrk="1" hangingPunct="1"/>
            <a:r>
              <a:rPr lang="en-US" altLang="zh-TW" dirty="0">
                <a:latin typeface="微软雅黑" panose="020B0503020204020204" pitchFamily="34" charset="-122"/>
                <a:ea typeface="PMingLiU" panose="02020500000000000000" pitchFamily="18" charset="-120"/>
              </a:rPr>
              <a:t>Signature sequence </a:t>
            </a:r>
          </a:p>
          <a:p>
            <a:pPr eaLnBrk="1" hangingPunct="1">
              <a:buFont typeface="Wingdings" pitchFamily="2" charset="2"/>
              <a:buNone/>
            </a:pPr>
            <a:r>
              <a:rPr lang="en-US" altLang="zh-TW" dirty="0">
                <a:latin typeface="微软雅黑" panose="020B0503020204020204" pitchFamily="34" charset="-122"/>
                <a:ea typeface="PMingLiU" panose="02020500000000000000" pitchFamily="18" charset="-120"/>
              </a:rPr>
              <a:t>	</a:t>
            </a:r>
            <a:r>
              <a:rPr lang="en-US" altLang="zh-CN" dirty="0">
                <a:latin typeface="微软雅黑" panose="020B0503020204020204" pitchFamily="34" charset="-122"/>
                <a:ea typeface="宋体" panose="02010600030101010101" pitchFamily="2" charset="-122"/>
              </a:rPr>
              <a:t> </a:t>
            </a:r>
            <a:r>
              <a:rPr lang="en-US" altLang="zh-TW" dirty="0">
                <a:solidFill>
                  <a:schemeClr val="hlink"/>
                </a:solidFill>
                <a:latin typeface="微软雅黑" panose="020B0503020204020204" pitchFamily="34" charset="-122"/>
                <a:ea typeface="PMingLiU" panose="02020500000000000000" pitchFamily="18" charset="-120"/>
              </a:rPr>
              <a:t>(</a:t>
            </a:r>
            <a:r>
              <a:rPr lang="en-US" altLang="zh-TW" i="1" dirty="0">
                <a:solidFill>
                  <a:schemeClr val="hlink"/>
                </a:solidFill>
                <a:latin typeface="微软雅黑" panose="020B0503020204020204" pitchFamily="34" charset="-122"/>
                <a:ea typeface="PMingLiU" panose="02020500000000000000" pitchFamily="18" charset="-120"/>
              </a:rPr>
              <a:t>c</a:t>
            </a:r>
            <a:r>
              <a:rPr lang="en-US" altLang="zh-TW" baseline="-25000" dirty="0">
                <a:solidFill>
                  <a:schemeClr val="hlink"/>
                </a:solidFill>
                <a:latin typeface="微软雅黑" panose="020B0503020204020204" pitchFamily="34" charset="-122"/>
                <a:ea typeface="PMingLiU" panose="02020500000000000000" pitchFamily="18" charset="-120"/>
              </a:rPr>
              <a:t>1</a:t>
            </a:r>
            <a:r>
              <a:rPr lang="en-US" altLang="zh-TW" dirty="0">
                <a:solidFill>
                  <a:schemeClr val="hlink"/>
                </a:solidFill>
                <a:latin typeface="微软雅黑" panose="020B0503020204020204" pitchFamily="34" charset="-122"/>
                <a:ea typeface="PMingLiU" panose="02020500000000000000" pitchFamily="18" charset="-120"/>
              </a:rPr>
              <a:t>,</a:t>
            </a:r>
            <a:r>
              <a:rPr lang="en-US" altLang="zh-TW" i="1" dirty="0">
                <a:solidFill>
                  <a:schemeClr val="hlink"/>
                </a:solidFill>
                <a:latin typeface="微软雅黑" panose="020B0503020204020204" pitchFamily="34" charset="-122"/>
                <a:ea typeface="PMingLiU" panose="02020500000000000000" pitchFamily="18" charset="-120"/>
              </a:rPr>
              <a:t>c</a:t>
            </a:r>
            <a:r>
              <a:rPr lang="en-US" altLang="zh-TW" baseline="-25000" dirty="0">
                <a:solidFill>
                  <a:schemeClr val="hlink"/>
                </a:solidFill>
                <a:latin typeface="微软雅黑" panose="020B0503020204020204" pitchFamily="34" charset="-122"/>
                <a:ea typeface="PMingLiU" panose="02020500000000000000" pitchFamily="18" charset="-120"/>
              </a:rPr>
              <a:t>2</a:t>
            </a:r>
            <a:r>
              <a:rPr lang="en-US" altLang="zh-TW" dirty="0">
                <a:solidFill>
                  <a:schemeClr val="hlink"/>
                </a:solidFill>
                <a:latin typeface="微软雅黑" panose="020B0503020204020204" pitchFamily="34" charset="-122"/>
                <a:ea typeface="PMingLiU" panose="02020500000000000000" pitchFamily="18" charset="-120"/>
              </a:rPr>
              <a:t>,</a:t>
            </a:r>
            <a:r>
              <a:rPr lang="en-US" altLang="zh-CN" dirty="0">
                <a:solidFill>
                  <a:schemeClr val="hlink"/>
                </a:solidFill>
                <a:latin typeface="微软雅黑" panose="020B0503020204020204" pitchFamily="34" charset="-122"/>
                <a:ea typeface="宋体" panose="02010600030101010101" pitchFamily="2" charset="-122"/>
              </a:rPr>
              <a:t> </a:t>
            </a:r>
            <a:r>
              <a:rPr lang="en-US" altLang="zh-TW" dirty="0">
                <a:solidFill>
                  <a:schemeClr val="hlink"/>
                </a:solidFill>
                <a:latin typeface="Arial" panose="020B0604020202020204" pitchFamily="34" charset="0"/>
                <a:ea typeface="PMingLiU" panose="02020500000000000000" pitchFamily="18" charset="-120"/>
              </a:rPr>
              <a:t>…</a:t>
            </a:r>
            <a:r>
              <a:rPr lang="en-US" altLang="zh-TW" dirty="0">
                <a:solidFill>
                  <a:schemeClr val="hlink"/>
                </a:solidFill>
                <a:latin typeface="微软雅黑" panose="020B0503020204020204" pitchFamily="34" charset="-122"/>
                <a:ea typeface="PMingLiU" panose="02020500000000000000" pitchFamily="18" charset="-120"/>
              </a:rPr>
              <a:t>,</a:t>
            </a:r>
            <a:r>
              <a:rPr lang="en-US" altLang="zh-CN" dirty="0">
                <a:solidFill>
                  <a:schemeClr val="hlink"/>
                </a:solidFill>
                <a:latin typeface="微软雅黑" panose="020B0503020204020204" pitchFamily="34" charset="-122"/>
                <a:ea typeface="宋体" panose="02010600030101010101" pitchFamily="2" charset="-122"/>
              </a:rPr>
              <a:t> </a:t>
            </a:r>
            <a:r>
              <a:rPr lang="en-US" altLang="zh-TW" i="1" dirty="0">
                <a:solidFill>
                  <a:schemeClr val="hlink"/>
                </a:solidFill>
                <a:latin typeface="微软雅黑" panose="020B0503020204020204" pitchFamily="34" charset="-122"/>
                <a:ea typeface="PMingLiU" panose="02020500000000000000" pitchFamily="18" charset="-120"/>
              </a:rPr>
              <a:t>c</a:t>
            </a:r>
            <a:r>
              <a:rPr lang="en-US" altLang="zh-TW" baseline="-25000" dirty="0">
                <a:solidFill>
                  <a:schemeClr val="hlink"/>
                </a:solidFill>
                <a:latin typeface="微软雅黑" panose="020B0503020204020204" pitchFamily="34" charset="-122"/>
                <a:ea typeface="PMingLiU" panose="02020500000000000000" pitchFamily="18" charset="-120"/>
              </a:rPr>
              <a:t>8</a:t>
            </a:r>
            <a:r>
              <a:rPr lang="en-US" altLang="zh-TW" dirty="0">
                <a:solidFill>
                  <a:schemeClr val="hlink"/>
                </a:solidFill>
                <a:latin typeface="微软雅黑" panose="020B0503020204020204" pitchFamily="34" charset="-122"/>
                <a:ea typeface="PMingLiU" panose="02020500000000000000" pitchFamily="18" charset="-120"/>
              </a:rPr>
              <a:t>) = (+1,+1,+1,</a:t>
            </a:r>
            <a:r>
              <a:rPr lang="en-US" altLang="zh-TW" dirty="0">
                <a:solidFill>
                  <a:schemeClr val="hlink"/>
                </a:solidFill>
                <a:latin typeface="Arial" panose="020B0604020202020204" pitchFamily="34" charset="0"/>
                <a:ea typeface="PMingLiU" panose="02020500000000000000" pitchFamily="18" charset="-120"/>
              </a:rPr>
              <a:t>–</a:t>
            </a:r>
            <a:r>
              <a:rPr lang="en-US" altLang="zh-TW" dirty="0">
                <a:solidFill>
                  <a:schemeClr val="hlink"/>
                </a:solidFill>
                <a:latin typeface="微软雅黑" panose="020B0503020204020204" pitchFamily="34" charset="-122"/>
                <a:ea typeface="PMingLiU" panose="02020500000000000000" pitchFamily="18" charset="-120"/>
              </a:rPr>
              <a:t>1,+1,</a:t>
            </a:r>
            <a:r>
              <a:rPr lang="en-US" altLang="zh-TW" dirty="0">
                <a:solidFill>
                  <a:schemeClr val="hlink"/>
                </a:solidFill>
                <a:latin typeface="Arial" panose="020B0604020202020204" pitchFamily="34" charset="0"/>
                <a:ea typeface="PMingLiU" panose="02020500000000000000" pitchFamily="18" charset="-120"/>
              </a:rPr>
              <a:t>–</a:t>
            </a:r>
            <a:r>
              <a:rPr lang="en-US" altLang="zh-TW" dirty="0">
                <a:solidFill>
                  <a:schemeClr val="hlink"/>
                </a:solidFill>
                <a:latin typeface="微软雅黑" panose="020B0503020204020204" pitchFamily="34" charset="-122"/>
                <a:ea typeface="PMingLiU" panose="02020500000000000000" pitchFamily="18" charset="-120"/>
              </a:rPr>
              <a:t>1,</a:t>
            </a:r>
            <a:r>
              <a:rPr lang="en-US" altLang="zh-TW" dirty="0">
                <a:solidFill>
                  <a:schemeClr val="hlink"/>
                </a:solidFill>
                <a:latin typeface="Arial" panose="020B0604020202020204" pitchFamily="34" charset="0"/>
                <a:ea typeface="PMingLiU" panose="02020500000000000000" pitchFamily="18" charset="-120"/>
              </a:rPr>
              <a:t>–</a:t>
            </a:r>
            <a:r>
              <a:rPr lang="en-US" altLang="zh-TW" dirty="0">
                <a:solidFill>
                  <a:schemeClr val="hlink"/>
                </a:solidFill>
                <a:latin typeface="微软雅黑" panose="020B0503020204020204" pitchFamily="34" charset="-122"/>
                <a:ea typeface="PMingLiU" panose="02020500000000000000" pitchFamily="18" charset="-120"/>
              </a:rPr>
              <a:t>1,</a:t>
            </a:r>
            <a:r>
              <a:rPr lang="en-US" altLang="zh-TW" dirty="0">
                <a:solidFill>
                  <a:schemeClr val="hlink"/>
                </a:solidFill>
                <a:latin typeface="Arial" panose="020B0604020202020204" pitchFamily="34" charset="0"/>
                <a:ea typeface="PMingLiU" panose="02020500000000000000" pitchFamily="18" charset="-120"/>
              </a:rPr>
              <a:t>–</a:t>
            </a:r>
            <a:r>
              <a:rPr lang="en-US" altLang="zh-TW" dirty="0">
                <a:solidFill>
                  <a:schemeClr val="hlink"/>
                </a:solidFill>
                <a:latin typeface="微软雅黑" panose="020B0503020204020204" pitchFamily="34" charset="-122"/>
                <a:ea typeface="PMingLiU" panose="02020500000000000000" pitchFamily="18" charset="-120"/>
              </a:rPr>
              <a:t>1)</a:t>
            </a:r>
          </a:p>
          <a:p>
            <a:pPr eaLnBrk="1" hangingPunct="1"/>
            <a:r>
              <a:rPr lang="en-US" altLang="zh-TW" dirty="0">
                <a:latin typeface="微软雅黑" panose="020B0503020204020204" pitchFamily="34" charset="-122"/>
                <a:ea typeface="PMingLiU" panose="02020500000000000000" pitchFamily="18" charset="-120"/>
              </a:rPr>
              <a:t>Encoder Output</a:t>
            </a:r>
          </a:p>
          <a:p>
            <a:pPr eaLnBrk="1" hangingPunct="1">
              <a:buFont typeface="Wingdings" pitchFamily="2" charset="2"/>
              <a:buNone/>
            </a:pPr>
            <a:r>
              <a:rPr lang="en-US" altLang="zh-TW" dirty="0">
                <a:latin typeface="微软雅黑" panose="020B0503020204020204" pitchFamily="34" charset="-122"/>
                <a:ea typeface="PMingLiU" panose="02020500000000000000" pitchFamily="18" charset="-120"/>
              </a:rPr>
              <a:t>	</a:t>
            </a:r>
            <a:r>
              <a:rPr lang="en-US" altLang="zh-CN" dirty="0">
                <a:latin typeface="微软雅黑" panose="020B0503020204020204" pitchFamily="34" charset="-122"/>
                <a:ea typeface="宋体" panose="02010600030101010101" pitchFamily="2" charset="-122"/>
              </a:rPr>
              <a:t> </a:t>
            </a:r>
            <a:r>
              <a:rPr lang="en-US" altLang="zh-TW" dirty="0">
                <a:solidFill>
                  <a:schemeClr val="hlink"/>
                </a:solidFill>
                <a:latin typeface="微软雅黑" panose="020B0503020204020204" pitchFamily="34" charset="-122"/>
                <a:ea typeface="PMingLiU" panose="02020500000000000000" pitchFamily="18" charset="-120"/>
              </a:rPr>
              <a:t>(</a:t>
            </a:r>
            <a:r>
              <a:rPr lang="en-US" altLang="zh-TW" i="1" dirty="0">
                <a:solidFill>
                  <a:schemeClr val="hlink"/>
                </a:solidFill>
                <a:latin typeface="微软雅黑" panose="020B0503020204020204" pitchFamily="34" charset="-122"/>
                <a:ea typeface="PMingLiU" panose="02020500000000000000" pitchFamily="18" charset="-120"/>
              </a:rPr>
              <a:t>Z</a:t>
            </a:r>
            <a:r>
              <a:rPr lang="en-US" altLang="zh-TW" baseline="-25000" dirty="0">
                <a:solidFill>
                  <a:schemeClr val="hlink"/>
                </a:solidFill>
                <a:latin typeface="微软雅黑" panose="020B0503020204020204" pitchFamily="34" charset="-122"/>
                <a:ea typeface="PMingLiU" panose="02020500000000000000" pitchFamily="18" charset="-120"/>
              </a:rPr>
              <a:t>1,1</a:t>
            </a:r>
            <a:r>
              <a:rPr lang="en-US" altLang="zh-TW" dirty="0">
                <a:solidFill>
                  <a:schemeClr val="hlink"/>
                </a:solidFill>
                <a:latin typeface="微软雅黑" panose="020B0503020204020204" pitchFamily="34" charset="-122"/>
                <a:ea typeface="PMingLiU" panose="02020500000000000000" pitchFamily="18" charset="-120"/>
              </a:rPr>
              <a:t>,</a:t>
            </a:r>
            <a:r>
              <a:rPr lang="en-US" altLang="zh-TW" i="1" dirty="0">
                <a:solidFill>
                  <a:schemeClr val="hlink"/>
                </a:solidFill>
                <a:latin typeface="微软雅黑" panose="020B0503020204020204" pitchFamily="34" charset="-122"/>
                <a:ea typeface="PMingLiU" panose="02020500000000000000" pitchFamily="18" charset="-120"/>
              </a:rPr>
              <a:t>Z</a:t>
            </a:r>
            <a:r>
              <a:rPr lang="en-US" altLang="zh-TW" baseline="-25000" dirty="0">
                <a:solidFill>
                  <a:schemeClr val="hlink"/>
                </a:solidFill>
                <a:latin typeface="微软雅黑" panose="020B0503020204020204" pitchFamily="34" charset="-122"/>
                <a:ea typeface="PMingLiU" panose="02020500000000000000" pitchFamily="18" charset="-120"/>
              </a:rPr>
              <a:t>1,2</a:t>
            </a:r>
            <a:r>
              <a:rPr lang="en-US" altLang="zh-TW" dirty="0">
                <a:solidFill>
                  <a:schemeClr val="hlink"/>
                </a:solidFill>
                <a:latin typeface="微软雅黑" panose="020B0503020204020204" pitchFamily="34" charset="-122"/>
                <a:ea typeface="PMingLiU" panose="02020500000000000000" pitchFamily="18" charset="-120"/>
              </a:rPr>
              <a:t>,</a:t>
            </a:r>
            <a:r>
              <a:rPr lang="en-US" altLang="zh-TW" dirty="0">
                <a:solidFill>
                  <a:schemeClr val="hlink"/>
                </a:solidFill>
                <a:latin typeface="Arial" panose="020B0604020202020204" pitchFamily="34" charset="0"/>
                <a:ea typeface="PMingLiU" panose="02020500000000000000" pitchFamily="18" charset="-120"/>
              </a:rPr>
              <a:t>…</a:t>
            </a:r>
            <a:r>
              <a:rPr lang="en-US" altLang="zh-TW" dirty="0">
                <a:solidFill>
                  <a:schemeClr val="hlink"/>
                </a:solidFill>
                <a:latin typeface="微软雅黑" panose="020B0503020204020204" pitchFamily="34" charset="-122"/>
                <a:ea typeface="PMingLiU" panose="02020500000000000000" pitchFamily="18" charset="-120"/>
              </a:rPr>
              <a:t>,</a:t>
            </a:r>
            <a:r>
              <a:rPr lang="en-US" altLang="zh-TW" i="1" dirty="0">
                <a:solidFill>
                  <a:schemeClr val="hlink"/>
                </a:solidFill>
                <a:latin typeface="微软雅黑" panose="020B0503020204020204" pitchFamily="34" charset="-122"/>
                <a:ea typeface="PMingLiU" panose="02020500000000000000" pitchFamily="18" charset="-120"/>
              </a:rPr>
              <a:t>Z</a:t>
            </a:r>
            <a:r>
              <a:rPr lang="en-US" altLang="zh-TW" baseline="-25000" dirty="0">
                <a:solidFill>
                  <a:schemeClr val="hlink"/>
                </a:solidFill>
                <a:latin typeface="微软雅黑" panose="020B0503020204020204" pitchFamily="34" charset="-122"/>
                <a:ea typeface="PMingLiU" panose="02020500000000000000" pitchFamily="18" charset="-120"/>
              </a:rPr>
              <a:t>1,8</a:t>
            </a:r>
            <a:r>
              <a:rPr lang="en-US" altLang="zh-TW" dirty="0">
                <a:solidFill>
                  <a:schemeClr val="hlink"/>
                </a:solidFill>
                <a:latin typeface="微软雅黑" panose="020B0503020204020204" pitchFamily="34" charset="-122"/>
                <a:ea typeface="PMingLiU" panose="02020500000000000000" pitchFamily="18" charset="-120"/>
              </a:rPr>
              <a:t>)=(</a:t>
            </a:r>
            <a:r>
              <a:rPr lang="en-US" altLang="zh-TW" dirty="0">
                <a:solidFill>
                  <a:schemeClr val="hlink"/>
                </a:solidFill>
                <a:latin typeface="Arial" panose="020B0604020202020204" pitchFamily="34" charset="0"/>
                <a:ea typeface="PMingLiU" panose="02020500000000000000" pitchFamily="18" charset="-120"/>
              </a:rPr>
              <a:t>–</a:t>
            </a:r>
            <a:r>
              <a:rPr lang="en-US" altLang="zh-TW" dirty="0">
                <a:solidFill>
                  <a:schemeClr val="hlink"/>
                </a:solidFill>
                <a:latin typeface="微软雅黑" panose="020B0503020204020204" pitchFamily="34" charset="-122"/>
                <a:ea typeface="PMingLiU" panose="02020500000000000000" pitchFamily="18" charset="-120"/>
              </a:rPr>
              <a:t>1,</a:t>
            </a:r>
            <a:r>
              <a:rPr lang="en-US" altLang="zh-TW" dirty="0">
                <a:solidFill>
                  <a:schemeClr val="hlink"/>
                </a:solidFill>
                <a:latin typeface="Arial" panose="020B0604020202020204" pitchFamily="34" charset="0"/>
                <a:ea typeface="PMingLiU" panose="02020500000000000000" pitchFamily="18" charset="-120"/>
              </a:rPr>
              <a:t>–</a:t>
            </a:r>
            <a:r>
              <a:rPr lang="en-US" altLang="zh-TW" dirty="0">
                <a:solidFill>
                  <a:schemeClr val="hlink"/>
                </a:solidFill>
                <a:latin typeface="微软雅黑" panose="020B0503020204020204" pitchFamily="34" charset="-122"/>
                <a:ea typeface="PMingLiU" panose="02020500000000000000" pitchFamily="18" charset="-120"/>
              </a:rPr>
              <a:t>1,</a:t>
            </a:r>
            <a:r>
              <a:rPr lang="en-US" altLang="zh-TW" dirty="0">
                <a:solidFill>
                  <a:schemeClr val="hlink"/>
                </a:solidFill>
                <a:latin typeface="Arial" panose="020B0604020202020204" pitchFamily="34" charset="0"/>
                <a:ea typeface="PMingLiU" panose="02020500000000000000" pitchFamily="18" charset="-120"/>
              </a:rPr>
              <a:t>–</a:t>
            </a:r>
            <a:r>
              <a:rPr lang="en-US" altLang="zh-TW" dirty="0">
                <a:solidFill>
                  <a:schemeClr val="hlink"/>
                </a:solidFill>
                <a:latin typeface="微软雅黑" panose="020B0503020204020204" pitchFamily="34" charset="-122"/>
                <a:ea typeface="PMingLiU" panose="02020500000000000000" pitchFamily="18" charset="-120"/>
              </a:rPr>
              <a:t>1,+1,</a:t>
            </a:r>
            <a:r>
              <a:rPr lang="en-US" altLang="zh-TW" dirty="0">
                <a:solidFill>
                  <a:schemeClr val="hlink"/>
                </a:solidFill>
                <a:latin typeface="Arial" panose="020B0604020202020204" pitchFamily="34" charset="0"/>
                <a:ea typeface="PMingLiU" panose="02020500000000000000" pitchFamily="18" charset="-120"/>
              </a:rPr>
              <a:t>–</a:t>
            </a:r>
            <a:r>
              <a:rPr lang="en-US" altLang="zh-TW" dirty="0">
                <a:solidFill>
                  <a:schemeClr val="hlink"/>
                </a:solidFill>
                <a:latin typeface="微软雅黑" panose="020B0503020204020204" pitchFamily="34" charset="-122"/>
                <a:ea typeface="PMingLiU" panose="02020500000000000000" pitchFamily="18" charset="-120"/>
              </a:rPr>
              <a:t>1,+1,+1,+1)</a:t>
            </a:r>
          </a:p>
        </p:txBody>
      </p:sp>
    </p:spTree>
    <p:extLst>
      <p:ext uri="{BB962C8B-B14F-4D97-AF65-F5344CB8AC3E}">
        <p14:creationId xmlns:p14="http://schemas.microsoft.com/office/powerpoint/2010/main" val="40714509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39651">
                                            <p:txEl>
                                              <p:pRg st="0" end="0"/>
                                            </p:txEl>
                                          </p:spTgt>
                                        </p:tgtEl>
                                        <p:attrNameLst>
                                          <p:attrName>style.visibility</p:attrName>
                                        </p:attrNameLst>
                                      </p:cBhvr>
                                      <p:to>
                                        <p:strVal val="visible"/>
                                      </p:to>
                                    </p:set>
                                    <p:animEffect transition="in" filter="wipe(left)">
                                      <p:cBhvr>
                                        <p:cTn id="7" dur="500"/>
                                        <p:tgtEl>
                                          <p:spTgt spid="5396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39651">
                                            <p:txEl>
                                              <p:pRg st="1" end="1"/>
                                            </p:txEl>
                                          </p:spTgt>
                                        </p:tgtEl>
                                        <p:attrNameLst>
                                          <p:attrName>style.visibility</p:attrName>
                                        </p:attrNameLst>
                                      </p:cBhvr>
                                      <p:to>
                                        <p:strVal val="visible"/>
                                      </p:to>
                                    </p:set>
                                    <p:animEffect transition="in" filter="wipe(left)">
                                      <p:cBhvr>
                                        <p:cTn id="12" dur="500"/>
                                        <p:tgtEl>
                                          <p:spTgt spid="53965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39651">
                                            <p:txEl>
                                              <p:pRg st="2" end="2"/>
                                            </p:txEl>
                                          </p:spTgt>
                                        </p:tgtEl>
                                        <p:attrNameLst>
                                          <p:attrName>style.visibility</p:attrName>
                                        </p:attrNameLst>
                                      </p:cBhvr>
                                      <p:to>
                                        <p:strVal val="visible"/>
                                      </p:to>
                                    </p:set>
                                    <p:animEffect transition="in" filter="wipe(left)">
                                      <p:cBhvr>
                                        <p:cTn id="17" dur="500"/>
                                        <p:tgtEl>
                                          <p:spTgt spid="53965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39651">
                                            <p:txEl>
                                              <p:pRg st="3" end="3"/>
                                            </p:txEl>
                                          </p:spTgt>
                                        </p:tgtEl>
                                        <p:attrNameLst>
                                          <p:attrName>style.visibility</p:attrName>
                                        </p:attrNameLst>
                                      </p:cBhvr>
                                      <p:to>
                                        <p:strVal val="visible"/>
                                      </p:to>
                                    </p:set>
                                    <p:animEffect transition="in" filter="wipe(left)">
                                      <p:cBhvr>
                                        <p:cTn id="22" dur="500"/>
                                        <p:tgtEl>
                                          <p:spTgt spid="53965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39651">
                                            <p:txEl>
                                              <p:pRg st="4" end="4"/>
                                            </p:txEl>
                                          </p:spTgt>
                                        </p:tgtEl>
                                        <p:attrNameLst>
                                          <p:attrName>style.visibility</p:attrName>
                                        </p:attrNameLst>
                                      </p:cBhvr>
                                      <p:to>
                                        <p:strVal val="visible"/>
                                      </p:to>
                                    </p:set>
                                    <p:animEffect transition="in" filter="wipe(left)">
                                      <p:cBhvr>
                                        <p:cTn id="27" dur="500"/>
                                        <p:tgtEl>
                                          <p:spTgt spid="53965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39651">
                                            <p:txEl>
                                              <p:pRg st="5" end="5"/>
                                            </p:txEl>
                                          </p:spTgt>
                                        </p:tgtEl>
                                        <p:attrNameLst>
                                          <p:attrName>style.visibility</p:attrName>
                                        </p:attrNameLst>
                                      </p:cBhvr>
                                      <p:to>
                                        <p:strVal val="visible"/>
                                      </p:to>
                                    </p:set>
                                    <p:animEffect transition="in" filter="wipe(left)">
                                      <p:cBhvr>
                                        <p:cTn id="32" dur="500"/>
                                        <p:tgtEl>
                                          <p:spTgt spid="53965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9651"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灯片编号占位符 3">
            <a:extLst>
              <a:ext uri="{FF2B5EF4-FFF2-40B4-BE49-F238E27FC236}">
                <a16:creationId xmlns:a16="http://schemas.microsoft.com/office/drawing/2014/main" id="{9DEA6FF7-94B1-F94A-8A70-DBDAD81689D1}"/>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6C58AAF-662F-0848-A1D6-EA7EEEA8AF05}"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72</a:t>
            </a:fld>
            <a:endParaRPr lang="en-US" altLang="zh-CN" sz="1050">
              <a:solidFill>
                <a:schemeClr val="bg2"/>
              </a:solidFill>
              <a:latin typeface="Tahoma" panose="020B0604030504040204" pitchFamily="34" charset="0"/>
              <a:ea typeface="宋体" panose="02010600030101010101" pitchFamily="2" charset="-122"/>
            </a:endParaRPr>
          </a:p>
        </p:txBody>
      </p:sp>
      <p:sp>
        <p:nvSpPr>
          <p:cNvPr id="272386" name="Rectangle 2">
            <a:extLst>
              <a:ext uri="{FF2B5EF4-FFF2-40B4-BE49-F238E27FC236}">
                <a16:creationId xmlns:a16="http://schemas.microsoft.com/office/drawing/2014/main" id="{0F2A115E-03D4-EF4F-80BA-004015369361}"/>
              </a:ext>
            </a:extLst>
          </p:cNvPr>
          <p:cNvSpPr>
            <a:spLocks noGrp="1" noChangeArrowheads="1"/>
          </p:cNvSpPr>
          <p:nvPr>
            <p:ph type="title"/>
          </p:nvPr>
        </p:nvSpPr>
        <p:spPr/>
        <p:txBody>
          <a:bodyPr/>
          <a:lstStyle/>
          <a:p>
            <a:pPr eaLnBrk="1" hangingPunct="1">
              <a:defRPr/>
            </a:pPr>
            <a:r>
              <a:rPr lang="en-US" altLang="zh-TW">
                <a:latin typeface="微软雅黑" charset="-122"/>
                <a:cs typeface="+mj-cs"/>
              </a:rPr>
              <a:t>Bandwidth</a:t>
            </a:r>
          </a:p>
        </p:txBody>
      </p:sp>
      <p:sp>
        <p:nvSpPr>
          <p:cNvPr id="272387" name="Rectangle 3">
            <a:extLst>
              <a:ext uri="{FF2B5EF4-FFF2-40B4-BE49-F238E27FC236}">
                <a16:creationId xmlns:a16="http://schemas.microsoft.com/office/drawing/2014/main" id="{74E71024-A255-6844-834B-8D33C2B53FB3}"/>
              </a:ext>
            </a:extLst>
          </p:cNvPr>
          <p:cNvSpPr>
            <a:spLocks noGrp="1" noChangeArrowheads="1"/>
          </p:cNvSpPr>
          <p:nvPr>
            <p:ph type="body" idx="1"/>
          </p:nvPr>
        </p:nvSpPr>
        <p:spPr/>
        <p:txBody>
          <a:bodyPr/>
          <a:lstStyle/>
          <a:p>
            <a:pPr eaLnBrk="1" hangingPunct="1">
              <a:buFont typeface="Wingdings" charset="2"/>
              <a:buChar char="n"/>
              <a:defRPr/>
            </a:pPr>
            <a:r>
              <a:rPr lang="en-US" altLang="zh-TW" sz="2700">
                <a:latin typeface="微软雅黑" charset="-122"/>
              </a:rPr>
              <a:t>Note that the </a:t>
            </a:r>
            <a:r>
              <a:rPr lang="en-US" altLang="zh-TW" sz="2700">
                <a:solidFill>
                  <a:schemeClr val="hlink"/>
                </a:solidFill>
                <a:latin typeface="微软雅黑" charset="-122"/>
              </a:rPr>
              <a:t>chip rate is much higher than the data rate</a:t>
            </a:r>
            <a:r>
              <a:rPr lang="en-US" altLang="zh-TW" sz="2700">
                <a:latin typeface="微软雅黑" charset="-122"/>
              </a:rPr>
              <a:t>.</a:t>
            </a:r>
          </a:p>
          <a:p>
            <a:pPr eaLnBrk="1" hangingPunct="1">
              <a:buFont typeface="Wingdings" charset="2"/>
              <a:buChar char="n"/>
              <a:defRPr/>
            </a:pPr>
            <a:r>
              <a:rPr lang="en-US" altLang="zh-TW" sz="2700">
                <a:latin typeface="微软雅黑" charset="-122"/>
              </a:rPr>
              <a:t>Consider our previous example.</a:t>
            </a:r>
          </a:p>
          <a:p>
            <a:pPr lvl="1" eaLnBrk="1" hangingPunct="1">
              <a:buFont typeface="Wingdings" charset="2"/>
              <a:buChar char="n"/>
              <a:defRPr/>
            </a:pPr>
            <a:r>
              <a:rPr lang="en-US" altLang="zh-TW" sz="2400">
                <a:latin typeface="微软雅黑" charset="-122"/>
                <a:cs typeface="+mn-cs"/>
              </a:rPr>
              <a:t>Suppose the original data signal occupies a bandwidth of </a:t>
            </a:r>
            <a:r>
              <a:rPr lang="en-US" altLang="zh-TW" sz="2400" i="1">
                <a:latin typeface="微软雅黑" charset="-122"/>
                <a:cs typeface="+mn-cs"/>
              </a:rPr>
              <a:t>W</a:t>
            </a:r>
            <a:r>
              <a:rPr lang="en-US" altLang="zh-TW" sz="2400">
                <a:latin typeface="微软雅黑" charset="-122"/>
                <a:cs typeface="+mn-cs"/>
              </a:rPr>
              <a:t>. </a:t>
            </a:r>
          </a:p>
          <a:p>
            <a:pPr lvl="1" eaLnBrk="1" hangingPunct="1">
              <a:buFont typeface="Wingdings" charset="2"/>
              <a:buChar char="n"/>
              <a:defRPr/>
            </a:pPr>
            <a:r>
              <a:rPr lang="en-US" altLang="zh-TW" sz="2400" i="1">
                <a:solidFill>
                  <a:srgbClr val="FF0000"/>
                </a:solidFill>
                <a:latin typeface="微软雅黑" charset="-122"/>
                <a:cs typeface="+mn-cs"/>
              </a:rPr>
              <a:t>What is the bandwidth of the encoded signal?</a:t>
            </a:r>
          </a:p>
        </p:txBody>
      </p:sp>
    </p:spTree>
    <p:extLst>
      <p:ext uri="{BB962C8B-B14F-4D97-AF65-F5344CB8AC3E}">
        <p14:creationId xmlns:p14="http://schemas.microsoft.com/office/powerpoint/2010/main" val="201339581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02CBD9C-3C11-EA48-AD0E-FCAFB7CA9D40}"/>
              </a:ext>
            </a:extLst>
          </p:cNvPr>
          <p:cNvSpPr>
            <a:spLocks noGrp="1"/>
          </p:cNvSpPr>
          <p:nvPr>
            <p:ph idx="1"/>
          </p:nvPr>
        </p:nvSpPr>
        <p:spPr/>
        <p:txBody>
          <a:bodyPr/>
          <a:lstStyle/>
          <a:p>
            <a:endParaRPr kumimoji="1" lang="zh-CN" altLang="en-US"/>
          </a:p>
        </p:txBody>
      </p:sp>
      <p:sp>
        <p:nvSpPr>
          <p:cNvPr id="166913" name="灯片编号占位符 2">
            <a:extLst>
              <a:ext uri="{FF2B5EF4-FFF2-40B4-BE49-F238E27FC236}">
                <a16:creationId xmlns:a16="http://schemas.microsoft.com/office/drawing/2014/main" id="{6E02EBEF-4754-A142-A013-7EC5D254559D}"/>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4D773C8-AD23-B349-B7F0-C201203C4D91}"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73</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599CA278-B54B-2E48-BD0C-25479E677E51}"/>
              </a:ext>
            </a:extLst>
          </p:cNvPr>
          <p:cNvSpPr>
            <a:spLocks noGrp="1"/>
          </p:cNvSpPr>
          <p:nvPr>
            <p:ph type="title"/>
          </p:nvPr>
        </p:nvSpPr>
        <p:spPr/>
        <p:txBody>
          <a:bodyPr/>
          <a:lstStyle/>
          <a:p>
            <a:r>
              <a:rPr lang="en-US" altLang="zh-TW" dirty="0">
                <a:latin typeface="微软雅黑" charset="-122"/>
              </a:rPr>
              <a:t>Spread Spectrum Technique</a:t>
            </a:r>
            <a:endParaRPr kumimoji="1" lang="zh-CN" altLang="en-US" dirty="0"/>
          </a:p>
        </p:txBody>
      </p:sp>
      <p:sp>
        <p:nvSpPr>
          <p:cNvPr id="166915" name="Line 3">
            <a:extLst>
              <a:ext uri="{FF2B5EF4-FFF2-40B4-BE49-F238E27FC236}">
                <a16:creationId xmlns:a16="http://schemas.microsoft.com/office/drawing/2014/main" id="{E9CDCE7E-4C3C-EE42-8A17-56507F3FC076}"/>
              </a:ext>
            </a:extLst>
          </p:cNvPr>
          <p:cNvSpPr>
            <a:spLocks noChangeShapeType="1"/>
          </p:cNvSpPr>
          <p:nvPr/>
        </p:nvSpPr>
        <p:spPr bwMode="auto">
          <a:xfrm>
            <a:off x="1600200" y="1428750"/>
            <a:ext cx="1191" cy="21717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66916" name="Line 4">
            <a:extLst>
              <a:ext uri="{FF2B5EF4-FFF2-40B4-BE49-F238E27FC236}">
                <a16:creationId xmlns:a16="http://schemas.microsoft.com/office/drawing/2014/main" id="{AC5AC43A-EB64-9D43-8BBC-EA2E21605C17}"/>
              </a:ext>
            </a:extLst>
          </p:cNvPr>
          <p:cNvSpPr>
            <a:spLocks noChangeShapeType="1"/>
          </p:cNvSpPr>
          <p:nvPr/>
        </p:nvSpPr>
        <p:spPr bwMode="auto">
          <a:xfrm>
            <a:off x="1600200" y="3600450"/>
            <a:ext cx="2228850" cy="119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6917" name="Rectangle 5">
            <a:extLst>
              <a:ext uri="{FF2B5EF4-FFF2-40B4-BE49-F238E27FC236}">
                <a16:creationId xmlns:a16="http://schemas.microsoft.com/office/drawing/2014/main" id="{350C918D-B334-CD42-A20C-A160E95E3F0B}"/>
              </a:ext>
            </a:extLst>
          </p:cNvPr>
          <p:cNvSpPr>
            <a:spLocks noChangeArrowheads="1"/>
          </p:cNvSpPr>
          <p:nvPr/>
        </p:nvSpPr>
        <p:spPr bwMode="auto">
          <a:xfrm>
            <a:off x="1600200" y="31432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18" name="Rectangle 6">
            <a:extLst>
              <a:ext uri="{FF2B5EF4-FFF2-40B4-BE49-F238E27FC236}">
                <a16:creationId xmlns:a16="http://schemas.microsoft.com/office/drawing/2014/main" id="{19B52EF3-EB4C-4A4E-916D-94EC900A2921}"/>
              </a:ext>
            </a:extLst>
          </p:cNvPr>
          <p:cNvSpPr>
            <a:spLocks noChangeArrowheads="1"/>
          </p:cNvSpPr>
          <p:nvPr/>
        </p:nvSpPr>
        <p:spPr bwMode="auto">
          <a:xfrm>
            <a:off x="2057400" y="31432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19" name="Rectangle 7">
            <a:extLst>
              <a:ext uri="{FF2B5EF4-FFF2-40B4-BE49-F238E27FC236}">
                <a16:creationId xmlns:a16="http://schemas.microsoft.com/office/drawing/2014/main" id="{489596CB-B705-634D-A270-4FF16FE0EEDE}"/>
              </a:ext>
            </a:extLst>
          </p:cNvPr>
          <p:cNvSpPr>
            <a:spLocks noChangeArrowheads="1"/>
          </p:cNvSpPr>
          <p:nvPr/>
        </p:nvSpPr>
        <p:spPr bwMode="auto">
          <a:xfrm>
            <a:off x="2514600" y="31432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20" name="Rectangle 8">
            <a:extLst>
              <a:ext uri="{FF2B5EF4-FFF2-40B4-BE49-F238E27FC236}">
                <a16:creationId xmlns:a16="http://schemas.microsoft.com/office/drawing/2014/main" id="{282284E6-5986-AA48-8B33-05B255D925AC}"/>
              </a:ext>
            </a:extLst>
          </p:cNvPr>
          <p:cNvSpPr>
            <a:spLocks noChangeArrowheads="1"/>
          </p:cNvSpPr>
          <p:nvPr/>
        </p:nvSpPr>
        <p:spPr bwMode="auto">
          <a:xfrm>
            <a:off x="2971800" y="314325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21" name="Rectangle 9">
            <a:extLst>
              <a:ext uri="{FF2B5EF4-FFF2-40B4-BE49-F238E27FC236}">
                <a16:creationId xmlns:a16="http://schemas.microsoft.com/office/drawing/2014/main" id="{0D06AB87-90B5-8A4F-B0B5-371719536E1B}"/>
              </a:ext>
            </a:extLst>
          </p:cNvPr>
          <p:cNvSpPr>
            <a:spLocks noChangeArrowheads="1"/>
          </p:cNvSpPr>
          <p:nvPr/>
        </p:nvSpPr>
        <p:spPr bwMode="auto">
          <a:xfrm>
            <a:off x="1600200" y="2686050"/>
            <a:ext cx="457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22" name="Rectangle 10">
            <a:extLst>
              <a:ext uri="{FF2B5EF4-FFF2-40B4-BE49-F238E27FC236}">
                <a16:creationId xmlns:a16="http://schemas.microsoft.com/office/drawing/2014/main" id="{7815B96C-F45F-0243-A502-8FBC63E2636E}"/>
              </a:ext>
            </a:extLst>
          </p:cNvPr>
          <p:cNvSpPr>
            <a:spLocks noChangeArrowheads="1"/>
          </p:cNvSpPr>
          <p:nvPr/>
        </p:nvSpPr>
        <p:spPr bwMode="auto">
          <a:xfrm>
            <a:off x="2057400" y="2686050"/>
            <a:ext cx="457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23" name="Rectangle 11">
            <a:extLst>
              <a:ext uri="{FF2B5EF4-FFF2-40B4-BE49-F238E27FC236}">
                <a16:creationId xmlns:a16="http://schemas.microsoft.com/office/drawing/2014/main" id="{74F0B0F1-E393-F14D-AFC9-E01F20F15F5B}"/>
              </a:ext>
            </a:extLst>
          </p:cNvPr>
          <p:cNvSpPr>
            <a:spLocks noChangeArrowheads="1"/>
          </p:cNvSpPr>
          <p:nvPr/>
        </p:nvSpPr>
        <p:spPr bwMode="auto">
          <a:xfrm>
            <a:off x="2514600" y="2686050"/>
            <a:ext cx="457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24" name="Rectangle 12">
            <a:extLst>
              <a:ext uri="{FF2B5EF4-FFF2-40B4-BE49-F238E27FC236}">
                <a16:creationId xmlns:a16="http://schemas.microsoft.com/office/drawing/2014/main" id="{46820BB2-111A-C14A-B133-CB0F0A70D21A}"/>
              </a:ext>
            </a:extLst>
          </p:cNvPr>
          <p:cNvSpPr>
            <a:spLocks noChangeArrowheads="1"/>
          </p:cNvSpPr>
          <p:nvPr/>
        </p:nvSpPr>
        <p:spPr bwMode="auto">
          <a:xfrm>
            <a:off x="2971800" y="2686050"/>
            <a:ext cx="457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25" name="Rectangle 13">
            <a:extLst>
              <a:ext uri="{FF2B5EF4-FFF2-40B4-BE49-F238E27FC236}">
                <a16:creationId xmlns:a16="http://schemas.microsoft.com/office/drawing/2014/main" id="{D3376B14-B77A-214C-A7F9-2BFC43881F94}"/>
              </a:ext>
            </a:extLst>
          </p:cNvPr>
          <p:cNvSpPr>
            <a:spLocks noChangeArrowheads="1"/>
          </p:cNvSpPr>
          <p:nvPr/>
        </p:nvSpPr>
        <p:spPr bwMode="auto">
          <a:xfrm>
            <a:off x="1600200" y="2228850"/>
            <a:ext cx="457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26" name="Rectangle 14">
            <a:extLst>
              <a:ext uri="{FF2B5EF4-FFF2-40B4-BE49-F238E27FC236}">
                <a16:creationId xmlns:a16="http://schemas.microsoft.com/office/drawing/2014/main" id="{BD5D416B-1583-4C41-A6A9-080FA43311E2}"/>
              </a:ext>
            </a:extLst>
          </p:cNvPr>
          <p:cNvSpPr>
            <a:spLocks noChangeArrowheads="1"/>
          </p:cNvSpPr>
          <p:nvPr/>
        </p:nvSpPr>
        <p:spPr bwMode="auto">
          <a:xfrm>
            <a:off x="2057400" y="2228850"/>
            <a:ext cx="457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27" name="Rectangle 15">
            <a:extLst>
              <a:ext uri="{FF2B5EF4-FFF2-40B4-BE49-F238E27FC236}">
                <a16:creationId xmlns:a16="http://schemas.microsoft.com/office/drawing/2014/main" id="{3E4D17F9-5ADA-604D-960E-47566BDD3965}"/>
              </a:ext>
            </a:extLst>
          </p:cNvPr>
          <p:cNvSpPr>
            <a:spLocks noChangeArrowheads="1"/>
          </p:cNvSpPr>
          <p:nvPr/>
        </p:nvSpPr>
        <p:spPr bwMode="auto">
          <a:xfrm>
            <a:off x="2514600" y="2228850"/>
            <a:ext cx="457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28" name="Rectangle 16">
            <a:extLst>
              <a:ext uri="{FF2B5EF4-FFF2-40B4-BE49-F238E27FC236}">
                <a16:creationId xmlns:a16="http://schemas.microsoft.com/office/drawing/2014/main" id="{71B7C0A2-E042-F44D-A45C-3B97C621DAF9}"/>
              </a:ext>
            </a:extLst>
          </p:cNvPr>
          <p:cNvSpPr>
            <a:spLocks noChangeArrowheads="1"/>
          </p:cNvSpPr>
          <p:nvPr/>
        </p:nvSpPr>
        <p:spPr bwMode="auto">
          <a:xfrm>
            <a:off x="2971800" y="2228850"/>
            <a:ext cx="457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29" name="Rectangle 17">
            <a:extLst>
              <a:ext uri="{FF2B5EF4-FFF2-40B4-BE49-F238E27FC236}">
                <a16:creationId xmlns:a16="http://schemas.microsoft.com/office/drawing/2014/main" id="{19ADE8F1-4A29-BC4D-A47F-8F8A4FEB209B}"/>
              </a:ext>
            </a:extLst>
          </p:cNvPr>
          <p:cNvSpPr>
            <a:spLocks noChangeArrowheads="1"/>
          </p:cNvSpPr>
          <p:nvPr/>
        </p:nvSpPr>
        <p:spPr bwMode="auto">
          <a:xfrm>
            <a:off x="1600200" y="1771650"/>
            <a:ext cx="457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30" name="Rectangle 18">
            <a:extLst>
              <a:ext uri="{FF2B5EF4-FFF2-40B4-BE49-F238E27FC236}">
                <a16:creationId xmlns:a16="http://schemas.microsoft.com/office/drawing/2014/main" id="{3B22C060-6AB9-2E47-BB1B-868B0C711D09}"/>
              </a:ext>
            </a:extLst>
          </p:cNvPr>
          <p:cNvSpPr>
            <a:spLocks noChangeArrowheads="1"/>
          </p:cNvSpPr>
          <p:nvPr/>
        </p:nvSpPr>
        <p:spPr bwMode="auto">
          <a:xfrm>
            <a:off x="2057400" y="1771650"/>
            <a:ext cx="457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31" name="Rectangle 19">
            <a:extLst>
              <a:ext uri="{FF2B5EF4-FFF2-40B4-BE49-F238E27FC236}">
                <a16:creationId xmlns:a16="http://schemas.microsoft.com/office/drawing/2014/main" id="{91F024EE-B2BF-524B-AAFF-155996BCBBE0}"/>
              </a:ext>
            </a:extLst>
          </p:cNvPr>
          <p:cNvSpPr>
            <a:spLocks noChangeArrowheads="1"/>
          </p:cNvSpPr>
          <p:nvPr/>
        </p:nvSpPr>
        <p:spPr bwMode="auto">
          <a:xfrm>
            <a:off x="2514600" y="1771650"/>
            <a:ext cx="457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32" name="Rectangle 20">
            <a:extLst>
              <a:ext uri="{FF2B5EF4-FFF2-40B4-BE49-F238E27FC236}">
                <a16:creationId xmlns:a16="http://schemas.microsoft.com/office/drawing/2014/main" id="{1A2D9E0B-0541-0048-B65A-464E972821AE}"/>
              </a:ext>
            </a:extLst>
          </p:cNvPr>
          <p:cNvSpPr>
            <a:spLocks noChangeArrowheads="1"/>
          </p:cNvSpPr>
          <p:nvPr/>
        </p:nvSpPr>
        <p:spPr bwMode="auto">
          <a:xfrm>
            <a:off x="2971800" y="1771650"/>
            <a:ext cx="457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33" name="Text Box 21">
            <a:extLst>
              <a:ext uri="{FF2B5EF4-FFF2-40B4-BE49-F238E27FC236}">
                <a16:creationId xmlns:a16="http://schemas.microsoft.com/office/drawing/2014/main" id="{028DCD68-1AB7-324F-83EC-E59DF7F9592E}"/>
              </a:ext>
            </a:extLst>
          </p:cNvPr>
          <p:cNvSpPr txBox="1">
            <a:spLocks noChangeArrowheads="1"/>
          </p:cNvSpPr>
          <p:nvPr/>
        </p:nvSpPr>
        <p:spPr bwMode="auto">
          <a:xfrm>
            <a:off x="3543299" y="3314700"/>
            <a:ext cx="74056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500" dirty="0">
                <a:solidFill>
                  <a:schemeClr val="tx1"/>
                </a:solidFill>
                <a:latin typeface="微软雅黑" panose="020B0503020204020204" pitchFamily="34" charset="-122"/>
                <a:ea typeface="PMingLiU" panose="02020500000000000000" pitchFamily="18" charset="-120"/>
              </a:rPr>
              <a:t>Time</a:t>
            </a:r>
          </a:p>
        </p:txBody>
      </p:sp>
      <p:sp>
        <p:nvSpPr>
          <p:cNvPr id="166934" name="Text Box 22">
            <a:extLst>
              <a:ext uri="{FF2B5EF4-FFF2-40B4-BE49-F238E27FC236}">
                <a16:creationId xmlns:a16="http://schemas.microsoft.com/office/drawing/2014/main" id="{77CAD1FF-EF77-2241-B78F-0216CB48CF1A}"/>
              </a:ext>
            </a:extLst>
          </p:cNvPr>
          <p:cNvSpPr txBox="1">
            <a:spLocks noChangeArrowheads="1"/>
          </p:cNvSpPr>
          <p:nvPr/>
        </p:nvSpPr>
        <p:spPr bwMode="auto">
          <a:xfrm>
            <a:off x="1657349" y="1314450"/>
            <a:ext cx="125372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500" dirty="0">
                <a:solidFill>
                  <a:schemeClr val="tx1"/>
                </a:solidFill>
                <a:latin typeface="微软雅黑" panose="020B0503020204020204" pitchFamily="34" charset="-122"/>
                <a:ea typeface="PMingLiU" panose="02020500000000000000" pitchFamily="18" charset="-120"/>
              </a:rPr>
              <a:t>Frequency</a:t>
            </a:r>
          </a:p>
        </p:txBody>
      </p:sp>
      <p:sp>
        <p:nvSpPr>
          <p:cNvPr id="166935" name="Line 23">
            <a:extLst>
              <a:ext uri="{FF2B5EF4-FFF2-40B4-BE49-F238E27FC236}">
                <a16:creationId xmlns:a16="http://schemas.microsoft.com/office/drawing/2014/main" id="{A1DA3D79-49F0-4248-95EA-B3BC2171A805}"/>
              </a:ext>
            </a:extLst>
          </p:cNvPr>
          <p:cNvSpPr>
            <a:spLocks noChangeShapeType="1"/>
          </p:cNvSpPr>
          <p:nvPr/>
        </p:nvSpPr>
        <p:spPr bwMode="auto">
          <a:xfrm>
            <a:off x="5200650" y="1485900"/>
            <a:ext cx="1191" cy="21717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66936" name="Line 24">
            <a:extLst>
              <a:ext uri="{FF2B5EF4-FFF2-40B4-BE49-F238E27FC236}">
                <a16:creationId xmlns:a16="http://schemas.microsoft.com/office/drawing/2014/main" id="{186CD794-B9AC-3549-9CFB-A3E4E207E3CA}"/>
              </a:ext>
            </a:extLst>
          </p:cNvPr>
          <p:cNvSpPr>
            <a:spLocks noChangeShapeType="1"/>
          </p:cNvSpPr>
          <p:nvPr/>
        </p:nvSpPr>
        <p:spPr bwMode="auto">
          <a:xfrm>
            <a:off x="5200650" y="3657600"/>
            <a:ext cx="2228850" cy="119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6937" name="Rectangle 25">
            <a:extLst>
              <a:ext uri="{FF2B5EF4-FFF2-40B4-BE49-F238E27FC236}">
                <a16:creationId xmlns:a16="http://schemas.microsoft.com/office/drawing/2014/main" id="{1FB54D11-8907-F24F-80CC-CDFB13248AE2}"/>
              </a:ext>
            </a:extLst>
          </p:cNvPr>
          <p:cNvSpPr>
            <a:spLocks noChangeArrowheads="1"/>
          </p:cNvSpPr>
          <p:nvPr/>
        </p:nvSpPr>
        <p:spPr bwMode="auto">
          <a:xfrm>
            <a:off x="5200650" y="32004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38" name="Rectangle 26">
            <a:extLst>
              <a:ext uri="{FF2B5EF4-FFF2-40B4-BE49-F238E27FC236}">
                <a16:creationId xmlns:a16="http://schemas.microsoft.com/office/drawing/2014/main" id="{65232A86-0F7A-EF4A-B02B-54B8A4C32570}"/>
              </a:ext>
            </a:extLst>
          </p:cNvPr>
          <p:cNvSpPr>
            <a:spLocks noChangeArrowheads="1"/>
          </p:cNvSpPr>
          <p:nvPr/>
        </p:nvSpPr>
        <p:spPr bwMode="auto">
          <a:xfrm>
            <a:off x="5657850" y="32004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39" name="Rectangle 27">
            <a:extLst>
              <a:ext uri="{FF2B5EF4-FFF2-40B4-BE49-F238E27FC236}">
                <a16:creationId xmlns:a16="http://schemas.microsoft.com/office/drawing/2014/main" id="{061BF0DA-6558-274C-8F2C-FA57FD8B2757}"/>
              </a:ext>
            </a:extLst>
          </p:cNvPr>
          <p:cNvSpPr>
            <a:spLocks noChangeArrowheads="1"/>
          </p:cNvSpPr>
          <p:nvPr/>
        </p:nvSpPr>
        <p:spPr bwMode="auto">
          <a:xfrm>
            <a:off x="6115050" y="32004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40" name="Rectangle 28">
            <a:extLst>
              <a:ext uri="{FF2B5EF4-FFF2-40B4-BE49-F238E27FC236}">
                <a16:creationId xmlns:a16="http://schemas.microsoft.com/office/drawing/2014/main" id="{7FCA65DD-E968-9244-81E2-5335098084D2}"/>
              </a:ext>
            </a:extLst>
          </p:cNvPr>
          <p:cNvSpPr>
            <a:spLocks noChangeArrowheads="1"/>
          </p:cNvSpPr>
          <p:nvPr/>
        </p:nvSpPr>
        <p:spPr bwMode="auto">
          <a:xfrm>
            <a:off x="6572250" y="32004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41" name="Rectangle 29">
            <a:extLst>
              <a:ext uri="{FF2B5EF4-FFF2-40B4-BE49-F238E27FC236}">
                <a16:creationId xmlns:a16="http://schemas.microsoft.com/office/drawing/2014/main" id="{967CC310-BF32-A748-BF9F-26E9A0AC39C6}"/>
              </a:ext>
            </a:extLst>
          </p:cNvPr>
          <p:cNvSpPr>
            <a:spLocks noChangeArrowheads="1"/>
          </p:cNvSpPr>
          <p:nvPr/>
        </p:nvSpPr>
        <p:spPr bwMode="auto">
          <a:xfrm>
            <a:off x="5200650" y="27432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42" name="Rectangle 30">
            <a:extLst>
              <a:ext uri="{FF2B5EF4-FFF2-40B4-BE49-F238E27FC236}">
                <a16:creationId xmlns:a16="http://schemas.microsoft.com/office/drawing/2014/main" id="{1EBBE227-7DF9-884C-B2CA-BDE0AAD08078}"/>
              </a:ext>
            </a:extLst>
          </p:cNvPr>
          <p:cNvSpPr>
            <a:spLocks noChangeArrowheads="1"/>
          </p:cNvSpPr>
          <p:nvPr/>
        </p:nvSpPr>
        <p:spPr bwMode="auto">
          <a:xfrm>
            <a:off x="5657850" y="27432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43" name="Rectangle 31">
            <a:extLst>
              <a:ext uri="{FF2B5EF4-FFF2-40B4-BE49-F238E27FC236}">
                <a16:creationId xmlns:a16="http://schemas.microsoft.com/office/drawing/2014/main" id="{DD28DEC4-F46A-4148-BB27-B6F4756A3236}"/>
              </a:ext>
            </a:extLst>
          </p:cNvPr>
          <p:cNvSpPr>
            <a:spLocks noChangeArrowheads="1"/>
          </p:cNvSpPr>
          <p:nvPr/>
        </p:nvSpPr>
        <p:spPr bwMode="auto">
          <a:xfrm>
            <a:off x="6115050" y="27432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44" name="Rectangle 32">
            <a:extLst>
              <a:ext uri="{FF2B5EF4-FFF2-40B4-BE49-F238E27FC236}">
                <a16:creationId xmlns:a16="http://schemas.microsoft.com/office/drawing/2014/main" id="{72AF92E7-A6FB-CC4A-961F-1E6A4699C5E3}"/>
              </a:ext>
            </a:extLst>
          </p:cNvPr>
          <p:cNvSpPr>
            <a:spLocks noChangeArrowheads="1"/>
          </p:cNvSpPr>
          <p:nvPr/>
        </p:nvSpPr>
        <p:spPr bwMode="auto">
          <a:xfrm>
            <a:off x="6572250" y="27432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45" name="Rectangle 33">
            <a:extLst>
              <a:ext uri="{FF2B5EF4-FFF2-40B4-BE49-F238E27FC236}">
                <a16:creationId xmlns:a16="http://schemas.microsoft.com/office/drawing/2014/main" id="{DFCEAA6F-2936-0140-99CE-3D06128F9F51}"/>
              </a:ext>
            </a:extLst>
          </p:cNvPr>
          <p:cNvSpPr>
            <a:spLocks noChangeArrowheads="1"/>
          </p:cNvSpPr>
          <p:nvPr/>
        </p:nvSpPr>
        <p:spPr bwMode="auto">
          <a:xfrm>
            <a:off x="5200650" y="22860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46" name="Rectangle 34">
            <a:extLst>
              <a:ext uri="{FF2B5EF4-FFF2-40B4-BE49-F238E27FC236}">
                <a16:creationId xmlns:a16="http://schemas.microsoft.com/office/drawing/2014/main" id="{6D9C7867-0B85-8C42-9A66-273841A2DF90}"/>
              </a:ext>
            </a:extLst>
          </p:cNvPr>
          <p:cNvSpPr>
            <a:spLocks noChangeArrowheads="1"/>
          </p:cNvSpPr>
          <p:nvPr/>
        </p:nvSpPr>
        <p:spPr bwMode="auto">
          <a:xfrm>
            <a:off x="5657850" y="22860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47" name="Rectangle 35">
            <a:extLst>
              <a:ext uri="{FF2B5EF4-FFF2-40B4-BE49-F238E27FC236}">
                <a16:creationId xmlns:a16="http://schemas.microsoft.com/office/drawing/2014/main" id="{6E735B86-750C-744B-A862-A100E81160F2}"/>
              </a:ext>
            </a:extLst>
          </p:cNvPr>
          <p:cNvSpPr>
            <a:spLocks noChangeArrowheads="1"/>
          </p:cNvSpPr>
          <p:nvPr/>
        </p:nvSpPr>
        <p:spPr bwMode="auto">
          <a:xfrm>
            <a:off x="6115050" y="22860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48" name="Rectangle 36">
            <a:extLst>
              <a:ext uri="{FF2B5EF4-FFF2-40B4-BE49-F238E27FC236}">
                <a16:creationId xmlns:a16="http://schemas.microsoft.com/office/drawing/2014/main" id="{86053EE7-2764-1043-AF62-4A49342471C0}"/>
              </a:ext>
            </a:extLst>
          </p:cNvPr>
          <p:cNvSpPr>
            <a:spLocks noChangeArrowheads="1"/>
          </p:cNvSpPr>
          <p:nvPr/>
        </p:nvSpPr>
        <p:spPr bwMode="auto">
          <a:xfrm>
            <a:off x="6572250" y="22860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49" name="Rectangle 37">
            <a:extLst>
              <a:ext uri="{FF2B5EF4-FFF2-40B4-BE49-F238E27FC236}">
                <a16:creationId xmlns:a16="http://schemas.microsoft.com/office/drawing/2014/main" id="{5F71CEBE-A093-264D-B62A-06DECE4FD1EC}"/>
              </a:ext>
            </a:extLst>
          </p:cNvPr>
          <p:cNvSpPr>
            <a:spLocks noChangeArrowheads="1"/>
          </p:cNvSpPr>
          <p:nvPr/>
        </p:nvSpPr>
        <p:spPr bwMode="auto">
          <a:xfrm>
            <a:off x="5200650" y="18288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50" name="Rectangle 38">
            <a:extLst>
              <a:ext uri="{FF2B5EF4-FFF2-40B4-BE49-F238E27FC236}">
                <a16:creationId xmlns:a16="http://schemas.microsoft.com/office/drawing/2014/main" id="{14807972-C481-A847-8B61-84DA0FDE1310}"/>
              </a:ext>
            </a:extLst>
          </p:cNvPr>
          <p:cNvSpPr>
            <a:spLocks noChangeArrowheads="1"/>
          </p:cNvSpPr>
          <p:nvPr/>
        </p:nvSpPr>
        <p:spPr bwMode="auto">
          <a:xfrm>
            <a:off x="5657850" y="18288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51" name="Rectangle 39">
            <a:extLst>
              <a:ext uri="{FF2B5EF4-FFF2-40B4-BE49-F238E27FC236}">
                <a16:creationId xmlns:a16="http://schemas.microsoft.com/office/drawing/2014/main" id="{5DCEFDE0-F7DA-A44B-ACCD-FBB0EB66ADD7}"/>
              </a:ext>
            </a:extLst>
          </p:cNvPr>
          <p:cNvSpPr>
            <a:spLocks noChangeArrowheads="1"/>
          </p:cNvSpPr>
          <p:nvPr/>
        </p:nvSpPr>
        <p:spPr bwMode="auto">
          <a:xfrm>
            <a:off x="6115050" y="18288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52" name="Rectangle 40">
            <a:extLst>
              <a:ext uri="{FF2B5EF4-FFF2-40B4-BE49-F238E27FC236}">
                <a16:creationId xmlns:a16="http://schemas.microsoft.com/office/drawing/2014/main" id="{7DCF8D58-0F0E-804F-97D3-10A1EABF5C9E}"/>
              </a:ext>
            </a:extLst>
          </p:cNvPr>
          <p:cNvSpPr>
            <a:spLocks noChangeArrowheads="1"/>
          </p:cNvSpPr>
          <p:nvPr/>
        </p:nvSpPr>
        <p:spPr bwMode="auto">
          <a:xfrm>
            <a:off x="6572250" y="1828800"/>
            <a:ext cx="457200" cy="457200"/>
          </a:xfrm>
          <a:prstGeom prst="rect">
            <a:avLst/>
          </a:prstGeom>
          <a:solidFill>
            <a:srgbClr val="FF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53" name="Text Box 41">
            <a:extLst>
              <a:ext uri="{FF2B5EF4-FFF2-40B4-BE49-F238E27FC236}">
                <a16:creationId xmlns:a16="http://schemas.microsoft.com/office/drawing/2014/main" id="{008ABF86-13CA-6340-8ACF-8BD1047DFB71}"/>
              </a:ext>
            </a:extLst>
          </p:cNvPr>
          <p:cNvSpPr txBox="1">
            <a:spLocks noChangeArrowheads="1"/>
          </p:cNvSpPr>
          <p:nvPr/>
        </p:nvSpPr>
        <p:spPr bwMode="auto">
          <a:xfrm>
            <a:off x="7143749" y="3314700"/>
            <a:ext cx="82271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500" dirty="0">
                <a:solidFill>
                  <a:schemeClr val="tx1"/>
                </a:solidFill>
                <a:latin typeface="微软雅黑" panose="020B0503020204020204" pitchFamily="34" charset="-122"/>
                <a:ea typeface="PMingLiU" panose="02020500000000000000" pitchFamily="18" charset="-120"/>
              </a:rPr>
              <a:t>Time</a:t>
            </a:r>
          </a:p>
        </p:txBody>
      </p:sp>
      <p:sp>
        <p:nvSpPr>
          <p:cNvPr id="166954" name="Text Box 42">
            <a:extLst>
              <a:ext uri="{FF2B5EF4-FFF2-40B4-BE49-F238E27FC236}">
                <a16:creationId xmlns:a16="http://schemas.microsoft.com/office/drawing/2014/main" id="{2A76EECE-A303-6246-96BC-E7A52FB7501E}"/>
              </a:ext>
            </a:extLst>
          </p:cNvPr>
          <p:cNvSpPr txBox="1">
            <a:spLocks noChangeArrowheads="1"/>
          </p:cNvSpPr>
          <p:nvPr/>
        </p:nvSpPr>
        <p:spPr bwMode="auto">
          <a:xfrm>
            <a:off x="5257799" y="1314450"/>
            <a:ext cx="131206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500" dirty="0">
                <a:solidFill>
                  <a:schemeClr val="tx1"/>
                </a:solidFill>
                <a:latin typeface="微软雅黑" panose="020B0503020204020204" pitchFamily="34" charset="-122"/>
                <a:ea typeface="PMingLiU" panose="02020500000000000000" pitchFamily="18" charset="-120"/>
              </a:rPr>
              <a:t>Frequency</a:t>
            </a:r>
          </a:p>
        </p:txBody>
      </p:sp>
      <p:sp>
        <p:nvSpPr>
          <p:cNvPr id="166955" name="AutoShape 43">
            <a:extLst>
              <a:ext uri="{FF2B5EF4-FFF2-40B4-BE49-F238E27FC236}">
                <a16:creationId xmlns:a16="http://schemas.microsoft.com/office/drawing/2014/main" id="{7B521F45-08C3-6E4E-8868-47A1C8DC9B3D}"/>
              </a:ext>
            </a:extLst>
          </p:cNvPr>
          <p:cNvSpPr>
            <a:spLocks noChangeArrowheads="1"/>
          </p:cNvSpPr>
          <p:nvPr/>
        </p:nvSpPr>
        <p:spPr bwMode="auto">
          <a:xfrm>
            <a:off x="3829050" y="2400300"/>
            <a:ext cx="1085850" cy="457200"/>
          </a:xfrm>
          <a:prstGeom prst="rightArrow">
            <a:avLst>
              <a:gd name="adj1" fmla="val 50000"/>
              <a:gd name="adj2" fmla="val 59375"/>
            </a:avLst>
          </a:prstGeom>
          <a:solidFill>
            <a:srgbClr val="99CCFF"/>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66956" name="Text Box 44">
            <a:extLst>
              <a:ext uri="{FF2B5EF4-FFF2-40B4-BE49-F238E27FC236}">
                <a16:creationId xmlns:a16="http://schemas.microsoft.com/office/drawing/2014/main" id="{C6292D05-0310-1B4D-B1F0-5012BCEC2476}"/>
              </a:ext>
            </a:extLst>
          </p:cNvPr>
          <p:cNvSpPr txBox="1">
            <a:spLocks noChangeArrowheads="1"/>
          </p:cNvSpPr>
          <p:nvPr/>
        </p:nvSpPr>
        <p:spPr bwMode="auto">
          <a:xfrm>
            <a:off x="3771901" y="2057400"/>
            <a:ext cx="123229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800">
                <a:solidFill>
                  <a:schemeClr val="hlink"/>
                </a:solidFill>
                <a:latin typeface="微软雅黑" panose="020B0503020204020204" pitchFamily="34" charset="-122"/>
                <a:ea typeface="PMingLiU" panose="02020500000000000000" pitchFamily="18" charset="-120"/>
              </a:rPr>
              <a:t>Encoding</a:t>
            </a:r>
          </a:p>
        </p:txBody>
      </p:sp>
      <p:sp>
        <p:nvSpPr>
          <p:cNvPr id="166957" name="Text Box 45">
            <a:extLst>
              <a:ext uri="{FF2B5EF4-FFF2-40B4-BE49-F238E27FC236}">
                <a16:creationId xmlns:a16="http://schemas.microsoft.com/office/drawing/2014/main" id="{96188560-2560-154B-862C-C9C3498FF39E}"/>
              </a:ext>
            </a:extLst>
          </p:cNvPr>
          <p:cNvSpPr txBox="1">
            <a:spLocks noChangeArrowheads="1"/>
          </p:cNvSpPr>
          <p:nvPr/>
        </p:nvSpPr>
        <p:spPr bwMode="auto">
          <a:xfrm>
            <a:off x="2000250" y="3829050"/>
            <a:ext cx="5772150"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800" dirty="0">
                <a:solidFill>
                  <a:schemeClr val="tx1"/>
                </a:solidFill>
                <a:latin typeface="微软雅黑" panose="020B0503020204020204" pitchFamily="34" charset="-122"/>
                <a:ea typeface="PMingLiU" panose="02020500000000000000" pitchFamily="18" charset="-120"/>
              </a:rPr>
              <a:t>The bandwidth </a:t>
            </a:r>
            <a:r>
              <a:rPr kumimoji="1" lang="en-US" altLang="zh-TW" sz="1800" dirty="0">
                <a:solidFill>
                  <a:srgbClr val="FF0000"/>
                </a:solidFill>
                <a:latin typeface="微软雅黑" panose="020B0503020204020204" pitchFamily="34" charset="-122"/>
                <a:ea typeface="PMingLiU" panose="02020500000000000000" pitchFamily="18" charset="-120"/>
              </a:rPr>
              <a:t>expands by a factor of M</a:t>
            </a:r>
            <a:r>
              <a:rPr kumimoji="1" lang="en-US" altLang="zh-TW" sz="1800" dirty="0">
                <a:solidFill>
                  <a:schemeClr val="tx1"/>
                </a:solidFill>
                <a:latin typeface="微软雅黑" panose="020B0503020204020204" pitchFamily="34" charset="-122"/>
                <a:ea typeface="PMingLiU" panose="02020500000000000000" pitchFamily="18" charset="-120"/>
              </a:rPr>
              <a:t>. </a:t>
            </a:r>
          </a:p>
          <a:p>
            <a:pPr eaLnBrk="1" hangingPunct="1">
              <a:spcBef>
                <a:spcPct val="50000"/>
              </a:spcBef>
              <a:buClrTx/>
              <a:buSzTx/>
              <a:buFontTx/>
              <a:buNone/>
            </a:pPr>
            <a:r>
              <a:rPr kumimoji="1" lang="en-US" altLang="zh-TW" sz="1800" dirty="0">
                <a:solidFill>
                  <a:schemeClr val="tx1"/>
                </a:solidFill>
                <a:latin typeface="微软雅黑" panose="020B0503020204020204" pitchFamily="34" charset="-122"/>
                <a:ea typeface="PMingLiU" panose="02020500000000000000" pitchFamily="18" charset="-120"/>
              </a:rPr>
              <a:t>M is called </a:t>
            </a:r>
            <a:r>
              <a:rPr kumimoji="1" lang="en-US" altLang="zh-TW" sz="1800" dirty="0">
                <a:solidFill>
                  <a:schemeClr val="hlink"/>
                </a:solidFill>
                <a:latin typeface="微软雅黑" panose="020B0503020204020204" pitchFamily="34" charset="-122"/>
                <a:ea typeface="PMingLiU" panose="02020500000000000000" pitchFamily="18" charset="-120"/>
              </a:rPr>
              <a:t>spreading factor</a:t>
            </a:r>
            <a:r>
              <a:rPr kumimoji="1" lang="en-US" altLang="zh-TW" sz="1800" dirty="0">
                <a:solidFill>
                  <a:schemeClr val="tx1"/>
                </a:solidFill>
                <a:latin typeface="微软雅黑" panose="020B0503020204020204" pitchFamily="34" charset="-122"/>
                <a:ea typeface="PMingLiU" panose="02020500000000000000" pitchFamily="18" charset="-120"/>
              </a:rPr>
              <a:t> or </a:t>
            </a:r>
            <a:r>
              <a:rPr kumimoji="1" lang="en-US" altLang="zh-TW" sz="1800" dirty="0">
                <a:solidFill>
                  <a:schemeClr val="hlink"/>
                </a:solidFill>
                <a:latin typeface="微软雅黑" panose="020B0503020204020204" pitchFamily="34" charset="-122"/>
                <a:ea typeface="PMingLiU" panose="02020500000000000000" pitchFamily="18" charset="-120"/>
              </a:rPr>
              <a:t>processing gain</a:t>
            </a:r>
            <a:r>
              <a:rPr kumimoji="1" lang="en-US" altLang="zh-TW" sz="1800" dirty="0">
                <a:solidFill>
                  <a:schemeClr val="tx1"/>
                </a:solidFill>
                <a:latin typeface="微软雅黑" panose="020B0503020204020204" pitchFamily="34" charset="-122"/>
                <a:ea typeface="PMingLiU" panose="02020500000000000000" pitchFamily="18" charset="-120"/>
              </a:rPr>
              <a:t>.</a:t>
            </a:r>
          </a:p>
        </p:txBody>
      </p:sp>
    </p:spTree>
    <p:extLst>
      <p:ext uri="{BB962C8B-B14F-4D97-AF65-F5344CB8AC3E}">
        <p14:creationId xmlns:p14="http://schemas.microsoft.com/office/powerpoint/2010/main" val="401288003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灯片编号占位符 3">
            <a:extLst>
              <a:ext uri="{FF2B5EF4-FFF2-40B4-BE49-F238E27FC236}">
                <a16:creationId xmlns:a16="http://schemas.microsoft.com/office/drawing/2014/main" id="{45E1636E-FFB1-7E40-ACF0-D52D776E03C8}"/>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EC8693A-949B-6C4A-87FC-D38CF79606E6}"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74</a:t>
            </a:fld>
            <a:endParaRPr lang="en-US" altLang="zh-CN" sz="1050">
              <a:solidFill>
                <a:schemeClr val="bg2"/>
              </a:solidFill>
              <a:latin typeface="Tahoma" panose="020B0604030504040204" pitchFamily="34" charset="0"/>
              <a:ea typeface="宋体" panose="02010600030101010101" pitchFamily="2" charset="-122"/>
            </a:endParaRPr>
          </a:p>
        </p:txBody>
      </p:sp>
      <p:sp>
        <p:nvSpPr>
          <p:cNvPr id="276482" name="Rectangle 2">
            <a:extLst>
              <a:ext uri="{FF2B5EF4-FFF2-40B4-BE49-F238E27FC236}">
                <a16:creationId xmlns:a16="http://schemas.microsoft.com/office/drawing/2014/main" id="{8F2247EE-EB56-434E-9DF4-6D09EEB9CFDD}"/>
              </a:ext>
            </a:extLst>
          </p:cNvPr>
          <p:cNvSpPr>
            <a:spLocks noGrp="1" noChangeArrowheads="1"/>
          </p:cNvSpPr>
          <p:nvPr>
            <p:ph type="title"/>
          </p:nvPr>
        </p:nvSpPr>
        <p:spPr/>
        <p:txBody>
          <a:bodyPr/>
          <a:lstStyle/>
          <a:p>
            <a:pPr eaLnBrk="1" hangingPunct="1">
              <a:defRPr/>
            </a:pPr>
            <a:r>
              <a:rPr lang="en-US" altLang="zh-TW">
                <a:latin typeface="微软雅黑" charset="-122"/>
                <a:cs typeface="+mj-cs"/>
              </a:rPr>
              <a:t>CDMA Decoding</a:t>
            </a:r>
          </a:p>
        </p:txBody>
      </p:sp>
      <p:sp>
        <p:nvSpPr>
          <p:cNvPr id="276483" name="Rectangle 3">
            <a:extLst>
              <a:ext uri="{FF2B5EF4-FFF2-40B4-BE49-F238E27FC236}">
                <a16:creationId xmlns:a16="http://schemas.microsoft.com/office/drawing/2014/main" id="{B0954B86-229A-884D-A9F8-C8F92BEB9AD3}"/>
              </a:ext>
            </a:extLst>
          </p:cNvPr>
          <p:cNvSpPr>
            <a:spLocks noGrp="1" noChangeArrowheads="1"/>
          </p:cNvSpPr>
          <p:nvPr>
            <p:ph type="body" idx="1"/>
          </p:nvPr>
        </p:nvSpPr>
        <p:spPr/>
        <p:txBody>
          <a:bodyPr/>
          <a:lstStyle/>
          <a:p>
            <a:pPr eaLnBrk="1" hangingPunct="1">
              <a:buFont typeface="Wingdings" charset="2"/>
              <a:buChar char="n"/>
              <a:defRPr/>
            </a:pPr>
            <a:r>
              <a:rPr lang="en-US" altLang="zh-TW" sz="2700" dirty="0">
                <a:latin typeface="微软雅黑" charset="-122"/>
              </a:rPr>
              <a:t>Without interfering users, the receiver would receive the encoded bits, </a:t>
            </a:r>
            <a:r>
              <a:rPr lang="en-US" altLang="zh-TW" sz="2700" i="1" dirty="0" err="1">
                <a:latin typeface="微软雅黑" charset="-122"/>
              </a:rPr>
              <a:t>Z</a:t>
            </a:r>
            <a:r>
              <a:rPr lang="en-US" altLang="zh-TW" sz="2700" i="1" baseline="-25000" dirty="0" err="1">
                <a:latin typeface="微软雅黑" charset="-122"/>
              </a:rPr>
              <a:t>i,m</a:t>
            </a:r>
            <a:r>
              <a:rPr lang="en-US" altLang="zh-TW" sz="2700" dirty="0">
                <a:latin typeface="微软雅黑" charset="-122"/>
              </a:rPr>
              <a:t> , and recover the original data bit, </a:t>
            </a:r>
            <a:r>
              <a:rPr lang="en-US" altLang="zh-TW" sz="2700" i="1" dirty="0">
                <a:latin typeface="微软雅黑" charset="-122"/>
              </a:rPr>
              <a:t>d</a:t>
            </a:r>
            <a:r>
              <a:rPr lang="en-US" altLang="zh-TW" sz="2700" i="1" baseline="-25000" dirty="0">
                <a:latin typeface="微软雅黑" charset="-122"/>
              </a:rPr>
              <a:t>i</a:t>
            </a:r>
            <a:r>
              <a:rPr lang="en-US" altLang="zh-TW" sz="2700" dirty="0">
                <a:latin typeface="微软雅黑" charset="-122"/>
              </a:rPr>
              <a:t>, by computing:</a:t>
            </a:r>
          </a:p>
        </p:txBody>
      </p:sp>
      <p:graphicFrame>
        <p:nvGraphicFramePr>
          <p:cNvPr id="168964" name="Object 4">
            <a:extLst>
              <a:ext uri="{FF2B5EF4-FFF2-40B4-BE49-F238E27FC236}">
                <a16:creationId xmlns:a16="http://schemas.microsoft.com/office/drawing/2014/main" id="{658BF45F-2B85-7A41-98BD-8707E24C9402}"/>
              </a:ext>
            </a:extLst>
          </p:cNvPr>
          <p:cNvGraphicFramePr>
            <a:graphicFrameLocks noChangeAspect="1"/>
          </p:cNvGraphicFramePr>
          <p:nvPr/>
        </p:nvGraphicFramePr>
        <p:xfrm>
          <a:off x="2897981" y="3165873"/>
          <a:ext cx="2171700" cy="869156"/>
        </p:xfrm>
        <a:graphic>
          <a:graphicData uri="http://schemas.openxmlformats.org/presentationml/2006/ole">
            <mc:AlternateContent xmlns:mc="http://schemas.openxmlformats.org/markup-compatibility/2006">
              <mc:Choice xmlns:v="urn:schemas-microsoft-com:vml" Requires="v">
                <p:oleObj spid="_x0000_s152587" name="Equation" r:id="rId4" imgW="24866600" imgH="9944100" progId="Equation.3">
                  <p:embed/>
                </p:oleObj>
              </mc:Choice>
              <mc:Fallback>
                <p:oleObj name="Equation" r:id="rId4" imgW="24866600" imgH="9944100" progId="Equation.3">
                  <p:embed/>
                  <p:pic>
                    <p:nvPicPr>
                      <p:cNvPr id="168964" name="Object 4">
                        <a:extLst>
                          <a:ext uri="{FF2B5EF4-FFF2-40B4-BE49-F238E27FC236}">
                            <a16:creationId xmlns:a16="http://schemas.microsoft.com/office/drawing/2014/main" id="{658BF45F-2B85-7A41-98BD-8707E24C94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97981" y="3165873"/>
                        <a:ext cx="2171700" cy="8691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37560978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灯片编号占位符 3">
            <a:extLst>
              <a:ext uri="{FF2B5EF4-FFF2-40B4-BE49-F238E27FC236}">
                <a16:creationId xmlns:a16="http://schemas.microsoft.com/office/drawing/2014/main" id="{172308EC-F657-1247-A912-04C2F6BDCF1D}"/>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8ACC981-09FE-6946-B879-B9A76CDB1D13}"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75</a:t>
            </a:fld>
            <a:endParaRPr lang="en-US" altLang="zh-CN" sz="1050">
              <a:solidFill>
                <a:schemeClr val="bg2"/>
              </a:solidFill>
              <a:latin typeface="Tahoma" panose="020B0604030504040204" pitchFamily="34" charset="0"/>
              <a:ea typeface="宋体" panose="02010600030101010101" pitchFamily="2" charset="-122"/>
            </a:endParaRPr>
          </a:p>
        </p:txBody>
      </p:sp>
      <p:sp>
        <p:nvSpPr>
          <p:cNvPr id="278530" name="Rectangle 2">
            <a:extLst>
              <a:ext uri="{FF2B5EF4-FFF2-40B4-BE49-F238E27FC236}">
                <a16:creationId xmlns:a16="http://schemas.microsoft.com/office/drawing/2014/main" id="{C26E3005-492E-224B-980E-06ED3478572E}"/>
              </a:ext>
            </a:extLst>
          </p:cNvPr>
          <p:cNvSpPr>
            <a:spLocks noGrp="1" noChangeArrowheads="1"/>
          </p:cNvSpPr>
          <p:nvPr>
            <p:ph type="title"/>
          </p:nvPr>
        </p:nvSpPr>
        <p:spPr/>
        <p:txBody>
          <a:bodyPr/>
          <a:lstStyle/>
          <a:p>
            <a:pPr eaLnBrk="1" hangingPunct="1">
              <a:defRPr/>
            </a:pPr>
            <a:r>
              <a:rPr lang="en-US" altLang="zh-TW">
                <a:latin typeface="微软雅黑" charset="-122"/>
                <a:cs typeface="+mj-cs"/>
              </a:rPr>
              <a:t>CDMA Decoding Example</a:t>
            </a:r>
          </a:p>
        </p:txBody>
      </p:sp>
      <p:sp>
        <p:nvSpPr>
          <p:cNvPr id="171011" name="Rectangle 3">
            <a:extLst>
              <a:ext uri="{FF2B5EF4-FFF2-40B4-BE49-F238E27FC236}">
                <a16:creationId xmlns:a16="http://schemas.microsoft.com/office/drawing/2014/main" id="{9868F2A8-82A8-B843-BA7C-A4420F193748}"/>
              </a:ext>
            </a:extLst>
          </p:cNvPr>
          <p:cNvSpPr>
            <a:spLocks noGrp="1" noChangeArrowheads="1"/>
          </p:cNvSpPr>
          <p:nvPr>
            <p:ph type="body" idx="1"/>
          </p:nvPr>
        </p:nvSpPr>
        <p:spPr>
          <a:xfrm>
            <a:off x="1385888" y="1138238"/>
            <a:ext cx="6238875" cy="3269456"/>
          </a:xfrm>
        </p:spPr>
        <p:txBody>
          <a:bodyPr/>
          <a:lstStyle/>
          <a:p>
            <a:pPr eaLnBrk="1" hangingPunct="1">
              <a:buFont typeface="Wingdings" pitchFamily="2" charset="2"/>
              <a:buNone/>
            </a:pPr>
            <a:r>
              <a:rPr lang="zh-TW" altLang="en-US" sz="2100" dirty="0">
                <a:latin typeface="微软雅黑" panose="020B0503020204020204" pitchFamily="34" charset="-122"/>
                <a:ea typeface="PMingLiU" panose="02020500000000000000" pitchFamily="18" charset="-120"/>
              </a:rPr>
              <a:t>	</a:t>
            </a:r>
            <a:r>
              <a:rPr lang="en-US" altLang="zh-TW" sz="2100" dirty="0">
                <a:latin typeface="微软雅黑" panose="020B0503020204020204" pitchFamily="34" charset="-122"/>
                <a:ea typeface="PMingLiU" panose="02020500000000000000" pitchFamily="18" charset="-120"/>
              </a:rPr>
              <a:t>(</a:t>
            </a:r>
            <a:r>
              <a:rPr lang="en-US" altLang="zh-TW" sz="2100" i="1" dirty="0">
                <a:latin typeface="微软雅黑" panose="020B0503020204020204" pitchFamily="34" charset="-122"/>
                <a:ea typeface="PMingLiU" panose="02020500000000000000" pitchFamily="18" charset="-120"/>
              </a:rPr>
              <a:t>c</a:t>
            </a:r>
            <a:r>
              <a:rPr lang="en-US" altLang="zh-TW" sz="2100" baseline="-25000" dirty="0">
                <a:latin typeface="微软雅黑" panose="020B0503020204020204" pitchFamily="34" charset="-122"/>
                <a:ea typeface="PMingLiU" panose="02020500000000000000" pitchFamily="18" charset="-120"/>
              </a:rPr>
              <a:t>1</a:t>
            </a:r>
            <a:r>
              <a:rPr lang="en-US" altLang="zh-TW" sz="2100" dirty="0">
                <a:latin typeface="微软雅黑" panose="020B0503020204020204" pitchFamily="34" charset="-122"/>
                <a:ea typeface="PMingLiU" panose="02020500000000000000" pitchFamily="18" charset="-120"/>
              </a:rPr>
              <a:t>,</a:t>
            </a:r>
            <a:r>
              <a:rPr lang="en-US" altLang="zh-CN" sz="2100" dirty="0">
                <a:latin typeface="微软雅黑" panose="020B0503020204020204" pitchFamily="34" charset="-122"/>
                <a:ea typeface="宋体" panose="02010600030101010101" pitchFamily="2" charset="-122"/>
              </a:rPr>
              <a:t>  </a:t>
            </a:r>
            <a:r>
              <a:rPr lang="en-US" altLang="zh-TW" sz="2100" i="1" dirty="0">
                <a:latin typeface="微软雅黑" panose="020B0503020204020204" pitchFamily="34" charset="-122"/>
                <a:ea typeface="PMingLiU" panose="02020500000000000000" pitchFamily="18" charset="-120"/>
              </a:rPr>
              <a:t>c</a:t>
            </a:r>
            <a:r>
              <a:rPr lang="en-US" altLang="zh-TW" sz="2100" baseline="-25000" dirty="0">
                <a:latin typeface="微软雅黑" panose="020B0503020204020204" pitchFamily="34" charset="-122"/>
                <a:ea typeface="PMingLiU" panose="02020500000000000000" pitchFamily="18" charset="-120"/>
              </a:rPr>
              <a:t>2</a:t>
            </a:r>
            <a:r>
              <a:rPr lang="en-US" altLang="zh-TW" sz="2100" dirty="0">
                <a:latin typeface="微软雅黑" panose="020B0503020204020204" pitchFamily="34" charset="-122"/>
                <a:ea typeface="PMingLiU" panose="02020500000000000000" pitchFamily="18" charset="-120"/>
              </a:rPr>
              <a:t>,</a:t>
            </a:r>
            <a:r>
              <a:rPr lang="en-US" altLang="zh-CN" sz="2100" dirty="0">
                <a:latin typeface="微软雅黑" panose="020B0503020204020204" pitchFamily="34" charset="-122"/>
                <a:ea typeface="宋体" panose="02010600030101010101" pitchFamily="2" charset="-122"/>
              </a:rPr>
              <a:t>  </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a:t>
            </a:r>
            <a:r>
              <a:rPr lang="en-US" altLang="zh-CN" sz="2100" dirty="0">
                <a:latin typeface="微软雅黑" panose="020B0503020204020204" pitchFamily="34" charset="-122"/>
                <a:ea typeface="宋体" panose="02010600030101010101" pitchFamily="2" charset="-122"/>
              </a:rPr>
              <a:t>   </a:t>
            </a:r>
            <a:r>
              <a:rPr lang="en-US" altLang="zh-TW" sz="2100" i="1" dirty="0">
                <a:latin typeface="微软雅黑" panose="020B0503020204020204" pitchFamily="34" charset="-122"/>
                <a:ea typeface="PMingLiU" panose="02020500000000000000" pitchFamily="18" charset="-120"/>
              </a:rPr>
              <a:t>c</a:t>
            </a:r>
            <a:r>
              <a:rPr lang="en-US" altLang="zh-TW" sz="2100" baseline="-25000" dirty="0">
                <a:latin typeface="微软雅黑" panose="020B0503020204020204" pitchFamily="34" charset="-122"/>
                <a:ea typeface="PMingLiU" panose="02020500000000000000" pitchFamily="18" charset="-120"/>
              </a:rPr>
              <a:t>8</a:t>
            </a:r>
            <a:r>
              <a:rPr lang="en-US" altLang="zh-TW" sz="2100" dirty="0">
                <a:latin typeface="微软雅黑" panose="020B0503020204020204" pitchFamily="34" charset="-122"/>
                <a:ea typeface="PMingLiU" panose="02020500000000000000" pitchFamily="18" charset="-120"/>
              </a:rPr>
              <a:t>)</a:t>
            </a:r>
            <a:r>
              <a:rPr lang="en-US" altLang="zh-CN" sz="2100" dirty="0">
                <a:latin typeface="微软雅黑" panose="020B0503020204020204" pitchFamily="34" charset="-122"/>
                <a:ea typeface="宋体" panose="02010600030101010101" pitchFamily="2" charset="-122"/>
              </a:rPr>
              <a:t> </a:t>
            </a:r>
            <a:r>
              <a:rPr lang="en-US" altLang="zh-TW" sz="2100" dirty="0">
                <a:latin typeface="微软雅黑" panose="020B0503020204020204" pitchFamily="34" charset="-122"/>
                <a:ea typeface="PMingLiU" panose="02020500000000000000" pitchFamily="18" charset="-120"/>
              </a:rPr>
              <a:t> =  (+1,+1,+1,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p>
          <a:p>
            <a:pPr eaLnBrk="1" hangingPunct="1">
              <a:buFont typeface="Wingdings" pitchFamily="2" charset="2"/>
              <a:buNone/>
            </a:pPr>
            <a:r>
              <a:rPr lang="en-US" altLang="zh-TW" sz="2100" dirty="0">
                <a:latin typeface="微软雅黑" panose="020B0503020204020204" pitchFamily="34" charset="-122"/>
                <a:ea typeface="PMingLiU" panose="02020500000000000000" pitchFamily="18" charset="-120"/>
              </a:rPr>
              <a:t>	(</a:t>
            </a:r>
            <a:r>
              <a:rPr lang="en-US" altLang="zh-TW" sz="2100" i="1" dirty="0">
                <a:latin typeface="微软雅黑" panose="020B0503020204020204" pitchFamily="34" charset="-122"/>
                <a:ea typeface="PMingLiU" panose="02020500000000000000" pitchFamily="18" charset="-120"/>
              </a:rPr>
              <a:t>Z</a:t>
            </a:r>
            <a:r>
              <a:rPr lang="en-US" altLang="zh-TW" sz="2100" baseline="-25000" dirty="0">
                <a:latin typeface="微软雅黑" panose="020B0503020204020204" pitchFamily="34" charset="-122"/>
                <a:ea typeface="PMingLiU" panose="02020500000000000000" pitchFamily="18" charset="-120"/>
              </a:rPr>
              <a:t>1,1</a:t>
            </a:r>
            <a:r>
              <a:rPr lang="en-US" altLang="zh-TW" sz="2100" dirty="0">
                <a:latin typeface="微软雅黑" panose="020B0503020204020204" pitchFamily="34" charset="-122"/>
                <a:ea typeface="PMingLiU" panose="02020500000000000000" pitchFamily="18" charset="-120"/>
              </a:rPr>
              <a:t>,</a:t>
            </a:r>
            <a:r>
              <a:rPr lang="en-US" altLang="zh-TW" sz="2100" i="1" dirty="0">
                <a:latin typeface="微软雅黑" panose="020B0503020204020204" pitchFamily="34" charset="-122"/>
                <a:ea typeface="PMingLiU" panose="02020500000000000000" pitchFamily="18" charset="-120"/>
              </a:rPr>
              <a:t>Z</a:t>
            </a:r>
            <a:r>
              <a:rPr lang="en-US" altLang="zh-TW" sz="2100" baseline="-25000" dirty="0">
                <a:latin typeface="微软雅黑" panose="020B0503020204020204" pitchFamily="34" charset="-122"/>
                <a:ea typeface="PMingLiU" panose="02020500000000000000" pitchFamily="18" charset="-120"/>
              </a:rPr>
              <a:t>1,2</a:t>
            </a:r>
            <a:r>
              <a:rPr lang="en-US" altLang="zh-TW" sz="2100" dirty="0">
                <a:latin typeface="微软雅黑" panose="020B0503020204020204" pitchFamily="34" charset="-122"/>
                <a:ea typeface="PMingLiU" panose="02020500000000000000" pitchFamily="18" charset="-120"/>
              </a:rPr>
              <a:t>,</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a:t>
            </a:r>
            <a:r>
              <a:rPr lang="en-US" altLang="zh-TW" sz="2100" i="1" dirty="0">
                <a:latin typeface="微软雅黑" panose="020B0503020204020204" pitchFamily="34" charset="-122"/>
                <a:ea typeface="PMingLiU" panose="02020500000000000000" pitchFamily="18" charset="-120"/>
              </a:rPr>
              <a:t>Z</a:t>
            </a:r>
            <a:r>
              <a:rPr lang="en-US" altLang="zh-TW" sz="2100" baseline="-25000" dirty="0">
                <a:latin typeface="微软雅黑" panose="020B0503020204020204" pitchFamily="34" charset="-122"/>
                <a:ea typeface="PMingLiU" panose="02020500000000000000" pitchFamily="18" charset="-120"/>
              </a:rPr>
              <a:t>1,8</a:t>
            </a:r>
            <a:r>
              <a:rPr lang="en-US" altLang="zh-TW" sz="2100" dirty="0">
                <a:latin typeface="微软雅黑" panose="020B0503020204020204" pitchFamily="34" charset="-122"/>
                <a:ea typeface="PMingLiU" panose="02020500000000000000" pitchFamily="18" charset="-120"/>
              </a:rPr>
              <a:t>)  =  (</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1,+1,+1,+1)</a:t>
            </a:r>
          </a:p>
          <a:p>
            <a:pPr eaLnBrk="1" hangingPunct="1">
              <a:buFont typeface="Wingdings" pitchFamily="2" charset="2"/>
              <a:buNone/>
            </a:pPr>
            <a:endParaRPr lang="en-US" altLang="zh-CN" sz="2100" dirty="0">
              <a:latin typeface="微软雅黑" panose="020B0503020204020204" pitchFamily="34" charset="-122"/>
              <a:ea typeface="宋体" panose="02010600030101010101" pitchFamily="2" charset="-122"/>
            </a:endParaRPr>
          </a:p>
          <a:p>
            <a:pPr eaLnBrk="1" hangingPunct="1">
              <a:buFont typeface="Wingdings" pitchFamily="2" charset="2"/>
              <a:buNone/>
            </a:pPr>
            <a:endParaRPr lang="en-US" altLang="zh-TW" sz="2100" dirty="0">
              <a:latin typeface="微软雅黑" panose="020B0503020204020204" pitchFamily="34" charset="-122"/>
              <a:ea typeface="PMingLiU" panose="02020500000000000000" pitchFamily="18" charset="-120"/>
            </a:endParaRPr>
          </a:p>
          <a:p>
            <a:pPr eaLnBrk="1" hangingPunct="1">
              <a:buFont typeface="Wingdings" pitchFamily="2" charset="2"/>
              <a:buNone/>
            </a:pPr>
            <a:r>
              <a:rPr lang="en-US" altLang="zh-TW" sz="2100" dirty="0">
                <a:latin typeface="微软雅黑" panose="020B0503020204020204" pitchFamily="34" charset="-122"/>
                <a:ea typeface="PMingLiU" panose="02020500000000000000" pitchFamily="18" charset="-120"/>
              </a:rPr>
              <a:t>			</a:t>
            </a:r>
            <a:r>
              <a:rPr lang="en-US" altLang="zh-CN" sz="2100" dirty="0">
                <a:latin typeface="微软雅黑" panose="020B0503020204020204" pitchFamily="34" charset="-122"/>
                <a:ea typeface="宋体" panose="02010600030101010101" pitchFamily="2" charset="-122"/>
              </a:rPr>
              <a:t>        </a:t>
            </a:r>
            <a:r>
              <a:rPr lang="en-US" altLang="zh-TW" sz="2100" dirty="0">
                <a:latin typeface="微软雅黑" panose="020B0503020204020204" pitchFamily="34" charset="-122"/>
                <a:ea typeface="PMingLiU" panose="02020500000000000000" pitchFamily="18" charset="-120"/>
              </a:rPr>
              <a:t> (</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p>
          <a:p>
            <a:pPr eaLnBrk="1" hangingPunct="1">
              <a:buFont typeface="Wingdings" pitchFamily="2" charset="2"/>
              <a:buNone/>
            </a:pPr>
            <a:endParaRPr lang="en-US" altLang="zh-TW" sz="2100" dirty="0">
              <a:latin typeface="微软雅黑" panose="020B0503020204020204" pitchFamily="34" charset="-122"/>
              <a:ea typeface="PMingLiU" panose="02020500000000000000" pitchFamily="18" charset="-120"/>
            </a:endParaRPr>
          </a:p>
          <a:p>
            <a:pPr eaLnBrk="1" hangingPunct="1">
              <a:buFont typeface="Wingdings" pitchFamily="2" charset="2"/>
              <a:buNone/>
            </a:pPr>
            <a:endParaRPr lang="en-US" altLang="zh-TW" sz="2100" dirty="0">
              <a:latin typeface="微软雅黑" panose="020B0503020204020204" pitchFamily="34" charset="-122"/>
              <a:ea typeface="PMingLiU" panose="02020500000000000000" pitchFamily="18" charset="-120"/>
            </a:endParaRPr>
          </a:p>
          <a:p>
            <a:pPr eaLnBrk="1" hangingPunct="1">
              <a:buFont typeface="Wingdings" pitchFamily="2" charset="2"/>
              <a:buNone/>
            </a:pPr>
            <a:r>
              <a:rPr lang="en-US" altLang="zh-CN" sz="2100" dirty="0">
                <a:latin typeface="微软雅黑" panose="020B0503020204020204" pitchFamily="34" charset="-122"/>
                <a:ea typeface="宋体" panose="02010600030101010101" pitchFamily="2" charset="-122"/>
              </a:rPr>
              <a:t>  	</a:t>
            </a:r>
            <a:r>
              <a:rPr lang="en-US" altLang="zh-TW" sz="2100" dirty="0">
                <a:latin typeface="微软雅黑" panose="020B0503020204020204" pitchFamily="34" charset="-122"/>
                <a:ea typeface="PMingLiU" panose="02020500000000000000" pitchFamily="18" charset="-120"/>
              </a:rPr>
              <a:t>		</a:t>
            </a:r>
            <a:r>
              <a:rPr lang="zh-CN" altLang="en-US" sz="2100" dirty="0">
                <a:latin typeface="微软雅黑" panose="020B0503020204020204" pitchFamily="34" charset="-122"/>
                <a:ea typeface="PMingLiU" panose="02020500000000000000" pitchFamily="18" charset="-120"/>
              </a:rPr>
              <a:t>           </a:t>
            </a:r>
            <a:r>
              <a:rPr lang="en-US" altLang="zh-TW" sz="2100" i="1" dirty="0">
                <a:latin typeface="微软雅黑" panose="020B0503020204020204" pitchFamily="34" charset="-122"/>
                <a:ea typeface="PMingLiU" panose="02020500000000000000" pitchFamily="18" charset="-120"/>
              </a:rPr>
              <a:t>d</a:t>
            </a:r>
            <a:r>
              <a:rPr lang="en-US" altLang="zh-TW" sz="2100" i="1" baseline="-25000" dirty="0">
                <a:latin typeface="微软雅黑" panose="020B0503020204020204" pitchFamily="34" charset="-122"/>
                <a:ea typeface="PMingLiU" panose="02020500000000000000" pitchFamily="18" charset="-120"/>
              </a:rPr>
              <a:t>i</a:t>
            </a:r>
            <a:r>
              <a:rPr lang="en-US" altLang="zh-TW" sz="2100" dirty="0">
                <a:latin typeface="微软雅黑" panose="020B0503020204020204" pitchFamily="34" charset="-122"/>
                <a:ea typeface="PMingLiU" panose="02020500000000000000" pitchFamily="18" charset="-120"/>
              </a:rPr>
              <a:t> = </a:t>
            </a:r>
            <a:r>
              <a:rPr lang="en-US" altLang="zh-TW" sz="2100" dirty="0">
                <a:latin typeface="Arial" panose="020B0604020202020204" pitchFamily="34" charset="0"/>
                <a:ea typeface="PMingLiU" panose="02020500000000000000" pitchFamily="18" charset="-120"/>
              </a:rPr>
              <a:t>–</a:t>
            </a:r>
            <a:r>
              <a:rPr lang="en-US" altLang="zh-TW" sz="2100" dirty="0">
                <a:latin typeface="微软雅黑" panose="020B0503020204020204" pitchFamily="34" charset="-122"/>
                <a:ea typeface="PMingLiU" panose="02020500000000000000" pitchFamily="18" charset="-120"/>
              </a:rPr>
              <a:t>1</a:t>
            </a:r>
          </a:p>
        </p:txBody>
      </p:sp>
      <p:sp>
        <p:nvSpPr>
          <p:cNvPr id="171012" name="AutoShape 4">
            <a:extLst>
              <a:ext uri="{FF2B5EF4-FFF2-40B4-BE49-F238E27FC236}">
                <a16:creationId xmlns:a16="http://schemas.microsoft.com/office/drawing/2014/main" id="{A9FA9F73-6DEC-8644-A369-A7C310835372}"/>
              </a:ext>
            </a:extLst>
          </p:cNvPr>
          <p:cNvSpPr>
            <a:spLocks noChangeArrowheads="1"/>
          </p:cNvSpPr>
          <p:nvPr/>
        </p:nvSpPr>
        <p:spPr bwMode="auto">
          <a:xfrm>
            <a:off x="4356497" y="2139554"/>
            <a:ext cx="400050" cy="457200"/>
          </a:xfrm>
          <a:prstGeom prst="downArrow">
            <a:avLst>
              <a:gd name="adj1" fmla="val 50000"/>
              <a:gd name="adj2" fmla="val 28571"/>
            </a:avLst>
          </a:prstGeom>
          <a:solidFill>
            <a:schemeClr val="hlink"/>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71013" name="Text Box 5">
            <a:extLst>
              <a:ext uri="{FF2B5EF4-FFF2-40B4-BE49-F238E27FC236}">
                <a16:creationId xmlns:a16="http://schemas.microsoft.com/office/drawing/2014/main" id="{D19CF6FB-2294-7445-9AD8-D4E2F8A3AA96}"/>
              </a:ext>
            </a:extLst>
          </p:cNvPr>
          <p:cNvSpPr txBox="1">
            <a:spLocks noChangeArrowheads="1"/>
          </p:cNvSpPr>
          <p:nvPr/>
        </p:nvSpPr>
        <p:spPr bwMode="auto">
          <a:xfrm>
            <a:off x="4895850" y="2139554"/>
            <a:ext cx="14287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800">
                <a:solidFill>
                  <a:schemeClr val="hlink"/>
                </a:solidFill>
                <a:latin typeface="Comic Sans MS" panose="030F0902030302020204" pitchFamily="66" charset="0"/>
                <a:ea typeface="PMingLiU" panose="02020500000000000000" pitchFamily="18" charset="-120"/>
              </a:rPr>
              <a:t>multiply</a:t>
            </a:r>
          </a:p>
        </p:txBody>
      </p:sp>
      <p:sp>
        <p:nvSpPr>
          <p:cNvPr id="171014" name="AutoShape 6">
            <a:extLst>
              <a:ext uri="{FF2B5EF4-FFF2-40B4-BE49-F238E27FC236}">
                <a16:creationId xmlns:a16="http://schemas.microsoft.com/office/drawing/2014/main" id="{E646406F-806D-8148-841D-78155A331996}"/>
              </a:ext>
            </a:extLst>
          </p:cNvPr>
          <p:cNvSpPr>
            <a:spLocks noChangeArrowheads="1"/>
          </p:cNvSpPr>
          <p:nvPr/>
        </p:nvSpPr>
        <p:spPr bwMode="auto">
          <a:xfrm>
            <a:off x="4356497" y="3289696"/>
            <a:ext cx="400050" cy="715566"/>
          </a:xfrm>
          <a:prstGeom prst="downArrow">
            <a:avLst>
              <a:gd name="adj1" fmla="val 50000"/>
              <a:gd name="adj2" fmla="val 44717"/>
            </a:avLst>
          </a:prstGeom>
          <a:solidFill>
            <a:srgbClr val="FF9966"/>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71015" name="Text Box 7">
            <a:extLst>
              <a:ext uri="{FF2B5EF4-FFF2-40B4-BE49-F238E27FC236}">
                <a16:creationId xmlns:a16="http://schemas.microsoft.com/office/drawing/2014/main" id="{98570624-68BA-6D42-882A-0D7CACF2EC00}"/>
              </a:ext>
            </a:extLst>
          </p:cNvPr>
          <p:cNvSpPr txBox="1">
            <a:spLocks noChangeArrowheads="1"/>
          </p:cNvSpPr>
          <p:nvPr/>
        </p:nvSpPr>
        <p:spPr bwMode="auto">
          <a:xfrm>
            <a:off x="4895850" y="3324313"/>
            <a:ext cx="14859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800" dirty="0">
                <a:solidFill>
                  <a:srgbClr val="FF0000"/>
                </a:solidFill>
                <a:latin typeface="Comic Sans MS" panose="030F0902030302020204" pitchFamily="66" charset="0"/>
                <a:ea typeface="PMingLiU" panose="02020500000000000000" pitchFamily="18" charset="-120"/>
              </a:rPr>
              <a:t>add and divide by M</a:t>
            </a:r>
          </a:p>
        </p:txBody>
      </p:sp>
    </p:spTree>
    <p:extLst>
      <p:ext uri="{BB962C8B-B14F-4D97-AF65-F5344CB8AC3E}">
        <p14:creationId xmlns:p14="http://schemas.microsoft.com/office/powerpoint/2010/main" val="214725835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73057" name="Picture 2" descr="5">
            <a:extLst>
              <a:ext uri="{FF2B5EF4-FFF2-40B4-BE49-F238E27FC236}">
                <a16:creationId xmlns:a16="http://schemas.microsoft.com/office/drawing/2014/main" id="{74BC3880-9510-5148-A89D-17D29FB037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1663" y="303610"/>
            <a:ext cx="5562600" cy="4661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4707879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灯片编号占位符 3">
            <a:extLst>
              <a:ext uri="{FF2B5EF4-FFF2-40B4-BE49-F238E27FC236}">
                <a16:creationId xmlns:a16="http://schemas.microsoft.com/office/drawing/2014/main" id="{98EDB6B2-D51F-D04F-A2F2-0FBED90EC64B}"/>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A3015B4-B03A-A442-9D2B-A8D2A8B6E153}"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77</a:t>
            </a:fld>
            <a:endParaRPr lang="en-US" altLang="zh-CN" sz="1050">
              <a:solidFill>
                <a:schemeClr val="bg2"/>
              </a:solidFill>
              <a:latin typeface="Tahoma" panose="020B0604030504040204" pitchFamily="34" charset="0"/>
              <a:ea typeface="宋体" panose="02010600030101010101" pitchFamily="2" charset="-122"/>
            </a:endParaRPr>
          </a:p>
        </p:txBody>
      </p:sp>
      <p:sp>
        <p:nvSpPr>
          <p:cNvPr id="282626" name="Rectangle 2">
            <a:extLst>
              <a:ext uri="{FF2B5EF4-FFF2-40B4-BE49-F238E27FC236}">
                <a16:creationId xmlns:a16="http://schemas.microsoft.com/office/drawing/2014/main" id="{2D4D0F14-9017-E146-9D87-0896E2CC30BB}"/>
              </a:ext>
            </a:extLst>
          </p:cNvPr>
          <p:cNvSpPr>
            <a:spLocks noGrp="1" noChangeArrowheads="1"/>
          </p:cNvSpPr>
          <p:nvPr>
            <p:ph type="title"/>
          </p:nvPr>
        </p:nvSpPr>
        <p:spPr/>
        <p:txBody>
          <a:bodyPr/>
          <a:lstStyle/>
          <a:p>
            <a:pPr eaLnBrk="1" hangingPunct="1">
              <a:defRPr/>
            </a:pPr>
            <a:r>
              <a:rPr lang="en-US" altLang="zh-TW">
                <a:latin typeface="微软雅黑" charset="-122"/>
                <a:cs typeface="+mj-cs"/>
              </a:rPr>
              <a:t>Multiuser Scenario</a:t>
            </a:r>
          </a:p>
        </p:txBody>
      </p:sp>
      <p:sp>
        <p:nvSpPr>
          <p:cNvPr id="175107" name="Rectangle 3">
            <a:extLst>
              <a:ext uri="{FF2B5EF4-FFF2-40B4-BE49-F238E27FC236}">
                <a16:creationId xmlns:a16="http://schemas.microsoft.com/office/drawing/2014/main" id="{5842D77E-7579-4E48-ABB6-82054E21C5D1}"/>
              </a:ext>
            </a:extLst>
          </p:cNvPr>
          <p:cNvSpPr>
            <a:spLocks noGrp="1" noChangeArrowheads="1"/>
          </p:cNvSpPr>
          <p:nvPr>
            <p:ph type="body" idx="1"/>
          </p:nvPr>
        </p:nvSpPr>
        <p:spPr/>
        <p:txBody>
          <a:bodyPr/>
          <a:lstStyle/>
          <a:p>
            <a:pPr eaLnBrk="1" hangingPunct="1"/>
            <a:r>
              <a:rPr lang="en-US" altLang="zh-TW">
                <a:latin typeface="微软雅黑" panose="020B0503020204020204" pitchFamily="34" charset="-122"/>
                <a:ea typeface="PMingLiU" panose="02020500000000000000" pitchFamily="18" charset="-120"/>
              </a:rPr>
              <a:t>If there are </a:t>
            </a:r>
            <a:r>
              <a:rPr lang="en-US" altLang="zh-TW" i="1">
                <a:latin typeface="微软雅黑" panose="020B0503020204020204" pitchFamily="34" charset="-122"/>
                <a:ea typeface="PMingLiU" panose="02020500000000000000" pitchFamily="18" charset="-120"/>
              </a:rPr>
              <a:t>N</a:t>
            </a:r>
            <a:r>
              <a:rPr lang="en-US" altLang="zh-TW">
                <a:latin typeface="微软雅黑" panose="020B0503020204020204" pitchFamily="34" charset="-122"/>
                <a:ea typeface="PMingLiU" panose="02020500000000000000" pitchFamily="18" charset="-120"/>
              </a:rPr>
              <a:t> users, the signal at the receiver becomes:</a:t>
            </a:r>
          </a:p>
          <a:p>
            <a:pPr eaLnBrk="1" hangingPunct="1">
              <a:buFont typeface="Wingdings" pitchFamily="2" charset="2"/>
              <a:buNone/>
            </a:pPr>
            <a:r>
              <a:rPr lang="en-US" altLang="zh-TW">
                <a:latin typeface="微软雅黑" panose="020B0503020204020204" pitchFamily="34" charset="-122"/>
                <a:ea typeface="PMingLiU" panose="02020500000000000000" pitchFamily="18" charset="-120"/>
              </a:rPr>
              <a:t>	</a:t>
            </a:r>
          </a:p>
          <a:p>
            <a:pPr eaLnBrk="1" hangingPunct="1"/>
            <a:endParaRPr lang="en-US" altLang="zh-TW">
              <a:latin typeface="微软雅黑" panose="020B0503020204020204" pitchFamily="34" charset="-122"/>
              <a:ea typeface="PMingLiU" panose="02020500000000000000" pitchFamily="18" charset="-120"/>
            </a:endParaRPr>
          </a:p>
          <a:p>
            <a:pPr eaLnBrk="1" hangingPunct="1"/>
            <a:r>
              <a:rPr lang="en-US" altLang="zh-TW" i="1">
                <a:solidFill>
                  <a:srgbClr val="FF0000"/>
                </a:solidFill>
                <a:latin typeface="微软雅黑" panose="020B0503020204020204" pitchFamily="34" charset="-122"/>
                <a:ea typeface="PMingLiU" panose="02020500000000000000" pitchFamily="18" charset="-120"/>
              </a:rPr>
              <a:t>How can a CDMA receiver recover a user</a:t>
            </a:r>
            <a:r>
              <a:rPr lang="en-US" altLang="zh-TW" i="1">
                <a:solidFill>
                  <a:srgbClr val="FF0000"/>
                </a:solidFill>
                <a:latin typeface="Arial" panose="020B0604020202020204" pitchFamily="34" charset="0"/>
                <a:ea typeface="PMingLiU" panose="02020500000000000000" pitchFamily="18" charset="-120"/>
              </a:rPr>
              <a:t>’</a:t>
            </a:r>
            <a:r>
              <a:rPr lang="en-US" altLang="zh-TW" i="1">
                <a:solidFill>
                  <a:srgbClr val="FF0000"/>
                </a:solidFill>
                <a:latin typeface="微软雅黑" panose="020B0503020204020204" pitchFamily="34" charset="-122"/>
                <a:ea typeface="PMingLiU" panose="02020500000000000000" pitchFamily="18" charset="-120"/>
              </a:rPr>
              <a:t>s original data bit?</a:t>
            </a:r>
          </a:p>
        </p:txBody>
      </p:sp>
      <p:graphicFrame>
        <p:nvGraphicFramePr>
          <p:cNvPr id="175108" name="Object 4">
            <a:extLst>
              <a:ext uri="{FF2B5EF4-FFF2-40B4-BE49-F238E27FC236}">
                <a16:creationId xmlns:a16="http://schemas.microsoft.com/office/drawing/2014/main" id="{89055289-9FA4-0C43-B7AB-FB8B10D697DC}"/>
              </a:ext>
            </a:extLst>
          </p:cNvPr>
          <p:cNvGraphicFramePr>
            <a:graphicFrameLocks noChangeAspect="1"/>
          </p:cNvGraphicFramePr>
          <p:nvPr/>
        </p:nvGraphicFramePr>
        <p:xfrm>
          <a:off x="3492104" y="1869282"/>
          <a:ext cx="1657350" cy="840581"/>
        </p:xfrm>
        <a:graphic>
          <a:graphicData uri="http://schemas.openxmlformats.org/presentationml/2006/ole">
            <mc:AlternateContent xmlns:mc="http://schemas.openxmlformats.org/markup-compatibility/2006">
              <mc:Choice xmlns:v="urn:schemas-microsoft-com:vml" Requires="v">
                <p:oleObj spid="_x0000_s158731" name="Equation" r:id="rId4" imgW="19596100" imgH="9944100" progId="Equation.3">
                  <p:embed/>
                </p:oleObj>
              </mc:Choice>
              <mc:Fallback>
                <p:oleObj name="Equation" r:id="rId4" imgW="19596100" imgH="9944100" progId="Equation.3">
                  <p:embed/>
                  <p:pic>
                    <p:nvPicPr>
                      <p:cNvPr id="175108" name="Object 4">
                        <a:extLst>
                          <a:ext uri="{FF2B5EF4-FFF2-40B4-BE49-F238E27FC236}">
                            <a16:creationId xmlns:a16="http://schemas.microsoft.com/office/drawing/2014/main" id="{89055289-9FA4-0C43-B7AB-FB8B10D697D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2104" y="1869282"/>
                        <a:ext cx="1657350" cy="8405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102354069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77153" name="Picture 2" descr="5">
            <a:extLst>
              <a:ext uri="{FF2B5EF4-FFF2-40B4-BE49-F238E27FC236}">
                <a16:creationId xmlns:a16="http://schemas.microsoft.com/office/drawing/2014/main" id="{6C0DC8CD-E654-FB43-A688-8476AF95F9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5469" y="141685"/>
            <a:ext cx="4552950" cy="4822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7154" name="Line 3">
            <a:extLst>
              <a:ext uri="{FF2B5EF4-FFF2-40B4-BE49-F238E27FC236}">
                <a16:creationId xmlns:a16="http://schemas.microsoft.com/office/drawing/2014/main" id="{16515768-9C3D-A14A-9C2C-E40CFDB7BFA8}"/>
              </a:ext>
            </a:extLst>
          </p:cNvPr>
          <p:cNvSpPr>
            <a:spLocks noChangeShapeType="1"/>
          </p:cNvSpPr>
          <p:nvPr/>
        </p:nvSpPr>
        <p:spPr bwMode="auto">
          <a:xfrm flipH="1">
            <a:off x="4787504" y="3057525"/>
            <a:ext cx="457200" cy="1143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7155" name="Text Box 4">
            <a:extLst>
              <a:ext uri="{FF2B5EF4-FFF2-40B4-BE49-F238E27FC236}">
                <a16:creationId xmlns:a16="http://schemas.microsoft.com/office/drawing/2014/main" id="{9F639EF4-AF9F-5343-8B5C-CEF9D6B6541C}"/>
              </a:ext>
            </a:extLst>
          </p:cNvPr>
          <p:cNvSpPr txBox="1">
            <a:spLocks noChangeArrowheads="1"/>
          </p:cNvSpPr>
          <p:nvPr/>
        </p:nvSpPr>
        <p:spPr bwMode="auto">
          <a:xfrm>
            <a:off x="5328047" y="2787254"/>
            <a:ext cx="234315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350">
                <a:solidFill>
                  <a:schemeClr val="tx2"/>
                </a:solidFill>
                <a:latin typeface="Comic Sans MS" panose="030F0902030302020204" pitchFamily="66" charset="0"/>
                <a:ea typeface="PMingLiU" panose="02020500000000000000" pitchFamily="18" charset="-120"/>
              </a:rPr>
              <a:t>Multiplied by the signature sequence of user 1</a:t>
            </a:r>
          </a:p>
        </p:txBody>
      </p:sp>
      <p:sp>
        <p:nvSpPr>
          <p:cNvPr id="177156" name="Text Box 5">
            <a:extLst>
              <a:ext uri="{FF2B5EF4-FFF2-40B4-BE49-F238E27FC236}">
                <a16:creationId xmlns:a16="http://schemas.microsoft.com/office/drawing/2014/main" id="{391E0E3F-CE51-E74D-8C4D-E2083DC6C434}"/>
              </a:ext>
            </a:extLst>
          </p:cNvPr>
          <p:cNvSpPr txBox="1">
            <a:spLocks noChangeArrowheads="1"/>
          </p:cNvSpPr>
          <p:nvPr/>
        </p:nvSpPr>
        <p:spPr bwMode="auto">
          <a:xfrm>
            <a:off x="6516291" y="303610"/>
            <a:ext cx="135016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2400">
                <a:solidFill>
                  <a:srgbClr val="FF0000"/>
                </a:solidFill>
                <a:latin typeface="Arial" panose="020B0604020202020204" pitchFamily="34" charset="0"/>
                <a:ea typeface="PMingLiU" panose="02020500000000000000" pitchFamily="18" charset="-120"/>
              </a:rPr>
              <a:t>2-user example</a:t>
            </a:r>
          </a:p>
        </p:txBody>
      </p:sp>
    </p:spTree>
    <p:extLst>
      <p:ext uri="{BB962C8B-B14F-4D97-AF65-F5344CB8AC3E}">
        <p14:creationId xmlns:p14="http://schemas.microsoft.com/office/powerpoint/2010/main" val="284754175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Rectangle 2">
            <a:extLst>
              <a:ext uri="{FF2B5EF4-FFF2-40B4-BE49-F238E27FC236}">
                <a16:creationId xmlns:a16="http://schemas.microsoft.com/office/drawing/2014/main" id="{9DB8A0EB-3B49-BB47-8751-2F840175ED9F}"/>
              </a:ext>
            </a:extLst>
          </p:cNvPr>
          <p:cNvSpPr>
            <a:spLocks noGrp="1" noChangeArrowheads="1"/>
          </p:cNvSpPr>
          <p:nvPr>
            <p:ph type="title"/>
          </p:nvPr>
        </p:nvSpPr>
        <p:spPr>
          <a:xfrm>
            <a:off x="205740" y="246460"/>
            <a:ext cx="7202329" cy="633650"/>
          </a:xfrm>
        </p:spPr>
        <p:txBody>
          <a:bodyPr/>
          <a:lstStyle/>
          <a:p>
            <a:pPr eaLnBrk="1" hangingPunct="1"/>
            <a:r>
              <a:rPr lang="zh-CN" altLang="en-US" dirty="0">
                <a:latin typeface="Times New Roman" panose="02020603050405020304" pitchFamily="18" charset="0"/>
                <a:ea typeface="宋体" panose="02010600030101010101" pitchFamily="2" charset="-122"/>
              </a:rPr>
              <a:t>码片序列的正交关系 </a:t>
            </a:r>
          </a:p>
        </p:txBody>
      </p:sp>
      <p:sp>
        <p:nvSpPr>
          <p:cNvPr id="181250" name="Rectangle 3">
            <a:extLst>
              <a:ext uri="{FF2B5EF4-FFF2-40B4-BE49-F238E27FC236}">
                <a16:creationId xmlns:a16="http://schemas.microsoft.com/office/drawing/2014/main" id="{B11CED8E-A095-CC42-9992-47CD427EA0C1}"/>
              </a:ext>
            </a:extLst>
          </p:cNvPr>
          <p:cNvSpPr>
            <a:spLocks noGrp="1" noChangeArrowheads="1"/>
          </p:cNvSpPr>
          <p:nvPr>
            <p:ph type="body" idx="1"/>
          </p:nvPr>
        </p:nvSpPr>
        <p:spPr>
          <a:xfrm>
            <a:off x="205740" y="1074420"/>
            <a:ext cx="8732520" cy="2145030"/>
          </a:xfrm>
        </p:spPr>
        <p:txBody>
          <a:bodyPr/>
          <a:lstStyle/>
          <a:p>
            <a:pPr eaLnBrk="1" hangingPunct="1"/>
            <a:r>
              <a:rPr lang="zh-CN" altLang="en-US" dirty="0">
                <a:latin typeface="Times New Roman" panose="02020603050405020304" pitchFamily="18" charset="0"/>
                <a:ea typeface="宋体" panose="02010600030101010101" pitchFamily="2" charset="-122"/>
              </a:rPr>
              <a:t>令向量 </a:t>
            </a:r>
            <a:r>
              <a:rPr lang="en-US" altLang="zh-CN" b="1" dirty="0">
                <a:latin typeface="Times New Roman" panose="02020603050405020304" pitchFamily="18" charset="0"/>
                <a:ea typeface="宋体" panose="02010600030101010101" pitchFamily="2" charset="-122"/>
              </a:rPr>
              <a:t>S </a:t>
            </a:r>
            <a:r>
              <a:rPr lang="zh-CN" altLang="en-US" dirty="0">
                <a:latin typeface="Times New Roman" panose="02020603050405020304" pitchFamily="18" charset="0"/>
                <a:ea typeface="宋体" panose="02010600030101010101" pitchFamily="2" charset="-122"/>
              </a:rPr>
              <a:t>表示站 </a:t>
            </a:r>
            <a:r>
              <a:rPr lang="en-US" altLang="zh-CN" dirty="0">
                <a:latin typeface="Times New Roman" panose="02020603050405020304" pitchFamily="18" charset="0"/>
                <a:ea typeface="宋体" panose="02010600030101010101" pitchFamily="2" charset="-122"/>
              </a:rPr>
              <a:t>S </a:t>
            </a:r>
            <a:r>
              <a:rPr lang="zh-CN" altLang="en-US" dirty="0">
                <a:latin typeface="Times New Roman" panose="02020603050405020304" pitchFamily="18" charset="0"/>
                <a:ea typeface="宋体" panose="02010600030101010101" pitchFamily="2" charset="-122"/>
              </a:rPr>
              <a:t>的码片向量，令 </a:t>
            </a:r>
            <a:r>
              <a:rPr lang="en-US" altLang="zh-CN" b="1" dirty="0">
                <a:latin typeface="Times New Roman" panose="02020603050405020304" pitchFamily="18" charset="0"/>
                <a:ea typeface="宋体" panose="02010600030101010101" pitchFamily="2" charset="-122"/>
              </a:rPr>
              <a:t>T </a:t>
            </a:r>
            <a:r>
              <a:rPr lang="zh-CN" altLang="en-US" dirty="0">
                <a:latin typeface="Times New Roman" panose="02020603050405020304" pitchFamily="18" charset="0"/>
                <a:ea typeface="宋体" panose="02010600030101010101" pitchFamily="2" charset="-122"/>
              </a:rPr>
              <a:t>表示其他任何站的码片向量。 </a:t>
            </a:r>
          </a:p>
          <a:p>
            <a:pPr eaLnBrk="1" hangingPunct="1"/>
            <a:r>
              <a:rPr lang="zh-CN" altLang="en-US" dirty="0">
                <a:latin typeface="Times New Roman" panose="02020603050405020304" pitchFamily="18" charset="0"/>
                <a:ea typeface="宋体" panose="02010600030101010101" pitchFamily="2" charset="-122"/>
              </a:rPr>
              <a:t>两个不同站的码片序列正交，就是向量 </a:t>
            </a:r>
            <a:r>
              <a:rPr lang="en-US" altLang="zh-CN" b="1" dirty="0">
                <a:latin typeface="Times New Roman" panose="02020603050405020304" pitchFamily="18" charset="0"/>
                <a:ea typeface="宋体" panose="02010600030101010101" pitchFamily="2" charset="-122"/>
              </a:rPr>
              <a:t>S </a:t>
            </a:r>
            <a:r>
              <a:rPr lang="zh-CN" altLang="en-US" dirty="0">
                <a:latin typeface="Times New Roman" panose="02020603050405020304" pitchFamily="18" charset="0"/>
                <a:ea typeface="宋体" panose="02010600030101010101" pitchFamily="2" charset="-122"/>
              </a:rPr>
              <a:t>和</a:t>
            </a:r>
            <a:r>
              <a:rPr lang="en-US" altLang="zh-CN" b="1" dirty="0">
                <a:latin typeface="Times New Roman" panose="02020603050405020304" pitchFamily="18" charset="0"/>
                <a:ea typeface="宋体" panose="02010600030101010101" pitchFamily="2" charset="-122"/>
              </a:rPr>
              <a:t>T </a:t>
            </a:r>
            <a:r>
              <a:rPr lang="zh-CN" altLang="en-US" dirty="0">
                <a:latin typeface="Times New Roman" panose="02020603050405020304" pitchFamily="18" charset="0"/>
                <a:ea typeface="宋体" panose="02010600030101010101" pitchFamily="2" charset="-122"/>
              </a:rPr>
              <a:t>的规格化</a:t>
            </a:r>
            <a:r>
              <a:rPr lang="zh-CN" altLang="en-US" dirty="0">
                <a:solidFill>
                  <a:schemeClr val="hlink"/>
                </a:solidFill>
                <a:latin typeface="Times New Roman" panose="02020603050405020304" pitchFamily="18" charset="0"/>
                <a:ea typeface="宋体" panose="02010600030101010101" pitchFamily="2" charset="-122"/>
              </a:rPr>
              <a:t>内积</a:t>
            </a:r>
            <a:r>
              <a:rPr lang="en-US" altLang="zh-CN" dirty="0">
                <a:latin typeface="Times New Roman" panose="02020603050405020304" pitchFamily="18" charset="0"/>
                <a:ea typeface="宋体" panose="02010600030101010101" pitchFamily="2" charset="-122"/>
              </a:rPr>
              <a:t>(inner product)</a:t>
            </a:r>
            <a:r>
              <a:rPr lang="zh-CN" altLang="en-US" dirty="0">
                <a:latin typeface="Times New Roman" panose="02020603050405020304" pitchFamily="18" charset="0"/>
                <a:ea typeface="宋体" panose="02010600030101010101" pitchFamily="2" charset="-122"/>
              </a:rPr>
              <a:t>都是 </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 </a:t>
            </a:r>
          </a:p>
        </p:txBody>
      </p:sp>
      <p:sp>
        <p:nvSpPr>
          <p:cNvPr id="156676" name="Rectangle 4">
            <a:extLst>
              <a:ext uri="{FF2B5EF4-FFF2-40B4-BE49-F238E27FC236}">
                <a16:creationId xmlns:a16="http://schemas.microsoft.com/office/drawing/2014/main" id="{8A065919-6AD2-0A46-BC02-E68CC775686C}"/>
              </a:ext>
            </a:extLst>
          </p:cNvPr>
          <p:cNvSpPr>
            <a:spLocks noChangeArrowheads="1"/>
          </p:cNvSpPr>
          <p:nvPr/>
        </p:nvSpPr>
        <p:spPr bwMode="auto">
          <a:xfrm>
            <a:off x="4479634" y="-184666"/>
            <a:ext cx="184731" cy="369332"/>
          </a:xfrm>
          <a:prstGeom prst="rect">
            <a:avLst/>
          </a:prstGeom>
          <a:noFill/>
          <a:ln>
            <a:noFill/>
          </a:ln>
          <a:effectLst/>
        </p:spPr>
        <p:txBody>
          <a:bodyPr wrap="none" anchor="ctr">
            <a:spAutoFit/>
          </a:bodyPr>
          <a:lstStyle/>
          <a:p>
            <a:pPr algn="ctr" eaLnBrk="1" hangingPunct="1">
              <a:defRPr/>
            </a:pPr>
            <a:endParaRPr lang="zh-CN" altLang="en-US">
              <a:latin typeface="Tahoma" charset="0"/>
              <a:ea typeface="宋体" charset="-122"/>
              <a:cs typeface="+mn-cs"/>
            </a:endParaRPr>
          </a:p>
        </p:txBody>
      </p:sp>
      <p:sp>
        <p:nvSpPr>
          <p:cNvPr id="156678" name="Rectangle 6">
            <a:extLst>
              <a:ext uri="{FF2B5EF4-FFF2-40B4-BE49-F238E27FC236}">
                <a16:creationId xmlns:a16="http://schemas.microsoft.com/office/drawing/2014/main" id="{1A5FA9D2-D589-E24E-869E-7B1ABF5D6FCB}"/>
              </a:ext>
            </a:extLst>
          </p:cNvPr>
          <p:cNvSpPr>
            <a:spLocks noChangeArrowheads="1"/>
          </p:cNvSpPr>
          <p:nvPr/>
        </p:nvSpPr>
        <p:spPr bwMode="auto">
          <a:xfrm>
            <a:off x="4479634" y="2244209"/>
            <a:ext cx="184731" cy="369332"/>
          </a:xfrm>
          <a:prstGeom prst="rect">
            <a:avLst/>
          </a:prstGeom>
          <a:noFill/>
          <a:ln>
            <a:noFill/>
          </a:ln>
          <a:effectLst/>
        </p:spPr>
        <p:txBody>
          <a:bodyPr wrap="none" anchor="ctr">
            <a:spAutoFit/>
          </a:bodyPr>
          <a:lstStyle/>
          <a:p>
            <a:pPr algn="ctr" eaLnBrk="1" hangingPunct="1">
              <a:defRPr/>
            </a:pPr>
            <a:endParaRPr lang="zh-CN" altLang="en-US">
              <a:latin typeface="Tahoma" charset="0"/>
              <a:ea typeface="宋体" charset="-122"/>
              <a:cs typeface="+mn-cs"/>
            </a:endParaRPr>
          </a:p>
        </p:txBody>
      </p:sp>
      <p:graphicFrame>
        <p:nvGraphicFramePr>
          <p:cNvPr id="181253" name="Object 7">
            <a:extLst>
              <a:ext uri="{FF2B5EF4-FFF2-40B4-BE49-F238E27FC236}">
                <a16:creationId xmlns:a16="http://schemas.microsoft.com/office/drawing/2014/main" id="{367266BC-567D-5E48-8B94-48852103FE14}"/>
              </a:ext>
            </a:extLst>
          </p:cNvPr>
          <p:cNvGraphicFramePr>
            <a:graphicFrameLocks noChangeAspect="1"/>
          </p:cNvGraphicFramePr>
          <p:nvPr/>
        </p:nvGraphicFramePr>
        <p:xfrm>
          <a:off x="3464719" y="3078956"/>
          <a:ext cx="2187179" cy="734616"/>
        </p:xfrm>
        <a:graphic>
          <a:graphicData uri="http://schemas.openxmlformats.org/presentationml/2006/ole">
            <mc:AlternateContent xmlns:mc="http://schemas.openxmlformats.org/markup-compatibility/2006">
              <mc:Choice xmlns:v="urn:schemas-microsoft-com:vml" Requires="v">
                <p:oleObj spid="_x0000_s164876" name="公式" r:id="rId4" imgW="29552900" imgH="9944100" progId="Equation.3">
                  <p:embed/>
                </p:oleObj>
              </mc:Choice>
              <mc:Fallback>
                <p:oleObj name="公式" r:id="rId4" imgW="29552900" imgH="9944100" progId="Equation.3">
                  <p:embed/>
                  <p:pic>
                    <p:nvPicPr>
                      <p:cNvPr id="181253" name="Object 7">
                        <a:extLst>
                          <a:ext uri="{FF2B5EF4-FFF2-40B4-BE49-F238E27FC236}">
                            <a16:creationId xmlns:a16="http://schemas.microsoft.com/office/drawing/2014/main" id="{367266BC-567D-5E48-8B94-48852103FE1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64719" y="3078956"/>
                        <a:ext cx="2187179" cy="734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6680" name="Text Box 8">
            <a:extLst>
              <a:ext uri="{FF2B5EF4-FFF2-40B4-BE49-F238E27FC236}">
                <a16:creationId xmlns:a16="http://schemas.microsoft.com/office/drawing/2014/main" id="{89E4F19B-CFF9-8B41-BFD9-8C74F950222F}"/>
              </a:ext>
            </a:extLst>
          </p:cNvPr>
          <p:cNvSpPr txBox="1">
            <a:spLocks noChangeArrowheads="1"/>
          </p:cNvSpPr>
          <p:nvPr/>
        </p:nvSpPr>
        <p:spPr bwMode="auto">
          <a:xfrm>
            <a:off x="7359016" y="3200400"/>
            <a:ext cx="752129" cy="415498"/>
          </a:xfrm>
          <a:prstGeom prst="rect">
            <a:avLst/>
          </a:prstGeom>
          <a:noFill/>
          <a:ln>
            <a:noFill/>
          </a:ln>
          <a:effectLst/>
        </p:spPr>
        <p:txBody>
          <a:bodyPr wrap="none">
            <a:spAutoFit/>
          </a:bodyPr>
          <a:lstStyle/>
          <a:p>
            <a:pPr eaLnBrk="1" hangingPunct="1">
              <a:defRPr/>
            </a:pPr>
            <a:r>
              <a:rPr lang="en-US" altLang="zh-CN" sz="2100">
                <a:latin typeface="Arial" charset="0"/>
                <a:ea typeface="宋体" charset="-122"/>
              </a:rPr>
              <a:t>(2-3)</a:t>
            </a:r>
          </a:p>
        </p:txBody>
      </p:sp>
      <p:sp>
        <p:nvSpPr>
          <p:cNvPr id="181255" name="幻灯片编号占位符 1">
            <a:extLst>
              <a:ext uri="{FF2B5EF4-FFF2-40B4-BE49-F238E27FC236}">
                <a16:creationId xmlns:a16="http://schemas.microsoft.com/office/drawing/2014/main" id="{E7DD3746-45CD-814B-ADFF-1BECE384EFC6}"/>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4AAF138-6B4C-6646-9DBE-F337BB89ED7F}"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79</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1035312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48888" name="Group 24">
            <a:extLst>
              <a:ext uri="{FF2B5EF4-FFF2-40B4-BE49-F238E27FC236}">
                <a16:creationId xmlns:a16="http://schemas.microsoft.com/office/drawing/2014/main" id="{1DE55992-05CF-AC4A-8F84-62E9DD1BAAEF}"/>
              </a:ext>
            </a:extLst>
          </p:cNvPr>
          <p:cNvGraphicFramePr>
            <a:graphicFrameLocks noGrp="1"/>
          </p:cNvGraphicFramePr>
          <p:nvPr>
            <p:ph idx="1"/>
            <p:extLst>
              <p:ext uri="{D42A27DB-BD31-4B8C-83A1-F6EECF244321}">
                <p14:modId xmlns:p14="http://schemas.microsoft.com/office/powerpoint/2010/main" val="940697636"/>
              </p:ext>
            </p:extLst>
          </p:nvPr>
        </p:nvGraphicFramePr>
        <p:xfrm>
          <a:off x="168265" y="2725306"/>
          <a:ext cx="8807469" cy="1685925"/>
        </p:xfrm>
        <a:graphic>
          <a:graphicData uri="http://schemas.openxmlformats.org/drawingml/2006/table">
            <a:tbl>
              <a:tblPr/>
              <a:tblGrid>
                <a:gridCol w="2329832">
                  <a:extLst>
                    <a:ext uri="{9D8B030D-6E8A-4147-A177-3AD203B41FA5}">
                      <a16:colId xmlns:a16="http://schemas.microsoft.com/office/drawing/2014/main" val="20000"/>
                    </a:ext>
                  </a:extLst>
                </a:gridCol>
                <a:gridCol w="6477637">
                  <a:extLst>
                    <a:ext uri="{9D8B030D-6E8A-4147-A177-3AD203B41FA5}">
                      <a16:colId xmlns:a16="http://schemas.microsoft.com/office/drawing/2014/main" val="20001"/>
                    </a:ext>
                  </a:extLst>
                </a:gridCol>
              </a:tblGrid>
              <a:tr h="434578">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000" b="1" i="0" u="none" strike="noStrike" cap="none" normalizeH="0" baseline="0" dirty="0">
                          <a:ln>
                            <a:noFill/>
                          </a:ln>
                          <a:solidFill>
                            <a:srgbClr val="333399"/>
                          </a:solidFill>
                          <a:effectLst/>
                          <a:latin typeface="Times New Roman" panose="02020603050405020304" pitchFamily="18" charset="0"/>
                          <a:ea typeface="PMingLiU" panose="02020500000000000000" pitchFamily="18" charset="-120"/>
                          <a:cs typeface="Times New Roman" panose="02020603050405020304" pitchFamily="18" charset="0"/>
                        </a:rPr>
                        <a:t>Correlation Value</a:t>
                      </a:r>
                    </a:p>
                  </a:txBody>
                  <a:tcPr marL="92423" marR="9242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000" b="1" i="0" u="none" strike="noStrike" cap="none" normalizeH="0" baseline="0">
                          <a:ln>
                            <a:noFill/>
                          </a:ln>
                          <a:solidFill>
                            <a:srgbClr val="333399"/>
                          </a:solidFill>
                          <a:effectLst/>
                          <a:latin typeface="Times New Roman" panose="02020603050405020304" pitchFamily="18" charset="0"/>
                          <a:ea typeface="PMingLiU" panose="02020500000000000000" pitchFamily="18" charset="-120"/>
                          <a:cs typeface="Times New Roman" panose="02020603050405020304" pitchFamily="18" charset="0"/>
                        </a:rPr>
                        <a:t>Interpretation</a:t>
                      </a:r>
                    </a:p>
                  </a:txBody>
                  <a:tcPr marL="92423" marR="9242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4578">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000" b="0" i="0" u="none" strike="noStrike" cap="none" normalizeH="0" baseline="0" dirty="0">
                          <a:ln>
                            <a:noFill/>
                          </a:ln>
                          <a:solidFill>
                            <a:srgbClr val="333399"/>
                          </a:solidFill>
                          <a:effectLst/>
                          <a:latin typeface="Times New Roman" panose="02020603050405020304" pitchFamily="18" charset="0"/>
                          <a:ea typeface="PMingLiU" panose="02020500000000000000" pitchFamily="18" charset="-120"/>
                          <a:cs typeface="Times New Roman" panose="02020603050405020304" pitchFamily="18" charset="0"/>
                        </a:rPr>
                        <a:t>1</a:t>
                      </a:r>
                    </a:p>
                  </a:txBody>
                  <a:tcPr marL="92423" marR="9242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000" b="0" i="0" u="none" strike="noStrike" cap="none" normalizeH="0" baseline="0">
                          <a:ln>
                            <a:noFill/>
                          </a:ln>
                          <a:solidFill>
                            <a:srgbClr val="333399"/>
                          </a:solidFill>
                          <a:effectLst/>
                          <a:latin typeface="Times New Roman" panose="02020603050405020304" pitchFamily="18" charset="0"/>
                          <a:ea typeface="PMingLiU" panose="02020500000000000000" pitchFamily="18" charset="-120"/>
                          <a:cs typeface="Times New Roman" panose="02020603050405020304" pitchFamily="18" charset="0"/>
                        </a:rPr>
                        <a:t>The two sequences match each other exactly.</a:t>
                      </a:r>
                    </a:p>
                  </a:txBody>
                  <a:tcPr marL="92423" marR="9242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2197">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000" b="0" i="0" u="none" strike="noStrike" cap="none" normalizeH="0" baseline="0">
                          <a:ln>
                            <a:noFill/>
                          </a:ln>
                          <a:solidFill>
                            <a:srgbClr val="333399"/>
                          </a:solidFill>
                          <a:effectLst/>
                          <a:latin typeface="Times New Roman" panose="02020603050405020304" pitchFamily="18" charset="0"/>
                          <a:ea typeface="PMingLiU" panose="02020500000000000000" pitchFamily="18" charset="-120"/>
                          <a:cs typeface="Times New Roman" panose="02020603050405020304" pitchFamily="18" charset="0"/>
                        </a:rPr>
                        <a:t>0</a:t>
                      </a:r>
                    </a:p>
                  </a:txBody>
                  <a:tcPr marL="92423" marR="9242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000" b="0" i="0" u="none" strike="noStrike" cap="none" normalizeH="0" baseline="0" dirty="0">
                          <a:ln>
                            <a:noFill/>
                          </a:ln>
                          <a:solidFill>
                            <a:srgbClr val="333399"/>
                          </a:solidFill>
                          <a:effectLst/>
                          <a:latin typeface="Times New Roman" panose="02020603050405020304" pitchFamily="18" charset="0"/>
                          <a:ea typeface="PMingLiU" panose="02020500000000000000" pitchFamily="18" charset="-120"/>
                          <a:cs typeface="Times New Roman" panose="02020603050405020304" pitchFamily="18" charset="0"/>
                        </a:rPr>
                        <a:t>No relation between the two sequences</a:t>
                      </a:r>
                    </a:p>
                  </a:txBody>
                  <a:tcPr marL="92423" marR="9242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4572">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Tx/>
                        <a:buNone/>
                        <a:tabLst/>
                      </a:pPr>
                      <a:r>
                        <a:rPr kumimoji="0" lang="en-US" altLang="zh-TW" sz="2000" b="0" i="0" u="none" strike="noStrike" cap="none" normalizeH="0" baseline="0">
                          <a:ln>
                            <a:noFill/>
                          </a:ln>
                          <a:solidFill>
                            <a:srgbClr val="333399"/>
                          </a:solidFill>
                          <a:effectLst/>
                          <a:latin typeface="Times New Roman" panose="02020603050405020304" pitchFamily="18" charset="0"/>
                          <a:ea typeface="PMingLiU" panose="02020500000000000000" pitchFamily="18" charset="-120"/>
                          <a:cs typeface="Times New Roman" panose="02020603050405020304" pitchFamily="18" charset="0"/>
                        </a:rPr>
                        <a:t>–1</a:t>
                      </a:r>
                    </a:p>
                  </a:txBody>
                  <a:tcPr marL="92423" marR="9242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2000" b="0" i="0" u="none" strike="noStrike" cap="none" normalizeH="0" baseline="0" dirty="0">
                          <a:ln>
                            <a:noFill/>
                          </a:ln>
                          <a:solidFill>
                            <a:srgbClr val="333399"/>
                          </a:solidFill>
                          <a:effectLst/>
                          <a:latin typeface="Times New Roman" panose="02020603050405020304" pitchFamily="18" charset="0"/>
                          <a:ea typeface="PMingLiU" panose="02020500000000000000" pitchFamily="18" charset="-120"/>
                          <a:cs typeface="Times New Roman" panose="02020603050405020304" pitchFamily="18" charset="0"/>
                        </a:rPr>
                        <a:t>The two sequences are mirror images of each other.</a:t>
                      </a:r>
                    </a:p>
                  </a:txBody>
                  <a:tcPr marL="92423" marR="9242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83297" name="灯片编号占位符 4">
            <a:extLst>
              <a:ext uri="{FF2B5EF4-FFF2-40B4-BE49-F238E27FC236}">
                <a16:creationId xmlns:a16="http://schemas.microsoft.com/office/drawing/2014/main" id="{46419B8A-B058-CD42-BB89-CB23248DD620}"/>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C8F80EA-7BB4-C94A-8900-75098CCD0B65}"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80</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883D2A7E-E8E2-8942-B498-4D43D169EB05}"/>
              </a:ext>
            </a:extLst>
          </p:cNvPr>
          <p:cNvSpPr>
            <a:spLocks noGrp="1"/>
          </p:cNvSpPr>
          <p:nvPr>
            <p:ph type="title"/>
          </p:nvPr>
        </p:nvSpPr>
        <p:spPr/>
        <p:txBody>
          <a:bodyPr/>
          <a:lstStyle/>
          <a:p>
            <a:r>
              <a:rPr lang="en-US" altLang="zh-TW" dirty="0">
                <a:latin typeface="微软雅黑" charset="-122"/>
              </a:rPr>
              <a:t>The Meaning of Correlation</a:t>
            </a:r>
            <a:endParaRPr kumimoji="1" lang="zh-CN" altLang="en-US" dirty="0"/>
          </a:p>
        </p:txBody>
      </p:sp>
      <p:sp>
        <p:nvSpPr>
          <p:cNvPr id="183299" name="Rectangle 3">
            <a:extLst>
              <a:ext uri="{FF2B5EF4-FFF2-40B4-BE49-F238E27FC236}">
                <a16:creationId xmlns:a16="http://schemas.microsoft.com/office/drawing/2014/main" id="{FE2D52C7-BA2A-C045-B828-FB5C28F24D8E}"/>
              </a:ext>
            </a:extLst>
          </p:cNvPr>
          <p:cNvSpPr>
            <a:spLocks noGrp="1" noChangeArrowheads="1"/>
          </p:cNvSpPr>
          <p:nvPr>
            <p:ph type="body" sz="half" idx="4294967295"/>
          </p:nvPr>
        </p:nvSpPr>
        <p:spPr>
          <a:xfrm>
            <a:off x="170781" y="937552"/>
            <a:ext cx="8804953" cy="1792288"/>
          </a:xfrm>
        </p:spPr>
        <p:txBody>
          <a:bodyPr/>
          <a:lstStyle/>
          <a:p>
            <a:pPr eaLnBrk="1" hangingPunct="1">
              <a:lnSpc>
                <a:spcPct val="100000"/>
              </a:lnSpc>
            </a:pPr>
            <a:r>
              <a:rPr lang="en-US" altLang="zh-TW" sz="2800" dirty="0">
                <a:latin typeface="微软雅黑" panose="020B0503020204020204" pitchFamily="34" charset="-122"/>
                <a:ea typeface="PMingLiU" panose="02020500000000000000" pitchFamily="18" charset="-120"/>
              </a:rPr>
              <a:t>What is correlation?</a:t>
            </a:r>
          </a:p>
          <a:p>
            <a:pPr lvl="1" eaLnBrk="1" hangingPunct="1">
              <a:lnSpc>
                <a:spcPct val="100000"/>
              </a:lnSpc>
            </a:pPr>
            <a:r>
              <a:rPr lang="en-US" altLang="zh-TW" sz="2400" dirty="0">
                <a:latin typeface="微软雅黑" panose="020B0503020204020204" pitchFamily="34" charset="-122"/>
                <a:ea typeface="PMingLiU" panose="02020500000000000000" pitchFamily="18" charset="-120"/>
              </a:rPr>
              <a:t>It determines </a:t>
            </a:r>
            <a:r>
              <a:rPr lang="en-US" altLang="zh-TW" sz="2400" dirty="0">
                <a:solidFill>
                  <a:srgbClr val="FF0000"/>
                </a:solidFill>
                <a:latin typeface="微软雅黑" panose="020B0503020204020204" pitchFamily="34" charset="-122"/>
                <a:ea typeface="PMingLiU" panose="02020500000000000000" pitchFamily="18" charset="-120"/>
              </a:rPr>
              <a:t>how much similarity</a:t>
            </a:r>
            <a:r>
              <a:rPr lang="en-US" altLang="zh-TW" sz="2400" dirty="0">
                <a:latin typeface="微软雅黑" panose="020B0503020204020204" pitchFamily="34" charset="-122"/>
                <a:ea typeface="PMingLiU" panose="02020500000000000000" pitchFamily="18" charset="-120"/>
              </a:rPr>
              <a:t> one sequence has with another.</a:t>
            </a:r>
          </a:p>
          <a:p>
            <a:pPr lvl="1" eaLnBrk="1" hangingPunct="1">
              <a:lnSpc>
                <a:spcPct val="100000"/>
              </a:lnSpc>
            </a:pPr>
            <a:r>
              <a:rPr lang="en-US" altLang="zh-TW" sz="2400" dirty="0">
                <a:latin typeface="微软雅黑" panose="020B0503020204020204" pitchFamily="34" charset="-122"/>
                <a:ea typeface="PMingLiU" panose="02020500000000000000" pitchFamily="18" charset="-120"/>
              </a:rPr>
              <a:t>It is defined with </a:t>
            </a:r>
            <a:r>
              <a:rPr lang="en-US" altLang="zh-TW" sz="2400" dirty="0">
                <a:solidFill>
                  <a:srgbClr val="0000FF"/>
                </a:solidFill>
                <a:latin typeface="微软雅黑" panose="020B0503020204020204" pitchFamily="34" charset="-122"/>
                <a:ea typeface="PMingLiU" panose="02020500000000000000" pitchFamily="18" charset="-120"/>
              </a:rPr>
              <a:t>a range between </a:t>
            </a:r>
            <a:r>
              <a:rPr lang="en-US" altLang="zh-TW" sz="2400" dirty="0">
                <a:solidFill>
                  <a:srgbClr val="0000FF"/>
                </a:solidFill>
                <a:latin typeface="Arial" panose="020B0604020202020204" pitchFamily="34" charset="0"/>
                <a:ea typeface="PMingLiU" panose="02020500000000000000" pitchFamily="18" charset="-120"/>
              </a:rPr>
              <a:t>–</a:t>
            </a:r>
            <a:r>
              <a:rPr lang="en-US" altLang="zh-TW" sz="2400" dirty="0">
                <a:solidFill>
                  <a:srgbClr val="0000FF"/>
                </a:solidFill>
                <a:latin typeface="微软雅黑" panose="020B0503020204020204" pitchFamily="34" charset="-122"/>
                <a:ea typeface="PMingLiU" panose="02020500000000000000" pitchFamily="18" charset="-120"/>
              </a:rPr>
              <a:t>1 and 1</a:t>
            </a:r>
            <a:r>
              <a:rPr lang="en-US" altLang="zh-TW" sz="2400" dirty="0">
                <a:latin typeface="微软雅黑" panose="020B0503020204020204" pitchFamily="34" charset="-122"/>
                <a:ea typeface="PMingLiU" panose="02020500000000000000" pitchFamily="18" charset="-120"/>
              </a:rPr>
              <a:t>.</a:t>
            </a:r>
            <a:endParaRPr lang="zh-TW" altLang="en-US" sz="2800" dirty="0">
              <a:latin typeface="微软雅黑" panose="020B0503020204020204" pitchFamily="34" charset="-122"/>
              <a:ea typeface="PMingLiU" panose="02020500000000000000" pitchFamily="18" charset="-120"/>
            </a:endParaRPr>
          </a:p>
        </p:txBody>
      </p:sp>
      <p:sp>
        <p:nvSpPr>
          <p:cNvPr id="183317" name="Text Box 21">
            <a:extLst>
              <a:ext uri="{FF2B5EF4-FFF2-40B4-BE49-F238E27FC236}">
                <a16:creationId xmlns:a16="http://schemas.microsoft.com/office/drawing/2014/main" id="{D47BE59D-40BA-5747-BC75-E2AB08629FB1}"/>
              </a:ext>
            </a:extLst>
          </p:cNvPr>
          <p:cNvSpPr txBox="1">
            <a:spLocks noChangeArrowheads="1"/>
          </p:cNvSpPr>
          <p:nvPr/>
        </p:nvSpPr>
        <p:spPr bwMode="auto">
          <a:xfrm>
            <a:off x="1268730" y="4586240"/>
            <a:ext cx="661797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800" dirty="0">
                <a:solidFill>
                  <a:schemeClr val="tx1"/>
                </a:solidFill>
                <a:latin typeface="微软雅黑" panose="020B0503020204020204" pitchFamily="34" charset="-122"/>
                <a:ea typeface="PMingLiU" panose="02020500000000000000" pitchFamily="18" charset="-120"/>
              </a:rPr>
              <a:t>Other values indicate a partial degree of correlation.</a:t>
            </a:r>
          </a:p>
        </p:txBody>
      </p:sp>
    </p:spTree>
    <p:extLst>
      <p:ext uri="{BB962C8B-B14F-4D97-AF65-F5344CB8AC3E}">
        <p14:creationId xmlns:p14="http://schemas.microsoft.com/office/powerpoint/2010/main" val="99816742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灯片编号占位符 3">
            <a:extLst>
              <a:ext uri="{FF2B5EF4-FFF2-40B4-BE49-F238E27FC236}">
                <a16:creationId xmlns:a16="http://schemas.microsoft.com/office/drawing/2014/main" id="{A618ED69-5298-3C4E-BCC0-DEA7A6B75DDF}"/>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96537800-1754-F243-B7CF-A51067956D92}"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81</a:t>
            </a:fld>
            <a:endParaRPr lang="en-US" altLang="zh-CN" sz="1050">
              <a:solidFill>
                <a:schemeClr val="bg2"/>
              </a:solidFill>
              <a:latin typeface="Tahoma" panose="020B0604030504040204" pitchFamily="34" charset="0"/>
              <a:ea typeface="宋体" panose="02010600030101010101" pitchFamily="2" charset="-122"/>
            </a:endParaRPr>
          </a:p>
        </p:txBody>
      </p:sp>
      <p:sp>
        <p:nvSpPr>
          <p:cNvPr id="290818" name="Rectangle 2">
            <a:extLst>
              <a:ext uri="{FF2B5EF4-FFF2-40B4-BE49-F238E27FC236}">
                <a16:creationId xmlns:a16="http://schemas.microsoft.com/office/drawing/2014/main" id="{26F28C3F-7082-5F42-ACEB-6110E3B2413E}"/>
              </a:ext>
            </a:extLst>
          </p:cNvPr>
          <p:cNvSpPr>
            <a:spLocks noGrp="1" noChangeArrowheads="1"/>
          </p:cNvSpPr>
          <p:nvPr>
            <p:ph type="title"/>
          </p:nvPr>
        </p:nvSpPr>
        <p:spPr>
          <a:xfrm>
            <a:off x="133563" y="160735"/>
            <a:ext cx="7759091" cy="736997"/>
          </a:xfrm>
        </p:spPr>
        <p:txBody>
          <a:bodyPr/>
          <a:lstStyle/>
          <a:p>
            <a:pPr eaLnBrk="1" hangingPunct="1">
              <a:defRPr/>
            </a:pPr>
            <a:r>
              <a:rPr lang="en-US" altLang="zh-TW" sz="3000">
                <a:latin typeface="微软雅黑" charset="-122"/>
              </a:rPr>
              <a:t>Generation of Signature Sequences</a:t>
            </a:r>
          </a:p>
        </p:txBody>
      </p:sp>
      <p:sp>
        <p:nvSpPr>
          <p:cNvPr id="549891" name="Rectangle 3">
            <a:extLst>
              <a:ext uri="{FF2B5EF4-FFF2-40B4-BE49-F238E27FC236}">
                <a16:creationId xmlns:a16="http://schemas.microsoft.com/office/drawing/2014/main" id="{7AE0CE54-B8E1-8C48-8517-EB209FE8E6DA}"/>
              </a:ext>
            </a:extLst>
          </p:cNvPr>
          <p:cNvSpPr>
            <a:spLocks noGrp="1" noChangeArrowheads="1"/>
          </p:cNvSpPr>
          <p:nvPr>
            <p:ph type="body" idx="1"/>
          </p:nvPr>
        </p:nvSpPr>
        <p:spPr/>
        <p:txBody>
          <a:bodyPr/>
          <a:lstStyle/>
          <a:p>
            <a:pPr eaLnBrk="1" hangingPunct="1"/>
            <a:r>
              <a:rPr lang="en-US" altLang="zh-TW">
                <a:latin typeface="微软雅黑" panose="020B0503020204020204" pitchFamily="34" charset="-122"/>
                <a:ea typeface="PMingLiU" panose="02020500000000000000" pitchFamily="18" charset="-120"/>
              </a:rPr>
              <a:t>How to generate signature sequences of low correlation?</a:t>
            </a:r>
          </a:p>
          <a:p>
            <a:pPr eaLnBrk="1" hangingPunct="1"/>
            <a:endParaRPr lang="en-US" altLang="zh-TW">
              <a:latin typeface="微软雅黑" panose="020B0503020204020204" pitchFamily="34" charset="-122"/>
              <a:ea typeface="PMingLiU" panose="02020500000000000000" pitchFamily="18" charset="-120"/>
            </a:endParaRPr>
          </a:p>
          <a:p>
            <a:pPr eaLnBrk="1" hangingPunct="1"/>
            <a:r>
              <a:rPr lang="en-US" altLang="zh-TW">
                <a:latin typeface="微软雅黑" panose="020B0503020204020204" pitchFamily="34" charset="-122"/>
                <a:ea typeface="PMingLiU" panose="02020500000000000000" pitchFamily="18" charset="-120"/>
              </a:rPr>
              <a:t>There are two classes of signature sequences that are widely used in CDMA systems.</a:t>
            </a:r>
          </a:p>
          <a:p>
            <a:pPr lvl="1" eaLnBrk="1" hangingPunct="1"/>
            <a:r>
              <a:rPr lang="en-US" altLang="zh-TW">
                <a:latin typeface="微软雅黑" panose="020B0503020204020204" pitchFamily="34" charset="-122"/>
                <a:ea typeface="PMingLiU" panose="02020500000000000000" pitchFamily="18" charset="-120"/>
              </a:rPr>
              <a:t>Orthogonal Codes</a:t>
            </a:r>
          </a:p>
          <a:p>
            <a:pPr lvl="1" eaLnBrk="1" hangingPunct="1"/>
            <a:r>
              <a:rPr lang="en-US" altLang="zh-TW">
                <a:latin typeface="微软雅黑" panose="020B0503020204020204" pitchFamily="34" charset="-122"/>
                <a:ea typeface="PMingLiU" panose="02020500000000000000" pitchFamily="18" charset="-120"/>
              </a:rPr>
              <a:t>Pseudo Noise Sequences (PN Sequences)</a:t>
            </a:r>
          </a:p>
          <a:p>
            <a:pPr lvl="1" eaLnBrk="1" hangingPunct="1"/>
            <a:endParaRPr lang="zh-TW" altLang="en-US">
              <a:latin typeface="微软雅黑" panose="020B0503020204020204" pitchFamily="34" charset="-122"/>
              <a:ea typeface="PMingLiU" panose="02020500000000000000" pitchFamily="18" charset="-120"/>
            </a:endParaRPr>
          </a:p>
        </p:txBody>
      </p:sp>
    </p:spTree>
    <p:extLst>
      <p:ext uri="{BB962C8B-B14F-4D97-AF65-F5344CB8AC3E}">
        <p14:creationId xmlns:p14="http://schemas.microsoft.com/office/powerpoint/2010/main" val="31278065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9891">
                                            <p:txEl>
                                              <p:pRg st="0" end="0"/>
                                            </p:txEl>
                                          </p:spTgt>
                                        </p:tgtEl>
                                        <p:attrNameLst>
                                          <p:attrName>style.visibility</p:attrName>
                                        </p:attrNameLst>
                                      </p:cBhvr>
                                      <p:to>
                                        <p:strVal val="visible"/>
                                      </p:to>
                                    </p:set>
                                    <p:animEffect transition="in" filter="wipe(left)">
                                      <p:cBhvr>
                                        <p:cTn id="7" dur="500"/>
                                        <p:tgtEl>
                                          <p:spTgt spid="5498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49891">
                                            <p:txEl>
                                              <p:pRg st="2" end="2"/>
                                            </p:txEl>
                                          </p:spTgt>
                                        </p:tgtEl>
                                        <p:attrNameLst>
                                          <p:attrName>style.visibility</p:attrName>
                                        </p:attrNameLst>
                                      </p:cBhvr>
                                      <p:to>
                                        <p:strVal val="visible"/>
                                      </p:to>
                                    </p:set>
                                    <p:animEffect transition="in" filter="wipe(left)">
                                      <p:cBhvr>
                                        <p:cTn id="12" dur="500"/>
                                        <p:tgtEl>
                                          <p:spTgt spid="549891">
                                            <p:txEl>
                                              <p:pRg st="2" end="2"/>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549891">
                                            <p:txEl>
                                              <p:pRg st="3" end="3"/>
                                            </p:txEl>
                                          </p:spTgt>
                                        </p:tgtEl>
                                        <p:attrNameLst>
                                          <p:attrName>style.visibility</p:attrName>
                                        </p:attrNameLst>
                                      </p:cBhvr>
                                      <p:to>
                                        <p:strVal val="visible"/>
                                      </p:to>
                                    </p:set>
                                    <p:animEffect transition="in" filter="wipe(left)">
                                      <p:cBhvr>
                                        <p:cTn id="15" dur="500"/>
                                        <p:tgtEl>
                                          <p:spTgt spid="549891">
                                            <p:txEl>
                                              <p:pRg st="3" end="3"/>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549891">
                                            <p:txEl>
                                              <p:pRg st="4" end="4"/>
                                            </p:txEl>
                                          </p:spTgt>
                                        </p:tgtEl>
                                        <p:attrNameLst>
                                          <p:attrName>style.visibility</p:attrName>
                                        </p:attrNameLst>
                                      </p:cBhvr>
                                      <p:to>
                                        <p:strVal val="visible"/>
                                      </p:to>
                                    </p:set>
                                    <p:animEffect transition="in" filter="wipe(left)">
                                      <p:cBhvr>
                                        <p:cTn id="18" dur="500"/>
                                        <p:tgtEl>
                                          <p:spTgt spid="54989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9891"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灯片编号占位符 3">
            <a:extLst>
              <a:ext uri="{FF2B5EF4-FFF2-40B4-BE49-F238E27FC236}">
                <a16:creationId xmlns:a16="http://schemas.microsoft.com/office/drawing/2014/main" id="{E49485E1-2B13-4A4B-8EB8-D08F5E5CEE8D}"/>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99F4B5E-0001-694D-B885-1C82DFC58A2B}"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82</a:t>
            </a:fld>
            <a:endParaRPr lang="en-US" altLang="zh-CN" sz="1050">
              <a:solidFill>
                <a:schemeClr val="bg2"/>
              </a:solidFill>
              <a:latin typeface="Tahoma" panose="020B0604030504040204" pitchFamily="34" charset="0"/>
              <a:ea typeface="宋体" panose="02010600030101010101" pitchFamily="2" charset="-122"/>
            </a:endParaRPr>
          </a:p>
        </p:txBody>
      </p:sp>
      <p:sp>
        <p:nvSpPr>
          <p:cNvPr id="292866" name="Rectangle 2">
            <a:extLst>
              <a:ext uri="{FF2B5EF4-FFF2-40B4-BE49-F238E27FC236}">
                <a16:creationId xmlns:a16="http://schemas.microsoft.com/office/drawing/2014/main" id="{49B1D959-743B-1144-8F78-C1BA0B0D64F5}"/>
              </a:ext>
            </a:extLst>
          </p:cNvPr>
          <p:cNvSpPr>
            <a:spLocks noGrp="1" noChangeArrowheads="1"/>
          </p:cNvSpPr>
          <p:nvPr>
            <p:ph type="title"/>
          </p:nvPr>
        </p:nvSpPr>
        <p:spPr/>
        <p:txBody>
          <a:bodyPr/>
          <a:lstStyle/>
          <a:p>
            <a:pPr eaLnBrk="1" hangingPunct="1">
              <a:defRPr/>
            </a:pPr>
            <a:r>
              <a:rPr lang="en-US" altLang="zh-TW">
                <a:latin typeface="微软雅黑" charset="-122"/>
                <a:cs typeface="+mj-cs"/>
              </a:rPr>
              <a:t>Orthogonal Codes</a:t>
            </a:r>
          </a:p>
        </p:txBody>
      </p:sp>
      <p:sp>
        <p:nvSpPr>
          <p:cNvPr id="550915" name="Rectangle 3">
            <a:extLst>
              <a:ext uri="{FF2B5EF4-FFF2-40B4-BE49-F238E27FC236}">
                <a16:creationId xmlns:a16="http://schemas.microsoft.com/office/drawing/2014/main" id="{226D60FA-43D6-634F-89BF-FDF09529B439}"/>
              </a:ext>
            </a:extLst>
          </p:cNvPr>
          <p:cNvSpPr>
            <a:spLocks noGrp="1" noChangeArrowheads="1"/>
          </p:cNvSpPr>
          <p:nvPr>
            <p:ph type="body" idx="1"/>
          </p:nvPr>
        </p:nvSpPr>
        <p:spPr/>
        <p:txBody>
          <a:bodyPr/>
          <a:lstStyle/>
          <a:p>
            <a:pPr eaLnBrk="1" hangingPunct="1">
              <a:buFont typeface="Wingdings" charset="2"/>
              <a:buChar char="n"/>
              <a:defRPr/>
            </a:pPr>
            <a:r>
              <a:rPr lang="en-US" altLang="zh-TW" sz="2700" dirty="0">
                <a:latin typeface="微软雅黑" charset="-122"/>
              </a:rPr>
              <a:t>Two codes are said to be </a:t>
            </a:r>
            <a:r>
              <a:rPr lang="en-US" altLang="zh-TW" sz="2700" dirty="0">
                <a:solidFill>
                  <a:srgbClr val="FF0000"/>
                </a:solidFill>
                <a:latin typeface="微软雅黑" charset="-122"/>
              </a:rPr>
              <a:t>orthogonal</a:t>
            </a:r>
            <a:r>
              <a:rPr lang="en-US" altLang="zh-TW" sz="2700" dirty="0">
                <a:latin typeface="微软雅黑" charset="-122"/>
              </a:rPr>
              <a:t> if their </a:t>
            </a:r>
            <a:r>
              <a:rPr lang="en-US" altLang="zh-TW" sz="2700" dirty="0">
                <a:solidFill>
                  <a:schemeClr val="hlink"/>
                </a:solidFill>
                <a:latin typeface="微软雅黑" charset="-122"/>
              </a:rPr>
              <a:t>correlation is zero</a:t>
            </a:r>
            <a:r>
              <a:rPr lang="en-US" altLang="zh-TW" sz="2700" dirty="0">
                <a:latin typeface="微软雅黑" charset="-122"/>
              </a:rPr>
              <a:t>.</a:t>
            </a:r>
          </a:p>
          <a:p>
            <a:pPr lvl="1" eaLnBrk="1" hangingPunct="1">
              <a:buFont typeface="Wingdings" charset="2"/>
              <a:buChar char="n"/>
              <a:defRPr/>
            </a:pPr>
            <a:r>
              <a:rPr lang="en-US" altLang="zh-TW" sz="2400" dirty="0">
                <a:latin typeface="微软雅黑" charset="-122"/>
                <a:cs typeface="+mn-cs"/>
              </a:rPr>
              <a:t>no interference between the two users.</a:t>
            </a:r>
          </a:p>
          <a:p>
            <a:pPr eaLnBrk="1" hangingPunct="1">
              <a:buFont typeface="Wingdings" charset="2"/>
              <a:buChar char="n"/>
              <a:defRPr/>
            </a:pPr>
            <a:r>
              <a:rPr lang="en-US" altLang="zh-TW" sz="2700" dirty="0">
                <a:latin typeface="微软雅黑" charset="-122"/>
              </a:rPr>
              <a:t>In our previous two-user example, the codes are orthogonal.</a:t>
            </a:r>
          </a:p>
          <a:p>
            <a:pPr eaLnBrk="1" hangingPunct="1">
              <a:buFont typeface="Wingdings" charset="2"/>
              <a:buChar char="n"/>
              <a:defRPr/>
            </a:pPr>
            <a:r>
              <a:rPr lang="en-US" altLang="zh-TW" sz="2700" dirty="0">
                <a:latin typeface="微软雅黑" charset="-122"/>
              </a:rPr>
              <a:t>How to generate orthogonal codes?</a:t>
            </a:r>
          </a:p>
        </p:txBody>
      </p:sp>
    </p:spTree>
    <p:extLst>
      <p:ext uri="{BB962C8B-B14F-4D97-AF65-F5344CB8AC3E}">
        <p14:creationId xmlns:p14="http://schemas.microsoft.com/office/powerpoint/2010/main" val="9806685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50915">
                                            <p:txEl>
                                              <p:pRg st="0" end="0"/>
                                            </p:txEl>
                                          </p:spTgt>
                                        </p:tgtEl>
                                        <p:attrNameLst>
                                          <p:attrName>style.visibility</p:attrName>
                                        </p:attrNameLst>
                                      </p:cBhvr>
                                      <p:to>
                                        <p:strVal val="visible"/>
                                      </p:to>
                                    </p:set>
                                    <p:animEffect transition="in" filter="wipe(left)">
                                      <p:cBhvr>
                                        <p:cTn id="7" dur="500"/>
                                        <p:tgtEl>
                                          <p:spTgt spid="550915">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50915">
                                            <p:txEl>
                                              <p:pRg st="1" end="1"/>
                                            </p:txEl>
                                          </p:spTgt>
                                        </p:tgtEl>
                                        <p:attrNameLst>
                                          <p:attrName>style.visibility</p:attrName>
                                        </p:attrNameLst>
                                      </p:cBhvr>
                                      <p:to>
                                        <p:strVal val="visible"/>
                                      </p:to>
                                    </p:set>
                                    <p:animEffect transition="in" filter="wipe(left)">
                                      <p:cBhvr>
                                        <p:cTn id="10" dur="500"/>
                                        <p:tgtEl>
                                          <p:spTgt spid="550915">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50915">
                                            <p:txEl>
                                              <p:pRg st="2" end="2"/>
                                            </p:txEl>
                                          </p:spTgt>
                                        </p:tgtEl>
                                        <p:attrNameLst>
                                          <p:attrName>style.visibility</p:attrName>
                                        </p:attrNameLst>
                                      </p:cBhvr>
                                      <p:to>
                                        <p:strVal val="visible"/>
                                      </p:to>
                                    </p:set>
                                    <p:animEffect transition="in" filter="wipe(left)">
                                      <p:cBhvr>
                                        <p:cTn id="15" dur="500"/>
                                        <p:tgtEl>
                                          <p:spTgt spid="550915">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550915">
                                            <p:txEl>
                                              <p:pRg st="3" end="3"/>
                                            </p:txEl>
                                          </p:spTgt>
                                        </p:tgtEl>
                                        <p:attrNameLst>
                                          <p:attrName>style.visibility</p:attrName>
                                        </p:attrNameLst>
                                      </p:cBhvr>
                                      <p:to>
                                        <p:strVal val="visible"/>
                                      </p:to>
                                    </p:set>
                                    <p:animEffect transition="in" filter="wipe(left)">
                                      <p:cBhvr>
                                        <p:cTn id="20" dur="500"/>
                                        <p:tgtEl>
                                          <p:spTgt spid="5509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0915"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1" name="灯片编号占位符 3">
            <a:extLst>
              <a:ext uri="{FF2B5EF4-FFF2-40B4-BE49-F238E27FC236}">
                <a16:creationId xmlns:a16="http://schemas.microsoft.com/office/drawing/2014/main" id="{7526CF53-8309-4E4C-A548-BE07B3AD2B39}"/>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B19822B5-8F0F-2A4A-BA9C-DACDA54C54D5}"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83</a:t>
            </a:fld>
            <a:endParaRPr lang="en-US" altLang="zh-CN" sz="1050">
              <a:solidFill>
                <a:schemeClr val="bg2"/>
              </a:solidFill>
              <a:latin typeface="Tahoma" panose="020B0604030504040204" pitchFamily="34" charset="0"/>
              <a:ea typeface="宋体" panose="02010600030101010101" pitchFamily="2" charset="-122"/>
            </a:endParaRPr>
          </a:p>
        </p:txBody>
      </p:sp>
      <p:sp>
        <p:nvSpPr>
          <p:cNvPr id="294914" name="Rectangle 2">
            <a:extLst>
              <a:ext uri="{FF2B5EF4-FFF2-40B4-BE49-F238E27FC236}">
                <a16:creationId xmlns:a16="http://schemas.microsoft.com/office/drawing/2014/main" id="{1604EE27-D504-9646-9B21-161A1072FF7B}"/>
              </a:ext>
            </a:extLst>
          </p:cNvPr>
          <p:cNvSpPr>
            <a:spLocks noGrp="1" noChangeArrowheads="1"/>
          </p:cNvSpPr>
          <p:nvPr>
            <p:ph type="title"/>
          </p:nvPr>
        </p:nvSpPr>
        <p:spPr/>
        <p:txBody>
          <a:bodyPr/>
          <a:lstStyle/>
          <a:p>
            <a:pPr eaLnBrk="1" hangingPunct="1">
              <a:defRPr/>
            </a:pPr>
            <a:r>
              <a:rPr lang="en-US" altLang="zh-TW">
                <a:latin typeface="微软雅黑" charset="-122"/>
                <a:cs typeface="+mj-cs"/>
              </a:rPr>
              <a:t>Walsh Codes</a:t>
            </a:r>
          </a:p>
        </p:txBody>
      </p:sp>
      <p:sp>
        <p:nvSpPr>
          <p:cNvPr id="294915" name="Rectangle 3">
            <a:extLst>
              <a:ext uri="{FF2B5EF4-FFF2-40B4-BE49-F238E27FC236}">
                <a16:creationId xmlns:a16="http://schemas.microsoft.com/office/drawing/2014/main" id="{C673F04F-E721-984A-B5EA-93CF77D13F9C}"/>
              </a:ext>
            </a:extLst>
          </p:cNvPr>
          <p:cNvSpPr>
            <a:spLocks noGrp="1" noChangeArrowheads="1"/>
          </p:cNvSpPr>
          <p:nvPr>
            <p:ph type="body" idx="1"/>
          </p:nvPr>
        </p:nvSpPr>
        <p:spPr/>
        <p:txBody>
          <a:bodyPr/>
          <a:lstStyle/>
          <a:p>
            <a:pPr eaLnBrk="1" hangingPunct="1">
              <a:buFont typeface="Wingdings" charset="2"/>
              <a:buChar char="n"/>
              <a:defRPr/>
            </a:pPr>
            <a:r>
              <a:rPr lang="en-US" altLang="zh-TW" sz="2700">
                <a:latin typeface="微软雅黑" charset="-122"/>
              </a:rPr>
              <a:t>The most common orthogonal codes used in CDMA systems.</a:t>
            </a:r>
          </a:p>
          <a:p>
            <a:pPr eaLnBrk="1" hangingPunct="1">
              <a:buFont typeface="Wingdings" charset="2"/>
              <a:buChar char="n"/>
              <a:defRPr/>
            </a:pPr>
            <a:r>
              <a:rPr lang="en-US" altLang="zh-TW" sz="2700">
                <a:latin typeface="微软雅黑" charset="-122"/>
              </a:rPr>
              <a:t>A set of Walsh codes of length </a:t>
            </a:r>
            <a:r>
              <a:rPr lang="en-US" altLang="zh-TW" sz="2700" i="1">
                <a:latin typeface="微软雅黑" charset="-122"/>
              </a:rPr>
              <a:t>n</a:t>
            </a:r>
            <a:r>
              <a:rPr lang="en-US" altLang="zh-TW" sz="2700">
                <a:latin typeface="微软雅黑" charset="-122"/>
              </a:rPr>
              <a:t> is defined by </a:t>
            </a:r>
            <a:r>
              <a:rPr lang="en-US" altLang="zh-TW" sz="2700">
                <a:solidFill>
                  <a:srgbClr val="FF0000"/>
                </a:solidFill>
                <a:latin typeface="微软雅黑" charset="-122"/>
              </a:rPr>
              <a:t>the rows of an </a:t>
            </a:r>
            <a:r>
              <a:rPr lang="en-US" altLang="zh-TW" sz="2700" i="1">
                <a:solidFill>
                  <a:srgbClr val="FF0000"/>
                </a:solidFill>
                <a:latin typeface="微软雅黑" charset="-122"/>
              </a:rPr>
              <a:t>n</a:t>
            </a:r>
            <a:r>
              <a:rPr lang="en-US" altLang="zh-TW" sz="2700">
                <a:solidFill>
                  <a:srgbClr val="FF0000"/>
                </a:solidFill>
                <a:latin typeface="微软雅黑" charset="-122"/>
              </a:rPr>
              <a:t> </a:t>
            </a:r>
            <a:r>
              <a:rPr lang="en-US" altLang="zh-TW" sz="2700">
                <a:solidFill>
                  <a:srgbClr val="FF0000"/>
                </a:solidFill>
                <a:latin typeface="微软雅黑" charset="-122"/>
                <a:sym typeface="Symbol" charset="2"/>
              </a:rPr>
              <a:t> </a:t>
            </a:r>
            <a:r>
              <a:rPr lang="en-US" altLang="zh-TW" sz="2700" i="1">
                <a:solidFill>
                  <a:srgbClr val="FF0000"/>
                </a:solidFill>
                <a:latin typeface="微软雅黑" charset="-122"/>
                <a:sym typeface="Symbol" charset="2"/>
              </a:rPr>
              <a:t>n</a:t>
            </a:r>
            <a:r>
              <a:rPr lang="en-US" altLang="zh-TW" sz="2700">
                <a:solidFill>
                  <a:srgbClr val="FF0000"/>
                </a:solidFill>
                <a:latin typeface="微软雅黑" charset="-122"/>
              </a:rPr>
              <a:t> Hadamard matrix</a:t>
            </a:r>
            <a:r>
              <a:rPr lang="en-US" altLang="zh-TW" sz="2700">
                <a:latin typeface="微软雅黑" charset="-122"/>
              </a:rPr>
              <a:t>.</a:t>
            </a:r>
          </a:p>
          <a:p>
            <a:pPr eaLnBrk="1" hangingPunct="1">
              <a:buFont typeface="Wingdings" charset="2"/>
              <a:buChar char="n"/>
              <a:defRPr/>
            </a:pPr>
            <a:r>
              <a:rPr lang="en-US" altLang="zh-TW" sz="2700">
                <a:latin typeface="微软雅黑" charset="-122"/>
              </a:rPr>
              <a:t>Hadamard matrix can be constructed by an iterative method.</a:t>
            </a:r>
          </a:p>
        </p:txBody>
      </p:sp>
    </p:spTree>
    <p:extLst>
      <p:ext uri="{BB962C8B-B14F-4D97-AF65-F5344CB8AC3E}">
        <p14:creationId xmlns:p14="http://schemas.microsoft.com/office/powerpoint/2010/main" val="163334529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灯片编号占位符 3">
            <a:extLst>
              <a:ext uri="{FF2B5EF4-FFF2-40B4-BE49-F238E27FC236}">
                <a16:creationId xmlns:a16="http://schemas.microsoft.com/office/drawing/2014/main" id="{7AA8182F-39FF-544B-8924-4BB8546E9AD3}"/>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AC36C75-0EB4-C743-A117-AA8248C5C51E}"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84</a:t>
            </a:fld>
            <a:endParaRPr lang="en-US" altLang="zh-CN" sz="1050">
              <a:solidFill>
                <a:schemeClr val="bg2"/>
              </a:solidFill>
              <a:latin typeface="Tahoma" panose="020B0604030504040204" pitchFamily="34" charset="0"/>
              <a:ea typeface="宋体" panose="02010600030101010101" pitchFamily="2" charset="-122"/>
            </a:endParaRPr>
          </a:p>
        </p:txBody>
      </p:sp>
      <p:sp>
        <p:nvSpPr>
          <p:cNvPr id="296962" name="Rectangle 2">
            <a:extLst>
              <a:ext uri="{FF2B5EF4-FFF2-40B4-BE49-F238E27FC236}">
                <a16:creationId xmlns:a16="http://schemas.microsoft.com/office/drawing/2014/main" id="{F51A1A25-7067-5346-8F13-3B0D11FB15B8}"/>
              </a:ext>
            </a:extLst>
          </p:cNvPr>
          <p:cNvSpPr>
            <a:spLocks noGrp="1" noChangeArrowheads="1"/>
          </p:cNvSpPr>
          <p:nvPr>
            <p:ph type="title"/>
          </p:nvPr>
        </p:nvSpPr>
        <p:spPr/>
        <p:txBody>
          <a:bodyPr/>
          <a:lstStyle/>
          <a:p>
            <a:pPr eaLnBrk="1" hangingPunct="1">
              <a:defRPr/>
            </a:pPr>
            <a:r>
              <a:rPr lang="en-US" altLang="zh-TW">
                <a:latin typeface="微软雅黑" charset="-122"/>
                <a:cs typeface="+mj-cs"/>
              </a:rPr>
              <a:t>Iterative Construction</a:t>
            </a:r>
          </a:p>
        </p:txBody>
      </p:sp>
      <p:sp>
        <p:nvSpPr>
          <p:cNvPr id="296963" name="Rectangle 3">
            <a:extLst>
              <a:ext uri="{FF2B5EF4-FFF2-40B4-BE49-F238E27FC236}">
                <a16:creationId xmlns:a16="http://schemas.microsoft.com/office/drawing/2014/main" id="{0B1C054E-585F-DE4F-BCAE-971D9CC884E4}"/>
              </a:ext>
            </a:extLst>
          </p:cNvPr>
          <p:cNvSpPr>
            <a:spLocks noGrp="1" noChangeArrowheads="1"/>
          </p:cNvSpPr>
          <p:nvPr>
            <p:ph type="body" idx="1"/>
          </p:nvPr>
        </p:nvSpPr>
        <p:spPr>
          <a:xfrm>
            <a:off x="1277541" y="2364581"/>
            <a:ext cx="6588919" cy="691754"/>
          </a:xfrm>
        </p:spPr>
        <p:txBody>
          <a:bodyPr/>
          <a:lstStyle/>
          <a:p>
            <a:pPr eaLnBrk="1" hangingPunct="1">
              <a:buFont typeface="Wingdings" charset="2"/>
              <a:buChar char="n"/>
              <a:defRPr/>
            </a:pPr>
            <a:r>
              <a:rPr lang="en-US" altLang="zh-TW">
                <a:latin typeface="微软雅黑" charset="-122"/>
                <a:cs typeface="+mn-cs"/>
              </a:rPr>
              <a:t>Example:</a:t>
            </a:r>
          </a:p>
        </p:txBody>
      </p:sp>
      <p:graphicFrame>
        <p:nvGraphicFramePr>
          <p:cNvPr id="191492" name="Object 4">
            <a:extLst>
              <a:ext uri="{FF2B5EF4-FFF2-40B4-BE49-F238E27FC236}">
                <a16:creationId xmlns:a16="http://schemas.microsoft.com/office/drawing/2014/main" id="{63579B76-74D0-EA45-A3D7-227A86753D88}"/>
              </a:ext>
            </a:extLst>
          </p:cNvPr>
          <p:cNvGraphicFramePr>
            <a:graphicFrameLocks noChangeAspect="1"/>
          </p:cNvGraphicFramePr>
          <p:nvPr/>
        </p:nvGraphicFramePr>
        <p:xfrm>
          <a:off x="2357438" y="1168003"/>
          <a:ext cx="4591050" cy="1070372"/>
        </p:xfrm>
        <a:graphic>
          <a:graphicData uri="http://schemas.openxmlformats.org/presentationml/2006/ole">
            <mc:AlternateContent xmlns:mc="http://schemas.openxmlformats.org/markup-compatibility/2006">
              <mc:Choice xmlns:v="urn:schemas-microsoft-com:vml" Requires="v">
                <p:oleObj spid="_x0000_s176151" name="Equation" r:id="rId4" imgW="47688500" imgH="11112500" progId="Equation.3">
                  <p:embed/>
                </p:oleObj>
              </mc:Choice>
              <mc:Fallback>
                <p:oleObj name="Equation" r:id="rId4" imgW="47688500" imgH="11112500" progId="Equation.3">
                  <p:embed/>
                  <p:pic>
                    <p:nvPicPr>
                      <p:cNvPr id="191492" name="Object 4">
                        <a:extLst>
                          <a:ext uri="{FF2B5EF4-FFF2-40B4-BE49-F238E27FC236}">
                            <a16:creationId xmlns:a16="http://schemas.microsoft.com/office/drawing/2014/main" id="{63579B76-74D0-EA45-A3D7-227A86753D8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57438" y="1168003"/>
                        <a:ext cx="4591050" cy="10703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91493" name="Object 5">
            <a:extLst>
              <a:ext uri="{FF2B5EF4-FFF2-40B4-BE49-F238E27FC236}">
                <a16:creationId xmlns:a16="http://schemas.microsoft.com/office/drawing/2014/main" id="{7ED1EE3A-DA2F-5E47-A509-BE72530A96B0}"/>
              </a:ext>
            </a:extLst>
          </p:cNvPr>
          <p:cNvGraphicFramePr>
            <a:graphicFrameLocks noChangeAspect="1"/>
          </p:cNvGraphicFramePr>
          <p:nvPr/>
        </p:nvGraphicFramePr>
        <p:xfrm>
          <a:off x="2252663" y="2956323"/>
          <a:ext cx="4423172" cy="1739503"/>
        </p:xfrm>
        <a:graphic>
          <a:graphicData uri="http://schemas.openxmlformats.org/presentationml/2006/ole">
            <mc:AlternateContent xmlns:mc="http://schemas.openxmlformats.org/markup-compatibility/2006">
              <mc:Choice xmlns:v="urn:schemas-microsoft-com:vml" Requires="v">
                <p:oleObj spid="_x0000_s176152" name="Equation" r:id="rId6" imgW="53543200" imgH="21069300" progId="Equation.3">
                  <p:embed/>
                </p:oleObj>
              </mc:Choice>
              <mc:Fallback>
                <p:oleObj name="Equation" r:id="rId6" imgW="53543200" imgH="21069300" progId="Equation.3">
                  <p:embed/>
                  <p:pic>
                    <p:nvPicPr>
                      <p:cNvPr id="191493" name="Object 5">
                        <a:extLst>
                          <a:ext uri="{FF2B5EF4-FFF2-40B4-BE49-F238E27FC236}">
                            <a16:creationId xmlns:a16="http://schemas.microsoft.com/office/drawing/2014/main" id="{7ED1EE3A-DA2F-5E47-A509-BE72530A96B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52663" y="2956323"/>
                        <a:ext cx="4423172" cy="17395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91494" name="Rectangle 6">
            <a:extLst>
              <a:ext uri="{FF2B5EF4-FFF2-40B4-BE49-F238E27FC236}">
                <a16:creationId xmlns:a16="http://schemas.microsoft.com/office/drawing/2014/main" id="{630951FE-0153-E34C-B28E-C09E489A01F2}"/>
              </a:ext>
            </a:extLst>
          </p:cNvPr>
          <p:cNvSpPr>
            <a:spLocks noChangeArrowheads="1"/>
          </p:cNvSpPr>
          <p:nvPr/>
        </p:nvSpPr>
        <p:spPr bwMode="auto">
          <a:xfrm>
            <a:off x="2141935" y="1113235"/>
            <a:ext cx="5076825" cy="1188244"/>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4314965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7" name="灯片编号占位符 5">
            <a:extLst>
              <a:ext uri="{FF2B5EF4-FFF2-40B4-BE49-F238E27FC236}">
                <a16:creationId xmlns:a16="http://schemas.microsoft.com/office/drawing/2014/main" id="{2A507A32-6DC0-424E-B260-4143C3ED545D}"/>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CBE612CA-8122-CC48-A873-7897037367AB}"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85</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45526441-625F-F14D-9D10-78FA5D645093}"/>
              </a:ext>
            </a:extLst>
          </p:cNvPr>
          <p:cNvSpPr>
            <a:spLocks noGrp="1"/>
          </p:cNvSpPr>
          <p:nvPr>
            <p:ph type="title"/>
          </p:nvPr>
        </p:nvSpPr>
        <p:spPr/>
        <p:txBody>
          <a:bodyPr/>
          <a:lstStyle/>
          <a:p>
            <a:r>
              <a:rPr lang="en-US" altLang="zh-TW" dirty="0">
                <a:latin typeface="微软雅黑" charset="-122"/>
              </a:rPr>
              <a:t>Signature Sequences</a:t>
            </a:r>
            <a:endParaRPr kumimoji="1" lang="zh-CN" altLang="en-US" dirty="0"/>
          </a:p>
        </p:txBody>
      </p:sp>
      <mc:AlternateContent xmlns:mc="http://schemas.openxmlformats.org/markup-compatibility/2006" xmlns:a14="http://schemas.microsoft.com/office/drawing/2010/main">
        <mc:Choice Requires="a14">
          <p:sp>
            <p:nvSpPr>
              <p:cNvPr id="193539" name="Rectangle 3">
                <a:extLst>
                  <a:ext uri="{FF2B5EF4-FFF2-40B4-BE49-F238E27FC236}">
                    <a16:creationId xmlns:a16="http://schemas.microsoft.com/office/drawing/2014/main" id="{079CD6DF-2D2C-9441-B321-AF454FB6E5F3}"/>
                  </a:ext>
                </a:extLst>
              </p:cNvPr>
              <p:cNvSpPr>
                <a:spLocks noGrp="1" noChangeArrowheads="1"/>
              </p:cNvSpPr>
              <p:nvPr>
                <p:ph type="body" sz="half" idx="4294967295"/>
              </p:nvPr>
            </p:nvSpPr>
            <p:spPr>
              <a:xfrm>
                <a:off x="167383" y="970599"/>
                <a:ext cx="8804953" cy="1425575"/>
              </a:xfrm>
            </p:spPr>
            <p:txBody>
              <a:bodyPr/>
              <a:lstStyle/>
              <a:p>
                <a:pPr eaLnBrk="1" hangingPunct="1"/>
                <a:r>
                  <a:rPr lang="en-US" altLang="zh-TW" sz="2400" dirty="0">
                    <a:latin typeface="微软雅黑" panose="020B0503020204020204" pitchFamily="34" charset="-122"/>
                    <a:ea typeface="PMingLiU" panose="02020500000000000000" pitchFamily="18" charset="-120"/>
                  </a:rPr>
                  <a:t>The signature sequences can be found by </a:t>
                </a:r>
              </a:p>
              <a:p>
                <a:pPr lvl="1" eaLnBrk="1" hangingPunct="1"/>
                <a:r>
                  <a:rPr lang="en-US" altLang="zh-TW" sz="2000" dirty="0">
                    <a:latin typeface="微软雅黑" panose="020B0503020204020204" pitchFamily="34" charset="-122"/>
                    <a:ea typeface="PMingLiU" panose="02020500000000000000" pitchFamily="18" charset="-120"/>
                  </a:rPr>
                  <a:t>Taking the rows out</a:t>
                </a:r>
              </a:p>
              <a:p>
                <a:pPr lvl="1" eaLnBrk="1" hangingPunct="1"/>
                <a:r>
                  <a:rPr lang="en-US" altLang="zh-TW" sz="2000" dirty="0">
                    <a:latin typeface="微软雅黑" panose="020B0503020204020204" pitchFamily="34" charset="-122"/>
                    <a:ea typeface="PMingLiU" panose="02020500000000000000" pitchFamily="18" charset="-120"/>
                  </a:rPr>
                  <a:t>Replacing 0 by </a:t>
                </a:r>
                <a:r>
                  <a:rPr lang="en-US" altLang="zh-TW" sz="2000" dirty="0">
                    <a:latin typeface="Arial" panose="020B0604020202020204" pitchFamily="34" charset="0"/>
                    <a:ea typeface="PMingLiU" panose="02020500000000000000" pitchFamily="18" charset="-120"/>
                  </a:rPr>
                  <a:t>–</a:t>
                </a:r>
                <a:r>
                  <a:rPr lang="en-US" altLang="zh-TW" sz="2000" dirty="0">
                    <a:latin typeface="微软雅黑" panose="020B0503020204020204" pitchFamily="34" charset="-122"/>
                    <a:ea typeface="PMingLiU" panose="02020500000000000000" pitchFamily="18" charset="-120"/>
                  </a:rPr>
                  <a:t>1</a:t>
                </a:r>
              </a:p>
              <a:p>
                <a:pPr marL="342900" lvl="1" indent="0" eaLnBrk="1" hangingPunct="1">
                  <a:buNone/>
                </a:pPr>
                <a:r>
                  <a:rPr lang="en-US" altLang="zh-TW" sz="2000" b="0" dirty="0">
                    <a:ea typeface="PMingLiU" panose="02020500000000000000" pitchFamily="18" charset="-120"/>
                  </a:rPr>
                  <a:t>H</a:t>
                </a:r>
                <a:r>
                  <a:rPr lang="en-US" altLang="zh-TW" sz="2000" b="0" baseline="-25000" dirty="0">
                    <a:ea typeface="PMingLiU" panose="02020500000000000000" pitchFamily="18" charset="-120"/>
                  </a:rPr>
                  <a:t>4</a:t>
                </a:r>
                <a14:m>
                  <m:oMath xmlns:m="http://schemas.openxmlformats.org/officeDocument/2006/math">
                    <m:r>
                      <a:rPr lang="en-US" altLang="zh-TW" sz="2000" b="0" i="1" smtClean="0">
                        <a:latin typeface="Cambria Math" panose="02040503050406030204" pitchFamily="18" charset="0"/>
                        <a:ea typeface="PMingLiU" panose="02020500000000000000" pitchFamily="18" charset="-120"/>
                      </a:rPr>
                      <m:t>=</m:t>
                    </m:r>
                    <m:d>
                      <m:dPr>
                        <m:ctrlPr>
                          <a:rPr lang="en-US" altLang="zh-TW" sz="2000" b="0" i="1" smtClean="0">
                            <a:latin typeface="Cambria Math" panose="02040503050406030204" pitchFamily="18" charset="0"/>
                            <a:ea typeface="PMingLiU" panose="02020500000000000000" pitchFamily="18" charset="-120"/>
                          </a:rPr>
                        </m:ctrlPr>
                      </m:dPr>
                      <m:e>
                        <m:eqArr>
                          <m:eqArrPr>
                            <m:ctrlPr>
                              <a:rPr lang="en-US" altLang="zh-TW" sz="2000" b="0" i="1" smtClean="0">
                                <a:latin typeface="Cambria Math" panose="02040503050406030204" pitchFamily="18" charset="0"/>
                                <a:ea typeface="PMingLiU" panose="02020500000000000000" pitchFamily="18" charset="-120"/>
                              </a:rPr>
                            </m:ctrlPr>
                          </m:eqArrPr>
                          <m:e>
                            <m:m>
                              <m:mPr>
                                <m:mcs>
                                  <m:mc>
                                    <m:mcPr>
                                      <m:count m:val="2"/>
                                      <m:mcJc m:val="center"/>
                                    </m:mcPr>
                                  </m:mc>
                                </m:mcs>
                                <m:ctrlPr>
                                  <a:rPr lang="en-US" altLang="zh-TW" sz="2000" b="0" i="1" smtClean="0">
                                    <a:latin typeface="Cambria Math" panose="02040503050406030204" pitchFamily="18" charset="0"/>
                                    <a:ea typeface="PMingLiU" panose="02020500000000000000" pitchFamily="18" charset="-120"/>
                                  </a:rPr>
                                </m:ctrlPr>
                              </m:mPr>
                              <m:mr>
                                <m:e>
                                  <m:r>
                                    <m:rPr>
                                      <m:brk m:alnAt="7"/>
                                    </m:rPr>
                                    <a:rPr lang="en-US" altLang="zh-TW" sz="2000" b="0" i="1" smtClean="0">
                                      <a:latin typeface="Cambria Math" panose="02040503050406030204" pitchFamily="18" charset="0"/>
                                      <a:ea typeface="PMingLiU" panose="02020500000000000000" pitchFamily="18" charset="-120"/>
                                    </a:rPr>
                                    <m:t>0</m:t>
                                  </m:r>
                                </m:e>
                                <m:e>
                                  <m:r>
                                    <a:rPr lang="en-US" altLang="zh-TW" sz="2000" b="0" i="1" smtClean="0">
                                      <a:latin typeface="Cambria Math" panose="02040503050406030204" pitchFamily="18" charset="0"/>
                                      <a:ea typeface="PMingLiU" panose="02020500000000000000" pitchFamily="18" charset="-120"/>
                                    </a:rPr>
                                    <m:t>0</m:t>
                                  </m:r>
                                </m:e>
                              </m:mr>
                              <m:mr>
                                <m:e>
                                  <m:r>
                                    <a:rPr lang="en-US" altLang="zh-TW" sz="2000" b="0" i="1" smtClean="0">
                                      <a:latin typeface="Cambria Math" panose="02040503050406030204" pitchFamily="18" charset="0"/>
                                      <a:ea typeface="PMingLiU" panose="02020500000000000000" pitchFamily="18" charset="-120"/>
                                    </a:rPr>
                                    <m:t>0</m:t>
                                  </m:r>
                                </m:e>
                                <m:e>
                                  <m:r>
                                    <a:rPr lang="en-US" altLang="zh-TW" sz="2000" b="0" i="1" smtClean="0">
                                      <a:latin typeface="Cambria Math" panose="02040503050406030204" pitchFamily="18" charset="0"/>
                                      <a:ea typeface="PMingLiU" panose="02020500000000000000" pitchFamily="18" charset="-120"/>
                                    </a:rPr>
                                    <m:t>1</m:t>
                                  </m:r>
                                </m:e>
                              </m:mr>
                            </m:m>
                            <m:m>
                              <m:mPr>
                                <m:mcs>
                                  <m:mc>
                                    <m:mcPr>
                                      <m:count m:val="2"/>
                                      <m:mcJc m:val="center"/>
                                    </m:mcPr>
                                  </m:mc>
                                </m:mcs>
                                <m:ctrlPr>
                                  <a:rPr lang="en-US" altLang="zh-TW" sz="2000" b="0" i="1" smtClean="0">
                                    <a:latin typeface="Cambria Math" panose="02040503050406030204" pitchFamily="18" charset="0"/>
                                    <a:ea typeface="PMingLiU" panose="02020500000000000000" pitchFamily="18" charset="-120"/>
                                  </a:rPr>
                                </m:ctrlPr>
                              </m:mPr>
                              <m:mr>
                                <m:e>
                                  <m:r>
                                    <m:rPr>
                                      <m:brk m:alnAt="7"/>
                                    </m:rPr>
                                    <a:rPr lang="en-US" altLang="zh-TW" sz="2000" b="0" i="1" smtClean="0">
                                      <a:latin typeface="Cambria Math" panose="02040503050406030204" pitchFamily="18" charset="0"/>
                                      <a:ea typeface="PMingLiU" panose="02020500000000000000" pitchFamily="18" charset="-120"/>
                                    </a:rPr>
                                    <m:t> </m:t>
                                  </m:r>
                                  <m:r>
                                    <a:rPr lang="en-US" altLang="zh-TW" sz="2000" b="0" i="1" smtClean="0">
                                      <a:latin typeface="Cambria Math" panose="02040503050406030204" pitchFamily="18" charset="0"/>
                                      <a:ea typeface="PMingLiU" panose="02020500000000000000" pitchFamily="18" charset="-120"/>
                                    </a:rPr>
                                    <m:t>    0</m:t>
                                  </m:r>
                                </m:e>
                                <m:e>
                                  <m:r>
                                    <a:rPr lang="en-US" altLang="zh-TW" sz="2000" b="0" i="1" smtClean="0">
                                      <a:latin typeface="Cambria Math" panose="02040503050406030204" pitchFamily="18" charset="0"/>
                                      <a:ea typeface="PMingLiU" panose="02020500000000000000" pitchFamily="18" charset="-120"/>
                                    </a:rPr>
                                    <m:t>0</m:t>
                                  </m:r>
                                </m:e>
                              </m:mr>
                              <m:mr>
                                <m:e>
                                  <m:r>
                                    <a:rPr lang="en-US" altLang="zh-TW" sz="2000" b="0" i="1" smtClean="0">
                                      <a:latin typeface="Cambria Math" panose="02040503050406030204" pitchFamily="18" charset="0"/>
                                      <a:ea typeface="PMingLiU" panose="02020500000000000000" pitchFamily="18" charset="-120"/>
                                    </a:rPr>
                                    <m:t>     0</m:t>
                                  </m:r>
                                </m:e>
                                <m:e>
                                  <m:r>
                                    <a:rPr lang="en-US" altLang="zh-TW" sz="2000" b="0" i="1" smtClean="0">
                                      <a:latin typeface="Cambria Math" panose="02040503050406030204" pitchFamily="18" charset="0"/>
                                      <a:ea typeface="PMingLiU" panose="02020500000000000000" pitchFamily="18" charset="-120"/>
                                    </a:rPr>
                                    <m:t>1</m:t>
                                  </m:r>
                                </m:e>
                              </m:mr>
                            </m:m>
                          </m:e>
                          <m:e>
                            <m:m>
                              <m:mPr>
                                <m:mcs>
                                  <m:mc>
                                    <m:mcPr>
                                      <m:count m:val="2"/>
                                      <m:mcJc m:val="center"/>
                                    </m:mcPr>
                                  </m:mc>
                                </m:mcs>
                                <m:ctrlPr>
                                  <a:rPr lang="en-US" altLang="zh-TW" sz="2000" b="0" i="1" smtClean="0">
                                    <a:latin typeface="Cambria Math" panose="02040503050406030204" pitchFamily="18" charset="0"/>
                                    <a:ea typeface="PMingLiU" panose="02020500000000000000" pitchFamily="18" charset="-120"/>
                                  </a:rPr>
                                </m:ctrlPr>
                              </m:mPr>
                              <m:mr>
                                <m:e>
                                  <m:r>
                                    <m:rPr>
                                      <m:brk m:alnAt="7"/>
                                    </m:rPr>
                                    <a:rPr lang="en-US" altLang="zh-TW" sz="2000" b="0" i="1" smtClean="0">
                                      <a:latin typeface="Cambria Math" panose="02040503050406030204" pitchFamily="18" charset="0"/>
                                      <a:ea typeface="PMingLiU" panose="02020500000000000000" pitchFamily="18" charset="-120"/>
                                    </a:rPr>
                                    <m:t>0</m:t>
                                  </m:r>
                                </m:e>
                                <m:e>
                                  <m:r>
                                    <a:rPr lang="en-US" altLang="zh-TW" sz="2000" b="0" i="1" smtClean="0">
                                      <a:latin typeface="Cambria Math" panose="02040503050406030204" pitchFamily="18" charset="0"/>
                                      <a:ea typeface="PMingLiU" panose="02020500000000000000" pitchFamily="18" charset="-120"/>
                                    </a:rPr>
                                    <m:t>0</m:t>
                                  </m:r>
                                </m:e>
                              </m:mr>
                              <m:mr>
                                <m:e>
                                  <m:r>
                                    <a:rPr lang="en-US" altLang="zh-TW" sz="2000" b="0" i="1" smtClean="0">
                                      <a:latin typeface="Cambria Math" panose="02040503050406030204" pitchFamily="18" charset="0"/>
                                      <a:ea typeface="PMingLiU" panose="02020500000000000000" pitchFamily="18" charset="-120"/>
                                    </a:rPr>
                                    <m:t>0</m:t>
                                  </m:r>
                                </m:e>
                                <m:e>
                                  <m:r>
                                    <a:rPr lang="en-US" altLang="zh-TW" sz="2000" b="0" i="1" smtClean="0">
                                      <a:latin typeface="Cambria Math" panose="02040503050406030204" pitchFamily="18" charset="0"/>
                                      <a:ea typeface="PMingLiU" panose="02020500000000000000" pitchFamily="18" charset="-120"/>
                                    </a:rPr>
                                    <m:t>1</m:t>
                                  </m:r>
                                </m:e>
                              </m:mr>
                            </m:m>
                            <m:m>
                              <m:mPr>
                                <m:mcs>
                                  <m:mc>
                                    <m:mcPr>
                                      <m:count m:val="2"/>
                                      <m:mcJc m:val="center"/>
                                    </m:mcPr>
                                  </m:mc>
                                </m:mcs>
                                <m:ctrlPr>
                                  <a:rPr lang="en-US" altLang="zh-TW" sz="2000" b="0" i="1" smtClean="0">
                                    <a:latin typeface="Cambria Math" panose="02040503050406030204" pitchFamily="18" charset="0"/>
                                    <a:ea typeface="PMingLiU" panose="02020500000000000000" pitchFamily="18" charset="-120"/>
                                  </a:rPr>
                                </m:ctrlPr>
                              </m:mPr>
                              <m:mr>
                                <m:e>
                                  <m:r>
                                    <m:rPr>
                                      <m:brk m:alnAt="7"/>
                                    </m:rPr>
                                    <a:rPr lang="en-US" altLang="zh-TW" sz="2000" b="0" i="1" smtClean="0">
                                      <a:latin typeface="Cambria Math" panose="02040503050406030204" pitchFamily="18" charset="0"/>
                                      <a:ea typeface="PMingLiU" panose="02020500000000000000" pitchFamily="18" charset="-120"/>
                                    </a:rPr>
                                    <m:t> </m:t>
                                  </m:r>
                                  <m:r>
                                    <a:rPr lang="en-US" altLang="zh-TW" sz="2000" b="0" i="1" smtClean="0">
                                      <a:latin typeface="Cambria Math" panose="02040503050406030204" pitchFamily="18" charset="0"/>
                                      <a:ea typeface="PMingLiU" panose="02020500000000000000" pitchFamily="18" charset="-120"/>
                                    </a:rPr>
                                    <m:t>    1</m:t>
                                  </m:r>
                                </m:e>
                                <m:e>
                                  <m:r>
                                    <a:rPr lang="en-US" altLang="zh-TW" sz="2000" b="0" i="1" smtClean="0">
                                      <a:latin typeface="Cambria Math" panose="02040503050406030204" pitchFamily="18" charset="0"/>
                                      <a:ea typeface="PMingLiU" panose="02020500000000000000" pitchFamily="18" charset="-120"/>
                                    </a:rPr>
                                    <m:t>1</m:t>
                                  </m:r>
                                </m:e>
                              </m:mr>
                              <m:mr>
                                <m:e>
                                  <m:r>
                                    <a:rPr lang="en-US" altLang="zh-TW" sz="2000" b="0" i="1" smtClean="0">
                                      <a:latin typeface="Cambria Math" panose="02040503050406030204" pitchFamily="18" charset="0"/>
                                      <a:ea typeface="PMingLiU" panose="02020500000000000000" pitchFamily="18" charset="-120"/>
                                    </a:rPr>
                                    <m:t>     1</m:t>
                                  </m:r>
                                </m:e>
                                <m:e>
                                  <m:r>
                                    <a:rPr lang="en-US" altLang="zh-TW" sz="2000" b="0" i="1" smtClean="0">
                                      <a:latin typeface="Cambria Math" panose="02040503050406030204" pitchFamily="18" charset="0"/>
                                      <a:ea typeface="PMingLiU" panose="02020500000000000000" pitchFamily="18" charset="-120"/>
                                    </a:rPr>
                                    <m:t>0</m:t>
                                  </m:r>
                                </m:e>
                              </m:mr>
                            </m:m>
                          </m:e>
                        </m:eqArr>
                      </m:e>
                    </m:d>
                  </m:oMath>
                </a14:m>
                <a:endParaRPr lang="en-US" altLang="zh-TW" sz="2000" dirty="0">
                  <a:latin typeface="微软雅黑" panose="020B0503020204020204" pitchFamily="34" charset="-122"/>
                  <a:ea typeface="PMingLiU" panose="02020500000000000000" pitchFamily="18" charset="-120"/>
                </a:endParaRPr>
              </a:p>
              <a:p>
                <a:pPr lvl="1" eaLnBrk="1" hangingPunct="1"/>
                <a:endParaRPr lang="en-US" altLang="zh-TW" sz="2000" dirty="0">
                  <a:latin typeface="微软雅黑" panose="020B0503020204020204" pitchFamily="34" charset="-122"/>
                  <a:ea typeface="PMingLiU" panose="02020500000000000000" pitchFamily="18" charset="-120"/>
                </a:endParaRPr>
              </a:p>
              <a:p>
                <a:pPr lvl="1" eaLnBrk="1" hangingPunct="1"/>
                <a:endParaRPr lang="en-US" altLang="zh-TW" sz="2000" dirty="0">
                  <a:latin typeface="微软雅黑" panose="020B0503020204020204" pitchFamily="34" charset="-122"/>
                  <a:ea typeface="PMingLiU" panose="02020500000000000000" pitchFamily="18" charset="-120"/>
                </a:endParaRPr>
              </a:p>
            </p:txBody>
          </p:sp>
        </mc:Choice>
        <mc:Fallback xmlns="">
          <p:sp>
            <p:nvSpPr>
              <p:cNvPr id="193539" name="Rectangle 3">
                <a:extLst>
                  <a:ext uri="{FF2B5EF4-FFF2-40B4-BE49-F238E27FC236}">
                    <a16:creationId xmlns:a16="http://schemas.microsoft.com/office/drawing/2014/main" id="{079CD6DF-2D2C-9441-B321-AF454FB6E5F3}"/>
                  </a:ext>
                </a:extLst>
              </p:cNvPr>
              <p:cNvSpPr>
                <a:spLocks noGrp="1" noRot="1" noChangeAspect="1" noMove="1" noResize="1" noEditPoints="1" noAdjustHandles="1" noChangeArrowheads="1" noChangeShapeType="1" noTextEdit="1"/>
              </p:cNvSpPr>
              <p:nvPr>
                <p:ph type="body" sz="half" idx="4294967295"/>
              </p:nvPr>
            </p:nvSpPr>
            <p:spPr>
              <a:xfrm>
                <a:off x="167383" y="970599"/>
                <a:ext cx="8804953" cy="1425575"/>
              </a:xfrm>
              <a:blipFill>
                <a:blip r:embed="rId3"/>
                <a:stretch>
                  <a:fillRect l="-1151" b="-139823"/>
                </a:stretch>
              </a:blipFill>
            </p:spPr>
            <p:txBody>
              <a:bodyPr/>
              <a:lstStyle/>
              <a:p>
                <a:r>
                  <a:rPr lang="zh-CN" altLang="en-US">
                    <a:noFill/>
                  </a:rPr>
                  <a:t> </a:t>
                </a:r>
              </a:p>
            </p:txBody>
          </p:sp>
        </mc:Fallback>
      </mc:AlternateContent>
      <p:sp>
        <p:nvSpPr>
          <p:cNvPr id="193542" name="AutoShape 6">
            <a:extLst>
              <a:ext uri="{FF2B5EF4-FFF2-40B4-BE49-F238E27FC236}">
                <a16:creationId xmlns:a16="http://schemas.microsoft.com/office/drawing/2014/main" id="{B6D27C85-DA2E-3146-992C-0D5C86046194}"/>
              </a:ext>
            </a:extLst>
          </p:cNvPr>
          <p:cNvSpPr>
            <a:spLocks noChangeArrowheads="1"/>
          </p:cNvSpPr>
          <p:nvPr/>
        </p:nvSpPr>
        <p:spPr bwMode="auto">
          <a:xfrm>
            <a:off x="3069136" y="3416171"/>
            <a:ext cx="1350169" cy="485775"/>
          </a:xfrm>
          <a:prstGeom prst="rightArrow">
            <a:avLst>
              <a:gd name="adj1" fmla="val 50000"/>
              <a:gd name="adj2" fmla="val 69485"/>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93543" name="Text Box 7">
            <a:extLst>
              <a:ext uri="{FF2B5EF4-FFF2-40B4-BE49-F238E27FC236}">
                <a16:creationId xmlns:a16="http://schemas.microsoft.com/office/drawing/2014/main" id="{1CA37F5F-0E7F-1E43-8E60-473A7AC9D545}"/>
              </a:ext>
            </a:extLst>
          </p:cNvPr>
          <p:cNvSpPr txBox="1">
            <a:spLocks noChangeArrowheads="1"/>
          </p:cNvSpPr>
          <p:nvPr/>
        </p:nvSpPr>
        <p:spPr bwMode="auto">
          <a:xfrm>
            <a:off x="4569859" y="4392690"/>
            <a:ext cx="28533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800" dirty="0">
                <a:solidFill>
                  <a:srgbClr val="FF0000"/>
                </a:solidFill>
                <a:latin typeface="微软雅黑" panose="020B0503020204020204" pitchFamily="34" charset="-122"/>
                <a:ea typeface="PMingLiU" panose="02020500000000000000" pitchFamily="18" charset="-120"/>
              </a:rPr>
              <a:t>Are they orthogonal?</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4A4A739E-9408-9345-95F6-9F01741CAC50}"/>
                  </a:ext>
                </a:extLst>
              </p:cNvPr>
              <p:cNvSpPr txBox="1"/>
              <p:nvPr/>
            </p:nvSpPr>
            <p:spPr>
              <a:xfrm>
                <a:off x="4724696" y="3125191"/>
                <a:ext cx="2272289" cy="11079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b="0" i="1" smtClean="0">
                          <a:latin typeface="Cambria Math" panose="02040503050406030204" pitchFamily="18" charset="0"/>
                        </a:rPr>
                        <m:t>𝑆</m:t>
                      </m:r>
                      <m:r>
                        <a:rPr kumimoji="1" lang="en-US" altLang="zh-CN" b="0" i="1" baseline="-25000" smtClean="0">
                          <a:latin typeface="Cambria Math" panose="02040503050406030204" pitchFamily="18" charset="0"/>
                        </a:rPr>
                        <m:t>1</m:t>
                      </m:r>
                      <m:r>
                        <a:rPr kumimoji="1" lang="en-US" altLang="zh-CN" b="0" i="1" smtClean="0">
                          <a:latin typeface="Cambria Math" panose="02040503050406030204" pitchFamily="18" charset="0"/>
                        </a:rPr>
                        <m:t>=</m:t>
                      </m:r>
                      <m:d>
                        <m:dPr>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−1, −1,−1,−1</m:t>
                          </m:r>
                        </m:e>
                      </m:d>
                    </m:oMath>
                  </m:oMathPara>
                </a14:m>
                <a:endParaRPr kumimoji="1" lang="en-US" altLang="zh-CN" b="0" dirty="0"/>
              </a:p>
              <a:p>
                <a:pPr/>
                <a14:m>
                  <m:oMathPara xmlns:m="http://schemas.openxmlformats.org/officeDocument/2006/math">
                    <m:oMathParaPr>
                      <m:jc m:val="centerGroup"/>
                    </m:oMathParaPr>
                    <m:oMath xmlns:m="http://schemas.openxmlformats.org/officeDocument/2006/math">
                      <m:r>
                        <a:rPr kumimoji="1" lang="en-US" altLang="zh-CN" i="1">
                          <a:latin typeface="Cambria Math" panose="02040503050406030204" pitchFamily="18" charset="0"/>
                        </a:rPr>
                        <m:t>𝑆</m:t>
                      </m:r>
                      <m:r>
                        <a:rPr kumimoji="1" lang="en-US" altLang="zh-CN" b="0" i="1" baseline="-25000" smtClean="0">
                          <a:latin typeface="Cambria Math" panose="02040503050406030204" pitchFamily="18" charset="0"/>
                        </a:rPr>
                        <m:t>2</m:t>
                      </m:r>
                      <m:r>
                        <a:rPr kumimoji="1" lang="en-US" altLang="zh-CN" i="1">
                          <a:latin typeface="Cambria Math" panose="02040503050406030204" pitchFamily="18" charset="0"/>
                        </a:rPr>
                        <m:t>=</m:t>
                      </m:r>
                      <m:d>
                        <m:dPr>
                          <m:ctrlPr>
                            <a:rPr kumimoji="1" lang="en-US" altLang="zh-CN" i="1">
                              <a:latin typeface="Cambria Math" panose="02040503050406030204" pitchFamily="18" charset="0"/>
                            </a:rPr>
                          </m:ctrlPr>
                        </m:dPr>
                        <m:e>
                          <m:r>
                            <a:rPr kumimoji="1" lang="en-US" altLang="zh-CN" i="1">
                              <a:latin typeface="Cambria Math" panose="02040503050406030204" pitchFamily="18" charset="0"/>
                            </a:rPr>
                            <m:t>−1, </m:t>
                          </m:r>
                          <m:r>
                            <a:rPr kumimoji="1" lang="en-US" altLang="zh-CN" b="0" i="1" smtClean="0">
                              <a:latin typeface="Cambria Math" panose="02040503050406030204" pitchFamily="18" charset="0"/>
                            </a:rPr>
                            <m:t>+</m:t>
                          </m:r>
                          <m:r>
                            <a:rPr kumimoji="1" lang="en-US" altLang="zh-CN" i="1">
                              <a:latin typeface="Cambria Math" panose="02040503050406030204" pitchFamily="18" charset="0"/>
                            </a:rPr>
                            <m:t>1,</m:t>
                          </m:r>
                          <m:r>
                            <a:rPr kumimoji="1" lang="en-US" altLang="zh-CN" b="0" i="1" smtClean="0">
                              <a:latin typeface="Cambria Math" panose="02040503050406030204" pitchFamily="18" charset="0"/>
                            </a:rPr>
                            <m:t>+</m:t>
                          </m:r>
                          <m:r>
                            <a:rPr kumimoji="1" lang="en-US" altLang="zh-CN" i="1">
                              <a:latin typeface="Cambria Math" panose="02040503050406030204" pitchFamily="18" charset="0"/>
                            </a:rPr>
                            <m:t>1,−1</m:t>
                          </m:r>
                        </m:e>
                      </m:d>
                    </m:oMath>
                  </m:oMathPara>
                </a14:m>
                <a:endParaRPr kumimoji="1" lang="en-US" altLang="zh-CN" dirty="0"/>
              </a:p>
              <a:p>
                <a:pPr/>
                <a14:m>
                  <m:oMathPara xmlns:m="http://schemas.openxmlformats.org/officeDocument/2006/math">
                    <m:oMathParaPr>
                      <m:jc m:val="centerGroup"/>
                    </m:oMathParaPr>
                    <m:oMath xmlns:m="http://schemas.openxmlformats.org/officeDocument/2006/math">
                      <m:r>
                        <a:rPr kumimoji="1" lang="en-US" altLang="zh-CN" i="1">
                          <a:latin typeface="Cambria Math" panose="02040503050406030204" pitchFamily="18" charset="0"/>
                        </a:rPr>
                        <m:t>𝑆</m:t>
                      </m:r>
                      <m:r>
                        <a:rPr kumimoji="1" lang="en-US" altLang="zh-CN" b="0" i="1" baseline="-25000" smtClean="0">
                          <a:latin typeface="Cambria Math" panose="02040503050406030204" pitchFamily="18" charset="0"/>
                        </a:rPr>
                        <m:t>3</m:t>
                      </m:r>
                      <m:r>
                        <a:rPr kumimoji="1" lang="en-US" altLang="zh-CN" i="1">
                          <a:latin typeface="Cambria Math" panose="02040503050406030204" pitchFamily="18" charset="0"/>
                        </a:rPr>
                        <m:t>=</m:t>
                      </m:r>
                      <m:d>
                        <m:dPr>
                          <m:ctrlPr>
                            <a:rPr kumimoji="1" lang="en-US" altLang="zh-CN" i="1">
                              <a:latin typeface="Cambria Math" panose="02040503050406030204" pitchFamily="18" charset="0"/>
                            </a:rPr>
                          </m:ctrlPr>
                        </m:dPr>
                        <m:e>
                          <m:r>
                            <a:rPr kumimoji="1" lang="en-US" altLang="zh-CN" i="1">
                              <a:latin typeface="Cambria Math" panose="02040503050406030204" pitchFamily="18" charset="0"/>
                            </a:rPr>
                            <m:t>−1, −1,</m:t>
                          </m:r>
                          <m:r>
                            <a:rPr kumimoji="1" lang="en-US" altLang="zh-CN" b="0" i="1" smtClean="0">
                              <a:latin typeface="Cambria Math" panose="02040503050406030204" pitchFamily="18" charset="0"/>
                            </a:rPr>
                            <m:t>+</m:t>
                          </m:r>
                          <m:r>
                            <a:rPr kumimoji="1" lang="en-US" altLang="zh-CN" i="1">
                              <a:latin typeface="Cambria Math" panose="02040503050406030204" pitchFamily="18" charset="0"/>
                            </a:rPr>
                            <m:t>1,</m:t>
                          </m:r>
                          <m:r>
                            <a:rPr kumimoji="1" lang="en-US" altLang="zh-CN" b="0" i="1" smtClean="0">
                              <a:latin typeface="Cambria Math" panose="02040503050406030204" pitchFamily="18" charset="0"/>
                            </a:rPr>
                            <m:t>+</m:t>
                          </m:r>
                          <m:r>
                            <a:rPr kumimoji="1" lang="en-US" altLang="zh-CN" i="1">
                              <a:latin typeface="Cambria Math" panose="02040503050406030204" pitchFamily="18" charset="0"/>
                            </a:rPr>
                            <m:t>1</m:t>
                          </m:r>
                        </m:e>
                      </m:d>
                    </m:oMath>
                  </m:oMathPara>
                </a14:m>
                <a:endParaRPr kumimoji="1" lang="en-US" altLang="zh-CN" dirty="0"/>
              </a:p>
              <a:p>
                <a:pPr/>
                <a14:m>
                  <m:oMathPara xmlns:m="http://schemas.openxmlformats.org/officeDocument/2006/math">
                    <m:oMathParaPr>
                      <m:jc m:val="centerGroup"/>
                    </m:oMathParaPr>
                    <m:oMath xmlns:m="http://schemas.openxmlformats.org/officeDocument/2006/math">
                      <m:r>
                        <a:rPr kumimoji="1" lang="en-US" altLang="zh-CN" i="1">
                          <a:latin typeface="Cambria Math" panose="02040503050406030204" pitchFamily="18" charset="0"/>
                        </a:rPr>
                        <m:t>𝑆</m:t>
                      </m:r>
                      <m:r>
                        <a:rPr kumimoji="1" lang="en-US" altLang="zh-CN" b="0" i="1" baseline="-25000" smtClean="0">
                          <a:latin typeface="Cambria Math" panose="02040503050406030204" pitchFamily="18" charset="0"/>
                        </a:rPr>
                        <m:t>4</m:t>
                      </m:r>
                      <m:r>
                        <a:rPr kumimoji="1" lang="en-US" altLang="zh-CN" i="1">
                          <a:latin typeface="Cambria Math" panose="02040503050406030204" pitchFamily="18" charset="0"/>
                        </a:rPr>
                        <m:t>=</m:t>
                      </m:r>
                      <m:d>
                        <m:dPr>
                          <m:ctrlPr>
                            <a:rPr kumimoji="1" lang="en-US" altLang="zh-CN" i="1">
                              <a:latin typeface="Cambria Math" panose="02040503050406030204" pitchFamily="18" charset="0"/>
                            </a:rPr>
                          </m:ctrlPr>
                        </m:dPr>
                        <m:e>
                          <m:r>
                            <a:rPr kumimoji="1" lang="en-US" altLang="zh-CN" i="1">
                              <a:latin typeface="Cambria Math" panose="02040503050406030204" pitchFamily="18" charset="0"/>
                            </a:rPr>
                            <m:t>−1, </m:t>
                          </m:r>
                          <m:r>
                            <a:rPr kumimoji="1" lang="en-US" altLang="zh-CN" b="0" i="1" smtClean="0">
                              <a:latin typeface="Cambria Math" panose="02040503050406030204" pitchFamily="18" charset="0"/>
                            </a:rPr>
                            <m:t>+</m:t>
                          </m:r>
                          <m:r>
                            <a:rPr kumimoji="1" lang="en-US" altLang="zh-CN" i="1">
                              <a:latin typeface="Cambria Math" panose="02040503050406030204" pitchFamily="18" charset="0"/>
                            </a:rPr>
                            <m:t>1,</m:t>
                          </m:r>
                          <m:r>
                            <a:rPr kumimoji="1" lang="en-US" altLang="zh-CN" b="0" i="1" smtClean="0">
                              <a:latin typeface="Cambria Math" panose="02040503050406030204" pitchFamily="18" charset="0"/>
                            </a:rPr>
                            <m:t>+</m:t>
                          </m:r>
                          <m:r>
                            <a:rPr kumimoji="1" lang="en-US" altLang="zh-CN" i="1">
                              <a:latin typeface="Cambria Math" panose="02040503050406030204" pitchFamily="18" charset="0"/>
                            </a:rPr>
                            <m:t>1,−1</m:t>
                          </m:r>
                        </m:e>
                      </m:d>
                    </m:oMath>
                  </m:oMathPara>
                </a14:m>
                <a:endParaRPr kumimoji="1" lang="en-US" altLang="zh-CN" dirty="0"/>
              </a:p>
            </p:txBody>
          </p:sp>
        </mc:Choice>
        <mc:Fallback xmlns="">
          <p:sp>
            <p:nvSpPr>
              <p:cNvPr id="5" name="文本框 4">
                <a:extLst>
                  <a:ext uri="{FF2B5EF4-FFF2-40B4-BE49-F238E27FC236}">
                    <a16:creationId xmlns:a16="http://schemas.microsoft.com/office/drawing/2014/main" id="{4A4A739E-9408-9345-95F6-9F01741CAC50}"/>
                  </a:ext>
                </a:extLst>
              </p:cNvPr>
              <p:cNvSpPr txBox="1">
                <a:spLocks noRot="1" noChangeAspect="1" noMove="1" noResize="1" noEditPoints="1" noAdjustHandles="1" noChangeArrowheads="1" noChangeShapeType="1" noTextEdit="1"/>
              </p:cNvSpPr>
              <p:nvPr/>
            </p:nvSpPr>
            <p:spPr>
              <a:xfrm>
                <a:off x="4724696" y="3125191"/>
                <a:ext cx="2272289" cy="1107996"/>
              </a:xfrm>
              <a:prstGeom prst="rect">
                <a:avLst/>
              </a:prstGeom>
              <a:blipFill>
                <a:blip r:embed="rId4"/>
                <a:stretch>
                  <a:fillRect l="-556" b="-227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0947005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5" name="灯片编号占位符 3">
            <a:extLst>
              <a:ext uri="{FF2B5EF4-FFF2-40B4-BE49-F238E27FC236}">
                <a16:creationId xmlns:a16="http://schemas.microsoft.com/office/drawing/2014/main" id="{A68DAA3B-0898-9344-A252-0D692EB3BF33}"/>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DB8EFCF-4F0F-884F-BD27-927AC4BE01A2}"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86</a:t>
            </a:fld>
            <a:endParaRPr lang="en-US" altLang="zh-CN" sz="1050">
              <a:solidFill>
                <a:schemeClr val="bg2"/>
              </a:solidFill>
              <a:latin typeface="Tahoma" panose="020B0604030504040204" pitchFamily="34" charset="0"/>
              <a:ea typeface="宋体" panose="02010600030101010101" pitchFamily="2" charset="-122"/>
            </a:endParaRPr>
          </a:p>
        </p:txBody>
      </p:sp>
      <p:sp>
        <p:nvSpPr>
          <p:cNvPr id="301058" name="Rectangle 2">
            <a:extLst>
              <a:ext uri="{FF2B5EF4-FFF2-40B4-BE49-F238E27FC236}">
                <a16:creationId xmlns:a16="http://schemas.microsoft.com/office/drawing/2014/main" id="{FF1A0F48-F4DB-2A41-9F3B-1CEF9E3CDF22}"/>
              </a:ext>
            </a:extLst>
          </p:cNvPr>
          <p:cNvSpPr>
            <a:spLocks noGrp="1" noChangeArrowheads="1"/>
          </p:cNvSpPr>
          <p:nvPr>
            <p:ph type="title"/>
          </p:nvPr>
        </p:nvSpPr>
        <p:spPr/>
        <p:txBody>
          <a:bodyPr/>
          <a:lstStyle/>
          <a:p>
            <a:pPr eaLnBrk="1" hangingPunct="1">
              <a:defRPr/>
            </a:pPr>
            <a:r>
              <a:rPr lang="en-US" altLang="zh-TW">
                <a:latin typeface="微软雅黑" charset="-122"/>
                <a:cs typeface="+mj-cs"/>
              </a:rPr>
              <a:t>IS-95 Forward Link</a:t>
            </a:r>
          </a:p>
        </p:txBody>
      </p:sp>
      <p:sp>
        <p:nvSpPr>
          <p:cNvPr id="195587" name="Rectangle 3">
            <a:extLst>
              <a:ext uri="{FF2B5EF4-FFF2-40B4-BE49-F238E27FC236}">
                <a16:creationId xmlns:a16="http://schemas.microsoft.com/office/drawing/2014/main" id="{82D8A16F-FC41-6644-BBE5-C2B17BDF043E}"/>
              </a:ext>
            </a:extLst>
          </p:cNvPr>
          <p:cNvSpPr>
            <a:spLocks noGrp="1" noChangeArrowheads="1"/>
          </p:cNvSpPr>
          <p:nvPr>
            <p:ph type="body" idx="1"/>
          </p:nvPr>
        </p:nvSpPr>
        <p:spPr>
          <a:xfrm>
            <a:off x="228601" y="1059656"/>
            <a:ext cx="8709916" cy="3833813"/>
          </a:xfrm>
        </p:spPr>
        <p:txBody>
          <a:bodyPr/>
          <a:lstStyle/>
          <a:p>
            <a:pPr eaLnBrk="1" hangingPunct="1"/>
            <a:r>
              <a:rPr lang="en-US" altLang="zh-TW" sz="2700" dirty="0">
                <a:latin typeface="微软雅黑" panose="020B0503020204020204" pitchFamily="34" charset="-122"/>
                <a:ea typeface="PMingLiU" panose="02020500000000000000" pitchFamily="18" charset="-120"/>
              </a:rPr>
              <a:t>Walsh Codes of length 64 is used for </a:t>
            </a:r>
            <a:r>
              <a:rPr lang="en-US" altLang="zh-TW" sz="2700" dirty="0">
                <a:solidFill>
                  <a:srgbClr val="FF0000"/>
                </a:solidFill>
                <a:latin typeface="微软雅黑" panose="020B0503020204020204" pitchFamily="34" charset="-122"/>
                <a:ea typeface="PMingLiU" panose="02020500000000000000" pitchFamily="18" charset="-120"/>
              </a:rPr>
              <a:t>spreading in the forward link</a:t>
            </a:r>
            <a:r>
              <a:rPr lang="en-US" altLang="zh-TW" sz="2700" dirty="0">
                <a:latin typeface="微软雅黑" panose="020B0503020204020204" pitchFamily="34" charset="-122"/>
                <a:ea typeface="PMingLiU" panose="02020500000000000000" pitchFamily="18" charset="-120"/>
              </a:rPr>
              <a:t> (base-to-mobile) of IS-95.</a:t>
            </a:r>
          </a:p>
          <a:p>
            <a:pPr eaLnBrk="1" hangingPunct="1"/>
            <a:endParaRPr lang="en-US" altLang="zh-TW" sz="2700" dirty="0">
              <a:latin typeface="微软雅黑" panose="020B0503020204020204" pitchFamily="34" charset="-122"/>
              <a:ea typeface="PMingLiU" panose="02020500000000000000" pitchFamily="18" charset="-120"/>
            </a:endParaRPr>
          </a:p>
          <a:p>
            <a:pPr eaLnBrk="1" hangingPunct="1"/>
            <a:r>
              <a:rPr lang="en-US" altLang="zh-TW" sz="2700" dirty="0">
                <a:latin typeface="微软雅黑" panose="020B0503020204020204" pitchFamily="34" charset="-122"/>
                <a:ea typeface="PMingLiU" panose="02020500000000000000" pitchFamily="18" charset="-120"/>
              </a:rPr>
              <a:t>It is </a:t>
            </a:r>
            <a:r>
              <a:rPr lang="en-US" altLang="zh-TW" sz="2700" dirty="0">
                <a:solidFill>
                  <a:srgbClr val="0000FF"/>
                </a:solidFill>
                <a:latin typeface="微软雅黑" panose="020B0503020204020204" pitchFamily="34" charset="-122"/>
                <a:ea typeface="PMingLiU" panose="02020500000000000000" pitchFamily="18" charset="-120"/>
              </a:rPr>
              <a:t>NOT suitable for the reverse link</a:t>
            </a:r>
            <a:r>
              <a:rPr lang="en-US" altLang="zh-TW" sz="2700" dirty="0">
                <a:latin typeface="微软雅黑" panose="020B0503020204020204" pitchFamily="34" charset="-122"/>
                <a:ea typeface="PMingLiU" panose="02020500000000000000" pitchFamily="18" charset="-120"/>
              </a:rPr>
              <a:t> (mobile-to-base). (</a:t>
            </a:r>
            <a:r>
              <a:rPr lang="en-US" altLang="zh-TW" sz="2700" i="1" dirty="0">
                <a:solidFill>
                  <a:srgbClr val="D60093"/>
                </a:solidFill>
                <a:latin typeface="微软雅黑" panose="020B0503020204020204" pitchFamily="34" charset="-122"/>
                <a:ea typeface="PMingLiU" panose="02020500000000000000" pitchFamily="18" charset="-120"/>
              </a:rPr>
              <a:t>Why?</a:t>
            </a:r>
            <a:r>
              <a:rPr lang="en-US" altLang="zh-TW" sz="2700" dirty="0">
                <a:solidFill>
                  <a:srgbClr val="D60093"/>
                </a:solidFill>
                <a:latin typeface="微软雅黑" panose="020B0503020204020204" pitchFamily="34" charset="-122"/>
                <a:ea typeface="PMingLiU" panose="02020500000000000000" pitchFamily="18" charset="-120"/>
              </a:rPr>
              <a:t>)</a:t>
            </a:r>
          </a:p>
          <a:p>
            <a:pPr lvl="1" eaLnBrk="1" hangingPunct="1"/>
            <a:r>
              <a:rPr lang="en-US" altLang="zh-TW" sz="2400" dirty="0">
                <a:latin typeface="微软雅黑" panose="020B0503020204020204" pitchFamily="34" charset="-122"/>
                <a:ea typeface="PMingLiU" panose="02020500000000000000" pitchFamily="18" charset="-120"/>
              </a:rPr>
              <a:t>PN sequences</a:t>
            </a:r>
            <a:r>
              <a:rPr lang="zh-CN" altLang="en-US" sz="2400" dirty="0">
                <a:latin typeface="微软雅黑" panose="020B0503020204020204" pitchFamily="34" charset="-122"/>
                <a:ea typeface="宋体" panose="02010600030101010101" pitchFamily="2" charset="-122"/>
              </a:rPr>
              <a:t>（</a:t>
            </a:r>
            <a:r>
              <a:rPr lang="zh-CN" altLang="en-US" sz="2400" dirty="0">
                <a:solidFill>
                  <a:schemeClr val="hlink"/>
                </a:solidFill>
                <a:ea typeface="宋体" panose="02010600030101010101" pitchFamily="2" charset="-122"/>
              </a:rPr>
              <a:t>伪随机码序列</a:t>
            </a:r>
            <a:r>
              <a:rPr lang="zh-CN" altLang="en-US" sz="2400" dirty="0">
                <a:latin typeface="微软雅黑" panose="020B0503020204020204" pitchFamily="34" charset="-122"/>
                <a:ea typeface="宋体" panose="02010600030101010101" pitchFamily="2" charset="-122"/>
              </a:rPr>
              <a:t>）</a:t>
            </a:r>
            <a:r>
              <a:rPr lang="en-US" altLang="zh-TW" sz="2400" dirty="0">
                <a:latin typeface="微软雅黑" panose="020B0503020204020204" pitchFamily="34" charset="-122"/>
                <a:ea typeface="PMingLiU" panose="02020500000000000000" pitchFamily="18" charset="-120"/>
              </a:rPr>
              <a:t>are used instead.</a:t>
            </a:r>
          </a:p>
        </p:txBody>
      </p:sp>
    </p:spTree>
    <p:extLst>
      <p:ext uri="{BB962C8B-B14F-4D97-AF65-F5344CB8AC3E}">
        <p14:creationId xmlns:p14="http://schemas.microsoft.com/office/powerpoint/2010/main" val="350717219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3" name="灯片编号占位符 3">
            <a:extLst>
              <a:ext uri="{FF2B5EF4-FFF2-40B4-BE49-F238E27FC236}">
                <a16:creationId xmlns:a16="http://schemas.microsoft.com/office/drawing/2014/main" id="{0B4EDE7B-672A-774E-9189-899CCD42DF66}"/>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77681D91-21E2-F341-BDB0-156283BE9C0E}"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87</a:t>
            </a:fld>
            <a:endParaRPr lang="en-US" altLang="zh-CN" sz="1050">
              <a:solidFill>
                <a:schemeClr val="bg2"/>
              </a:solidFill>
              <a:latin typeface="Tahoma" panose="020B0604030504040204" pitchFamily="34" charset="0"/>
              <a:ea typeface="宋体" panose="02010600030101010101" pitchFamily="2" charset="-122"/>
            </a:endParaRPr>
          </a:p>
        </p:txBody>
      </p:sp>
      <p:sp>
        <p:nvSpPr>
          <p:cNvPr id="303106" name="Rectangle 2">
            <a:extLst>
              <a:ext uri="{FF2B5EF4-FFF2-40B4-BE49-F238E27FC236}">
                <a16:creationId xmlns:a16="http://schemas.microsoft.com/office/drawing/2014/main" id="{193B06CA-92AE-3549-B093-6C03755030C3}"/>
              </a:ext>
            </a:extLst>
          </p:cNvPr>
          <p:cNvSpPr>
            <a:spLocks noGrp="1" noChangeArrowheads="1"/>
          </p:cNvSpPr>
          <p:nvPr>
            <p:ph type="title"/>
          </p:nvPr>
        </p:nvSpPr>
        <p:spPr/>
        <p:txBody>
          <a:bodyPr/>
          <a:lstStyle/>
          <a:p>
            <a:pPr eaLnBrk="1" hangingPunct="1">
              <a:defRPr/>
            </a:pPr>
            <a:r>
              <a:rPr lang="en-US" altLang="zh-TW">
                <a:latin typeface="微软雅黑" charset="-122"/>
                <a:cs typeface="+mj-cs"/>
              </a:rPr>
              <a:t>PN Sequences</a:t>
            </a:r>
          </a:p>
        </p:txBody>
      </p:sp>
      <p:sp>
        <p:nvSpPr>
          <p:cNvPr id="556035" name="Rectangle 3">
            <a:extLst>
              <a:ext uri="{FF2B5EF4-FFF2-40B4-BE49-F238E27FC236}">
                <a16:creationId xmlns:a16="http://schemas.microsoft.com/office/drawing/2014/main" id="{C8BCC3BF-7E35-7C4D-9000-168F435E4ACA}"/>
              </a:ext>
            </a:extLst>
          </p:cNvPr>
          <p:cNvSpPr>
            <a:spLocks noGrp="1" noChangeArrowheads="1"/>
          </p:cNvSpPr>
          <p:nvPr>
            <p:ph type="body" idx="1"/>
          </p:nvPr>
        </p:nvSpPr>
        <p:spPr/>
        <p:txBody>
          <a:bodyPr/>
          <a:lstStyle/>
          <a:p>
            <a:pPr eaLnBrk="1" hangingPunct="1"/>
            <a:r>
              <a:rPr lang="en-US" altLang="zh-TW" sz="2700">
                <a:latin typeface="微软雅黑" panose="020B0503020204020204" pitchFamily="34" charset="-122"/>
                <a:ea typeface="PMingLiU" panose="02020500000000000000" pitchFamily="18" charset="-120"/>
              </a:rPr>
              <a:t>What is Pseudo-Noise Sequences?</a:t>
            </a:r>
          </a:p>
          <a:p>
            <a:pPr lvl="1" eaLnBrk="1" hangingPunct="1"/>
            <a:r>
              <a:rPr lang="en-US" altLang="zh-TW" sz="2400">
                <a:latin typeface="微软雅黑" panose="020B0503020204020204" pitchFamily="34" charset="-122"/>
                <a:ea typeface="PMingLiU" panose="02020500000000000000" pitchFamily="18" charset="-120"/>
              </a:rPr>
              <a:t>They are deterministic.</a:t>
            </a:r>
          </a:p>
          <a:p>
            <a:pPr lvl="1" eaLnBrk="1" hangingPunct="1"/>
            <a:r>
              <a:rPr lang="en-US" altLang="zh-TW" sz="2400">
                <a:latin typeface="微软雅黑" panose="020B0503020204020204" pitchFamily="34" charset="-122"/>
                <a:ea typeface="PMingLiU" panose="02020500000000000000" pitchFamily="18" charset="-120"/>
              </a:rPr>
              <a:t>But they </a:t>
            </a:r>
            <a:r>
              <a:rPr lang="en-US" altLang="zh-TW" sz="2400">
                <a:solidFill>
                  <a:srgbClr val="0000FF"/>
                </a:solidFill>
                <a:latin typeface="微软雅黑" panose="020B0503020204020204" pitchFamily="34" charset="-122"/>
                <a:ea typeface="PMingLiU" panose="02020500000000000000" pitchFamily="18" charset="-120"/>
              </a:rPr>
              <a:t>look like random noise</a:t>
            </a:r>
            <a:r>
              <a:rPr lang="en-US" altLang="zh-TW" sz="2400">
                <a:latin typeface="微软雅黑" panose="020B0503020204020204" pitchFamily="34" charset="-122"/>
                <a:ea typeface="PMingLiU" panose="02020500000000000000" pitchFamily="18" charset="-120"/>
              </a:rPr>
              <a:t>. </a:t>
            </a:r>
          </a:p>
          <a:p>
            <a:pPr lvl="1" eaLnBrk="1" hangingPunct="1"/>
            <a:endParaRPr lang="en-US" altLang="zh-TW" sz="2400">
              <a:latin typeface="微软雅黑" panose="020B0503020204020204" pitchFamily="34" charset="-122"/>
              <a:ea typeface="PMingLiU" panose="02020500000000000000" pitchFamily="18" charset="-120"/>
            </a:endParaRPr>
          </a:p>
          <a:p>
            <a:pPr eaLnBrk="1" hangingPunct="1"/>
            <a:r>
              <a:rPr lang="en-US" altLang="zh-TW" sz="2700">
                <a:latin typeface="微软雅黑" panose="020B0503020204020204" pitchFamily="34" charset="-122"/>
                <a:ea typeface="PMingLiU" panose="02020500000000000000" pitchFamily="18" charset="-120"/>
              </a:rPr>
              <a:t>How to generate PN sequences?</a:t>
            </a:r>
          </a:p>
          <a:p>
            <a:pPr lvl="1" eaLnBrk="1" hangingPunct="1"/>
            <a:r>
              <a:rPr lang="en-US" altLang="zh-TW" sz="2400">
                <a:latin typeface="微软雅黑" panose="020B0503020204020204" pitchFamily="34" charset="-122"/>
                <a:ea typeface="PMingLiU" panose="02020500000000000000" pitchFamily="18" charset="-120"/>
              </a:rPr>
              <a:t>One common way is to use </a:t>
            </a:r>
            <a:r>
              <a:rPr lang="en-US" altLang="zh-TW" sz="2400">
                <a:solidFill>
                  <a:srgbClr val="FF0000"/>
                </a:solidFill>
                <a:latin typeface="微软雅黑" panose="020B0503020204020204" pitchFamily="34" charset="-122"/>
                <a:ea typeface="PMingLiU" panose="02020500000000000000" pitchFamily="18" charset="-120"/>
              </a:rPr>
              <a:t>linear feedback shift register</a:t>
            </a:r>
            <a:r>
              <a:rPr lang="en-US" altLang="zh-TW" sz="2400">
                <a:latin typeface="微软雅黑" panose="020B0503020204020204" pitchFamily="34" charset="-122"/>
                <a:ea typeface="PMingLiU" panose="02020500000000000000" pitchFamily="18" charset="-120"/>
              </a:rPr>
              <a:t>.</a:t>
            </a:r>
          </a:p>
          <a:p>
            <a:pPr lvl="1" eaLnBrk="1" hangingPunct="1"/>
            <a:endParaRPr lang="zh-TW" altLang="en-US" sz="2400">
              <a:latin typeface="微软雅黑" panose="020B0503020204020204" pitchFamily="34" charset="-122"/>
              <a:ea typeface="PMingLiU" panose="02020500000000000000" pitchFamily="18" charset="-120"/>
            </a:endParaRPr>
          </a:p>
        </p:txBody>
      </p:sp>
    </p:spTree>
    <p:extLst>
      <p:ext uri="{BB962C8B-B14F-4D97-AF65-F5344CB8AC3E}">
        <p14:creationId xmlns:p14="http://schemas.microsoft.com/office/powerpoint/2010/main" val="29985929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56035">
                                            <p:txEl>
                                              <p:pRg st="0" end="0"/>
                                            </p:txEl>
                                          </p:spTgt>
                                        </p:tgtEl>
                                        <p:attrNameLst>
                                          <p:attrName>style.visibility</p:attrName>
                                        </p:attrNameLst>
                                      </p:cBhvr>
                                      <p:to>
                                        <p:strVal val="visible"/>
                                      </p:to>
                                    </p:set>
                                    <p:animEffect transition="in" filter="wipe(left)">
                                      <p:cBhvr>
                                        <p:cTn id="7" dur="500"/>
                                        <p:tgtEl>
                                          <p:spTgt spid="556035">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56035">
                                            <p:txEl>
                                              <p:pRg st="1" end="1"/>
                                            </p:txEl>
                                          </p:spTgt>
                                        </p:tgtEl>
                                        <p:attrNameLst>
                                          <p:attrName>style.visibility</p:attrName>
                                        </p:attrNameLst>
                                      </p:cBhvr>
                                      <p:to>
                                        <p:strVal val="visible"/>
                                      </p:to>
                                    </p:set>
                                    <p:animEffect transition="in" filter="wipe(left)">
                                      <p:cBhvr>
                                        <p:cTn id="10" dur="500"/>
                                        <p:tgtEl>
                                          <p:spTgt spid="556035">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56035">
                                            <p:txEl>
                                              <p:pRg st="2" end="2"/>
                                            </p:txEl>
                                          </p:spTgt>
                                        </p:tgtEl>
                                        <p:attrNameLst>
                                          <p:attrName>style.visibility</p:attrName>
                                        </p:attrNameLst>
                                      </p:cBhvr>
                                      <p:to>
                                        <p:strVal val="visible"/>
                                      </p:to>
                                    </p:set>
                                    <p:animEffect transition="in" filter="wipe(left)">
                                      <p:cBhvr>
                                        <p:cTn id="13" dur="500"/>
                                        <p:tgtEl>
                                          <p:spTgt spid="556035">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556035">
                                            <p:txEl>
                                              <p:pRg st="4" end="4"/>
                                            </p:txEl>
                                          </p:spTgt>
                                        </p:tgtEl>
                                        <p:attrNameLst>
                                          <p:attrName>style.visibility</p:attrName>
                                        </p:attrNameLst>
                                      </p:cBhvr>
                                      <p:to>
                                        <p:strVal val="visible"/>
                                      </p:to>
                                    </p:set>
                                    <p:animEffect transition="in" filter="wipe(left)">
                                      <p:cBhvr>
                                        <p:cTn id="18" dur="500"/>
                                        <p:tgtEl>
                                          <p:spTgt spid="556035">
                                            <p:txEl>
                                              <p:pRg st="4" end="4"/>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556035">
                                            <p:txEl>
                                              <p:pRg st="5" end="5"/>
                                            </p:txEl>
                                          </p:spTgt>
                                        </p:tgtEl>
                                        <p:attrNameLst>
                                          <p:attrName>style.visibility</p:attrName>
                                        </p:attrNameLst>
                                      </p:cBhvr>
                                      <p:to>
                                        <p:strVal val="visible"/>
                                      </p:to>
                                    </p:set>
                                    <p:animEffect transition="in" filter="wipe(left)">
                                      <p:cBhvr>
                                        <p:cTn id="21" dur="500"/>
                                        <p:tgtEl>
                                          <p:spTgt spid="55603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6035"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57074" name="Group 18">
            <a:extLst>
              <a:ext uri="{FF2B5EF4-FFF2-40B4-BE49-F238E27FC236}">
                <a16:creationId xmlns:a16="http://schemas.microsoft.com/office/drawing/2014/main" id="{CD1D46C7-1A4B-194B-9A48-F66F82F197F4}"/>
              </a:ext>
            </a:extLst>
          </p:cNvPr>
          <p:cNvGraphicFramePr>
            <a:graphicFrameLocks noGrp="1"/>
          </p:cNvGraphicFramePr>
          <p:nvPr>
            <p:ph idx="1"/>
            <p:extLst>
              <p:ext uri="{D42A27DB-BD31-4B8C-83A1-F6EECF244321}">
                <p14:modId xmlns:p14="http://schemas.microsoft.com/office/powerpoint/2010/main" val="2846952416"/>
              </p:ext>
            </p:extLst>
          </p:nvPr>
        </p:nvGraphicFramePr>
        <p:xfrm>
          <a:off x="5669280" y="1272228"/>
          <a:ext cx="3188968" cy="3309945"/>
        </p:xfrm>
        <a:graphic>
          <a:graphicData uri="http://schemas.openxmlformats.org/drawingml/2006/table">
            <a:tbl>
              <a:tblPr/>
              <a:tblGrid>
                <a:gridCol w="657593">
                  <a:extLst>
                    <a:ext uri="{9D8B030D-6E8A-4147-A177-3AD203B41FA5}">
                      <a16:colId xmlns:a16="http://schemas.microsoft.com/office/drawing/2014/main" val="20000"/>
                    </a:ext>
                  </a:extLst>
                </a:gridCol>
                <a:gridCol w="625774">
                  <a:extLst>
                    <a:ext uri="{9D8B030D-6E8A-4147-A177-3AD203B41FA5}">
                      <a16:colId xmlns:a16="http://schemas.microsoft.com/office/drawing/2014/main" val="20001"/>
                    </a:ext>
                  </a:extLst>
                </a:gridCol>
                <a:gridCol w="572742">
                  <a:extLst>
                    <a:ext uri="{9D8B030D-6E8A-4147-A177-3AD203B41FA5}">
                      <a16:colId xmlns:a16="http://schemas.microsoft.com/office/drawing/2014/main" val="20002"/>
                    </a:ext>
                  </a:extLst>
                </a:gridCol>
                <a:gridCol w="1332859">
                  <a:extLst>
                    <a:ext uri="{9D8B030D-6E8A-4147-A177-3AD203B41FA5}">
                      <a16:colId xmlns:a16="http://schemas.microsoft.com/office/drawing/2014/main" val="20003"/>
                    </a:ext>
                  </a:extLst>
                </a:gridCol>
              </a:tblGrid>
              <a:tr h="367904">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1" u="none" strike="noStrike" cap="none" normalizeH="0" baseline="0">
                          <a:ln>
                            <a:noFill/>
                          </a:ln>
                          <a:solidFill>
                            <a:srgbClr val="333399"/>
                          </a:solidFill>
                          <a:effectLst/>
                          <a:latin typeface="Comic Sans MS" panose="030F0902030302020204" pitchFamily="66" charset="0"/>
                          <a:ea typeface="PMingLiU" panose="02020500000000000000" pitchFamily="18" charset="-120"/>
                        </a:rPr>
                        <a:t>x</a:t>
                      </a:r>
                      <a:r>
                        <a:rPr kumimoji="0" lang="en-US" altLang="zh-TW" sz="1500" b="0" i="0" u="none" strike="noStrike" cap="none" normalizeH="0" baseline="-25000">
                          <a:ln>
                            <a:noFill/>
                          </a:ln>
                          <a:solidFill>
                            <a:srgbClr val="333399"/>
                          </a:solidFill>
                          <a:effectLst/>
                          <a:latin typeface="Comic Sans MS" panose="030F0902030302020204" pitchFamily="66" charset="0"/>
                          <a:ea typeface="PMingLiU" panose="02020500000000000000" pitchFamily="18" charset="-120"/>
                        </a:rPr>
                        <a:t>1</a:t>
                      </a:r>
                      <a:endPar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endParaRPr>
                    </a:p>
                  </a:txBody>
                  <a:tcPr marL="189543" marR="18954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1" u="none" strike="noStrike" cap="none" normalizeH="0" baseline="0">
                          <a:ln>
                            <a:noFill/>
                          </a:ln>
                          <a:solidFill>
                            <a:srgbClr val="333399"/>
                          </a:solidFill>
                          <a:effectLst/>
                          <a:latin typeface="Comic Sans MS" panose="030F0902030302020204" pitchFamily="66" charset="0"/>
                          <a:ea typeface="PMingLiU" panose="02020500000000000000" pitchFamily="18" charset="-120"/>
                        </a:rPr>
                        <a:t>x</a:t>
                      </a:r>
                      <a:r>
                        <a:rPr kumimoji="0" lang="en-US" altLang="zh-TW" sz="1500" b="0" i="0" u="none" strike="noStrike" cap="none" normalizeH="0" baseline="-25000">
                          <a:ln>
                            <a:noFill/>
                          </a:ln>
                          <a:solidFill>
                            <a:srgbClr val="333399"/>
                          </a:solidFill>
                          <a:effectLst/>
                          <a:latin typeface="Comic Sans MS" panose="030F0902030302020204" pitchFamily="66" charset="0"/>
                          <a:ea typeface="PMingLiU" panose="02020500000000000000" pitchFamily="18" charset="-120"/>
                        </a:rPr>
                        <a:t>2</a:t>
                      </a:r>
                      <a:endPar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endParaRP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1" u="none" strike="noStrike" cap="none" normalizeH="0" baseline="0">
                          <a:ln>
                            <a:noFill/>
                          </a:ln>
                          <a:solidFill>
                            <a:srgbClr val="333399"/>
                          </a:solidFill>
                          <a:effectLst/>
                          <a:latin typeface="Comic Sans MS" panose="030F0902030302020204" pitchFamily="66" charset="0"/>
                          <a:ea typeface="PMingLiU" panose="02020500000000000000" pitchFamily="18" charset="-120"/>
                        </a:rPr>
                        <a:t>x</a:t>
                      </a:r>
                      <a:r>
                        <a:rPr kumimoji="0" lang="en-US" altLang="zh-TW" sz="1500" b="0" i="0" u="none" strike="noStrike" cap="none" normalizeH="0" baseline="-25000">
                          <a:ln>
                            <a:noFill/>
                          </a:ln>
                          <a:solidFill>
                            <a:srgbClr val="333399"/>
                          </a:solidFill>
                          <a:effectLst/>
                          <a:latin typeface="Comic Sans MS" panose="030F0902030302020204" pitchFamily="66" charset="0"/>
                          <a:ea typeface="PMingLiU" panose="02020500000000000000" pitchFamily="18" charset="-120"/>
                        </a:rPr>
                        <a:t>3</a:t>
                      </a:r>
                      <a:endPar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endParaRP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Output</a:t>
                      </a:r>
                    </a:p>
                  </a:txBody>
                  <a:tcPr marL="189543" marR="18954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7904">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a:t>
                      </a:r>
                    </a:p>
                  </a:txBody>
                  <a:tcPr marL="189543" marR="18954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7904">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7904">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6713">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7904">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7904">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7904">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7904">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dirty="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a:ln>
                            <a:noFill/>
                          </a:ln>
                          <a:solidFill>
                            <a:srgbClr val="333399"/>
                          </a:solidFill>
                          <a:effectLst/>
                          <a:latin typeface="Comic Sans MS" panose="030F0902030302020204" pitchFamily="66" charset="0"/>
                          <a:ea typeface="PMingLiU" panose="02020500000000000000" pitchFamily="18" charset="-120"/>
                        </a:rPr>
                        <a:t>0</a:t>
                      </a:r>
                    </a:p>
                  </a:txBody>
                  <a:tcPr marL="189543" marR="189543"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TW" sz="1500" b="0" i="0" u="none" strike="noStrike" cap="none" normalizeH="0" baseline="0" dirty="0">
                          <a:ln>
                            <a:noFill/>
                          </a:ln>
                          <a:solidFill>
                            <a:srgbClr val="333399"/>
                          </a:solidFill>
                          <a:effectLst/>
                          <a:latin typeface="Comic Sans MS" panose="030F0902030302020204" pitchFamily="66" charset="0"/>
                          <a:ea typeface="PMingLiU" panose="02020500000000000000" pitchFamily="18" charset="-120"/>
                        </a:rPr>
                        <a:t>1</a:t>
                      </a:r>
                    </a:p>
                  </a:txBody>
                  <a:tcPr marL="189543" marR="189543"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199681" name="灯片编号占位符 3">
            <a:extLst>
              <a:ext uri="{FF2B5EF4-FFF2-40B4-BE49-F238E27FC236}">
                <a16:creationId xmlns:a16="http://schemas.microsoft.com/office/drawing/2014/main" id="{66783869-3F44-6547-B1CF-52DEF4AE41F7}"/>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0AFDF70-B985-A644-89A2-C3AD485FDDB2}" type="slidenum">
              <a:rPr lang="en-US" altLang="zh-CN" sz="1050">
                <a:solidFill>
                  <a:schemeClr val="bg2"/>
                </a:solidFill>
                <a:latin typeface="Tahoma" panose="020B0604030504040204" pitchFamily="34" charset="0"/>
                <a:ea typeface="宋体" panose="02010600030101010101" pitchFamily="2" charset="-122"/>
              </a:rPr>
              <a:pPr>
                <a:spcBef>
                  <a:spcPct val="0"/>
                </a:spcBef>
                <a:buClrTx/>
                <a:buSzTx/>
                <a:buFontTx/>
                <a:buNone/>
              </a:pPr>
              <a:t>88</a:t>
            </a:fld>
            <a:endParaRPr lang="en-US" altLang="zh-CN" sz="1050">
              <a:solidFill>
                <a:schemeClr val="bg2"/>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E78D3D55-7E5F-684A-914D-EF314E709BA0}"/>
              </a:ext>
            </a:extLst>
          </p:cNvPr>
          <p:cNvSpPr>
            <a:spLocks noGrp="1"/>
          </p:cNvSpPr>
          <p:nvPr>
            <p:ph type="title"/>
          </p:nvPr>
        </p:nvSpPr>
        <p:spPr/>
        <p:txBody>
          <a:bodyPr/>
          <a:lstStyle/>
          <a:p>
            <a:r>
              <a:rPr lang="en-US" altLang="zh-TW" dirty="0">
                <a:latin typeface="微软雅黑" charset="-122"/>
              </a:rPr>
              <a:t>Shift Register Implementation: An Example</a:t>
            </a:r>
            <a:endParaRPr kumimoji="1" lang="zh-CN" altLang="en-US" dirty="0"/>
          </a:p>
        </p:txBody>
      </p:sp>
      <p:sp>
        <p:nvSpPr>
          <p:cNvPr id="199683" name="Text Box 3">
            <a:extLst>
              <a:ext uri="{FF2B5EF4-FFF2-40B4-BE49-F238E27FC236}">
                <a16:creationId xmlns:a16="http://schemas.microsoft.com/office/drawing/2014/main" id="{7FD6F4D5-FCBF-9949-B254-FECBC7F0E0E8}"/>
              </a:ext>
            </a:extLst>
          </p:cNvPr>
          <p:cNvSpPr txBox="1">
            <a:spLocks noChangeArrowheads="1"/>
          </p:cNvSpPr>
          <p:nvPr/>
        </p:nvSpPr>
        <p:spPr bwMode="auto">
          <a:xfrm>
            <a:off x="1602582" y="1220391"/>
            <a:ext cx="432197" cy="3000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50000"/>
              </a:spcBef>
              <a:buClrTx/>
              <a:buSzTx/>
              <a:buFontTx/>
              <a:buNone/>
            </a:pPr>
            <a:r>
              <a:rPr kumimoji="1" lang="en-US" altLang="zh-TW" sz="1350" i="1">
                <a:solidFill>
                  <a:schemeClr val="tx1"/>
                </a:solidFill>
                <a:ea typeface="PMingLiU" panose="02020500000000000000" pitchFamily="18" charset="-120"/>
              </a:rPr>
              <a:t>x</a:t>
            </a:r>
            <a:r>
              <a:rPr kumimoji="1" lang="en-US" altLang="zh-TW" sz="1350" baseline="-25000">
                <a:solidFill>
                  <a:schemeClr val="tx1"/>
                </a:solidFill>
                <a:ea typeface="PMingLiU" panose="02020500000000000000" pitchFamily="18" charset="-120"/>
              </a:rPr>
              <a:t>1</a:t>
            </a:r>
            <a:endParaRPr kumimoji="1" lang="en-US" altLang="zh-TW" sz="1350">
              <a:solidFill>
                <a:schemeClr val="tx1"/>
              </a:solidFill>
              <a:ea typeface="PMingLiU" panose="02020500000000000000" pitchFamily="18" charset="-120"/>
            </a:endParaRPr>
          </a:p>
        </p:txBody>
      </p:sp>
      <p:sp>
        <p:nvSpPr>
          <p:cNvPr id="199684" name="Text Box 4">
            <a:extLst>
              <a:ext uri="{FF2B5EF4-FFF2-40B4-BE49-F238E27FC236}">
                <a16:creationId xmlns:a16="http://schemas.microsoft.com/office/drawing/2014/main" id="{9981EB72-F4C3-E844-B2C8-66C3BA7A0C66}"/>
              </a:ext>
            </a:extLst>
          </p:cNvPr>
          <p:cNvSpPr txBox="1">
            <a:spLocks noChangeArrowheads="1"/>
          </p:cNvSpPr>
          <p:nvPr/>
        </p:nvSpPr>
        <p:spPr bwMode="auto">
          <a:xfrm>
            <a:off x="2412207" y="1220391"/>
            <a:ext cx="432197" cy="3000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50000"/>
              </a:spcBef>
              <a:buClrTx/>
              <a:buSzTx/>
              <a:buFontTx/>
              <a:buNone/>
            </a:pPr>
            <a:r>
              <a:rPr kumimoji="1" lang="en-US" altLang="zh-TW" sz="1350" i="1">
                <a:solidFill>
                  <a:schemeClr val="tx1"/>
                </a:solidFill>
                <a:ea typeface="PMingLiU" panose="02020500000000000000" pitchFamily="18" charset="-120"/>
              </a:rPr>
              <a:t>x</a:t>
            </a:r>
            <a:r>
              <a:rPr kumimoji="1" lang="en-US" altLang="zh-TW" sz="1350" baseline="-25000">
                <a:solidFill>
                  <a:schemeClr val="tx1"/>
                </a:solidFill>
                <a:ea typeface="PMingLiU" panose="02020500000000000000" pitchFamily="18" charset="-120"/>
              </a:rPr>
              <a:t>2</a:t>
            </a:r>
            <a:endParaRPr kumimoji="1" lang="en-US" altLang="zh-TW" sz="1350">
              <a:solidFill>
                <a:schemeClr val="tx1"/>
              </a:solidFill>
              <a:ea typeface="PMingLiU" panose="02020500000000000000" pitchFamily="18" charset="-120"/>
            </a:endParaRPr>
          </a:p>
        </p:txBody>
      </p:sp>
      <p:sp>
        <p:nvSpPr>
          <p:cNvPr id="199685" name="Text Box 5">
            <a:extLst>
              <a:ext uri="{FF2B5EF4-FFF2-40B4-BE49-F238E27FC236}">
                <a16:creationId xmlns:a16="http://schemas.microsoft.com/office/drawing/2014/main" id="{09635728-9E39-FB4C-AEF5-7409A2FF1B87}"/>
              </a:ext>
            </a:extLst>
          </p:cNvPr>
          <p:cNvSpPr txBox="1">
            <a:spLocks noChangeArrowheads="1"/>
          </p:cNvSpPr>
          <p:nvPr/>
        </p:nvSpPr>
        <p:spPr bwMode="auto">
          <a:xfrm>
            <a:off x="3221832" y="1220391"/>
            <a:ext cx="432197" cy="30008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50000"/>
              </a:spcBef>
              <a:buClrTx/>
              <a:buSzTx/>
              <a:buFontTx/>
              <a:buNone/>
            </a:pPr>
            <a:r>
              <a:rPr kumimoji="1" lang="en-US" altLang="zh-TW" sz="1350" i="1">
                <a:solidFill>
                  <a:schemeClr val="tx1"/>
                </a:solidFill>
                <a:ea typeface="PMingLiU" panose="02020500000000000000" pitchFamily="18" charset="-120"/>
              </a:rPr>
              <a:t>x</a:t>
            </a:r>
            <a:r>
              <a:rPr kumimoji="1" lang="en-US" altLang="zh-TW" sz="1350" baseline="-25000">
                <a:solidFill>
                  <a:schemeClr val="tx1"/>
                </a:solidFill>
                <a:ea typeface="PMingLiU" panose="02020500000000000000" pitchFamily="18" charset="-120"/>
              </a:rPr>
              <a:t>3</a:t>
            </a:r>
            <a:endParaRPr kumimoji="1" lang="en-US" altLang="zh-TW" sz="1350">
              <a:solidFill>
                <a:schemeClr val="tx1"/>
              </a:solidFill>
              <a:ea typeface="PMingLiU" panose="02020500000000000000" pitchFamily="18" charset="-120"/>
            </a:endParaRPr>
          </a:p>
        </p:txBody>
      </p:sp>
      <p:sp>
        <p:nvSpPr>
          <p:cNvPr id="199686" name="Oval 6">
            <a:extLst>
              <a:ext uri="{FF2B5EF4-FFF2-40B4-BE49-F238E27FC236}">
                <a16:creationId xmlns:a16="http://schemas.microsoft.com/office/drawing/2014/main" id="{17196983-641C-2D43-A9C2-294910469532}"/>
              </a:ext>
            </a:extLst>
          </p:cNvPr>
          <p:cNvSpPr>
            <a:spLocks noChangeArrowheads="1"/>
          </p:cNvSpPr>
          <p:nvPr/>
        </p:nvSpPr>
        <p:spPr bwMode="auto">
          <a:xfrm>
            <a:off x="2844404" y="2193131"/>
            <a:ext cx="323850" cy="32385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0"/>
              </a:spcBef>
              <a:buClrTx/>
              <a:buSzTx/>
              <a:buFontTx/>
              <a:buNone/>
            </a:pPr>
            <a:endParaRPr lang="zh-CN" altLang="en-US" sz="1350">
              <a:solidFill>
                <a:schemeClr val="tx1"/>
              </a:solidFill>
              <a:latin typeface="Tahoma" panose="020B0604030504040204" pitchFamily="34" charset="0"/>
              <a:ea typeface="宋体" panose="02010600030101010101" pitchFamily="2" charset="-122"/>
            </a:endParaRPr>
          </a:p>
        </p:txBody>
      </p:sp>
      <p:sp>
        <p:nvSpPr>
          <p:cNvPr id="199687" name="Line 7">
            <a:extLst>
              <a:ext uri="{FF2B5EF4-FFF2-40B4-BE49-F238E27FC236}">
                <a16:creationId xmlns:a16="http://schemas.microsoft.com/office/drawing/2014/main" id="{C3C9E45D-32DA-F249-9B47-199B88ABD0DF}"/>
              </a:ext>
            </a:extLst>
          </p:cNvPr>
          <p:cNvSpPr>
            <a:spLocks noChangeShapeType="1"/>
          </p:cNvSpPr>
          <p:nvPr/>
        </p:nvSpPr>
        <p:spPr bwMode="auto">
          <a:xfrm>
            <a:off x="2033588" y="1382316"/>
            <a:ext cx="37861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9688" name="Line 8">
            <a:extLst>
              <a:ext uri="{FF2B5EF4-FFF2-40B4-BE49-F238E27FC236}">
                <a16:creationId xmlns:a16="http://schemas.microsoft.com/office/drawing/2014/main" id="{46E047C8-E1AE-A24C-82B8-EF3F65D1399C}"/>
              </a:ext>
            </a:extLst>
          </p:cNvPr>
          <p:cNvSpPr>
            <a:spLocks noChangeShapeType="1"/>
          </p:cNvSpPr>
          <p:nvPr/>
        </p:nvSpPr>
        <p:spPr bwMode="auto">
          <a:xfrm>
            <a:off x="2844404" y="1382316"/>
            <a:ext cx="37742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9689" name="Line 9">
            <a:extLst>
              <a:ext uri="{FF2B5EF4-FFF2-40B4-BE49-F238E27FC236}">
                <a16:creationId xmlns:a16="http://schemas.microsoft.com/office/drawing/2014/main" id="{B762D0BA-0855-E24B-958E-2027033E4992}"/>
              </a:ext>
            </a:extLst>
          </p:cNvPr>
          <p:cNvSpPr>
            <a:spLocks noChangeShapeType="1"/>
          </p:cNvSpPr>
          <p:nvPr/>
        </p:nvSpPr>
        <p:spPr bwMode="auto">
          <a:xfrm>
            <a:off x="3654029" y="1382316"/>
            <a:ext cx="54054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9690" name="Line 10">
            <a:extLst>
              <a:ext uri="{FF2B5EF4-FFF2-40B4-BE49-F238E27FC236}">
                <a16:creationId xmlns:a16="http://schemas.microsoft.com/office/drawing/2014/main" id="{5500F6F8-664F-B843-91EC-7F8D406CCAE4}"/>
              </a:ext>
            </a:extLst>
          </p:cNvPr>
          <p:cNvSpPr>
            <a:spLocks noChangeShapeType="1"/>
          </p:cNvSpPr>
          <p:nvPr/>
        </p:nvSpPr>
        <p:spPr bwMode="auto">
          <a:xfrm>
            <a:off x="3006329" y="1382317"/>
            <a:ext cx="0" cy="81081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9691" name="Line 11">
            <a:extLst>
              <a:ext uri="{FF2B5EF4-FFF2-40B4-BE49-F238E27FC236}">
                <a16:creationId xmlns:a16="http://schemas.microsoft.com/office/drawing/2014/main" id="{3CF4187C-7CB2-F24E-BB96-CFB4D1EA2D63}"/>
              </a:ext>
            </a:extLst>
          </p:cNvPr>
          <p:cNvSpPr>
            <a:spLocks noChangeShapeType="1"/>
          </p:cNvSpPr>
          <p:nvPr/>
        </p:nvSpPr>
        <p:spPr bwMode="auto">
          <a:xfrm>
            <a:off x="2844404" y="2355056"/>
            <a:ext cx="3238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9692" name="Line 12">
            <a:extLst>
              <a:ext uri="{FF2B5EF4-FFF2-40B4-BE49-F238E27FC236}">
                <a16:creationId xmlns:a16="http://schemas.microsoft.com/office/drawing/2014/main" id="{6BDA8200-3542-EB45-8023-F20C0E5F85AD}"/>
              </a:ext>
            </a:extLst>
          </p:cNvPr>
          <p:cNvSpPr>
            <a:spLocks noChangeShapeType="1"/>
          </p:cNvSpPr>
          <p:nvPr/>
        </p:nvSpPr>
        <p:spPr bwMode="auto">
          <a:xfrm>
            <a:off x="3006329" y="2193131"/>
            <a:ext cx="0" cy="3238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9693" name="Line 13">
            <a:extLst>
              <a:ext uri="{FF2B5EF4-FFF2-40B4-BE49-F238E27FC236}">
                <a16:creationId xmlns:a16="http://schemas.microsoft.com/office/drawing/2014/main" id="{3048C6AF-4D0B-D44A-8479-FEF1683A8EF6}"/>
              </a:ext>
            </a:extLst>
          </p:cNvPr>
          <p:cNvSpPr>
            <a:spLocks noChangeShapeType="1"/>
          </p:cNvSpPr>
          <p:nvPr/>
        </p:nvSpPr>
        <p:spPr bwMode="auto">
          <a:xfrm>
            <a:off x="3924300" y="1382317"/>
            <a:ext cx="0" cy="9727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9694" name="Line 14">
            <a:extLst>
              <a:ext uri="{FF2B5EF4-FFF2-40B4-BE49-F238E27FC236}">
                <a16:creationId xmlns:a16="http://schemas.microsoft.com/office/drawing/2014/main" id="{826CFEC5-3D31-3342-B734-B156A0304537}"/>
              </a:ext>
            </a:extLst>
          </p:cNvPr>
          <p:cNvSpPr>
            <a:spLocks noChangeShapeType="1"/>
          </p:cNvSpPr>
          <p:nvPr/>
        </p:nvSpPr>
        <p:spPr bwMode="auto">
          <a:xfrm flipH="1">
            <a:off x="3168253" y="2355056"/>
            <a:ext cx="75604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9695" name="Line 15">
            <a:extLst>
              <a:ext uri="{FF2B5EF4-FFF2-40B4-BE49-F238E27FC236}">
                <a16:creationId xmlns:a16="http://schemas.microsoft.com/office/drawing/2014/main" id="{B72722FD-188C-3D44-AF78-F18A4455DC9D}"/>
              </a:ext>
            </a:extLst>
          </p:cNvPr>
          <p:cNvSpPr>
            <a:spLocks noChangeShapeType="1"/>
          </p:cNvSpPr>
          <p:nvPr/>
        </p:nvSpPr>
        <p:spPr bwMode="auto">
          <a:xfrm flipH="1">
            <a:off x="1277541" y="2355056"/>
            <a:ext cx="15668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9696" name="Line 16">
            <a:extLst>
              <a:ext uri="{FF2B5EF4-FFF2-40B4-BE49-F238E27FC236}">
                <a16:creationId xmlns:a16="http://schemas.microsoft.com/office/drawing/2014/main" id="{AD3738B6-9D57-9A42-A504-66693244259B}"/>
              </a:ext>
            </a:extLst>
          </p:cNvPr>
          <p:cNvSpPr>
            <a:spLocks noChangeShapeType="1"/>
          </p:cNvSpPr>
          <p:nvPr/>
        </p:nvSpPr>
        <p:spPr bwMode="auto">
          <a:xfrm flipV="1">
            <a:off x="1277541" y="1382317"/>
            <a:ext cx="0" cy="9727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9697" name="Line 17">
            <a:extLst>
              <a:ext uri="{FF2B5EF4-FFF2-40B4-BE49-F238E27FC236}">
                <a16:creationId xmlns:a16="http://schemas.microsoft.com/office/drawing/2014/main" id="{2BA7EC35-11F0-CF46-B1FE-488EB4146391}"/>
              </a:ext>
            </a:extLst>
          </p:cNvPr>
          <p:cNvSpPr>
            <a:spLocks noChangeShapeType="1"/>
          </p:cNvSpPr>
          <p:nvPr/>
        </p:nvSpPr>
        <p:spPr bwMode="auto">
          <a:xfrm>
            <a:off x="1277542" y="1382316"/>
            <a:ext cx="32504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9750" name="Text Box 70">
            <a:extLst>
              <a:ext uri="{FF2B5EF4-FFF2-40B4-BE49-F238E27FC236}">
                <a16:creationId xmlns:a16="http://schemas.microsoft.com/office/drawing/2014/main" id="{BF4CE63B-12A5-0A43-8680-E4909A876436}"/>
              </a:ext>
            </a:extLst>
          </p:cNvPr>
          <p:cNvSpPr txBox="1">
            <a:spLocks noChangeArrowheads="1"/>
          </p:cNvSpPr>
          <p:nvPr/>
        </p:nvSpPr>
        <p:spPr bwMode="auto">
          <a:xfrm>
            <a:off x="400051" y="2680098"/>
            <a:ext cx="425194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800" dirty="0">
                <a:solidFill>
                  <a:schemeClr val="tx1"/>
                </a:solidFill>
                <a:latin typeface="微软雅黑" panose="020B0503020204020204" pitchFamily="34" charset="-122"/>
                <a:ea typeface="PMingLiU" panose="02020500000000000000" pitchFamily="18" charset="-120"/>
              </a:rPr>
              <a:t>Initial state: 1 0 0</a:t>
            </a:r>
          </a:p>
          <a:p>
            <a:pPr eaLnBrk="1" hangingPunct="1">
              <a:spcBef>
                <a:spcPct val="50000"/>
              </a:spcBef>
              <a:buClrTx/>
              <a:buSzTx/>
              <a:buFontTx/>
              <a:buNone/>
            </a:pPr>
            <a:r>
              <a:rPr kumimoji="1" lang="en-US" altLang="zh-TW" sz="1800" dirty="0">
                <a:solidFill>
                  <a:schemeClr val="tx1"/>
                </a:solidFill>
                <a:latin typeface="微软雅黑" panose="020B0503020204020204" pitchFamily="34" charset="-122"/>
                <a:ea typeface="PMingLiU" panose="02020500000000000000" pitchFamily="18" charset="-120"/>
              </a:rPr>
              <a:t>Output: 0 0 1 0 1 1 1 </a:t>
            </a:r>
            <a:r>
              <a:rPr kumimoji="1" lang="en-US" altLang="zh-TW" sz="1800" dirty="0">
                <a:solidFill>
                  <a:schemeClr val="tx1"/>
                </a:solidFill>
                <a:latin typeface="Arial" panose="020B0604020202020204" pitchFamily="34" charset="0"/>
                <a:ea typeface="PMingLiU" panose="02020500000000000000" pitchFamily="18" charset="-120"/>
              </a:rPr>
              <a:t>…</a:t>
            </a:r>
            <a:r>
              <a:rPr kumimoji="1" lang="en-US" altLang="zh-TW" sz="1800" dirty="0">
                <a:solidFill>
                  <a:schemeClr val="tx1"/>
                </a:solidFill>
                <a:latin typeface="微软雅黑" panose="020B0503020204020204" pitchFamily="34" charset="-122"/>
                <a:ea typeface="PMingLiU" panose="02020500000000000000" pitchFamily="18" charset="-120"/>
              </a:rPr>
              <a:t> </a:t>
            </a:r>
          </a:p>
          <a:p>
            <a:pPr eaLnBrk="1" hangingPunct="1">
              <a:spcBef>
                <a:spcPct val="50000"/>
              </a:spcBef>
              <a:buClrTx/>
              <a:buSzTx/>
              <a:buFontTx/>
              <a:buNone/>
            </a:pPr>
            <a:r>
              <a:rPr kumimoji="1" lang="en-US" altLang="zh-TW" sz="1800" dirty="0">
                <a:solidFill>
                  <a:schemeClr val="tx1"/>
                </a:solidFill>
                <a:latin typeface="微软雅黑" panose="020B0503020204020204" pitchFamily="34" charset="-122"/>
                <a:ea typeface="PMingLiU" panose="02020500000000000000" pitchFamily="18" charset="-120"/>
              </a:rPr>
              <a:t>	(Periodic with period 7)</a:t>
            </a:r>
          </a:p>
        </p:txBody>
      </p:sp>
      <p:sp>
        <p:nvSpPr>
          <p:cNvPr id="199751" name="Text Box 71">
            <a:extLst>
              <a:ext uri="{FF2B5EF4-FFF2-40B4-BE49-F238E27FC236}">
                <a16:creationId xmlns:a16="http://schemas.microsoft.com/office/drawing/2014/main" id="{3627885D-C516-FC4D-B2E5-F24D9DAE8B75}"/>
              </a:ext>
            </a:extLst>
          </p:cNvPr>
          <p:cNvSpPr txBox="1">
            <a:spLocks noChangeArrowheads="1"/>
          </p:cNvSpPr>
          <p:nvPr/>
        </p:nvSpPr>
        <p:spPr bwMode="auto">
          <a:xfrm>
            <a:off x="400050" y="4131879"/>
            <a:ext cx="4400549" cy="630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eaLnBrk="1" hangingPunct="1">
              <a:spcBef>
                <a:spcPct val="50000"/>
              </a:spcBef>
              <a:buClrTx/>
              <a:buSzTx/>
              <a:buFontTx/>
              <a:buNone/>
            </a:pPr>
            <a:r>
              <a:rPr kumimoji="1" lang="en-US" altLang="zh-TW" sz="1400" dirty="0">
                <a:solidFill>
                  <a:srgbClr val="FF0000"/>
                </a:solidFill>
                <a:latin typeface="微软雅黑" panose="020B0503020204020204" pitchFamily="34" charset="-122"/>
                <a:ea typeface="PMingLiU" panose="02020500000000000000" pitchFamily="18" charset="-120"/>
              </a:rPr>
              <a:t>The output sequence must be periodic (why?)</a:t>
            </a:r>
          </a:p>
          <a:p>
            <a:pPr eaLnBrk="1" hangingPunct="1">
              <a:spcBef>
                <a:spcPct val="50000"/>
              </a:spcBef>
              <a:buClrTx/>
              <a:buSzTx/>
              <a:buFontTx/>
              <a:buNone/>
            </a:pPr>
            <a:r>
              <a:rPr kumimoji="1" lang="en-US" altLang="zh-TW" sz="1400" dirty="0">
                <a:solidFill>
                  <a:srgbClr val="FF0000"/>
                </a:solidFill>
                <a:latin typeface="微软雅黑" panose="020B0503020204020204" pitchFamily="34" charset="-122"/>
                <a:ea typeface="PMingLiU" panose="02020500000000000000" pitchFamily="18" charset="-120"/>
              </a:rPr>
              <a:t>The period cannot be greater than 7. (why?)</a:t>
            </a:r>
          </a:p>
        </p:txBody>
      </p:sp>
    </p:spTree>
    <p:extLst>
      <p:ext uri="{BB962C8B-B14F-4D97-AF65-F5344CB8AC3E}">
        <p14:creationId xmlns:p14="http://schemas.microsoft.com/office/powerpoint/2010/main" val="335076604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29" name="Rectangle 2">
            <a:extLst>
              <a:ext uri="{FF2B5EF4-FFF2-40B4-BE49-F238E27FC236}">
                <a16:creationId xmlns:a16="http://schemas.microsoft.com/office/drawing/2014/main" id="{47E8DA6D-04B0-054C-BED8-FCC893CE95FD}"/>
              </a:ext>
            </a:extLst>
          </p:cNvPr>
          <p:cNvSpPr>
            <a:spLocks noGrp="1" noChangeArrowheads="1"/>
          </p:cNvSpPr>
          <p:nvPr>
            <p:ph type="title"/>
          </p:nvPr>
        </p:nvSpPr>
        <p:spPr>
          <a:xfrm>
            <a:off x="171450" y="195263"/>
            <a:ext cx="7183041" cy="627697"/>
          </a:xfrm>
        </p:spPr>
        <p:txBody>
          <a:bodyPr/>
          <a:lstStyle/>
          <a:p>
            <a:pPr eaLnBrk="1" hangingPunct="1"/>
            <a:r>
              <a:rPr lang="en-US" altLang="zh-CN" dirty="0">
                <a:latin typeface="Times New Roman" panose="02020603050405020304" pitchFamily="18" charset="0"/>
                <a:ea typeface="宋体" panose="02010600030101010101" pitchFamily="2" charset="-122"/>
              </a:rPr>
              <a:t>2.5  </a:t>
            </a:r>
            <a:r>
              <a:rPr lang="zh-CN" altLang="en-US" dirty="0">
                <a:latin typeface="Times New Roman" panose="02020603050405020304" pitchFamily="18" charset="0"/>
                <a:ea typeface="宋体" panose="02010600030101010101" pitchFamily="2" charset="-122"/>
              </a:rPr>
              <a:t>数字传输系统</a:t>
            </a:r>
            <a:endParaRPr lang="zh-CN" altLang="en-US" sz="3600" dirty="0">
              <a:ea typeface="宋体" panose="02010600030101010101" pitchFamily="2" charset="-122"/>
            </a:endParaRPr>
          </a:p>
        </p:txBody>
      </p:sp>
      <p:sp>
        <p:nvSpPr>
          <p:cNvPr id="201730" name="Rectangle 3">
            <a:extLst>
              <a:ext uri="{FF2B5EF4-FFF2-40B4-BE49-F238E27FC236}">
                <a16:creationId xmlns:a16="http://schemas.microsoft.com/office/drawing/2014/main" id="{9AE47DBD-9FB8-DC41-92EC-E8EA01EBD9DE}"/>
              </a:ext>
            </a:extLst>
          </p:cNvPr>
          <p:cNvSpPr>
            <a:spLocks noGrp="1" noChangeArrowheads="1"/>
          </p:cNvSpPr>
          <p:nvPr>
            <p:ph type="body" idx="1"/>
          </p:nvPr>
        </p:nvSpPr>
        <p:spPr>
          <a:xfrm>
            <a:off x="251460" y="1040130"/>
            <a:ext cx="8629650" cy="3828733"/>
          </a:xfrm>
        </p:spPr>
        <p:txBody>
          <a:bodyPr/>
          <a:lstStyle/>
          <a:p>
            <a:pPr eaLnBrk="1" hangingPunct="1"/>
            <a:r>
              <a:rPr lang="zh-CN" altLang="en-US">
                <a:ea typeface="宋体" panose="02010600030101010101" pitchFamily="2" charset="-122"/>
              </a:rPr>
              <a:t>脉码调制 </a:t>
            </a:r>
            <a:r>
              <a:rPr lang="en-US" altLang="zh-CN">
                <a:ea typeface="宋体" panose="02010600030101010101" pitchFamily="2" charset="-122"/>
              </a:rPr>
              <a:t>PCM </a:t>
            </a:r>
            <a:r>
              <a:rPr lang="zh-CN" altLang="en-US">
                <a:ea typeface="宋体" panose="02010600030101010101" pitchFamily="2" charset="-122"/>
              </a:rPr>
              <a:t>体制最初是为了在电话局之间的中继线上传送多路的电话。</a:t>
            </a:r>
          </a:p>
          <a:p>
            <a:pPr eaLnBrk="1" hangingPunct="1"/>
            <a:r>
              <a:rPr lang="zh-CN" altLang="en-US">
                <a:ea typeface="宋体" panose="02010600030101010101" pitchFamily="2" charset="-122"/>
              </a:rPr>
              <a:t>由于历史上的原因，</a:t>
            </a:r>
            <a:r>
              <a:rPr lang="en-US" altLang="zh-CN">
                <a:ea typeface="宋体" panose="02010600030101010101" pitchFamily="2" charset="-122"/>
              </a:rPr>
              <a:t>PCM </a:t>
            </a:r>
            <a:r>
              <a:rPr lang="zh-CN" altLang="en-US">
                <a:ea typeface="宋体" panose="02010600030101010101" pitchFamily="2" charset="-122"/>
              </a:rPr>
              <a:t>有两个互不兼容的国际标准，即北美的 </a:t>
            </a:r>
            <a:r>
              <a:rPr lang="en-US" altLang="zh-CN">
                <a:ea typeface="宋体" panose="02010600030101010101" pitchFamily="2" charset="-122"/>
              </a:rPr>
              <a:t>24 </a:t>
            </a:r>
            <a:r>
              <a:rPr lang="zh-CN" altLang="en-US">
                <a:ea typeface="宋体" panose="02010600030101010101" pitchFamily="2" charset="-122"/>
              </a:rPr>
              <a:t>路 </a:t>
            </a:r>
            <a:r>
              <a:rPr lang="en-US" altLang="zh-CN">
                <a:ea typeface="宋体" panose="02010600030101010101" pitchFamily="2" charset="-122"/>
              </a:rPr>
              <a:t>PCM</a:t>
            </a:r>
            <a:r>
              <a:rPr lang="zh-CN" altLang="en-US">
                <a:ea typeface="宋体" panose="02010600030101010101" pitchFamily="2" charset="-122"/>
              </a:rPr>
              <a:t>（简称为 </a:t>
            </a:r>
            <a:r>
              <a:rPr lang="en-US" altLang="zh-CN">
                <a:ea typeface="宋体" panose="02010600030101010101" pitchFamily="2" charset="-122"/>
              </a:rPr>
              <a:t>T1</a:t>
            </a:r>
            <a:r>
              <a:rPr lang="zh-CN" altLang="en-US">
                <a:ea typeface="宋体" panose="02010600030101010101" pitchFamily="2" charset="-122"/>
              </a:rPr>
              <a:t>）和欧洲的 </a:t>
            </a:r>
            <a:r>
              <a:rPr lang="en-US" altLang="zh-CN">
                <a:ea typeface="宋体" panose="02010600030101010101" pitchFamily="2" charset="-122"/>
              </a:rPr>
              <a:t>30 </a:t>
            </a:r>
            <a:r>
              <a:rPr lang="zh-CN" altLang="en-US">
                <a:ea typeface="宋体" panose="02010600030101010101" pitchFamily="2" charset="-122"/>
              </a:rPr>
              <a:t>路 </a:t>
            </a:r>
            <a:r>
              <a:rPr lang="en-US" altLang="zh-CN">
                <a:ea typeface="宋体" panose="02010600030101010101" pitchFamily="2" charset="-122"/>
              </a:rPr>
              <a:t>PCM</a:t>
            </a:r>
            <a:r>
              <a:rPr lang="zh-CN" altLang="en-US">
                <a:ea typeface="宋体" panose="02010600030101010101" pitchFamily="2" charset="-122"/>
              </a:rPr>
              <a:t>（简称为 </a:t>
            </a:r>
            <a:r>
              <a:rPr lang="en-US" altLang="zh-CN">
                <a:ea typeface="宋体" panose="02010600030101010101" pitchFamily="2" charset="-122"/>
              </a:rPr>
              <a:t>E1</a:t>
            </a:r>
            <a:r>
              <a:rPr lang="zh-CN" altLang="en-US">
                <a:ea typeface="宋体" panose="02010600030101010101" pitchFamily="2" charset="-122"/>
              </a:rPr>
              <a:t>）。我国采用的是欧洲的 </a:t>
            </a:r>
            <a:r>
              <a:rPr lang="en-US" altLang="zh-CN">
                <a:ea typeface="宋体" panose="02010600030101010101" pitchFamily="2" charset="-122"/>
              </a:rPr>
              <a:t>E1 </a:t>
            </a:r>
            <a:r>
              <a:rPr lang="zh-CN" altLang="en-US">
                <a:ea typeface="宋体" panose="02010600030101010101" pitchFamily="2" charset="-122"/>
              </a:rPr>
              <a:t>标准。</a:t>
            </a:r>
          </a:p>
          <a:p>
            <a:pPr eaLnBrk="1" hangingPunct="1"/>
            <a:r>
              <a:rPr lang="en-US" altLang="zh-CN">
                <a:ea typeface="宋体" panose="02010600030101010101" pitchFamily="2" charset="-122"/>
              </a:rPr>
              <a:t>E1 </a:t>
            </a:r>
            <a:r>
              <a:rPr lang="zh-CN" altLang="en-US">
                <a:ea typeface="宋体" panose="02010600030101010101" pitchFamily="2" charset="-122"/>
              </a:rPr>
              <a:t>的速率是 </a:t>
            </a:r>
            <a:r>
              <a:rPr lang="en-US" altLang="zh-CN">
                <a:ea typeface="宋体" panose="02010600030101010101" pitchFamily="2" charset="-122"/>
              </a:rPr>
              <a:t>2.048 Mb/s</a:t>
            </a:r>
            <a:r>
              <a:rPr lang="zh-CN" altLang="en-US">
                <a:ea typeface="宋体" panose="02010600030101010101" pitchFamily="2" charset="-122"/>
              </a:rPr>
              <a:t>，而 </a:t>
            </a:r>
            <a:r>
              <a:rPr lang="en-US" altLang="zh-CN">
                <a:ea typeface="宋体" panose="02010600030101010101" pitchFamily="2" charset="-122"/>
              </a:rPr>
              <a:t>T1 </a:t>
            </a:r>
            <a:r>
              <a:rPr lang="zh-CN" altLang="en-US">
                <a:ea typeface="宋体" panose="02010600030101010101" pitchFamily="2" charset="-122"/>
              </a:rPr>
              <a:t>的速率是 </a:t>
            </a:r>
            <a:r>
              <a:rPr lang="en-US" altLang="zh-CN">
                <a:ea typeface="宋体" panose="02010600030101010101" pitchFamily="2" charset="-122"/>
              </a:rPr>
              <a:t>1.544 Mb/s</a:t>
            </a:r>
            <a:r>
              <a:rPr lang="zh-CN" altLang="en-US">
                <a:ea typeface="宋体" panose="02010600030101010101" pitchFamily="2" charset="-122"/>
              </a:rPr>
              <a:t>。</a:t>
            </a:r>
          </a:p>
          <a:p>
            <a:pPr eaLnBrk="1" hangingPunct="1"/>
            <a:r>
              <a:rPr lang="zh-CN" altLang="en-US">
                <a:ea typeface="宋体" panose="02010600030101010101" pitchFamily="2" charset="-122"/>
              </a:rPr>
              <a:t>当需要有更高的数据率时，可采用复用的方法。   </a:t>
            </a:r>
          </a:p>
        </p:txBody>
      </p:sp>
      <p:sp>
        <p:nvSpPr>
          <p:cNvPr id="201731" name="幻灯片编号占位符 1">
            <a:extLst>
              <a:ext uri="{FF2B5EF4-FFF2-40B4-BE49-F238E27FC236}">
                <a16:creationId xmlns:a16="http://schemas.microsoft.com/office/drawing/2014/main" id="{80A61B48-A798-4A43-9D6A-CB88D41CDD75}"/>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441C7630-790F-0642-8740-90998BB53928}"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89</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9753792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7" name="Rectangle 2">
            <a:extLst>
              <a:ext uri="{FF2B5EF4-FFF2-40B4-BE49-F238E27FC236}">
                <a16:creationId xmlns:a16="http://schemas.microsoft.com/office/drawing/2014/main" id="{A45B4B66-90B8-7942-A505-E9B1D1AF318C}"/>
              </a:ext>
            </a:extLst>
          </p:cNvPr>
          <p:cNvSpPr>
            <a:spLocks noGrp="1" noChangeArrowheads="1"/>
          </p:cNvSpPr>
          <p:nvPr>
            <p:ph type="title"/>
          </p:nvPr>
        </p:nvSpPr>
        <p:spPr>
          <a:xfrm>
            <a:off x="160020" y="195262"/>
            <a:ext cx="7690962" cy="795338"/>
          </a:xfrm>
        </p:spPr>
        <p:txBody>
          <a:bodyPr/>
          <a:lstStyle/>
          <a:p>
            <a:pPr eaLnBrk="1" hangingPunct="1"/>
            <a:r>
              <a:rPr lang="zh-CN" altLang="en-US" dirty="0">
                <a:ea typeface="宋体" panose="02010600030101010101" pitchFamily="2" charset="-122"/>
              </a:rPr>
              <a:t>旧的数字传输系统存在着许多缺点</a:t>
            </a:r>
          </a:p>
        </p:txBody>
      </p:sp>
      <p:sp>
        <p:nvSpPr>
          <p:cNvPr id="161795" name="Rectangle 3">
            <a:extLst>
              <a:ext uri="{FF2B5EF4-FFF2-40B4-BE49-F238E27FC236}">
                <a16:creationId xmlns:a16="http://schemas.microsoft.com/office/drawing/2014/main" id="{B97042A8-199F-C541-BF47-BD061E1E86A7}"/>
              </a:ext>
            </a:extLst>
          </p:cNvPr>
          <p:cNvSpPr>
            <a:spLocks noGrp="1" noChangeArrowheads="1"/>
          </p:cNvSpPr>
          <p:nvPr>
            <p:ph type="body" idx="1"/>
          </p:nvPr>
        </p:nvSpPr>
        <p:spPr>
          <a:xfrm>
            <a:off x="285750" y="1108710"/>
            <a:ext cx="8595360" cy="3731181"/>
          </a:xfrm>
        </p:spPr>
        <p:txBody>
          <a:bodyPr/>
          <a:lstStyle/>
          <a:p>
            <a:pPr eaLnBrk="1" hangingPunct="1">
              <a:buFont typeface="Wingdings" pitchFamily="2" charset="2"/>
              <a:buNone/>
            </a:pPr>
            <a:r>
              <a:rPr lang="zh-CN" altLang="en-US" dirty="0">
                <a:latin typeface="Times New Roman" panose="02020603050405020304" pitchFamily="18" charset="0"/>
                <a:ea typeface="宋体" panose="02010600030101010101" pitchFamily="2" charset="-122"/>
              </a:rPr>
              <a:t>最主要的是以下两个方面： </a:t>
            </a:r>
          </a:p>
          <a:p>
            <a:pPr eaLnBrk="1" hangingPunct="1"/>
            <a:r>
              <a:rPr lang="zh-CN" altLang="en-US" dirty="0">
                <a:latin typeface="Times New Roman" panose="02020603050405020304" pitchFamily="18" charset="0"/>
                <a:ea typeface="宋体" panose="02010600030101010101" pitchFamily="2" charset="-122"/>
              </a:rPr>
              <a:t>速率标准不统一。</a:t>
            </a:r>
          </a:p>
          <a:p>
            <a:pPr lvl="1" eaLnBrk="1" hangingPunct="1"/>
            <a:r>
              <a:rPr lang="zh-CN" altLang="en-US" dirty="0">
                <a:solidFill>
                  <a:srgbClr val="333399"/>
                </a:solidFill>
                <a:latin typeface="Times New Roman" panose="02020603050405020304" pitchFamily="18" charset="0"/>
                <a:ea typeface="宋体" panose="02010600030101010101" pitchFamily="2" charset="-122"/>
              </a:rPr>
              <a:t>如果不对高次群的数字传输速率进行标准化，国际范围的高速数据传输就很难实现。</a:t>
            </a:r>
            <a:r>
              <a:rPr lang="zh-CN" altLang="en-US" dirty="0">
                <a:latin typeface="Times New Roman" panose="02020603050405020304" pitchFamily="18" charset="0"/>
                <a:ea typeface="宋体" panose="02010600030101010101" pitchFamily="2" charset="-122"/>
              </a:rPr>
              <a:t> </a:t>
            </a:r>
          </a:p>
          <a:p>
            <a:pPr eaLnBrk="1" hangingPunct="1"/>
            <a:r>
              <a:rPr lang="zh-CN" altLang="en-US" dirty="0">
                <a:latin typeface="Times New Roman" panose="02020603050405020304" pitchFamily="18" charset="0"/>
                <a:ea typeface="宋体" panose="02010600030101010101" pitchFamily="2" charset="-122"/>
              </a:rPr>
              <a:t>不是同步传输。</a:t>
            </a:r>
          </a:p>
          <a:p>
            <a:pPr lvl="1" eaLnBrk="1" hangingPunct="1"/>
            <a:r>
              <a:rPr lang="zh-CN" altLang="en-US" dirty="0">
                <a:solidFill>
                  <a:srgbClr val="333399"/>
                </a:solidFill>
                <a:latin typeface="Times New Roman" panose="02020603050405020304" pitchFamily="18" charset="0"/>
                <a:ea typeface="宋体" panose="02010600030101010101" pitchFamily="2" charset="-122"/>
              </a:rPr>
              <a:t>在过去相当长的时间，为了节约经费，各国的数字网主要是采用</a:t>
            </a:r>
            <a:r>
              <a:rPr lang="zh-CN" altLang="en-US" dirty="0">
                <a:solidFill>
                  <a:schemeClr val="hlink"/>
                </a:solidFill>
                <a:latin typeface="Times New Roman" panose="02020603050405020304" pitchFamily="18" charset="0"/>
                <a:ea typeface="宋体" panose="02010600030101010101" pitchFamily="2" charset="-122"/>
              </a:rPr>
              <a:t>准同步方式</a:t>
            </a:r>
            <a:r>
              <a:rPr lang="zh-CN" altLang="en-US" dirty="0">
                <a:solidFill>
                  <a:srgbClr val="333399"/>
                </a:solidFill>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a:t>
            </a:r>
          </a:p>
        </p:txBody>
      </p:sp>
      <p:sp>
        <p:nvSpPr>
          <p:cNvPr id="161796" name="Rectangle 4">
            <a:extLst>
              <a:ext uri="{FF2B5EF4-FFF2-40B4-BE49-F238E27FC236}">
                <a16:creationId xmlns:a16="http://schemas.microsoft.com/office/drawing/2014/main" id="{157DB35F-B959-8E45-A9F6-8DACC19FB2A1}"/>
              </a:ext>
            </a:extLst>
          </p:cNvPr>
          <p:cNvSpPr>
            <a:spLocks noChangeArrowheads="1"/>
          </p:cNvSpPr>
          <p:nvPr/>
        </p:nvSpPr>
        <p:spPr bwMode="auto">
          <a:xfrm>
            <a:off x="4479634" y="-184666"/>
            <a:ext cx="184731" cy="369332"/>
          </a:xfrm>
          <a:prstGeom prst="rect">
            <a:avLst/>
          </a:prstGeom>
          <a:noFill/>
          <a:ln>
            <a:noFill/>
          </a:ln>
          <a:effectLst/>
        </p:spPr>
        <p:txBody>
          <a:bodyPr wrap="none" anchor="ctr">
            <a:spAutoFit/>
          </a:bodyPr>
          <a:lstStyle/>
          <a:p>
            <a:pPr algn="ctr" eaLnBrk="1" hangingPunct="1">
              <a:defRPr/>
            </a:pPr>
            <a:endParaRPr lang="zh-CN" altLang="en-US">
              <a:latin typeface="Tahoma" charset="0"/>
              <a:ea typeface="宋体" charset="-122"/>
              <a:cs typeface="+mn-cs"/>
            </a:endParaRPr>
          </a:p>
        </p:txBody>
      </p:sp>
      <p:sp>
        <p:nvSpPr>
          <p:cNvPr id="161798" name="Rectangle 6">
            <a:extLst>
              <a:ext uri="{FF2B5EF4-FFF2-40B4-BE49-F238E27FC236}">
                <a16:creationId xmlns:a16="http://schemas.microsoft.com/office/drawing/2014/main" id="{436DB0A8-E66D-C045-BA67-B6CD6BB01EF5}"/>
              </a:ext>
            </a:extLst>
          </p:cNvPr>
          <p:cNvSpPr>
            <a:spLocks noChangeArrowheads="1"/>
          </p:cNvSpPr>
          <p:nvPr/>
        </p:nvSpPr>
        <p:spPr bwMode="auto">
          <a:xfrm>
            <a:off x="4479634" y="2244209"/>
            <a:ext cx="184731" cy="369332"/>
          </a:xfrm>
          <a:prstGeom prst="rect">
            <a:avLst/>
          </a:prstGeom>
          <a:noFill/>
          <a:ln>
            <a:noFill/>
          </a:ln>
          <a:effectLst/>
        </p:spPr>
        <p:txBody>
          <a:bodyPr wrap="none" anchor="ctr">
            <a:spAutoFit/>
          </a:bodyPr>
          <a:lstStyle/>
          <a:p>
            <a:pPr algn="ctr" eaLnBrk="1" hangingPunct="1">
              <a:defRPr/>
            </a:pPr>
            <a:endParaRPr lang="zh-CN" altLang="en-US">
              <a:latin typeface="Tahoma" charset="0"/>
              <a:ea typeface="宋体" charset="-122"/>
              <a:cs typeface="+mn-cs"/>
            </a:endParaRPr>
          </a:p>
        </p:txBody>
      </p:sp>
      <p:sp>
        <p:nvSpPr>
          <p:cNvPr id="203781" name="幻灯片编号占位符 1">
            <a:extLst>
              <a:ext uri="{FF2B5EF4-FFF2-40B4-BE49-F238E27FC236}">
                <a16:creationId xmlns:a16="http://schemas.microsoft.com/office/drawing/2014/main" id="{F8DA666F-787A-D143-BD88-267881A4D6A9}"/>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D105674-3127-214A-9DD9-232A0C5DE897}"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90</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662304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1795">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1795">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179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17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5"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5" name="Rectangle 2">
            <a:extLst>
              <a:ext uri="{FF2B5EF4-FFF2-40B4-BE49-F238E27FC236}">
                <a16:creationId xmlns:a16="http://schemas.microsoft.com/office/drawing/2014/main" id="{61017150-34EE-A74C-ABE5-30271ECAC5A0}"/>
              </a:ext>
            </a:extLst>
          </p:cNvPr>
          <p:cNvSpPr>
            <a:spLocks noGrp="1" noChangeArrowheads="1"/>
          </p:cNvSpPr>
          <p:nvPr>
            <p:ph type="title"/>
          </p:nvPr>
        </p:nvSpPr>
        <p:spPr>
          <a:xfrm>
            <a:off x="194310" y="290513"/>
            <a:ext cx="7070884" cy="578167"/>
          </a:xfrm>
        </p:spPr>
        <p:txBody>
          <a:bodyPr/>
          <a:lstStyle/>
          <a:p>
            <a:pPr eaLnBrk="1" hangingPunct="1"/>
            <a:r>
              <a:rPr lang="zh-CN" altLang="en-US" dirty="0">
                <a:latin typeface="Times New Roman" panose="02020603050405020304" pitchFamily="18" charset="0"/>
                <a:ea typeface="宋体" panose="02010600030101010101" pitchFamily="2" charset="-122"/>
              </a:rPr>
              <a:t>同步光纤网 </a:t>
            </a:r>
            <a:r>
              <a:rPr lang="en-US" altLang="zh-CN" dirty="0">
                <a:latin typeface="Times New Roman" panose="02020603050405020304" pitchFamily="18" charset="0"/>
                <a:ea typeface="宋体" panose="02010600030101010101" pitchFamily="2" charset="-122"/>
              </a:rPr>
              <a:t>SONET</a:t>
            </a:r>
          </a:p>
        </p:txBody>
      </p:sp>
      <p:sp>
        <p:nvSpPr>
          <p:cNvPr id="160771" name="Rectangle 3">
            <a:extLst>
              <a:ext uri="{FF2B5EF4-FFF2-40B4-BE49-F238E27FC236}">
                <a16:creationId xmlns:a16="http://schemas.microsoft.com/office/drawing/2014/main" id="{223140F0-5629-654A-B75D-2D67BA72AB47}"/>
              </a:ext>
            </a:extLst>
          </p:cNvPr>
          <p:cNvSpPr>
            <a:spLocks noGrp="1" noChangeArrowheads="1"/>
          </p:cNvSpPr>
          <p:nvPr>
            <p:ph type="body" idx="1"/>
          </p:nvPr>
        </p:nvSpPr>
        <p:spPr>
          <a:xfrm>
            <a:off x="194310" y="1062990"/>
            <a:ext cx="8721090" cy="3776902"/>
          </a:xfrm>
        </p:spPr>
        <p:txBody>
          <a:bodyPr/>
          <a:lstStyle/>
          <a:p>
            <a:pPr eaLnBrk="1" hangingPunct="1"/>
            <a:r>
              <a:rPr lang="zh-CN" altLang="en-US" dirty="0">
                <a:solidFill>
                  <a:schemeClr val="hlink"/>
                </a:solidFill>
                <a:latin typeface="Times New Roman" panose="02020603050405020304" pitchFamily="18" charset="0"/>
                <a:ea typeface="宋体" panose="02010600030101010101" pitchFamily="2" charset="-122"/>
              </a:rPr>
              <a:t>同步光纤网</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SONET (Synchronous Optical Network) </a:t>
            </a:r>
            <a:r>
              <a:rPr lang="zh-CN" altLang="en-US" dirty="0">
                <a:latin typeface="Times New Roman" panose="02020603050405020304" pitchFamily="18" charset="0"/>
                <a:ea typeface="宋体" panose="02010600030101010101" pitchFamily="2" charset="-122"/>
              </a:rPr>
              <a:t>的各级时钟都来自一个非常精确的主时钟。 </a:t>
            </a:r>
          </a:p>
          <a:p>
            <a:pPr eaLnBrk="1" hangingPunct="1"/>
            <a:r>
              <a:rPr lang="zh-CN" altLang="en-US" dirty="0">
                <a:latin typeface="Times New Roman" panose="02020603050405020304" pitchFamily="18" charset="0"/>
                <a:ea typeface="宋体" panose="02010600030101010101" pitchFamily="2" charset="-122"/>
              </a:rPr>
              <a:t>第 </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级</a:t>
            </a:r>
            <a:r>
              <a:rPr lang="zh-CN" altLang="en-US" dirty="0">
                <a:solidFill>
                  <a:schemeClr val="hlink"/>
                </a:solidFill>
                <a:latin typeface="Times New Roman" panose="02020603050405020304" pitchFamily="18" charset="0"/>
                <a:ea typeface="宋体" panose="02010600030101010101" pitchFamily="2" charset="-122"/>
              </a:rPr>
              <a:t>同步传送信号</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STS-1 (Synchronous Transport Signal)</a:t>
            </a:r>
            <a:r>
              <a:rPr lang="zh-CN" altLang="en-US" dirty="0">
                <a:latin typeface="Times New Roman" panose="02020603050405020304" pitchFamily="18" charset="0"/>
                <a:ea typeface="宋体" panose="02010600030101010101" pitchFamily="2" charset="-122"/>
              </a:rPr>
              <a:t>的传输速率是 </a:t>
            </a:r>
            <a:r>
              <a:rPr lang="en-US" altLang="zh-CN" dirty="0">
                <a:latin typeface="Times New Roman" panose="02020603050405020304" pitchFamily="18" charset="0"/>
                <a:ea typeface="宋体" panose="02010600030101010101" pitchFamily="2" charset="-122"/>
              </a:rPr>
              <a:t>51.84 Mb/s</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光信号则称为第 </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级</a:t>
            </a:r>
            <a:r>
              <a:rPr lang="zh-CN" altLang="en-US" dirty="0">
                <a:solidFill>
                  <a:schemeClr val="hlink"/>
                </a:solidFill>
                <a:latin typeface="Times New Roman" panose="02020603050405020304" pitchFamily="18" charset="0"/>
                <a:ea typeface="宋体" panose="02010600030101010101" pitchFamily="2" charset="-122"/>
              </a:rPr>
              <a:t>光载波</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OC-1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OC </a:t>
            </a:r>
            <a:r>
              <a:rPr lang="zh-CN" altLang="en-US" dirty="0">
                <a:latin typeface="Times New Roman" panose="02020603050405020304" pitchFamily="18" charset="0"/>
                <a:ea typeface="宋体" panose="02010600030101010101" pitchFamily="2" charset="-122"/>
              </a:rPr>
              <a:t>表示</a:t>
            </a:r>
            <a:r>
              <a:rPr lang="en-US" altLang="zh-CN" dirty="0">
                <a:latin typeface="Times New Roman" panose="02020603050405020304" pitchFamily="18" charset="0"/>
                <a:ea typeface="宋体" panose="02010600030101010101" pitchFamily="2" charset="-122"/>
              </a:rPr>
              <a:t>Optical Carrier</a:t>
            </a:r>
            <a:r>
              <a:rPr lang="zh-CN" altLang="en-US" dirty="0">
                <a:latin typeface="Times New Roman" panose="02020603050405020304" pitchFamily="18" charset="0"/>
                <a:ea typeface="宋体" panose="02010600030101010101" pitchFamily="2" charset="-122"/>
              </a:rPr>
              <a:t>。  </a:t>
            </a:r>
          </a:p>
        </p:txBody>
      </p:sp>
      <p:sp>
        <p:nvSpPr>
          <p:cNvPr id="160772" name="Rectangle 4">
            <a:extLst>
              <a:ext uri="{FF2B5EF4-FFF2-40B4-BE49-F238E27FC236}">
                <a16:creationId xmlns:a16="http://schemas.microsoft.com/office/drawing/2014/main" id="{013C3834-A6A3-E04D-8F39-9F808E86E5D5}"/>
              </a:ext>
            </a:extLst>
          </p:cNvPr>
          <p:cNvSpPr>
            <a:spLocks noChangeArrowheads="1"/>
          </p:cNvSpPr>
          <p:nvPr/>
        </p:nvSpPr>
        <p:spPr bwMode="auto">
          <a:xfrm>
            <a:off x="4479634" y="-184666"/>
            <a:ext cx="184731" cy="369332"/>
          </a:xfrm>
          <a:prstGeom prst="rect">
            <a:avLst/>
          </a:prstGeom>
          <a:noFill/>
          <a:ln>
            <a:noFill/>
          </a:ln>
          <a:effectLst/>
        </p:spPr>
        <p:txBody>
          <a:bodyPr wrap="none" anchor="ctr">
            <a:spAutoFit/>
          </a:bodyPr>
          <a:lstStyle/>
          <a:p>
            <a:pPr algn="ctr" eaLnBrk="1" hangingPunct="1">
              <a:defRPr/>
            </a:pPr>
            <a:endParaRPr lang="zh-CN" altLang="en-US">
              <a:latin typeface="Tahoma" charset="0"/>
              <a:ea typeface="宋体" charset="-122"/>
              <a:cs typeface="+mn-cs"/>
            </a:endParaRPr>
          </a:p>
        </p:txBody>
      </p:sp>
      <p:sp>
        <p:nvSpPr>
          <p:cNvPr id="160774" name="Rectangle 6">
            <a:extLst>
              <a:ext uri="{FF2B5EF4-FFF2-40B4-BE49-F238E27FC236}">
                <a16:creationId xmlns:a16="http://schemas.microsoft.com/office/drawing/2014/main" id="{F4C07AEC-FC98-2945-BD84-952FC7FB391A}"/>
              </a:ext>
            </a:extLst>
          </p:cNvPr>
          <p:cNvSpPr>
            <a:spLocks noChangeArrowheads="1"/>
          </p:cNvSpPr>
          <p:nvPr/>
        </p:nvSpPr>
        <p:spPr bwMode="auto">
          <a:xfrm>
            <a:off x="4479634" y="2244209"/>
            <a:ext cx="184731" cy="369332"/>
          </a:xfrm>
          <a:prstGeom prst="rect">
            <a:avLst/>
          </a:prstGeom>
          <a:noFill/>
          <a:ln>
            <a:noFill/>
          </a:ln>
          <a:effectLst/>
        </p:spPr>
        <p:txBody>
          <a:bodyPr wrap="none" anchor="ctr">
            <a:spAutoFit/>
          </a:bodyPr>
          <a:lstStyle/>
          <a:p>
            <a:pPr algn="ctr" eaLnBrk="1" hangingPunct="1">
              <a:defRPr/>
            </a:pPr>
            <a:endParaRPr lang="zh-CN" altLang="en-US">
              <a:latin typeface="Tahoma" charset="0"/>
              <a:ea typeface="宋体" charset="-122"/>
              <a:cs typeface="+mn-cs"/>
            </a:endParaRPr>
          </a:p>
        </p:txBody>
      </p:sp>
      <p:sp>
        <p:nvSpPr>
          <p:cNvPr id="205829" name="幻灯片编号占位符 1">
            <a:extLst>
              <a:ext uri="{FF2B5EF4-FFF2-40B4-BE49-F238E27FC236}">
                <a16:creationId xmlns:a16="http://schemas.microsoft.com/office/drawing/2014/main" id="{8F370976-113B-F642-A984-3469FA1FDCDF}"/>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96EAE51-6F00-B54D-B03E-FAFF4061675F}"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91</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3698263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077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07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1"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3" name="Rectangle 2">
            <a:extLst>
              <a:ext uri="{FF2B5EF4-FFF2-40B4-BE49-F238E27FC236}">
                <a16:creationId xmlns:a16="http://schemas.microsoft.com/office/drawing/2014/main" id="{70420DC6-6CDD-074F-BD05-6EB262468496}"/>
              </a:ext>
            </a:extLst>
          </p:cNvPr>
          <p:cNvSpPr>
            <a:spLocks noGrp="1" noChangeArrowheads="1"/>
          </p:cNvSpPr>
          <p:nvPr>
            <p:ph type="title"/>
          </p:nvPr>
        </p:nvSpPr>
        <p:spPr>
          <a:xfrm>
            <a:off x="160020" y="285035"/>
            <a:ext cx="7232571" cy="597218"/>
          </a:xfrm>
        </p:spPr>
        <p:txBody>
          <a:bodyPr/>
          <a:lstStyle/>
          <a:p>
            <a:pPr eaLnBrk="1" hangingPunct="1"/>
            <a:r>
              <a:rPr lang="zh-CN" altLang="en-US" dirty="0">
                <a:latin typeface="Times New Roman" panose="02020603050405020304" pitchFamily="18" charset="0"/>
                <a:ea typeface="宋体" panose="02010600030101010101" pitchFamily="2" charset="-122"/>
              </a:rPr>
              <a:t>同步数字系列 </a:t>
            </a:r>
            <a:r>
              <a:rPr lang="en-US" altLang="zh-CN" b="1" dirty="0">
                <a:latin typeface="Times New Roman" panose="02020603050405020304" pitchFamily="18" charset="0"/>
                <a:ea typeface="宋体" panose="02010600030101010101" pitchFamily="2" charset="-122"/>
              </a:rPr>
              <a:t>SDH</a:t>
            </a:r>
            <a:r>
              <a:rPr lang="en-US" altLang="zh-CN" dirty="0">
                <a:latin typeface="Times New Roman" panose="02020603050405020304" pitchFamily="18" charset="0"/>
                <a:ea typeface="宋体" panose="02010600030101010101" pitchFamily="2" charset="-122"/>
              </a:rPr>
              <a:t> </a:t>
            </a:r>
          </a:p>
        </p:txBody>
      </p:sp>
      <p:sp>
        <p:nvSpPr>
          <p:cNvPr id="164867" name="Rectangle 3">
            <a:extLst>
              <a:ext uri="{FF2B5EF4-FFF2-40B4-BE49-F238E27FC236}">
                <a16:creationId xmlns:a16="http://schemas.microsoft.com/office/drawing/2014/main" id="{3C884850-CBF1-B14B-84EA-034CED36429D}"/>
              </a:ext>
            </a:extLst>
          </p:cNvPr>
          <p:cNvSpPr>
            <a:spLocks noGrp="1" noChangeArrowheads="1"/>
          </p:cNvSpPr>
          <p:nvPr>
            <p:ph type="body" idx="1"/>
          </p:nvPr>
        </p:nvSpPr>
        <p:spPr>
          <a:xfrm>
            <a:off x="262890" y="982622"/>
            <a:ext cx="8606790" cy="3857269"/>
          </a:xfrm>
        </p:spPr>
        <p:txBody>
          <a:bodyPr/>
          <a:lstStyle/>
          <a:p>
            <a:pPr eaLnBrk="1" hangingPunct="1"/>
            <a:r>
              <a:rPr lang="en-US" altLang="zh-CN" dirty="0">
                <a:latin typeface="Times New Roman" panose="02020603050405020304" pitchFamily="18" charset="0"/>
                <a:ea typeface="宋体" panose="02010600030101010101" pitchFamily="2" charset="-122"/>
              </a:rPr>
              <a:t>ITU-T </a:t>
            </a:r>
            <a:r>
              <a:rPr lang="zh-CN" altLang="en-US" dirty="0">
                <a:latin typeface="Times New Roman" panose="02020603050405020304" pitchFamily="18" charset="0"/>
                <a:ea typeface="宋体" panose="02010600030101010101" pitchFamily="2" charset="-122"/>
              </a:rPr>
              <a:t>以美国标准 </a:t>
            </a:r>
            <a:r>
              <a:rPr lang="en-US" altLang="zh-CN" dirty="0">
                <a:latin typeface="Times New Roman" panose="02020603050405020304" pitchFamily="18" charset="0"/>
                <a:ea typeface="宋体" panose="02010600030101010101" pitchFamily="2" charset="-122"/>
              </a:rPr>
              <a:t>SONET </a:t>
            </a:r>
            <a:r>
              <a:rPr lang="zh-CN" altLang="en-US" dirty="0">
                <a:latin typeface="Times New Roman" panose="02020603050405020304" pitchFamily="18" charset="0"/>
                <a:ea typeface="宋体" panose="02010600030101010101" pitchFamily="2" charset="-122"/>
              </a:rPr>
              <a:t>为基础，制订出国际标准</a:t>
            </a:r>
            <a:r>
              <a:rPr lang="zh-CN" altLang="en-US" dirty="0">
                <a:solidFill>
                  <a:schemeClr val="hlink"/>
                </a:solidFill>
                <a:latin typeface="Times New Roman" panose="02020603050405020304" pitchFamily="18" charset="0"/>
                <a:ea typeface="宋体" panose="02010600030101010101" pitchFamily="2" charset="-122"/>
              </a:rPr>
              <a:t>同步数字系列</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SDH (Synchronous Digital Hierarchy)</a:t>
            </a:r>
            <a:r>
              <a:rPr lang="zh-CN" altLang="en-US" dirty="0">
                <a:latin typeface="Times New Roman" panose="02020603050405020304" pitchFamily="18" charset="0"/>
                <a:ea typeface="宋体" panose="02010600030101010101" pitchFamily="2" charset="-122"/>
              </a:rPr>
              <a:t>。</a:t>
            </a:r>
          </a:p>
          <a:p>
            <a:pPr eaLnBrk="1" hangingPunct="1"/>
            <a:r>
              <a:rPr lang="zh-CN" altLang="en-US" dirty="0">
                <a:latin typeface="Times New Roman" panose="02020603050405020304" pitchFamily="18" charset="0"/>
                <a:ea typeface="宋体" panose="02010600030101010101" pitchFamily="2" charset="-122"/>
              </a:rPr>
              <a:t>一般可认为 </a:t>
            </a:r>
            <a:r>
              <a:rPr lang="en-US" altLang="zh-CN" dirty="0">
                <a:latin typeface="Times New Roman" panose="02020603050405020304" pitchFamily="18" charset="0"/>
                <a:ea typeface="宋体" panose="02010600030101010101" pitchFamily="2" charset="-122"/>
              </a:rPr>
              <a:t>SDH </a:t>
            </a:r>
            <a:r>
              <a:rPr lang="zh-CN" altLang="en-US" dirty="0">
                <a:latin typeface="Times New Roman" panose="02020603050405020304" pitchFamily="18" charset="0"/>
                <a:ea typeface="宋体" panose="02010600030101010101" pitchFamily="2" charset="-122"/>
              </a:rPr>
              <a:t>与 </a:t>
            </a:r>
            <a:r>
              <a:rPr lang="en-US" altLang="zh-CN" dirty="0">
                <a:latin typeface="Times New Roman" panose="02020603050405020304" pitchFamily="18" charset="0"/>
                <a:ea typeface="宋体" panose="02010600030101010101" pitchFamily="2" charset="-122"/>
              </a:rPr>
              <a:t>SONET </a:t>
            </a:r>
            <a:r>
              <a:rPr lang="zh-CN" altLang="en-US" dirty="0">
                <a:latin typeface="Times New Roman" panose="02020603050405020304" pitchFamily="18" charset="0"/>
                <a:ea typeface="宋体" panose="02010600030101010101" pitchFamily="2" charset="-122"/>
              </a:rPr>
              <a:t>是同义词。</a:t>
            </a:r>
          </a:p>
          <a:p>
            <a:pPr eaLnBrk="1" hangingPunct="1"/>
            <a:r>
              <a:rPr lang="en-US" altLang="zh-CN" dirty="0">
                <a:latin typeface="Times New Roman" panose="02020603050405020304" pitchFamily="18" charset="0"/>
                <a:ea typeface="宋体" panose="02010600030101010101" pitchFamily="2" charset="-122"/>
              </a:rPr>
              <a:t>SDH </a:t>
            </a:r>
            <a:r>
              <a:rPr lang="zh-CN" altLang="en-US" dirty="0">
                <a:latin typeface="Times New Roman" panose="02020603050405020304" pitchFamily="18" charset="0"/>
                <a:ea typeface="宋体" panose="02010600030101010101" pitchFamily="2" charset="-122"/>
              </a:rPr>
              <a:t>的基本速率为 </a:t>
            </a:r>
            <a:r>
              <a:rPr lang="en-US" altLang="zh-CN" dirty="0">
                <a:latin typeface="Times New Roman" panose="02020603050405020304" pitchFamily="18" charset="0"/>
                <a:ea typeface="宋体" panose="02010600030101010101" pitchFamily="2" charset="-122"/>
              </a:rPr>
              <a:t>155.52 Mb/s</a:t>
            </a:r>
            <a:r>
              <a:rPr lang="zh-CN" altLang="en-US" dirty="0">
                <a:latin typeface="Times New Roman" panose="02020603050405020304" pitchFamily="18" charset="0"/>
                <a:ea typeface="宋体" panose="02010600030101010101" pitchFamily="2" charset="-122"/>
              </a:rPr>
              <a:t>，称为第 </a:t>
            </a:r>
            <a:r>
              <a:rPr lang="en-US" altLang="zh-CN" b="1"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级</a:t>
            </a:r>
            <a:r>
              <a:rPr lang="zh-CN" altLang="en-US" dirty="0">
                <a:solidFill>
                  <a:schemeClr val="hlink"/>
                </a:solidFill>
                <a:latin typeface="Times New Roman" panose="02020603050405020304" pitchFamily="18" charset="0"/>
                <a:ea typeface="宋体" panose="02010600030101010101" pitchFamily="2" charset="-122"/>
              </a:rPr>
              <a:t>同步传递模块</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(Synchronous Transfer Module)</a:t>
            </a:r>
            <a:r>
              <a:rPr lang="zh-CN" altLang="en-US" dirty="0">
                <a:latin typeface="Times New Roman" panose="02020603050405020304" pitchFamily="18" charset="0"/>
                <a:ea typeface="宋体" panose="02010600030101010101" pitchFamily="2" charset="-122"/>
              </a:rPr>
              <a:t>，即 </a:t>
            </a:r>
            <a:r>
              <a:rPr lang="en-US" altLang="zh-CN" dirty="0">
                <a:latin typeface="Times New Roman" panose="02020603050405020304" pitchFamily="18" charset="0"/>
                <a:ea typeface="宋体" panose="02010600030101010101" pitchFamily="2" charset="-122"/>
              </a:rPr>
              <a:t>STM-1</a:t>
            </a:r>
            <a:r>
              <a:rPr lang="zh-CN" altLang="en-US" dirty="0">
                <a:latin typeface="Times New Roman" panose="02020603050405020304" pitchFamily="18" charset="0"/>
                <a:ea typeface="宋体" panose="02010600030101010101" pitchFamily="2" charset="-122"/>
              </a:rPr>
              <a:t>，相当于 </a:t>
            </a:r>
            <a:r>
              <a:rPr lang="en-US" altLang="zh-CN" dirty="0">
                <a:latin typeface="Times New Roman" panose="02020603050405020304" pitchFamily="18" charset="0"/>
                <a:ea typeface="宋体" panose="02010600030101010101" pitchFamily="2" charset="-122"/>
              </a:rPr>
              <a:t>SONET </a:t>
            </a:r>
            <a:r>
              <a:rPr lang="zh-CN" altLang="en-US" dirty="0">
                <a:latin typeface="Times New Roman" panose="02020603050405020304" pitchFamily="18" charset="0"/>
                <a:ea typeface="宋体" panose="02010600030101010101" pitchFamily="2" charset="-122"/>
              </a:rPr>
              <a:t>体系中的 </a:t>
            </a:r>
            <a:r>
              <a:rPr lang="en-US" altLang="zh-CN" dirty="0">
                <a:latin typeface="Times New Roman" panose="02020603050405020304" pitchFamily="18" charset="0"/>
                <a:ea typeface="宋体" panose="02010600030101010101" pitchFamily="2" charset="-122"/>
              </a:rPr>
              <a:t>OC-3 </a:t>
            </a:r>
            <a:r>
              <a:rPr lang="zh-CN" altLang="en-US" dirty="0">
                <a:latin typeface="Times New Roman" panose="02020603050405020304" pitchFamily="18" charset="0"/>
                <a:ea typeface="宋体" panose="02010600030101010101" pitchFamily="2" charset="-122"/>
              </a:rPr>
              <a:t>速率。   </a:t>
            </a:r>
          </a:p>
        </p:txBody>
      </p:sp>
      <p:sp>
        <p:nvSpPr>
          <p:cNvPr id="164868" name="Rectangle 4">
            <a:extLst>
              <a:ext uri="{FF2B5EF4-FFF2-40B4-BE49-F238E27FC236}">
                <a16:creationId xmlns:a16="http://schemas.microsoft.com/office/drawing/2014/main" id="{1B23251C-18EF-1745-A3A9-CD5C96C3FAC0}"/>
              </a:ext>
            </a:extLst>
          </p:cNvPr>
          <p:cNvSpPr>
            <a:spLocks noChangeArrowheads="1"/>
          </p:cNvSpPr>
          <p:nvPr/>
        </p:nvSpPr>
        <p:spPr bwMode="auto">
          <a:xfrm>
            <a:off x="4479634" y="-184666"/>
            <a:ext cx="184731" cy="369332"/>
          </a:xfrm>
          <a:prstGeom prst="rect">
            <a:avLst/>
          </a:prstGeom>
          <a:noFill/>
          <a:ln>
            <a:noFill/>
          </a:ln>
          <a:effectLst/>
        </p:spPr>
        <p:txBody>
          <a:bodyPr wrap="none" anchor="ctr">
            <a:spAutoFit/>
          </a:bodyPr>
          <a:lstStyle/>
          <a:p>
            <a:pPr algn="ctr" eaLnBrk="1" hangingPunct="1">
              <a:defRPr/>
            </a:pPr>
            <a:endParaRPr lang="zh-CN" altLang="en-US">
              <a:latin typeface="Tahoma" charset="0"/>
              <a:ea typeface="宋体" charset="-122"/>
              <a:cs typeface="+mn-cs"/>
            </a:endParaRPr>
          </a:p>
        </p:txBody>
      </p:sp>
      <p:sp>
        <p:nvSpPr>
          <p:cNvPr id="164870" name="Rectangle 6">
            <a:extLst>
              <a:ext uri="{FF2B5EF4-FFF2-40B4-BE49-F238E27FC236}">
                <a16:creationId xmlns:a16="http://schemas.microsoft.com/office/drawing/2014/main" id="{4CEC7E9A-CBB2-AE4F-AE52-8BC723A5A069}"/>
              </a:ext>
            </a:extLst>
          </p:cNvPr>
          <p:cNvSpPr>
            <a:spLocks noChangeArrowheads="1"/>
          </p:cNvSpPr>
          <p:nvPr/>
        </p:nvSpPr>
        <p:spPr bwMode="auto">
          <a:xfrm>
            <a:off x="4479634" y="2244209"/>
            <a:ext cx="184731" cy="369332"/>
          </a:xfrm>
          <a:prstGeom prst="rect">
            <a:avLst/>
          </a:prstGeom>
          <a:noFill/>
          <a:ln>
            <a:noFill/>
          </a:ln>
          <a:effectLst/>
        </p:spPr>
        <p:txBody>
          <a:bodyPr wrap="none" anchor="ctr">
            <a:spAutoFit/>
          </a:bodyPr>
          <a:lstStyle/>
          <a:p>
            <a:pPr algn="ctr" eaLnBrk="1" hangingPunct="1">
              <a:defRPr/>
            </a:pPr>
            <a:endParaRPr lang="zh-CN" altLang="en-US">
              <a:latin typeface="Tahoma" charset="0"/>
              <a:ea typeface="宋体" charset="-122"/>
              <a:cs typeface="+mn-cs"/>
            </a:endParaRPr>
          </a:p>
        </p:txBody>
      </p:sp>
      <p:sp>
        <p:nvSpPr>
          <p:cNvPr id="207877" name="幻灯片编号占位符 1">
            <a:extLst>
              <a:ext uri="{FF2B5EF4-FFF2-40B4-BE49-F238E27FC236}">
                <a16:creationId xmlns:a16="http://schemas.microsoft.com/office/drawing/2014/main" id="{F1C34FF2-5E5C-2B47-8A37-EAD5349EE5DC}"/>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A01C18D-B76F-2B4F-9AC3-E449166531F4}"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92</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360246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48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48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7"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6305" name="Group 417">
            <a:extLst>
              <a:ext uri="{FF2B5EF4-FFF2-40B4-BE49-F238E27FC236}">
                <a16:creationId xmlns:a16="http://schemas.microsoft.com/office/drawing/2014/main" id="{46F8A6D7-6825-2F4C-A8A6-380714C3C840}"/>
              </a:ext>
            </a:extLst>
          </p:cNvPr>
          <p:cNvGraphicFramePr>
            <a:graphicFrameLocks noGrp="1"/>
          </p:cNvGraphicFramePr>
          <p:nvPr>
            <p:extLst>
              <p:ext uri="{D42A27DB-BD31-4B8C-83A1-F6EECF244321}">
                <p14:modId xmlns:p14="http://schemas.microsoft.com/office/powerpoint/2010/main" val="390692827"/>
              </p:ext>
            </p:extLst>
          </p:nvPr>
        </p:nvGraphicFramePr>
        <p:xfrm>
          <a:off x="487785" y="1104081"/>
          <a:ext cx="8263892" cy="3902100"/>
        </p:xfrm>
        <a:graphic>
          <a:graphicData uri="http://schemas.openxmlformats.org/drawingml/2006/table">
            <a:tbl>
              <a:tblPr/>
              <a:tblGrid>
                <a:gridCol w="1628777">
                  <a:extLst>
                    <a:ext uri="{9D8B030D-6E8A-4147-A177-3AD203B41FA5}">
                      <a16:colId xmlns:a16="http://schemas.microsoft.com/office/drawing/2014/main" val="20000"/>
                    </a:ext>
                  </a:extLst>
                </a:gridCol>
                <a:gridCol w="1908810">
                  <a:extLst>
                    <a:ext uri="{9D8B030D-6E8A-4147-A177-3AD203B41FA5}">
                      <a16:colId xmlns:a16="http://schemas.microsoft.com/office/drawing/2014/main" val="20001"/>
                    </a:ext>
                  </a:extLst>
                </a:gridCol>
                <a:gridCol w="1428750">
                  <a:extLst>
                    <a:ext uri="{9D8B030D-6E8A-4147-A177-3AD203B41FA5}">
                      <a16:colId xmlns:a16="http://schemas.microsoft.com/office/drawing/2014/main" val="20002"/>
                    </a:ext>
                  </a:extLst>
                </a:gridCol>
                <a:gridCol w="3297555">
                  <a:extLst>
                    <a:ext uri="{9D8B030D-6E8A-4147-A177-3AD203B41FA5}">
                      <a16:colId xmlns:a16="http://schemas.microsoft.com/office/drawing/2014/main" val="20003"/>
                    </a:ext>
                  </a:extLst>
                </a:gridCol>
              </a:tblGrid>
              <a:tr h="381800">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线路速率</a:t>
                      </a: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(Mb/s)</a:t>
                      </a:r>
                      <a:endParaRPr kumimoji="0" lang="en-US" altLang="zh-CN" sz="32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SONET</a:t>
                      </a:r>
                      <a:r>
                        <a:rPr kumimoji="0" lang="zh-CN" altLang="en-US"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符号</a:t>
                      </a:r>
                      <a:endParaRPr kumimoji="0" lang="zh-CN" altLang="en-US" sz="32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ITU-T</a:t>
                      </a:r>
                      <a:r>
                        <a:rPr kumimoji="0" lang="zh-CN" altLang="en-US"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符号</a:t>
                      </a:r>
                      <a:endParaRPr kumimoji="0" lang="zh-CN" altLang="en-US" sz="32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表示线路速率的常用近似值</a:t>
                      </a:r>
                      <a:endParaRPr kumimoji="0" lang="zh-CN" altLang="en-US" sz="32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94972">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  51.840</a:t>
                      </a:r>
                      <a:endParaRPr kumimoji="0" lang="en-US" altLang="zh-CN" sz="33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OC-1/STS-1</a:t>
                      </a:r>
                      <a:endParaRPr kumimoji="0" lang="en-US" altLang="zh-CN" sz="33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sym typeface="Symbol" pitchFamily="2" charset="2"/>
                        </a:rPr>
                        <a:t></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1500" b="0" i="0" u="none" strike="noStrike" cap="none" normalizeH="0" baseline="0" dirty="0">
                        <a:ln>
                          <a:noFill/>
                        </a:ln>
                        <a:solidFill>
                          <a:srgbClr val="3333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94972">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 155.520</a:t>
                      </a:r>
                      <a:endParaRPr kumimoji="0" lang="en-US" altLang="zh-CN" sz="33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OC-3/STS-3</a:t>
                      </a:r>
                      <a:endParaRPr kumimoji="0" lang="en-US" altLang="zh-CN" sz="33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STM-1</a:t>
                      </a:r>
                      <a:endParaRPr kumimoji="0" lang="en-US" altLang="zh-CN" sz="33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155 Mb/s</a:t>
                      </a:r>
                      <a:endParaRPr kumimoji="0" lang="en-US" altLang="zh-CN" sz="33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94972">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 466.560</a:t>
                      </a:r>
                      <a:endParaRPr kumimoji="0" lang="en-US" altLang="zh-CN" sz="24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OC-9/STS-9</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STM-3</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1800" b="0" i="0" u="none" strike="noStrike" cap="none" normalizeH="0" baseline="0">
                        <a:ln>
                          <a:noFill/>
                        </a:ln>
                        <a:solidFill>
                          <a:srgbClr val="3333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94972">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 622.080</a:t>
                      </a:r>
                      <a:endParaRPr kumimoji="0" lang="en-US" altLang="zh-CN" sz="33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OC-12/STS-12</a:t>
                      </a:r>
                      <a:endParaRPr kumimoji="0" lang="en-US" altLang="zh-CN" sz="33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STM-4</a:t>
                      </a:r>
                      <a:endParaRPr kumimoji="0" lang="en-US" altLang="zh-CN" sz="33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622 Mb/s</a:t>
                      </a:r>
                      <a:endParaRPr kumimoji="0" lang="en-US" altLang="zh-CN" sz="33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94972">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 933.120</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OC-18/STS-18</a:t>
                      </a:r>
                      <a:endParaRPr kumimoji="0" lang="en-US" altLang="zh-CN" sz="33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STM-6</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1800" b="0" i="0" u="none" strike="noStrike" cap="none" normalizeH="0" baseline="0">
                        <a:ln>
                          <a:noFill/>
                        </a:ln>
                        <a:solidFill>
                          <a:srgbClr val="3333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94972">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1244.160</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OC-24/STS-24</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STM-8</a:t>
                      </a:r>
                      <a:endParaRPr kumimoji="0" lang="en-US" altLang="zh-CN" sz="33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zh-CN" sz="1800" b="0" i="0" u="none" strike="noStrike" cap="none" normalizeH="0" baseline="0" dirty="0">
                        <a:ln>
                          <a:noFill/>
                        </a:ln>
                        <a:solidFill>
                          <a:srgbClr val="3333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94972">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2488.320</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OC-48/STS-48</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STM-16</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2.5 Gb/s</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4303">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4976.640</a:t>
                      </a:r>
                      <a:endParaRPr kumimoji="0" lang="en-US" altLang="zh-CN" sz="33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OC-96/STS-96</a:t>
                      </a:r>
                      <a:endParaRPr kumimoji="0" lang="en-US" altLang="zh-CN" sz="33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STM-32</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100" b="0" i="0" u="none" strike="noStrike" cap="none" normalizeH="0" baseline="0" dirty="0">
                        <a:ln>
                          <a:noFill/>
                        </a:ln>
                        <a:solidFill>
                          <a:srgbClr val="333399"/>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94972">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9953.280</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OC-192/STS-192</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STM-64</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10 Gb/s</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34303">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39813.120</a:t>
                      </a:r>
                      <a:r>
                        <a:rPr kumimoji="0" lang="en-US" altLang="zh-CN" sz="21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 </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OC-768/STS-768</a:t>
                      </a:r>
                      <a:r>
                        <a:rPr kumimoji="0" lang="en-US" altLang="zh-CN" sz="21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 </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STM-256</a:t>
                      </a:r>
                      <a:r>
                        <a:rPr kumimoji="0" lang="en-US" altLang="zh-CN" sz="2100" b="0" i="0" u="none" strike="noStrike" cap="none" normalizeH="0" baseline="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 </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8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40 Gb/s</a:t>
                      </a:r>
                      <a:r>
                        <a:rPr kumimoji="0" lang="en-US" altLang="zh-CN" sz="2100" b="0" i="0" u="none" strike="noStrike" cap="none" normalizeH="0" baseline="0" dirty="0">
                          <a:ln>
                            <a:noFill/>
                          </a:ln>
                          <a:solidFill>
                            <a:srgbClr val="333399"/>
                          </a:solidFill>
                          <a:effectLst/>
                          <a:latin typeface="Times New Roman" panose="02020603050405020304" pitchFamily="18" charset="0"/>
                          <a:ea typeface="宋体" panose="02010600030101010101" pitchFamily="2" charset="-122"/>
                          <a:cs typeface="Times New Roman" panose="02020603050405020304" pitchFamily="18" charset="0"/>
                        </a:rPr>
                        <a:t> </a:t>
                      </a:r>
                    </a:p>
                  </a:txBody>
                  <a:tcPr marL="68580" marR="68580"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209985" name="幻灯片编号占位符 1">
            <a:extLst>
              <a:ext uri="{FF2B5EF4-FFF2-40B4-BE49-F238E27FC236}">
                <a16:creationId xmlns:a16="http://schemas.microsoft.com/office/drawing/2014/main" id="{BFF70F44-47DE-E549-BF69-DE88D132A5DA}"/>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63EFE7B-EA32-BF40-A8EF-B228E95F22C3}"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93</a:t>
            </a:fld>
            <a:endParaRPr lang="zh-CN" altLang="en-US" sz="1050" dirty="0">
              <a:solidFill>
                <a:srgbClr val="898989"/>
              </a:solidFill>
              <a:latin typeface="Tahoma" panose="020B0604030504040204" pitchFamily="34" charset="0"/>
              <a:ea typeface="宋体" panose="02010600030101010101" pitchFamily="2" charset="-122"/>
            </a:endParaRPr>
          </a:p>
        </p:txBody>
      </p:sp>
      <p:sp>
        <p:nvSpPr>
          <p:cNvPr id="4" name="标题 3">
            <a:extLst>
              <a:ext uri="{FF2B5EF4-FFF2-40B4-BE49-F238E27FC236}">
                <a16:creationId xmlns:a16="http://schemas.microsoft.com/office/drawing/2014/main" id="{766BB1B7-0E76-1447-800D-0296F7095695}"/>
              </a:ext>
            </a:extLst>
          </p:cNvPr>
          <p:cNvSpPr>
            <a:spLocks noGrp="1"/>
          </p:cNvSpPr>
          <p:nvPr>
            <p:ph type="title"/>
          </p:nvPr>
        </p:nvSpPr>
        <p:spPr>
          <a:xfrm>
            <a:off x="133563" y="254319"/>
            <a:ext cx="8972336" cy="647700"/>
          </a:xfrm>
        </p:spPr>
        <p:txBody>
          <a:bodyPr/>
          <a:lstStyle/>
          <a:p>
            <a:r>
              <a:rPr lang="en-US" altLang="zh-CN" dirty="0">
                <a:ea typeface="宋体" panose="02010600030101010101" pitchFamily="2" charset="-122"/>
                <a:cs typeface="Times New Roman" panose="02020603050405020304" pitchFamily="18" charset="0"/>
              </a:rPr>
              <a:t>SONET</a:t>
            </a:r>
            <a:r>
              <a:rPr lang="zh-CN" altLang="en-US" dirty="0">
                <a:ea typeface="宋体" panose="02010600030101010101" pitchFamily="2" charset="-122"/>
                <a:cs typeface="Times New Roman" panose="02020603050405020304" pitchFamily="18" charset="0"/>
              </a:rPr>
              <a:t>的</a:t>
            </a:r>
            <a:r>
              <a:rPr lang="en-US" altLang="zh-CN" dirty="0">
                <a:ea typeface="宋体" panose="02010600030101010101" pitchFamily="2" charset="-122"/>
                <a:cs typeface="Times New Roman" panose="02020603050405020304" pitchFamily="18" charset="0"/>
              </a:rPr>
              <a:t>OC</a:t>
            </a:r>
            <a:r>
              <a:rPr lang="zh-CN" altLang="en-US" dirty="0">
                <a:ea typeface="宋体" panose="02010600030101010101" pitchFamily="2" charset="-122"/>
                <a:cs typeface="Times New Roman" panose="02020603050405020304" pitchFamily="18" charset="0"/>
              </a:rPr>
              <a:t>级</a:t>
            </a:r>
            <a:r>
              <a:rPr lang="en-US" altLang="zh-CN" dirty="0">
                <a:ea typeface="宋体" panose="02010600030101010101" pitchFamily="2" charset="-122"/>
                <a:cs typeface="Times New Roman" panose="02020603050405020304" pitchFamily="18" charset="0"/>
              </a:rPr>
              <a:t>/STS</a:t>
            </a:r>
            <a:r>
              <a:rPr lang="zh-CN" altLang="en-US" dirty="0">
                <a:ea typeface="宋体" panose="02010600030101010101" pitchFamily="2" charset="-122"/>
                <a:cs typeface="Times New Roman" panose="02020603050405020304" pitchFamily="18" charset="0"/>
              </a:rPr>
              <a:t>级与</a:t>
            </a:r>
            <a:r>
              <a:rPr lang="en-US" altLang="zh-CN" dirty="0">
                <a:ea typeface="宋体" panose="02010600030101010101" pitchFamily="2" charset="-122"/>
                <a:cs typeface="Times New Roman" panose="02020603050405020304" pitchFamily="18" charset="0"/>
              </a:rPr>
              <a:t>SDH</a:t>
            </a:r>
            <a:r>
              <a:rPr lang="zh-CN" altLang="en-US" dirty="0">
                <a:ea typeface="宋体" panose="02010600030101010101" pitchFamily="2" charset="-122"/>
                <a:cs typeface="Times New Roman" panose="02020603050405020304" pitchFamily="18" charset="0"/>
              </a:rPr>
              <a:t>的</a:t>
            </a:r>
            <a:r>
              <a:rPr lang="en-US" altLang="zh-CN" dirty="0">
                <a:ea typeface="宋体" panose="02010600030101010101" pitchFamily="2" charset="-122"/>
                <a:cs typeface="Times New Roman" panose="02020603050405020304" pitchFamily="18" charset="0"/>
              </a:rPr>
              <a:t>STM</a:t>
            </a:r>
            <a:r>
              <a:rPr lang="zh-CN" altLang="en-US" dirty="0">
                <a:ea typeface="宋体" panose="02010600030101010101" pitchFamily="2" charset="-122"/>
                <a:cs typeface="Times New Roman" panose="02020603050405020304" pitchFamily="18" charset="0"/>
              </a:rPr>
              <a:t>级的对应关系</a:t>
            </a:r>
            <a:endParaRPr kumimoji="1" lang="zh-CN" altLang="en-US" dirty="0">
              <a:cs typeface="Times New Roman" panose="02020603050405020304" pitchFamily="18" charset="0"/>
            </a:endParaRPr>
          </a:p>
        </p:txBody>
      </p:sp>
    </p:spTree>
    <p:extLst>
      <p:ext uri="{BB962C8B-B14F-4D97-AF65-F5344CB8AC3E}">
        <p14:creationId xmlns:p14="http://schemas.microsoft.com/office/powerpoint/2010/main" val="76126215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69" name="Rectangle 2">
            <a:extLst>
              <a:ext uri="{FF2B5EF4-FFF2-40B4-BE49-F238E27FC236}">
                <a16:creationId xmlns:a16="http://schemas.microsoft.com/office/drawing/2014/main" id="{AA35ED9D-BF26-774D-913D-C5F2387D1915}"/>
              </a:ext>
            </a:extLst>
          </p:cNvPr>
          <p:cNvSpPr>
            <a:spLocks noGrp="1" noChangeArrowheads="1"/>
          </p:cNvSpPr>
          <p:nvPr>
            <p:ph type="title"/>
          </p:nvPr>
        </p:nvSpPr>
        <p:spPr>
          <a:xfrm>
            <a:off x="160020" y="253604"/>
            <a:ext cx="8801100" cy="615076"/>
          </a:xfrm>
        </p:spPr>
        <p:txBody>
          <a:bodyPr/>
          <a:lstStyle/>
          <a:p>
            <a:pPr eaLnBrk="1" hangingPunct="1"/>
            <a:r>
              <a:rPr lang="en-US" altLang="zh-CN" dirty="0">
                <a:latin typeface="Times New Roman" panose="02020603050405020304" pitchFamily="18" charset="0"/>
                <a:ea typeface="宋体" panose="02010600030101010101" pitchFamily="2" charset="-122"/>
              </a:rPr>
              <a:t>2.6  </a:t>
            </a:r>
            <a:r>
              <a:rPr lang="zh-CN" altLang="en-US" dirty="0">
                <a:latin typeface="Times New Roman" panose="02020603050405020304" pitchFamily="18" charset="0"/>
                <a:ea typeface="宋体" panose="02010600030101010101" pitchFamily="2" charset="-122"/>
              </a:rPr>
              <a:t>宽带接入技术</a:t>
            </a:r>
            <a:endParaRPr lang="zh-CN" altLang="en-US" sz="3000" dirty="0">
              <a:ea typeface="宋体" panose="02010600030101010101" pitchFamily="2" charset="-122"/>
            </a:endParaRPr>
          </a:p>
        </p:txBody>
      </p:sp>
      <p:sp>
        <p:nvSpPr>
          <p:cNvPr id="211970" name="Rectangle 3">
            <a:extLst>
              <a:ext uri="{FF2B5EF4-FFF2-40B4-BE49-F238E27FC236}">
                <a16:creationId xmlns:a16="http://schemas.microsoft.com/office/drawing/2014/main" id="{7DE3863E-3FA6-4A4E-99CA-D457D5472317}"/>
              </a:ext>
            </a:extLst>
          </p:cNvPr>
          <p:cNvSpPr>
            <a:spLocks noGrp="1" noChangeArrowheads="1"/>
          </p:cNvSpPr>
          <p:nvPr>
            <p:ph type="body" idx="1"/>
          </p:nvPr>
        </p:nvSpPr>
        <p:spPr>
          <a:xfrm>
            <a:off x="160020" y="1562337"/>
            <a:ext cx="8709660" cy="3327559"/>
          </a:xfrm>
        </p:spPr>
        <p:txBody>
          <a:bodyPr/>
          <a:lstStyle/>
          <a:p>
            <a:pPr eaLnBrk="1" hangingPunct="1"/>
            <a:r>
              <a:rPr lang="en-US" altLang="zh-CN" dirty="0">
                <a:ea typeface="宋体" panose="02010600030101010101" pitchFamily="2" charset="-122"/>
              </a:rPr>
              <a:t>ADSL </a:t>
            </a:r>
            <a:r>
              <a:rPr lang="zh-CN" altLang="en-US" dirty="0">
                <a:ea typeface="宋体" panose="02010600030101010101" pitchFamily="2" charset="-122"/>
              </a:rPr>
              <a:t>技术就是用数字技术对现有的模拟电话用户线进行改造，使它能够承载宽带业务。</a:t>
            </a:r>
          </a:p>
          <a:p>
            <a:pPr eaLnBrk="1" hangingPunct="1"/>
            <a:r>
              <a:rPr lang="zh-CN" altLang="en-US" dirty="0">
                <a:ea typeface="宋体" panose="02010600030101010101" pitchFamily="2" charset="-122"/>
              </a:rPr>
              <a:t>标准模拟电话信号的频带被限制在 </a:t>
            </a:r>
            <a:r>
              <a:rPr lang="en-US" altLang="zh-CN" dirty="0">
                <a:ea typeface="宋体" panose="02010600030101010101" pitchFamily="2" charset="-122"/>
              </a:rPr>
              <a:t>300~3400 Hz </a:t>
            </a:r>
            <a:r>
              <a:rPr lang="zh-CN" altLang="en-US" dirty="0">
                <a:ea typeface="宋体" panose="02010600030101010101" pitchFamily="2" charset="-122"/>
              </a:rPr>
              <a:t>的范围内，但用户线本身实际可通过的信号频率仍然超过 </a:t>
            </a:r>
            <a:r>
              <a:rPr lang="en-US" altLang="zh-CN" dirty="0">
                <a:ea typeface="宋体" panose="02010600030101010101" pitchFamily="2" charset="-122"/>
              </a:rPr>
              <a:t>1 MHz</a:t>
            </a:r>
            <a:r>
              <a:rPr lang="zh-CN" altLang="en-US" dirty="0">
                <a:ea typeface="宋体" panose="02010600030101010101" pitchFamily="2" charset="-122"/>
              </a:rPr>
              <a:t>。</a:t>
            </a:r>
          </a:p>
          <a:p>
            <a:pPr eaLnBrk="1" hangingPunct="1"/>
            <a:r>
              <a:rPr lang="en-US" altLang="zh-CN" dirty="0">
                <a:ea typeface="宋体" panose="02010600030101010101" pitchFamily="2" charset="-122"/>
              </a:rPr>
              <a:t>ADSL </a:t>
            </a:r>
            <a:r>
              <a:rPr lang="zh-CN" altLang="en-US" dirty="0">
                <a:ea typeface="宋体" panose="02010600030101010101" pitchFamily="2" charset="-122"/>
              </a:rPr>
              <a:t>技术就把 </a:t>
            </a:r>
            <a:r>
              <a:rPr lang="en-US" altLang="zh-CN" dirty="0">
                <a:ea typeface="宋体" panose="02010600030101010101" pitchFamily="2" charset="-122"/>
              </a:rPr>
              <a:t>0~4 kHz </a:t>
            </a:r>
            <a:r>
              <a:rPr lang="zh-CN" altLang="en-US" dirty="0">
                <a:ea typeface="宋体" panose="02010600030101010101" pitchFamily="2" charset="-122"/>
              </a:rPr>
              <a:t>低端频谱留给传统电话使用，而</a:t>
            </a:r>
            <a:r>
              <a:rPr lang="zh-CN" altLang="en-US" dirty="0">
                <a:solidFill>
                  <a:schemeClr val="hlink"/>
                </a:solidFill>
                <a:ea typeface="宋体" panose="02010600030101010101" pitchFamily="2" charset="-122"/>
              </a:rPr>
              <a:t>把原来没有被利用的高端频谱留给用户上网使用</a:t>
            </a:r>
            <a:r>
              <a:rPr lang="zh-CN" altLang="en-US" dirty="0">
                <a:ea typeface="宋体" panose="02010600030101010101" pitchFamily="2" charset="-122"/>
              </a:rPr>
              <a:t>。</a:t>
            </a:r>
          </a:p>
          <a:p>
            <a:pPr eaLnBrk="1" hangingPunct="1"/>
            <a:r>
              <a:rPr lang="en-US" altLang="zh-CN" dirty="0">
                <a:ea typeface="宋体" panose="02010600030101010101" pitchFamily="2" charset="-122"/>
              </a:rPr>
              <a:t>DSL </a:t>
            </a:r>
            <a:r>
              <a:rPr lang="zh-CN" altLang="en-US" dirty="0">
                <a:ea typeface="宋体" panose="02010600030101010101" pitchFamily="2" charset="-122"/>
              </a:rPr>
              <a:t>就是</a:t>
            </a:r>
            <a:r>
              <a:rPr lang="zh-CN" altLang="en-US" dirty="0">
                <a:solidFill>
                  <a:schemeClr val="hlink"/>
                </a:solidFill>
                <a:ea typeface="宋体" panose="02010600030101010101" pitchFamily="2" charset="-122"/>
              </a:rPr>
              <a:t>数字用户线</a:t>
            </a:r>
            <a:r>
              <a:rPr lang="en-US" altLang="zh-CN" dirty="0">
                <a:ea typeface="宋体" panose="02010600030101010101" pitchFamily="2" charset="-122"/>
              </a:rPr>
              <a:t>(Digital Subscriber Line)</a:t>
            </a:r>
            <a:r>
              <a:rPr lang="zh-CN" altLang="en-US" dirty="0">
                <a:ea typeface="宋体" panose="02010600030101010101" pitchFamily="2" charset="-122"/>
              </a:rPr>
              <a:t>的缩写。</a:t>
            </a:r>
          </a:p>
        </p:txBody>
      </p:sp>
      <p:sp>
        <p:nvSpPr>
          <p:cNvPr id="211971" name="幻灯片编号占位符 1">
            <a:extLst>
              <a:ext uri="{FF2B5EF4-FFF2-40B4-BE49-F238E27FC236}">
                <a16:creationId xmlns:a16="http://schemas.microsoft.com/office/drawing/2014/main" id="{EFFB996A-03EA-E446-97EC-FE8BF1EB8968}"/>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F6D7D041-8CBE-8F4E-8B47-1C5D9289EC58}"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94</a:t>
            </a:fld>
            <a:endParaRPr lang="zh-CN" altLang="en-US" sz="1050">
              <a:solidFill>
                <a:srgbClr val="898989"/>
              </a:solidFill>
              <a:latin typeface="Tahoma" panose="020B0604030504040204" pitchFamily="34" charset="0"/>
              <a:ea typeface="宋体" panose="02010600030101010101" pitchFamily="2" charset="-122"/>
            </a:endParaRPr>
          </a:p>
        </p:txBody>
      </p:sp>
      <p:sp>
        <p:nvSpPr>
          <p:cNvPr id="2" name="矩形 1">
            <a:extLst>
              <a:ext uri="{FF2B5EF4-FFF2-40B4-BE49-F238E27FC236}">
                <a16:creationId xmlns:a16="http://schemas.microsoft.com/office/drawing/2014/main" id="{F8D9D979-9195-F049-81D0-7B285A927595}"/>
              </a:ext>
            </a:extLst>
          </p:cNvPr>
          <p:cNvSpPr/>
          <p:nvPr/>
        </p:nvSpPr>
        <p:spPr>
          <a:xfrm>
            <a:off x="160020" y="1030842"/>
            <a:ext cx="2819426" cy="523220"/>
          </a:xfrm>
          <a:prstGeom prst="rect">
            <a:avLst/>
          </a:prstGeom>
        </p:spPr>
        <p:txBody>
          <a:bodyPr wrap="none">
            <a:spAutoFit/>
          </a:bodyPr>
          <a:lstStyle/>
          <a:p>
            <a:r>
              <a:rPr lang="en-US" altLang="zh-CN" sz="2800" dirty="0"/>
              <a:t>2.6.1  ADSL</a:t>
            </a:r>
            <a:r>
              <a:rPr lang="zh-CN" altLang="en-US" sz="2800" dirty="0"/>
              <a:t>技术</a:t>
            </a:r>
          </a:p>
        </p:txBody>
      </p:sp>
    </p:spTree>
    <p:extLst>
      <p:ext uri="{BB962C8B-B14F-4D97-AF65-F5344CB8AC3E}">
        <p14:creationId xmlns:p14="http://schemas.microsoft.com/office/powerpoint/2010/main" val="377452379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7" name="Rectangle 2">
            <a:extLst>
              <a:ext uri="{FF2B5EF4-FFF2-40B4-BE49-F238E27FC236}">
                <a16:creationId xmlns:a16="http://schemas.microsoft.com/office/drawing/2014/main" id="{8CF36912-29EC-D04F-9EBC-161E856DF0CE}"/>
              </a:ext>
            </a:extLst>
          </p:cNvPr>
          <p:cNvSpPr>
            <a:spLocks noGrp="1" noChangeArrowheads="1"/>
          </p:cNvSpPr>
          <p:nvPr>
            <p:ph type="title"/>
          </p:nvPr>
        </p:nvSpPr>
        <p:spPr>
          <a:xfrm>
            <a:off x="160020" y="303611"/>
            <a:ext cx="7086124" cy="576500"/>
          </a:xfrm>
        </p:spPr>
        <p:txBody>
          <a:bodyPr/>
          <a:lstStyle/>
          <a:p>
            <a:pPr eaLnBrk="1" hangingPunct="1"/>
            <a:r>
              <a:rPr lang="en-US" altLang="zh-CN" dirty="0">
                <a:latin typeface="Times New Roman" panose="02020603050405020304" pitchFamily="18" charset="0"/>
                <a:ea typeface="宋体" panose="02010600030101010101" pitchFamily="2" charset="-122"/>
              </a:rPr>
              <a:t>DSL </a:t>
            </a:r>
            <a:r>
              <a:rPr lang="zh-CN" altLang="en-US" dirty="0">
                <a:latin typeface="Times New Roman" panose="02020603050405020304" pitchFamily="18" charset="0"/>
                <a:ea typeface="宋体" panose="02010600030101010101" pitchFamily="2" charset="-122"/>
              </a:rPr>
              <a:t>的几种类型 </a:t>
            </a:r>
          </a:p>
        </p:txBody>
      </p:sp>
      <p:sp>
        <p:nvSpPr>
          <p:cNvPr id="277507" name="Rectangle 3">
            <a:extLst>
              <a:ext uri="{FF2B5EF4-FFF2-40B4-BE49-F238E27FC236}">
                <a16:creationId xmlns:a16="http://schemas.microsoft.com/office/drawing/2014/main" id="{7E3C9BB5-652C-8C46-B145-7ECAFC866814}"/>
              </a:ext>
            </a:extLst>
          </p:cNvPr>
          <p:cNvSpPr>
            <a:spLocks noGrp="1" noChangeArrowheads="1"/>
          </p:cNvSpPr>
          <p:nvPr>
            <p:ph type="body" idx="1"/>
          </p:nvPr>
        </p:nvSpPr>
        <p:spPr>
          <a:xfrm>
            <a:off x="160020" y="1097281"/>
            <a:ext cx="8732520" cy="3867626"/>
          </a:xfrm>
        </p:spPr>
        <p:txBody>
          <a:bodyPr/>
          <a:lstStyle/>
          <a:p>
            <a:pPr eaLnBrk="1" hangingPunct="1">
              <a:lnSpc>
                <a:spcPct val="90000"/>
              </a:lnSpc>
            </a:pPr>
            <a:r>
              <a:rPr lang="en-US" altLang="zh-CN">
                <a:ea typeface="宋体" panose="02010600030101010101" pitchFamily="2" charset="-122"/>
              </a:rPr>
              <a:t>ADSL (Asymmetric Digital Subscriber Line)</a:t>
            </a:r>
            <a:r>
              <a:rPr lang="zh-CN" altLang="en-US">
                <a:ea typeface="宋体" panose="02010600030101010101" pitchFamily="2" charset="-122"/>
              </a:rPr>
              <a:t>：非对称数字用户线</a:t>
            </a:r>
          </a:p>
          <a:p>
            <a:pPr eaLnBrk="1" hangingPunct="1">
              <a:lnSpc>
                <a:spcPct val="90000"/>
              </a:lnSpc>
            </a:pPr>
            <a:r>
              <a:rPr lang="en-US" altLang="zh-CN">
                <a:ea typeface="宋体" panose="02010600030101010101" pitchFamily="2" charset="-122"/>
              </a:rPr>
              <a:t>HDSL (High speed DSL)</a:t>
            </a:r>
            <a:r>
              <a:rPr lang="zh-CN" altLang="en-US">
                <a:ea typeface="宋体" panose="02010600030101010101" pitchFamily="2" charset="-122"/>
              </a:rPr>
              <a:t>：高速数字用户线</a:t>
            </a:r>
          </a:p>
          <a:p>
            <a:pPr eaLnBrk="1" hangingPunct="1">
              <a:lnSpc>
                <a:spcPct val="90000"/>
              </a:lnSpc>
            </a:pPr>
            <a:r>
              <a:rPr lang="en-US" altLang="zh-CN">
                <a:ea typeface="宋体" panose="02010600030101010101" pitchFamily="2" charset="-122"/>
              </a:rPr>
              <a:t>SDSL (Single-line DSL)</a:t>
            </a:r>
            <a:r>
              <a:rPr lang="zh-CN" altLang="en-US">
                <a:ea typeface="宋体" panose="02010600030101010101" pitchFamily="2" charset="-122"/>
              </a:rPr>
              <a:t>：</a:t>
            </a:r>
            <a:r>
              <a:rPr lang="en-US" altLang="zh-CN">
                <a:ea typeface="宋体" panose="02010600030101010101" pitchFamily="2" charset="-122"/>
              </a:rPr>
              <a:t>1 </a:t>
            </a:r>
            <a:r>
              <a:rPr lang="zh-CN" altLang="en-US">
                <a:ea typeface="宋体" panose="02010600030101010101" pitchFamily="2" charset="-122"/>
              </a:rPr>
              <a:t>对线的数字用户线</a:t>
            </a:r>
          </a:p>
          <a:p>
            <a:pPr eaLnBrk="1" hangingPunct="1">
              <a:lnSpc>
                <a:spcPct val="90000"/>
              </a:lnSpc>
            </a:pPr>
            <a:r>
              <a:rPr lang="en-US" altLang="zh-CN">
                <a:ea typeface="宋体" panose="02010600030101010101" pitchFamily="2" charset="-122"/>
              </a:rPr>
              <a:t>VDSL (Very high speed DSL)</a:t>
            </a:r>
            <a:r>
              <a:rPr lang="zh-CN" altLang="en-US">
                <a:ea typeface="宋体" panose="02010600030101010101" pitchFamily="2" charset="-122"/>
              </a:rPr>
              <a:t>：甚高速数字用户线</a:t>
            </a:r>
          </a:p>
          <a:p>
            <a:pPr eaLnBrk="1" hangingPunct="1">
              <a:lnSpc>
                <a:spcPct val="90000"/>
              </a:lnSpc>
            </a:pPr>
            <a:r>
              <a:rPr lang="en-US" altLang="zh-CN">
                <a:ea typeface="宋体" panose="02010600030101010101" pitchFamily="2" charset="-122"/>
              </a:rPr>
              <a:t>DSL </a:t>
            </a:r>
            <a:r>
              <a:rPr lang="zh-CN" altLang="en-US">
                <a:ea typeface="宋体" panose="02010600030101010101" pitchFamily="2" charset="-122"/>
              </a:rPr>
              <a:t>：</a:t>
            </a:r>
            <a:r>
              <a:rPr lang="en-US" altLang="zh-CN">
                <a:ea typeface="宋体" panose="02010600030101010101" pitchFamily="2" charset="-122"/>
              </a:rPr>
              <a:t>ISDN </a:t>
            </a:r>
            <a:r>
              <a:rPr lang="zh-CN" altLang="en-US">
                <a:ea typeface="宋体" panose="02010600030101010101" pitchFamily="2" charset="-122"/>
              </a:rPr>
              <a:t>用户线。</a:t>
            </a:r>
          </a:p>
          <a:p>
            <a:pPr eaLnBrk="1" hangingPunct="1">
              <a:lnSpc>
                <a:spcPct val="90000"/>
              </a:lnSpc>
            </a:pPr>
            <a:r>
              <a:rPr lang="en-US" altLang="zh-CN">
                <a:ea typeface="宋体" panose="02010600030101010101" pitchFamily="2" charset="-122"/>
              </a:rPr>
              <a:t>RADSL (Rate-Adaptive DSL)</a:t>
            </a:r>
            <a:r>
              <a:rPr lang="zh-CN" altLang="en-US">
                <a:ea typeface="宋体" panose="02010600030101010101" pitchFamily="2" charset="-122"/>
              </a:rPr>
              <a:t>：速率自适应  </a:t>
            </a:r>
            <a:r>
              <a:rPr lang="en-US" altLang="zh-CN">
                <a:ea typeface="宋体" panose="02010600030101010101" pitchFamily="2" charset="-122"/>
              </a:rPr>
              <a:t>DSL</a:t>
            </a:r>
            <a:r>
              <a:rPr lang="zh-CN" altLang="en-US">
                <a:ea typeface="宋体" panose="02010600030101010101" pitchFamily="2" charset="-122"/>
              </a:rPr>
              <a:t>，是 </a:t>
            </a:r>
            <a:r>
              <a:rPr lang="en-US" altLang="zh-CN">
                <a:ea typeface="宋体" panose="02010600030101010101" pitchFamily="2" charset="-122"/>
              </a:rPr>
              <a:t>ADSL </a:t>
            </a:r>
            <a:r>
              <a:rPr lang="zh-CN" altLang="en-US">
                <a:ea typeface="宋体" panose="02010600030101010101" pitchFamily="2" charset="-122"/>
              </a:rPr>
              <a:t>的一个子集，可自动调节线路速率）。 </a:t>
            </a:r>
          </a:p>
        </p:txBody>
      </p:sp>
      <p:sp>
        <p:nvSpPr>
          <p:cNvPr id="214019" name="幻灯片编号占位符 1">
            <a:extLst>
              <a:ext uri="{FF2B5EF4-FFF2-40B4-BE49-F238E27FC236}">
                <a16:creationId xmlns:a16="http://schemas.microsoft.com/office/drawing/2014/main" id="{C92D909B-C3DC-8C4F-B343-6F17EE64CE97}"/>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5CB6B275-643B-E842-8AC4-ED781CC430D3}"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95</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4053661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7750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7750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77507">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77507">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7750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5" name="Rectangle 2">
            <a:extLst>
              <a:ext uri="{FF2B5EF4-FFF2-40B4-BE49-F238E27FC236}">
                <a16:creationId xmlns:a16="http://schemas.microsoft.com/office/drawing/2014/main" id="{042FD6E0-D5E9-7340-8E3A-861D9B61B729}"/>
              </a:ext>
            </a:extLst>
          </p:cNvPr>
          <p:cNvSpPr>
            <a:spLocks noGrp="1" noChangeArrowheads="1"/>
          </p:cNvSpPr>
          <p:nvPr>
            <p:ph type="title"/>
          </p:nvPr>
        </p:nvSpPr>
        <p:spPr/>
        <p:txBody>
          <a:bodyPr/>
          <a:lstStyle/>
          <a:p>
            <a:pPr eaLnBrk="1" hangingPunct="1"/>
            <a:r>
              <a:rPr lang="en-US" altLang="zh-CN" sz="3000" dirty="0">
                <a:ea typeface="宋体" panose="02010600030101010101" pitchFamily="2" charset="-122"/>
              </a:rPr>
              <a:t>ADSL </a:t>
            </a:r>
            <a:r>
              <a:rPr lang="zh-CN" altLang="en-US" sz="3000" dirty="0">
                <a:ea typeface="宋体" panose="02010600030101010101" pitchFamily="2" charset="-122"/>
              </a:rPr>
              <a:t>的极限传输距离</a:t>
            </a:r>
          </a:p>
        </p:txBody>
      </p:sp>
      <p:sp>
        <p:nvSpPr>
          <p:cNvPr id="216066" name="Rectangle 3">
            <a:extLst>
              <a:ext uri="{FF2B5EF4-FFF2-40B4-BE49-F238E27FC236}">
                <a16:creationId xmlns:a16="http://schemas.microsoft.com/office/drawing/2014/main" id="{AC46ED36-C117-564B-80B0-3CCE504E840C}"/>
              </a:ext>
            </a:extLst>
          </p:cNvPr>
          <p:cNvSpPr>
            <a:spLocks noGrp="1" noChangeArrowheads="1"/>
          </p:cNvSpPr>
          <p:nvPr>
            <p:ph type="body" idx="1"/>
          </p:nvPr>
        </p:nvSpPr>
        <p:spPr>
          <a:xfrm>
            <a:off x="228600" y="1085850"/>
            <a:ext cx="8709916" cy="3817144"/>
          </a:xfrm>
        </p:spPr>
        <p:txBody>
          <a:bodyPr/>
          <a:lstStyle/>
          <a:p>
            <a:pPr eaLnBrk="1" hangingPunct="1"/>
            <a:r>
              <a:rPr lang="en-US" altLang="zh-CN" dirty="0">
                <a:ea typeface="宋体" panose="02010600030101010101" pitchFamily="2" charset="-122"/>
              </a:rPr>
              <a:t>ADSL </a:t>
            </a:r>
            <a:r>
              <a:rPr lang="zh-CN" altLang="en-US" dirty="0">
                <a:ea typeface="宋体" panose="02010600030101010101" pitchFamily="2" charset="-122"/>
              </a:rPr>
              <a:t>的极限传输距离与数据率以及用户线的线径都有很大的关系（用户线越细，信号传输时的衰减就越大），而所能得到的最高数据传输速率与实际的用户线上的信噪比密切相关。</a:t>
            </a:r>
          </a:p>
          <a:p>
            <a:pPr eaLnBrk="1" hangingPunct="1"/>
            <a:r>
              <a:rPr lang="zh-CN" altLang="en-US" dirty="0">
                <a:ea typeface="宋体" panose="02010600030101010101" pitchFamily="2" charset="-122"/>
              </a:rPr>
              <a:t>例如，</a:t>
            </a:r>
            <a:r>
              <a:rPr lang="en-US" altLang="zh-CN" dirty="0">
                <a:ea typeface="宋体" panose="02010600030101010101" pitchFamily="2" charset="-122"/>
              </a:rPr>
              <a:t>0.5 </a:t>
            </a:r>
            <a:r>
              <a:rPr lang="zh-CN" altLang="en-US" dirty="0">
                <a:ea typeface="宋体" panose="02010600030101010101" pitchFamily="2" charset="-122"/>
              </a:rPr>
              <a:t>毫米线径的用户线，传输速率为 </a:t>
            </a:r>
            <a:r>
              <a:rPr lang="en-US" altLang="zh-CN" dirty="0">
                <a:ea typeface="宋体" panose="02010600030101010101" pitchFamily="2" charset="-122"/>
              </a:rPr>
              <a:t>1.5 ~ 2.0 Mb/s </a:t>
            </a:r>
            <a:r>
              <a:rPr lang="zh-CN" altLang="en-US" dirty="0">
                <a:ea typeface="宋体" panose="02010600030101010101" pitchFamily="2" charset="-122"/>
              </a:rPr>
              <a:t>时可传送 </a:t>
            </a:r>
            <a:r>
              <a:rPr lang="en-US" altLang="zh-CN" dirty="0">
                <a:ea typeface="宋体" panose="02010600030101010101" pitchFamily="2" charset="-122"/>
              </a:rPr>
              <a:t>5.5 </a:t>
            </a:r>
            <a:r>
              <a:rPr lang="zh-CN" altLang="en-US" dirty="0">
                <a:ea typeface="宋体" panose="02010600030101010101" pitchFamily="2" charset="-122"/>
              </a:rPr>
              <a:t>公里，但当传输速率提高到 </a:t>
            </a:r>
            <a:r>
              <a:rPr lang="en-US" altLang="zh-CN" dirty="0">
                <a:ea typeface="宋体" panose="02010600030101010101" pitchFamily="2" charset="-122"/>
              </a:rPr>
              <a:t>6.1 Mb/s </a:t>
            </a:r>
            <a:r>
              <a:rPr lang="zh-CN" altLang="en-US" dirty="0">
                <a:ea typeface="宋体" panose="02010600030101010101" pitchFamily="2" charset="-122"/>
              </a:rPr>
              <a:t>时，传输距离就缩短为 </a:t>
            </a:r>
            <a:r>
              <a:rPr lang="en-US" altLang="zh-CN" dirty="0">
                <a:ea typeface="宋体" panose="02010600030101010101" pitchFamily="2" charset="-122"/>
              </a:rPr>
              <a:t>3.7 </a:t>
            </a:r>
            <a:r>
              <a:rPr lang="zh-CN" altLang="en-US" dirty="0">
                <a:ea typeface="宋体" panose="02010600030101010101" pitchFamily="2" charset="-122"/>
              </a:rPr>
              <a:t>公里。</a:t>
            </a:r>
          </a:p>
          <a:p>
            <a:pPr eaLnBrk="1" hangingPunct="1"/>
            <a:r>
              <a:rPr lang="zh-CN" altLang="en-US" dirty="0">
                <a:ea typeface="宋体" panose="02010600030101010101" pitchFamily="2" charset="-122"/>
              </a:rPr>
              <a:t>如果把用户线的线径减小到</a:t>
            </a:r>
            <a:r>
              <a:rPr lang="en-US" altLang="zh-CN" dirty="0">
                <a:ea typeface="宋体" panose="02010600030101010101" pitchFamily="2" charset="-122"/>
              </a:rPr>
              <a:t>0.4</a:t>
            </a:r>
            <a:r>
              <a:rPr lang="zh-CN" altLang="en-US" dirty="0">
                <a:ea typeface="宋体" panose="02010600030101010101" pitchFamily="2" charset="-122"/>
              </a:rPr>
              <a:t>毫米，那么在</a:t>
            </a:r>
            <a:r>
              <a:rPr lang="en-US" altLang="zh-CN" dirty="0">
                <a:ea typeface="宋体" panose="02010600030101010101" pitchFamily="2" charset="-122"/>
              </a:rPr>
              <a:t>6.1 Mb/s</a:t>
            </a:r>
            <a:r>
              <a:rPr lang="zh-CN" altLang="en-US" dirty="0">
                <a:ea typeface="宋体" panose="02010600030101010101" pitchFamily="2" charset="-122"/>
              </a:rPr>
              <a:t>的传输速率下就只能传送</a:t>
            </a:r>
            <a:r>
              <a:rPr lang="en-US" altLang="zh-CN" dirty="0">
                <a:ea typeface="宋体" panose="02010600030101010101" pitchFamily="2" charset="-122"/>
              </a:rPr>
              <a:t>2.7</a:t>
            </a:r>
            <a:r>
              <a:rPr lang="zh-CN" altLang="en-US" dirty="0">
                <a:ea typeface="宋体" panose="02010600030101010101" pitchFamily="2" charset="-122"/>
              </a:rPr>
              <a:t>公里 </a:t>
            </a:r>
          </a:p>
        </p:txBody>
      </p:sp>
      <p:sp>
        <p:nvSpPr>
          <p:cNvPr id="216067" name="幻灯片编号占位符 1">
            <a:extLst>
              <a:ext uri="{FF2B5EF4-FFF2-40B4-BE49-F238E27FC236}">
                <a16:creationId xmlns:a16="http://schemas.microsoft.com/office/drawing/2014/main" id="{713DB441-EFBA-CE4E-813F-632C55E0702B}"/>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61AA325F-DA5D-3F46-9797-3C045B3E4E81}"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96</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26868743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5" name="Rectangle 2">
            <a:extLst>
              <a:ext uri="{FF2B5EF4-FFF2-40B4-BE49-F238E27FC236}">
                <a16:creationId xmlns:a16="http://schemas.microsoft.com/office/drawing/2014/main" id="{4E8EC21C-2F3C-8343-B6D3-0F1CE1CF391C}"/>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2.6.2  </a:t>
            </a:r>
            <a:r>
              <a:rPr lang="zh-CN" altLang="en-US" dirty="0">
                <a:latin typeface="Times New Roman" panose="02020603050405020304" pitchFamily="18" charset="0"/>
                <a:ea typeface="宋体" panose="02010600030101010101" pitchFamily="2" charset="-122"/>
              </a:rPr>
              <a:t>光纤同轴混合网</a:t>
            </a:r>
            <a:r>
              <a:rPr lang="en-US" altLang="zh-CN" dirty="0">
                <a:ea typeface="宋体" panose="02010600030101010101" pitchFamily="2" charset="-122"/>
              </a:rPr>
              <a:t>HFC (Hybrid Fiber Coax)</a:t>
            </a:r>
            <a:endParaRPr lang="en-US" altLang="zh-CN" sz="2700" dirty="0">
              <a:ea typeface="宋体" panose="02010600030101010101" pitchFamily="2" charset="-122"/>
            </a:endParaRPr>
          </a:p>
        </p:txBody>
      </p:sp>
      <p:sp>
        <p:nvSpPr>
          <p:cNvPr id="287747" name="Rectangle 3">
            <a:extLst>
              <a:ext uri="{FF2B5EF4-FFF2-40B4-BE49-F238E27FC236}">
                <a16:creationId xmlns:a16="http://schemas.microsoft.com/office/drawing/2014/main" id="{F9C4203F-0081-6741-A769-56A207891B81}"/>
              </a:ext>
            </a:extLst>
          </p:cNvPr>
          <p:cNvSpPr>
            <a:spLocks noGrp="1" noChangeArrowheads="1"/>
          </p:cNvSpPr>
          <p:nvPr>
            <p:ph type="body" idx="1"/>
          </p:nvPr>
        </p:nvSpPr>
        <p:spPr>
          <a:xfrm>
            <a:off x="217170" y="1074420"/>
            <a:ext cx="8721346" cy="3388043"/>
          </a:xfrm>
        </p:spPr>
        <p:txBody>
          <a:bodyPr/>
          <a:lstStyle/>
          <a:p>
            <a:pPr eaLnBrk="1" hangingPunct="1"/>
            <a:r>
              <a:rPr lang="en-US" altLang="zh-CN" dirty="0">
                <a:ea typeface="宋体" panose="02010600030101010101" pitchFamily="2" charset="-122"/>
              </a:rPr>
              <a:t>HFC </a:t>
            </a:r>
            <a:r>
              <a:rPr lang="zh-CN" altLang="en-US" dirty="0">
                <a:ea typeface="宋体" panose="02010600030101010101" pitchFamily="2" charset="-122"/>
              </a:rPr>
              <a:t>网是在目前覆盖面很广的有线电视网 </a:t>
            </a:r>
            <a:r>
              <a:rPr lang="en-US" altLang="zh-CN" dirty="0">
                <a:ea typeface="宋体" panose="02010600030101010101" pitchFamily="2" charset="-122"/>
              </a:rPr>
              <a:t>CATV </a:t>
            </a:r>
            <a:r>
              <a:rPr lang="zh-CN" altLang="en-US" dirty="0">
                <a:ea typeface="宋体" panose="02010600030101010101" pitchFamily="2" charset="-122"/>
              </a:rPr>
              <a:t>的基础上开发的一种居民宽带接入网。</a:t>
            </a:r>
          </a:p>
          <a:p>
            <a:pPr eaLnBrk="1" hangingPunct="1"/>
            <a:r>
              <a:rPr lang="en-US" altLang="zh-CN" dirty="0">
                <a:ea typeface="宋体" panose="02010600030101010101" pitchFamily="2" charset="-122"/>
              </a:rPr>
              <a:t>HFC </a:t>
            </a:r>
            <a:r>
              <a:rPr lang="zh-CN" altLang="en-US" dirty="0">
                <a:ea typeface="宋体" panose="02010600030101010101" pitchFamily="2" charset="-122"/>
              </a:rPr>
              <a:t>网除可传送 </a:t>
            </a:r>
            <a:r>
              <a:rPr lang="en-US" altLang="zh-CN" dirty="0">
                <a:ea typeface="宋体" panose="02010600030101010101" pitchFamily="2" charset="-122"/>
              </a:rPr>
              <a:t>CATV </a:t>
            </a:r>
            <a:r>
              <a:rPr lang="zh-CN" altLang="en-US" dirty="0">
                <a:ea typeface="宋体" panose="02010600030101010101" pitchFamily="2" charset="-122"/>
              </a:rPr>
              <a:t>外，还提供电话、数据和其他宽带交互型业务。</a:t>
            </a:r>
          </a:p>
          <a:p>
            <a:pPr eaLnBrk="1" hangingPunct="1"/>
            <a:r>
              <a:rPr lang="zh-CN" altLang="en-US" dirty="0">
                <a:ea typeface="宋体" panose="02010600030101010101" pitchFamily="2" charset="-122"/>
              </a:rPr>
              <a:t>现有的 </a:t>
            </a:r>
            <a:r>
              <a:rPr lang="en-US" altLang="zh-CN" dirty="0">
                <a:ea typeface="宋体" panose="02010600030101010101" pitchFamily="2" charset="-122"/>
              </a:rPr>
              <a:t>CATV </a:t>
            </a:r>
            <a:r>
              <a:rPr lang="zh-CN" altLang="en-US" dirty="0">
                <a:ea typeface="宋体" panose="02010600030101010101" pitchFamily="2" charset="-122"/>
              </a:rPr>
              <a:t>网是树形拓扑结构的同轴电缆网络，它采用模拟技术的频分复用对电视节目进行单向传输。而 </a:t>
            </a:r>
            <a:r>
              <a:rPr lang="en-US" altLang="zh-CN" dirty="0">
                <a:ea typeface="宋体" panose="02010600030101010101" pitchFamily="2" charset="-122"/>
              </a:rPr>
              <a:t>HFC </a:t>
            </a:r>
            <a:r>
              <a:rPr lang="zh-CN" altLang="en-US" dirty="0">
                <a:ea typeface="宋体" panose="02010600030101010101" pitchFamily="2" charset="-122"/>
              </a:rPr>
              <a:t>网则需要对 </a:t>
            </a:r>
            <a:r>
              <a:rPr lang="en-US" altLang="zh-CN" dirty="0">
                <a:ea typeface="宋体" panose="02010600030101010101" pitchFamily="2" charset="-122"/>
              </a:rPr>
              <a:t>CATV </a:t>
            </a:r>
            <a:r>
              <a:rPr lang="zh-CN" altLang="en-US" dirty="0">
                <a:ea typeface="宋体" panose="02010600030101010101" pitchFamily="2" charset="-122"/>
              </a:rPr>
              <a:t>网进行改造，  </a:t>
            </a:r>
          </a:p>
        </p:txBody>
      </p:sp>
      <p:sp>
        <p:nvSpPr>
          <p:cNvPr id="226307" name="幻灯片编号占位符 1">
            <a:extLst>
              <a:ext uri="{FF2B5EF4-FFF2-40B4-BE49-F238E27FC236}">
                <a16:creationId xmlns:a16="http://schemas.microsoft.com/office/drawing/2014/main" id="{EECC0502-F7D0-3546-A4CF-6E8EAF9C275A}"/>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34CEABA-06AB-404A-BBD3-A49FB4A448D2}"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97</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5763903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8774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877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3" name="Rectangle 2">
            <a:extLst>
              <a:ext uri="{FF2B5EF4-FFF2-40B4-BE49-F238E27FC236}">
                <a16:creationId xmlns:a16="http://schemas.microsoft.com/office/drawing/2014/main" id="{9400976D-FA4C-4347-86A8-F9ED2D6D2359}"/>
              </a:ext>
            </a:extLst>
          </p:cNvPr>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宋体" panose="02010600030101010101" pitchFamily="2" charset="-122"/>
              </a:rPr>
              <a:t>HFC </a:t>
            </a:r>
            <a:r>
              <a:rPr lang="zh-CN" altLang="en-US" dirty="0">
                <a:latin typeface="Times New Roman" panose="02020603050405020304" pitchFamily="18" charset="0"/>
                <a:ea typeface="宋体" panose="02010600030101010101" pitchFamily="2" charset="-122"/>
              </a:rPr>
              <a:t>的主要特点 </a:t>
            </a:r>
          </a:p>
        </p:txBody>
      </p:sp>
      <p:sp>
        <p:nvSpPr>
          <p:cNvPr id="289795" name="Rectangle 3">
            <a:extLst>
              <a:ext uri="{FF2B5EF4-FFF2-40B4-BE49-F238E27FC236}">
                <a16:creationId xmlns:a16="http://schemas.microsoft.com/office/drawing/2014/main" id="{97782732-83E9-BE4A-B7F0-FFA46E49A8FF}"/>
              </a:ext>
            </a:extLst>
          </p:cNvPr>
          <p:cNvSpPr>
            <a:spLocks noGrp="1" noChangeArrowheads="1"/>
          </p:cNvSpPr>
          <p:nvPr>
            <p:ph type="body" idx="1"/>
          </p:nvPr>
        </p:nvSpPr>
        <p:spPr>
          <a:xfrm>
            <a:off x="262890" y="1085850"/>
            <a:ext cx="8675626" cy="3754041"/>
          </a:xfrm>
        </p:spPr>
        <p:txBody>
          <a:bodyPr/>
          <a:lstStyle/>
          <a:p>
            <a:pPr eaLnBrk="1" hangingPunct="1"/>
            <a:r>
              <a:rPr lang="en-US" altLang="zh-CN" dirty="0">
                <a:ea typeface="宋体" panose="02010600030101010101" pitchFamily="2" charset="-122"/>
              </a:rPr>
              <a:t>HFC </a:t>
            </a:r>
            <a:r>
              <a:rPr lang="zh-CN" altLang="en-US" dirty="0">
                <a:ea typeface="宋体" panose="02010600030101010101" pitchFamily="2" charset="-122"/>
              </a:rPr>
              <a:t>网将原 </a:t>
            </a:r>
            <a:r>
              <a:rPr lang="en-US" altLang="zh-CN" dirty="0">
                <a:ea typeface="宋体" panose="02010600030101010101" pitchFamily="2" charset="-122"/>
              </a:rPr>
              <a:t>CATV </a:t>
            </a:r>
            <a:r>
              <a:rPr lang="zh-CN" altLang="en-US" dirty="0">
                <a:ea typeface="宋体" panose="02010600030101010101" pitchFamily="2" charset="-122"/>
              </a:rPr>
              <a:t>网中的同轴电缆主干部分改换为光纤，并使用</a:t>
            </a:r>
            <a:r>
              <a:rPr lang="zh-CN" altLang="en-US" dirty="0">
                <a:solidFill>
                  <a:schemeClr val="hlink"/>
                </a:solidFill>
                <a:ea typeface="宋体" panose="02010600030101010101" pitchFamily="2" charset="-122"/>
              </a:rPr>
              <a:t>模拟光纤技术</a:t>
            </a:r>
            <a:r>
              <a:rPr lang="zh-CN" altLang="en-US" dirty="0">
                <a:ea typeface="宋体" panose="02010600030101010101" pitchFamily="2" charset="-122"/>
              </a:rPr>
              <a:t>。</a:t>
            </a:r>
          </a:p>
          <a:p>
            <a:pPr eaLnBrk="1" hangingPunct="1"/>
            <a:r>
              <a:rPr lang="zh-CN" altLang="en-US" dirty="0">
                <a:ea typeface="宋体" panose="02010600030101010101" pitchFamily="2" charset="-122"/>
              </a:rPr>
              <a:t>在模拟光纤中采用光的振幅调制 </a:t>
            </a:r>
            <a:r>
              <a:rPr lang="en-US" altLang="zh-CN" dirty="0">
                <a:ea typeface="宋体" panose="02010600030101010101" pitchFamily="2" charset="-122"/>
              </a:rPr>
              <a:t>AM</a:t>
            </a:r>
            <a:r>
              <a:rPr lang="zh-CN" altLang="en-US" dirty="0">
                <a:ea typeface="宋体" panose="02010600030101010101" pitchFamily="2" charset="-122"/>
              </a:rPr>
              <a:t>，这比使用数字光纤更为经济。</a:t>
            </a:r>
          </a:p>
          <a:p>
            <a:pPr eaLnBrk="1" hangingPunct="1"/>
            <a:r>
              <a:rPr lang="zh-CN" altLang="en-US" dirty="0">
                <a:ea typeface="宋体" panose="02010600030101010101" pitchFamily="2" charset="-122"/>
              </a:rPr>
              <a:t>模拟光纤从头端连接到</a:t>
            </a:r>
            <a:r>
              <a:rPr lang="zh-CN" altLang="en-US" dirty="0">
                <a:solidFill>
                  <a:schemeClr val="hlink"/>
                </a:solidFill>
                <a:ea typeface="宋体" panose="02010600030101010101" pitchFamily="2" charset="-122"/>
              </a:rPr>
              <a:t>光纤结点</a:t>
            </a:r>
            <a:r>
              <a:rPr lang="en-US" altLang="zh-CN" dirty="0">
                <a:ea typeface="宋体" panose="02010600030101010101" pitchFamily="2" charset="-122"/>
              </a:rPr>
              <a:t>(fiber node)</a:t>
            </a:r>
            <a:r>
              <a:rPr lang="zh-CN" altLang="en-US" dirty="0">
                <a:ea typeface="宋体" panose="02010600030101010101" pitchFamily="2" charset="-122"/>
              </a:rPr>
              <a:t>，即</a:t>
            </a:r>
            <a:r>
              <a:rPr lang="zh-CN" altLang="en-US" dirty="0">
                <a:solidFill>
                  <a:schemeClr val="hlink"/>
                </a:solidFill>
                <a:ea typeface="宋体" panose="02010600030101010101" pitchFamily="2" charset="-122"/>
              </a:rPr>
              <a:t>光分配结点 </a:t>
            </a:r>
            <a:r>
              <a:rPr lang="en-US" altLang="zh-CN" dirty="0">
                <a:ea typeface="宋体" panose="02010600030101010101" pitchFamily="2" charset="-122"/>
              </a:rPr>
              <a:t>ODN (Optical Distribution Node)</a:t>
            </a:r>
            <a:r>
              <a:rPr lang="zh-CN" altLang="en-US" dirty="0">
                <a:ea typeface="宋体" panose="02010600030101010101" pitchFamily="2" charset="-122"/>
              </a:rPr>
              <a:t>。在光纤结点光信号被转换为电信号。在光纤结点以下就是同轴电缆。   </a:t>
            </a:r>
          </a:p>
        </p:txBody>
      </p:sp>
      <p:sp>
        <p:nvSpPr>
          <p:cNvPr id="228355" name="幻灯片编号占位符 1">
            <a:extLst>
              <a:ext uri="{FF2B5EF4-FFF2-40B4-BE49-F238E27FC236}">
                <a16:creationId xmlns:a16="http://schemas.microsoft.com/office/drawing/2014/main" id="{4E8492E8-5EE0-2240-899C-253CFE6AA3CB}"/>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8DD55DAA-5C79-3845-95D4-B4C6C9F60A35}"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98</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227443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897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897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897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3" name="Rectangle 2">
            <a:extLst>
              <a:ext uri="{FF2B5EF4-FFF2-40B4-BE49-F238E27FC236}">
                <a16:creationId xmlns:a16="http://schemas.microsoft.com/office/drawing/2014/main" id="{8D50F77F-91F5-A141-B9DE-9C93A731D04C}"/>
              </a:ext>
            </a:extLst>
          </p:cNvPr>
          <p:cNvSpPr>
            <a:spLocks noGrp="1" noChangeArrowheads="1"/>
          </p:cNvSpPr>
          <p:nvPr>
            <p:ph type="title"/>
          </p:nvPr>
        </p:nvSpPr>
        <p:spPr>
          <a:xfrm>
            <a:off x="171450" y="160735"/>
            <a:ext cx="7100888" cy="730805"/>
          </a:xfrm>
        </p:spPr>
        <p:txBody>
          <a:bodyPr/>
          <a:lstStyle/>
          <a:p>
            <a:pPr eaLnBrk="1" hangingPunct="1"/>
            <a:r>
              <a:rPr lang="en-US" altLang="zh-CN" dirty="0">
                <a:latin typeface="Times New Roman" panose="02020603050405020304" pitchFamily="18" charset="0"/>
                <a:ea typeface="宋体" panose="02010600030101010101" pitchFamily="2" charset="-122"/>
              </a:rPr>
              <a:t>2.6.3  </a:t>
            </a:r>
            <a:r>
              <a:rPr lang="en-US" altLang="zh-CN" dirty="0" err="1">
                <a:latin typeface="Times New Roman" panose="02020603050405020304" pitchFamily="18" charset="0"/>
                <a:ea typeface="宋体" panose="02010600030101010101" pitchFamily="2" charset="-122"/>
              </a:rPr>
              <a:t>FTTx</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技术 </a:t>
            </a:r>
          </a:p>
        </p:txBody>
      </p:sp>
      <p:sp>
        <p:nvSpPr>
          <p:cNvPr id="302083" name="Rectangle 3">
            <a:extLst>
              <a:ext uri="{FF2B5EF4-FFF2-40B4-BE49-F238E27FC236}">
                <a16:creationId xmlns:a16="http://schemas.microsoft.com/office/drawing/2014/main" id="{45C11F7B-95C2-B44C-BB86-D1C4727E4129}"/>
              </a:ext>
            </a:extLst>
          </p:cNvPr>
          <p:cNvSpPr>
            <a:spLocks noGrp="1" noChangeArrowheads="1"/>
          </p:cNvSpPr>
          <p:nvPr>
            <p:ph type="body" idx="1"/>
          </p:nvPr>
        </p:nvSpPr>
        <p:spPr>
          <a:xfrm>
            <a:off x="251460" y="1085850"/>
            <a:ext cx="8629650" cy="3754041"/>
          </a:xfrm>
        </p:spPr>
        <p:txBody>
          <a:bodyPr/>
          <a:lstStyle/>
          <a:p>
            <a:pPr eaLnBrk="1" hangingPunct="1">
              <a:lnSpc>
                <a:spcPct val="90000"/>
              </a:lnSpc>
              <a:buFont typeface="Wingdings" pitchFamily="2" charset="2"/>
              <a:buNone/>
            </a:pPr>
            <a:r>
              <a:rPr lang="en-US" altLang="zh-CN" dirty="0" err="1">
                <a:ea typeface="宋体" panose="02010600030101010101" pitchFamily="2" charset="-122"/>
              </a:rPr>
              <a:t>FTTx</a:t>
            </a:r>
            <a:r>
              <a:rPr lang="zh-CN" altLang="en-US" dirty="0">
                <a:ea typeface="宋体" panose="02010600030101010101" pitchFamily="2" charset="-122"/>
              </a:rPr>
              <a:t>（光纤到</a:t>
            </a:r>
            <a:r>
              <a:rPr lang="en-US" altLang="zh-CN" dirty="0">
                <a:ea typeface="宋体" panose="02010600030101010101" pitchFamily="2" charset="-122"/>
              </a:rPr>
              <a:t>……</a:t>
            </a:r>
            <a:r>
              <a:rPr lang="zh-CN" altLang="en-US" dirty="0">
                <a:ea typeface="宋体" panose="02010600030101010101" pitchFamily="2" charset="-122"/>
              </a:rPr>
              <a:t>）也是一种实现宽带居民接入网的方案。这里字母 </a:t>
            </a:r>
            <a:r>
              <a:rPr lang="en-US" altLang="zh-CN" dirty="0">
                <a:ea typeface="宋体" panose="02010600030101010101" pitchFamily="2" charset="-122"/>
              </a:rPr>
              <a:t>x </a:t>
            </a:r>
            <a:r>
              <a:rPr lang="zh-CN" altLang="en-US" dirty="0">
                <a:ea typeface="宋体" panose="02010600030101010101" pitchFamily="2" charset="-122"/>
              </a:rPr>
              <a:t>可代表不同意思。例如：</a:t>
            </a:r>
          </a:p>
          <a:p>
            <a:pPr eaLnBrk="1" hangingPunct="1">
              <a:lnSpc>
                <a:spcPct val="90000"/>
              </a:lnSpc>
            </a:pPr>
            <a:r>
              <a:rPr lang="zh-CN" altLang="en-US" dirty="0">
                <a:solidFill>
                  <a:schemeClr val="hlink"/>
                </a:solidFill>
                <a:ea typeface="宋体" panose="02010600030101010101" pitchFamily="2" charset="-122"/>
              </a:rPr>
              <a:t>光纤到户</a:t>
            </a:r>
            <a:r>
              <a:rPr lang="zh-CN" altLang="en-US" dirty="0">
                <a:ea typeface="宋体" panose="02010600030101010101" pitchFamily="2" charset="-122"/>
              </a:rPr>
              <a:t> </a:t>
            </a:r>
            <a:r>
              <a:rPr lang="en-US" altLang="zh-CN" dirty="0">
                <a:ea typeface="宋体" panose="02010600030101010101" pitchFamily="2" charset="-122"/>
              </a:rPr>
              <a:t>FTTH (Fiber To The Home)</a:t>
            </a:r>
            <a:r>
              <a:rPr lang="zh-CN" altLang="en-US" dirty="0">
                <a:ea typeface="宋体" panose="02010600030101010101" pitchFamily="2" charset="-122"/>
              </a:rPr>
              <a:t>：光纤一直铺设到用户家庭可能是居民接入网最后的解决方法。</a:t>
            </a:r>
          </a:p>
          <a:p>
            <a:pPr eaLnBrk="1" hangingPunct="1">
              <a:lnSpc>
                <a:spcPct val="90000"/>
              </a:lnSpc>
            </a:pPr>
            <a:r>
              <a:rPr lang="zh-CN" altLang="en-US" dirty="0">
                <a:solidFill>
                  <a:schemeClr val="hlink"/>
                </a:solidFill>
                <a:ea typeface="宋体" panose="02010600030101010101" pitchFamily="2" charset="-122"/>
              </a:rPr>
              <a:t>光纤到大楼</a:t>
            </a:r>
            <a:r>
              <a:rPr lang="zh-CN" altLang="en-US" dirty="0">
                <a:ea typeface="宋体" panose="02010600030101010101" pitchFamily="2" charset="-122"/>
              </a:rPr>
              <a:t> </a:t>
            </a:r>
            <a:r>
              <a:rPr lang="en-US" altLang="zh-CN" dirty="0">
                <a:ea typeface="宋体" panose="02010600030101010101" pitchFamily="2" charset="-122"/>
              </a:rPr>
              <a:t>FTTB (Fiber To The Building)</a:t>
            </a:r>
            <a:r>
              <a:rPr lang="zh-CN" altLang="en-US" dirty="0">
                <a:ea typeface="宋体" panose="02010600030101010101" pitchFamily="2" charset="-122"/>
              </a:rPr>
              <a:t>：光纤进入大楼后就转换为电信号，然后用电缆或双绞线分配到各用户。</a:t>
            </a:r>
          </a:p>
          <a:p>
            <a:pPr eaLnBrk="1" hangingPunct="1">
              <a:lnSpc>
                <a:spcPct val="90000"/>
              </a:lnSpc>
            </a:pPr>
            <a:r>
              <a:rPr lang="zh-CN" altLang="en-US" dirty="0">
                <a:solidFill>
                  <a:schemeClr val="hlink"/>
                </a:solidFill>
                <a:ea typeface="宋体" panose="02010600030101010101" pitchFamily="2" charset="-122"/>
              </a:rPr>
              <a:t>光纤到路边</a:t>
            </a:r>
            <a:r>
              <a:rPr lang="zh-CN" altLang="en-US" dirty="0">
                <a:ea typeface="宋体" panose="02010600030101010101" pitchFamily="2" charset="-122"/>
              </a:rPr>
              <a:t> </a:t>
            </a:r>
            <a:r>
              <a:rPr lang="en-US" altLang="zh-CN" dirty="0">
                <a:ea typeface="宋体" panose="02010600030101010101" pitchFamily="2" charset="-122"/>
              </a:rPr>
              <a:t>FTTC (Fiber To The Curb)</a:t>
            </a:r>
            <a:r>
              <a:rPr lang="zh-CN" altLang="en-US" dirty="0">
                <a:ea typeface="宋体" panose="02010600030101010101" pitchFamily="2" charset="-122"/>
              </a:rPr>
              <a:t>：从路边到各用户可使用星形结构双绞线作为传输媒体。    </a:t>
            </a:r>
          </a:p>
        </p:txBody>
      </p:sp>
      <p:sp>
        <p:nvSpPr>
          <p:cNvPr id="238595" name="幻灯片编号占位符 1">
            <a:extLst>
              <a:ext uri="{FF2B5EF4-FFF2-40B4-BE49-F238E27FC236}">
                <a16:creationId xmlns:a16="http://schemas.microsoft.com/office/drawing/2014/main" id="{9BF428C1-4A29-C347-975C-526A319876A4}"/>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1061D9D0-7BFF-374E-BF76-5243A2C0AD08}"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99</a:t>
            </a:fld>
            <a:endParaRPr lang="zh-CN" altLang="en-US" sz="1050">
              <a:solidFill>
                <a:srgbClr val="898989"/>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42071661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0208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0208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0208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5" name="标题 1">
            <a:extLst>
              <a:ext uri="{FF2B5EF4-FFF2-40B4-BE49-F238E27FC236}">
                <a16:creationId xmlns:a16="http://schemas.microsoft.com/office/drawing/2014/main" id="{2363C0C3-C7F7-F445-BF35-6C72E96CA2C5}"/>
              </a:ext>
            </a:extLst>
          </p:cNvPr>
          <p:cNvSpPr>
            <a:spLocks noGrp="1" noChangeArrowheads="1"/>
          </p:cNvSpPr>
          <p:nvPr>
            <p:ph type="title"/>
          </p:nvPr>
        </p:nvSpPr>
        <p:spPr/>
        <p:txBody>
          <a:bodyPr/>
          <a:lstStyle/>
          <a:p>
            <a:r>
              <a:rPr kumimoji="1" lang="zh-CN" altLang="en-US">
                <a:latin typeface="Times New Roman" panose="02020603050405020304" pitchFamily="18" charset="0"/>
                <a:ea typeface="宋体" panose="02010600030101010101" pitchFamily="2" charset="-122"/>
              </a:rPr>
              <a:t>物理层设备</a:t>
            </a:r>
          </a:p>
        </p:txBody>
      </p:sp>
      <p:sp>
        <p:nvSpPr>
          <p:cNvPr id="241666" name="内容占位符 2">
            <a:extLst>
              <a:ext uri="{FF2B5EF4-FFF2-40B4-BE49-F238E27FC236}">
                <a16:creationId xmlns:a16="http://schemas.microsoft.com/office/drawing/2014/main" id="{29C13EB5-A554-644F-B685-B5BC9FEBBB08}"/>
              </a:ext>
            </a:extLst>
          </p:cNvPr>
          <p:cNvSpPr>
            <a:spLocks noGrp="1" noChangeArrowheads="1"/>
          </p:cNvSpPr>
          <p:nvPr>
            <p:ph idx="1"/>
          </p:nvPr>
        </p:nvSpPr>
        <p:spPr/>
        <p:txBody>
          <a:bodyPr/>
          <a:lstStyle/>
          <a:p>
            <a:pPr marL="0" indent="0">
              <a:buNone/>
            </a:pPr>
            <a:r>
              <a:rPr kumimoji="1" lang="zh-CN" altLang="en-US" sz="2800" dirty="0">
                <a:latin typeface="Times New Roman" panose="02020603050405020304" pitchFamily="18" charset="0"/>
                <a:ea typeface="宋体" panose="02010600030101010101" pitchFamily="2" charset="-122"/>
              </a:rPr>
              <a:t>中继器</a:t>
            </a:r>
            <a:r>
              <a:rPr kumimoji="1" lang="en-US" altLang="zh-CN" sz="2800" dirty="0">
                <a:latin typeface="Times New Roman" panose="02020603050405020304" pitchFamily="18" charset="0"/>
                <a:ea typeface="宋体" panose="02010600030101010101" pitchFamily="2" charset="-122"/>
              </a:rPr>
              <a:t>/</a:t>
            </a:r>
            <a:r>
              <a:rPr kumimoji="1" lang="zh-CN" altLang="en-US" sz="2800" dirty="0">
                <a:latin typeface="Times New Roman" panose="02020603050405020304" pitchFamily="18" charset="0"/>
                <a:ea typeface="宋体" panose="02010600030101010101" pitchFamily="2" charset="-122"/>
              </a:rPr>
              <a:t>转发器</a:t>
            </a:r>
            <a:r>
              <a:rPr kumimoji="1" lang="en-US" altLang="zh-CN" sz="2800" dirty="0">
                <a:latin typeface="Times New Roman" panose="02020603050405020304" pitchFamily="18" charset="0"/>
                <a:ea typeface="宋体" panose="02010600030101010101" pitchFamily="2" charset="-122"/>
              </a:rPr>
              <a:t>(</a:t>
            </a:r>
            <a:r>
              <a:rPr lang="pl-PL" altLang="zh-CN" sz="2800" dirty="0">
                <a:latin typeface="Times New Roman" panose="02020603050405020304" pitchFamily="18" charset="0"/>
                <a:ea typeface="微软雅黑" panose="020B0503020204020204" pitchFamily="34" charset="-122"/>
              </a:rPr>
              <a:t>RP</a:t>
            </a:r>
            <a:r>
              <a:rPr lang="zh-CN" altLang="en-US" sz="2800" dirty="0">
                <a:latin typeface="Times New Roman" panose="02020603050405020304" pitchFamily="18" charset="0"/>
                <a:ea typeface="宋体" panose="02010600030101010101" pitchFamily="2" charset="-122"/>
              </a:rPr>
              <a:t>，</a:t>
            </a:r>
            <a:r>
              <a:rPr kumimoji="1" lang="en-US" altLang="zh-CN" sz="2800" dirty="0">
                <a:latin typeface="Times New Roman" panose="02020603050405020304" pitchFamily="18" charset="0"/>
                <a:ea typeface="宋体" panose="02010600030101010101" pitchFamily="2" charset="-122"/>
              </a:rPr>
              <a:t>Repeater)</a:t>
            </a:r>
          </a:p>
          <a:p>
            <a:pPr marL="0" indent="0"/>
            <a:r>
              <a:rPr lang="zh-CN" altLang="en-US" dirty="0">
                <a:latin typeface="Times New Roman" panose="02020603050405020304" pitchFamily="18" charset="0"/>
                <a:ea typeface="宋体" panose="02010600030101010101" pitchFamily="2" charset="-122"/>
              </a:rPr>
              <a:t>工作在</a:t>
            </a:r>
            <a:r>
              <a:rPr lang="zh-CN" altLang="en-US" dirty="0">
                <a:latin typeface="Times New Roman" panose="02020603050405020304" pitchFamily="18" charset="0"/>
                <a:ea typeface="宋体" panose="02010600030101010101" pitchFamily="2" charset="-122"/>
                <a:hlinkClick r:id="rId2"/>
              </a:rPr>
              <a:t>物理层</a:t>
            </a:r>
            <a:r>
              <a:rPr lang="zh-CN" altLang="en-US" dirty="0">
                <a:latin typeface="Times New Roman" panose="02020603050405020304" pitchFamily="18" charset="0"/>
                <a:ea typeface="宋体" panose="02010600030101010101" pitchFamily="2" charset="-122"/>
              </a:rPr>
              <a:t>上的连接设备。</a:t>
            </a:r>
            <a:endParaRPr lang="en-US" altLang="zh-CN" dirty="0">
              <a:latin typeface="Times New Roman" panose="02020603050405020304" pitchFamily="18" charset="0"/>
              <a:ea typeface="宋体" panose="02010600030101010101" pitchFamily="2" charset="-122"/>
            </a:endParaRPr>
          </a:p>
          <a:p>
            <a:pPr marL="0" indent="0"/>
            <a:r>
              <a:rPr lang="zh-CN" altLang="en-US" dirty="0">
                <a:latin typeface="Times New Roman" panose="02020603050405020304" pitchFamily="18" charset="0"/>
                <a:ea typeface="宋体" panose="02010600030101010101" pitchFamily="2" charset="-122"/>
              </a:rPr>
              <a:t>适用于完全相同的两类网络的互连，主要功能是通过对数据信号的重新发送或者转发，来扩大网络传输的距离。 </a:t>
            </a:r>
            <a:endParaRPr lang="en-US" altLang="zh-CN" dirty="0">
              <a:latin typeface="Times New Roman" panose="02020603050405020304" pitchFamily="18" charset="0"/>
              <a:ea typeface="宋体" panose="02010600030101010101" pitchFamily="2" charset="-122"/>
            </a:endParaRPr>
          </a:p>
          <a:p>
            <a:pPr marL="0" indent="0"/>
            <a:r>
              <a:rPr lang="zh-CN" altLang="en-US" dirty="0">
                <a:latin typeface="Times New Roman" panose="02020603050405020304" pitchFamily="18" charset="0"/>
                <a:ea typeface="宋体" panose="02010600030101010101" pitchFamily="2" charset="-122"/>
              </a:rPr>
              <a:t>中继器是对信号进行再生和还原的</a:t>
            </a:r>
            <a:r>
              <a:rPr lang="zh-CN" altLang="en-US" dirty="0">
                <a:latin typeface="Times New Roman" panose="02020603050405020304" pitchFamily="18" charset="0"/>
                <a:ea typeface="宋体" panose="02010600030101010101" pitchFamily="2" charset="-122"/>
                <a:hlinkClick r:id="rId3"/>
              </a:rPr>
              <a:t>网络设备</a:t>
            </a:r>
            <a:r>
              <a:rPr lang="zh-CN" altLang="en-US" dirty="0">
                <a:latin typeface="Times New Roman" panose="02020603050405020304" pitchFamily="18" charset="0"/>
                <a:ea typeface="宋体" panose="02010600030101010101" pitchFamily="2" charset="-122"/>
              </a:rPr>
              <a:t>，用于扩展局域网</a:t>
            </a:r>
            <a:r>
              <a:rPr lang="zh-CN" altLang="en-US" dirty="0">
                <a:latin typeface="Times New Roman" panose="02020603050405020304" pitchFamily="18" charset="0"/>
                <a:ea typeface="宋体" panose="02010600030101010101" pitchFamily="2" charset="-122"/>
                <a:hlinkClick r:id="rId4"/>
              </a:rPr>
              <a:t>网段</a:t>
            </a:r>
            <a:r>
              <a:rPr lang="zh-CN" altLang="en-US" dirty="0">
                <a:latin typeface="Times New Roman" panose="02020603050405020304" pitchFamily="18" charset="0"/>
                <a:ea typeface="宋体" panose="02010600030101010101" pitchFamily="2" charset="-122"/>
              </a:rPr>
              <a:t>的长度（仅用于连接相同的局域网网段）</a:t>
            </a:r>
            <a:endParaRPr kumimoji="1" lang="en-US" altLang="zh-CN" dirty="0">
              <a:latin typeface="Times New Roman" panose="02020603050405020304" pitchFamily="18" charset="0"/>
              <a:ea typeface="宋体" panose="02010600030101010101" pitchFamily="2" charset="-122"/>
            </a:endParaRPr>
          </a:p>
        </p:txBody>
      </p:sp>
      <p:sp>
        <p:nvSpPr>
          <p:cNvPr id="241667" name="幻灯片编号占位符 3">
            <a:extLst>
              <a:ext uri="{FF2B5EF4-FFF2-40B4-BE49-F238E27FC236}">
                <a16:creationId xmlns:a16="http://schemas.microsoft.com/office/drawing/2014/main" id="{58A04F84-7FC0-D246-B540-10CDDDE48DFA}"/>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02094609-0EEB-154D-8489-E72D287B3AB5}"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100</a:t>
            </a:fld>
            <a:endParaRPr lang="zh-CN" altLang="en-US" sz="1050">
              <a:solidFill>
                <a:srgbClr val="898989"/>
              </a:solidFill>
              <a:latin typeface="Tahoma" panose="020B0604030504040204" pitchFamily="34" charset="0"/>
              <a:ea typeface="宋体" panose="02010600030101010101" pitchFamily="2" charset="-122"/>
            </a:endParaRPr>
          </a:p>
        </p:txBody>
      </p:sp>
      <p:pic>
        <p:nvPicPr>
          <p:cNvPr id="241668" name="图片 4">
            <a:extLst>
              <a:ext uri="{FF2B5EF4-FFF2-40B4-BE49-F238E27FC236}">
                <a16:creationId xmlns:a16="http://schemas.microsoft.com/office/drawing/2014/main" id="{40213F04-B9AE-8D4B-9C3F-7742FC92836A}"/>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436394" y="289322"/>
            <a:ext cx="2414588" cy="1646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5586026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89" name="标题 1">
            <a:extLst>
              <a:ext uri="{FF2B5EF4-FFF2-40B4-BE49-F238E27FC236}">
                <a16:creationId xmlns:a16="http://schemas.microsoft.com/office/drawing/2014/main" id="{01A19F53-BAB7-6141-9B28-8A1493A2548D}"/>
              </a:ext>
            </a:extLst>
          </p:cNvPr>
          <p:cNvSpPr>
            <a:spLocks noGrp="1" noChangeArrowheads="1"/>
          </p:cNvSpPr>
          <p:nvPr>
            <p:ph type="title"/>
          </p:nvPr>
        </p:nvSpPr>
        <p:spPr/>
        <p:txBody>
          <a:bodyPr/>
          <a:lstStyle/>
          <a:p>
            <a:r>
              <a:rPr kumimoji="1" lang="zh-CN" altLang="en-US">
                <a:latin typeface="Times New Roman" panose="02020603050405020304" pitchFamily="18" charset="0"/>
                <a:ea typeface="宋体" panose="02010600030101010101" pitchFamily="2" charset="-122"/>
              </a:rPr>
              <a:t>物理层设备</a:t>
            </a:r>
          </a:p>
        </p:txBody>
      </p:sp>
      <p:sp>
        <p:nvSpPr>
          <p:cNvPr id="242690" name="内容占位符 2">
            <a:extLst>
              <a:ext uri="{FF2B5EF4-FFF2-40B4-BE49-F238E27FC236}">
                <a16:creationId xmlns:a16="http://schemas.microsoft.com/office/drawing/2014/main" id="{5A8792C3-C212-F74F-8760-04F92D6768B0}"/>
              </a:ext>
            </a:extLst>
          </p:cNvPr>
          <p:cNvSpPr>
            <a:spLocks noGrp="1" noChangeArrowheads="1"/>
          </p:cNvSpPr>
          <p:nvPr>
            <p:ph idx="1"/>
          </p:nvPr>
        </p:nvSpPr>
        <p:spPr/>
        <p:txBody>
          <a:bodyPr/>
          <a:lstStyle/>
          <a:p>
            <a:pPr marL="0" indent="0">
              <a:buNone/>
            </a:pPr>
            <a:r>
              <a:rPr kumimoji="1" lang="zh-CN" altLang="en-US" sz="2800" dirty="0">
                <a:latin typeface="Times New Roman" panose="02020603050405020304" pitchFamily="18" charset="0"/>
                <a:ea typeface="宋体" panose="02010600030101010101" pitchFamily="2" charset="-122"/>
              </a:rPr>
              <a:t>集线器</a:t>
            </a:r>
            <a:endParaRPr kumimoji="1" lang="en-US" altLang="zh-CN" sz="2800" dirty="0">
              <a:latin typeface="Times New Roman" panose="02020603050405020304" pitchFamily="18" charset="0"/>
              <a:ea typeface="宋体" panose="02010600030101010101" pitchFamily="2" charset="-122"/>
            </a:endParaRPr>
          </a:p>
          <a:p>
            <a:pPr marL="0" indent="0"/>
            <a:r>
              <a:rPr lang="zh-CN" altLang="en-US" dirty="0">
                <a:latin typeface="Times New Roman" panose="02020603050405020304" pitchFamily="18" charset="0"/>
                <a:ea typeface="宋体" panose="02010600030101010101" pitchFamily="2" charset="-122"/>
              </a:rPr>
              <a:t>主要功能是对接收到的</a:t>
            </a:r>
            <a:r>
              <a:rPr lang="zh-CN" altLang="en-US" dirty="0">
                <a:latin typeface="Times New Roman" panose="02020603050405020304" pitchFamily="18" charset="0"/>
                <a:ea typeface="宋体" panose="02010600030101010101" pitchFamily="2" charset="-122"/>
                <a:hlinkClick r:id="rId2"/>
              </a:rPr>
              <a:t>信号</a:t>
            </a:r>
            <a:r>
              <a:rPr lang="zh-CN" altLang="en-US" dirty="0">
                <a:latin typeface="Times New Roman" panose="02020603050405020304" pitchFamily="18" charset="0"/>
                <a:ea typeface="宋体" panose="02010600030101010101" pitchFamily="2" charset="-122"/>
              </a:rPr>
              <a:t>进行再生整形放大，以扩大网络的传输距离，同时把所有</a:t>
            </a:r>
            <a:r>
              <a:rPr lang="zh-CN" altLang="en-US" dirty="0">
                <a:latin typeface="Times New Roman" panose="02020603050405020304" pitchFamily="18" charset="0"/>
                <a:ea typeface="宋体" panose="02010600030101010101" pitchFamily="2" charset="-122"/>
                <a:hlinkClick r:id="rId3"/>
              </a:rPr>
              <a:t>节点</a:t>
            </a:r>
            <a:r>
              <a:rPr lang="zh-CN" altLang="en-US" dirty="0">
                <a:latin typeface="Times New Roman" panose="02020603050405020304" pitchFamily="18" charset="0"/>
                <a:ea typeface="宋体" panose="02010600030101010101" pitchFamily="2" charset="-122"/>
              </a:rPr>
              <a:t>集中在以它为中心的节点上。</a:t>
            </a:r>
            <a:endParaRPr lang="en-US" altLang="zh-CN" dirty="0">
              <a:latin typeface="Times New Roman" panose="02020603050405020304" pitchFamily="18" charset="0"/>
              <a:ea typeface="宋体" panose="02010600030101010101" pitchFamily="2" charset="-122"/>
            </a:endParaRPr>
          </a:p>
          <a:p>
            <a:pPr marL="0" indent="0"/>
            <a:r>
              <a:rPr lang="zh-CN" altLang="en-US" dirty="0">
                <a:latin typeface="Times New Roman" panose="02020603050405020304" pitchFamily="18" charset="0"/>
                <a:ea typeface="宋体" panose="02010600030101010101" pitchFamily="2" charset="-122"/>
              </a:rPr>
              <a:t>它工作于</a:t>
            </a:r>
            <a:r>
              <a:rPr lang="en-US" altLang="zh-CN" dirty="0">
                <a:latin typeface="Times New Roman" panose="02020603050405020304" pitchFamily="18" charset="0"/>
                <a:ea typeface="宋体" panose="02010600030101010101" pitchFamily="2" charset="-122"/>
              </a:rPr>
              <a:t>OSI(</a:t>
            </a:r>
            <a:r>
              <a:rPr lang="zh-CN" altLang="en-US" dirty="0">
                <a:latin typeface="Times New Roman" panose="02020603050405020304" pitchFamily="18" charset="0"/>
                <a:ea typeface="宋体" panose="02010600030101010101" pitchFamily="2" charset="-122"/>
                <a:hlinkClick r:id="rId4"/>
              </a:rPr>
              <a:t>开放系统互联</a:t>
            </a:r>
            <a:r>
              <a:rPr lang="zh-CN" altLang="en-US" dirty="0">
                <a:latin typeface="Times New Roman" panose="02020603050405020304" pitchFamily="18" charset="0"/>
                <a:ea typeface="宋体" panose="02010600030101010101" pitchFamily="2" charset="-122"/>
              </a:rPr>
              <a:t>参考模型</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参考模型第一层，即“</a:t>
            </a:r>
            <a:r>
              <a:rPr lang="zh-CN" altLang="en-US" dirty="0">
                <a:latin typeface="Times New Roman" panose="02020603050405020304" pitchFamily="18" charset="0"/>
                <a:ea typeface="宋体" panose="02010600030101010101" pitchFamily="2" charset="-122"/>
                <a:hlinkClick r:id="rId5"/>
              </a:rPr>
              <a:t>物理层</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a:p>
            <a:pPr marL="0" indent="0"/>
            <a:r>
              <a:rPr lang="zh-CN" altLang="en-US" dirty="0">
                <a:latin typeface="Times New Roman" panose="02020603050405020304" pitchFamily="18" charset="0"/>
                <a:ea typeface="宋体" panose="02010600030101010101" pitchFamily="2" charset="-122"/>
              </a:rPr>
              <a:t>集线器每个接口简单的收发比特，收到</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就转发</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，收到</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就转发</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，不进行碰撞检测。</a:t>
            </a:r>
            <a:endParaRPr kumimoji="1" lang="zh-CN" altLang="en-US" dirty="0">
              <a:latin typeface="Times New Roman" panose="02020603050405020304" pitchFamily="18" charset="0"/>
              <a:ea typeface="宋体" panose="02010600030101010101" pitchFamily="2" charset="-122"/>
            </a:endParaRPr>
          </a:p>
        </p:txBody>
      </p:sp>
      <p:sp>
        <p:nvSpPr>
          <p:cNvPr id="242691" name="幻灯片编号占位符 3">
            <a:extLst>
              <a:ext uri="{FF2B5EF4-FFF2-40B4-BE49-F238E27FC236}">
                <a16:creationId xmlns:a16="http://schemas.microsoft.com/office/drawing/2014/main" id="{B642D30C-7DD5-E34D-A363-3D9F8382142B}"/>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E3A81902-C846-D047-AF71-F9F83BAA1923}"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101</a:t>
            </a:fld>
            <a:endParaRPr lang="zh-CN" altLang="en-US" sz="1050">
              <a:solidFill>
                <a:srgbClr val="898989"/>
              </a:solidFill>
              <a:latin typeface="Tahoma" panose="020B0604030504040204" pitchFamily="34" charset="0"/>
              <a:ea typeface="宋体" panose="02010600030101010101" pitchFamily="2" charset="-122"/>
            </a:endParaRPr>
          </a:p>
        </p:txBody>
      </p:sp>
      <p:pic>
        <p:nvPicPr>
          <p:cNvPr id="242692" name="图片 4">
            <a:extLst>
              <a:ext uri="{FF2B5EF4-FFF2-40B4-BE49-F238E27FC236}">
                <a16:creationId xmlns:a16="http://schemas.microsoft.com/office/drawing/2014/main" id="{D89C8970-632B-CB44-A806-1E4FFEB2EB00}"/>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274469" y="86917"/>
            <a:ext cx="2483644" cy="1612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9831262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484A1EA-0EF2-B143-B9C5-A0B3D2379A4B}"/>
              </a:ext>
            </a:extLst>
          </p:cNvPr>
          <p:cNvSpPr>
            <a:spLocks noGrp="1"/>
          </p:cNvSpPr>
          <p:nvPr>
            <p:ph idx="1"/>
          </p:nvPr>
        </p:nvSpPr>
        <p:spPr>
          <a:xfrm>
            <a:off x="169523" y="1031278"/>
            <a:ext cx="8804953" cy="3708326"/>
          </a:xfrm>
        </p:spPr>
        <p:txBody>
          <a:bodyPr/>
          <a:lstStyle/>
          <a:p>
            <a:pPr eaLnBrk="1" hangingPunct="1">
              <a:spcBef>
                <a:spcPts val="0"/>
              </a:spcBef>
            </a:pPr>
            <a:r>
              <a:rPr lang="zh-CN" altLang="zh-CN" sz="2000" dirty="0">
                <a:latin typeface="微软雅黑" panose="020B0503020204020204" pitchFamily="34" charset="-122"/>
                <a:ea typeface="宋体" panose="02010600030101010101" pitchFamily="2" charset="-122"/>
              </a:rPr>
              <a:t>通信基础</a:t>
            </a:r>
          </a:p>
          <a:p>
            <a:pPr lvl="1" eaLnBrk="1" hangingPunct="1">
              <a:spcBef>
                <a:spcPts val="0"/>
              </a:spcBef>
              <a:buClr>
                <a:schemeClr val="folHlink"/>
              </a:buClr>
              <a:buSzPct val="60000"/>
            </a:pPr>
            <a:r>
              <a:rPr lang="zh-CN" altLang="zh-CN" dirty="0">
                <a:solidFill>
                  <a:srgbClr val="333399"/>
                </a:solidFill>
                <a:latin typeface="微软雅黑" panose="020B0503020204020204" pitchFamily="34" charset="-122"/>
                <a:ea typeface="宋体" panose="02010600030101010101" pitchFamily="2" charset="-122"/>
              </a:rPr>
              <a:t>信道、信号、宽带、码元、波特、速率等基本概念</a:t>
            </a:r>
          </a:p>
          <a:p>
            <a:pPr lvl="1" eaLnBrk="1" hangingPunct="1">
              <a:spcBef>
                <a:spcPts val="0"/>
              </a:spcBef>
              <a:buClr>
                <a:schemeClr val="folHlink"/>
              </a:buClr>
              <a:buSzPct val="60000"/>
            </a:pPr>
            <a:r>
              <a:rPr lang="zh-CN" altLang="zh-CN" dirty="0">
                <a:solidFill>
                  <a:srgbClr val="333399"/>
                </a:solidFill>
                <a:latin typeface="微软雅黑" panose="020B0503020204020204" pitchFamily="34" charset="-122"/>
                <a:ea typeface="宋体" panose="02010600030101010101" pitchFamily="2" charset="-122"/>
              </a:rPr>
              <a:t>奈奎斯特定理与香农定理</a:t>
            </a:r>
          </a:p>
          <a:p>
            <a:pPr eaLnBrk="1" hangingPunct="1">
              <a:spcBef>
                <a:spcPts val="0"/>
              </a:spcBef>
            </a:pPr>
            <a:r>
              <a:rPr lang="zh-CN" altLang="zh-CN" sz="2000" dirty="0">
                <a:latin typeface="微软雅黑" panose="020B0503020204020204" pitchFamily="34" charset="-122"/>
                <a:ea typeface="宋体" panose="02010600030101010101" pitchFamily="2" charset="-122"/>
              </a:rPr>
              <a:t>传输介质</a:t>
            </a:r>
            <a:endParaRPr lang="en-US" altLang="zh-CN" sz="2000" dirty="0">
              <a:latin typeface="微软雅黑" panose="020B0503020204020204" pitchFamily="34" charset="-122"/>
              <a:ea typeface="宋体" panose="02010600030101010101" pitchFamily="2" charset="-122"/>
            </a:endParaRPr>
          </a:p>
          <a:p>
            <a:pPr lvl="1" eaLnBrk="1" hangingPunct="1">
              <a:spcBef>
                <a:spcPts val="0"/>
              </a:spcBef>
              <a:buClr>
                <a:schemeClr val="folHlink"/>
              </a:buClr>
              <a:buSzPct val="60000"/>
            </a:pPr>
            <a:r>
              <a:rPr lang="zh-CN" altLang="zh-CN" dirty="0">
                <a:solidFill>
                  <a:srgbClr val="333399"/>
                </a:solidFill>
                <a:latin typeface="微软雅黑" panose="020B0503020204020204" pitchFamily="34" charset="-122"/>
                <a:ea typeface="宋体" panose="02010600030101010101" pitchFamily="2" charset="-122"/>
              </a:rPr>
              <a:t>双绞线、同轴电缆、光纤与无线传输介质</a:t>
            </a:r>
          </a:p>
          <a:p>
            <a:pPr lvl="1" eaLnBrk="1" hangingPunct="1">
              <a:spcBef>
                <a:spcPts val="0"/>
              </a:spcBef>
              <a:buClr>
                <a:schemeClr val="folHlink"/>
              </a:buClr>
              <a:buSzPct val="60000"/>
            </a:pPr>
            <a:r>
              <a:rPr lang="zh-CN" altLang="zh-CN" dirty="0">
                <a:solidFill>
                  <a:srgbClr val="333399"/>
                </a:solidFill>
                <a:latin typeface="微软雅黑" panose="020B0503020204020204" pitchFamily="34" charset="-122"/>
                <a:ea typeface="宋体" panose="02010600030101010101" pitchFamily="2" charset="-122"/>
              </a:rPr>
              <a:t>物理层接口的特性</a:t>
            </a:r>
            <a:endParaRPr lang="en-US" altLang="zh-CN" dirty="0">
              <a:solidFill>
                <a:srgbClr val="333399"/>
              </a:solidFill>
              <a:latin typeface="微软雅黑" panose="020B0503020204020204" pitchFamily="34" charset="-122"/>
              <a:ea typeface="宋体" panose="02010600030101010101" pitchFamily="2" charset="-122"/>
            </a:endParaRPr>
          </a:p>
          <a:p>
            <a:pPr eaLnBrk="1" hangingPunct="1">
              <a:spcBef>
                <a:spcPts val="0"/>
              </a:spcBef>
            </a:pPr>
            <a:r>
              <a:rPr lang="zh-CN" altLang="en-US" sz="2000" dirty="0">
                <a:latin typeface="微软雅黑" panose="020B0503020204020204" pitchFamily="34" charset="-122"/>
                <a:ea typeface="宋体" panose="02010600030101010101" pitchFamily="2" charset="-122"/>
              </a:rPr>
              <a:t>信道复用技术</a:t>
            </a:r>
            <a:endParaRPr lang="en-US" altLang="zh-CN" sz="2000" dirty="0">
              <a:latin typeface="微软雅黑" panose="020B0503020204020204" pitchFamily="34" charset="-122"/>
              <a:ea typeface="宋体" panose="02010600030101010101" pitchFamily="2" charset="-122"/>
            </a:endParaRPr>
          </a:p>
          <a:p>
            <a:pPr lvl="1" eaLnBrk="1" hangingPunct="1">
              <a:spcBef>
                <a:spcPts val="0"/>
              </a:spcBef>
              <a:buClr>
                <a:schemeClr val="folHlink"/>
              </a:buClr>
              <a:buSzPct val="60000"/>
            </a:pPr>
            <a:r>
              <a:rPr lang="zh-CN" altLang="zh-CN" dirty="0">
                <a:solidFill>
                  <a:srgbClr val="333399"/>
                </a:solidFill>
                <a:latin typeface="微软雅黑" panose="020B0503020204020204" pitchFamily="34" charset="-122"/>
                <a:ea typeface="宋体" panose="02010600030101010101" pitchFamily="2" charset="-122"/>
              </a:rPr>
              <a:t>频分多路复用、时分多路复用、波分多路复用、码分多路复用的概念和基本原理。</a:t>
            </a:r>
          </a:p>
          <a:p>
            <a:pPr eaLnBrk="1" hangingPunct="1">
              <a:spcBef>
                <a:spcPts val="0"/>
              </a:spcBef>
            </a:pPr>
            <a:r>
              <a:rPr lang="zh-CN" altLang="zh-CN" sz="2000" dirty="0">
                <a:latin typeface="微软雅黑" panose="020B0503020204020204" pitchFamily="34" charset="-122"/>
                <a:ea typeface="宋体" panose="02010600030101010101" pitchFamily="2" charset="-122"/>
              </a:rPr>
              <a:t>物理层设备</a:t>
            </a:r>
          </a:p>
          <a:p>
            <a:pPr lvl="1" eaLnBrk="1" hangingPunct="1">
              <a:spcBef>
                <a:spcPts val="0"/>
              </a:spcBef>
              <a:buClr>
                <a:schemeClr val="folHlink"/>
              </a:buClr>
              <a:buSzPct val="60000"/>
            </a:pPr>
            <a:r>
              <a:rPr lang="zh-CN" altLang="zh-CN" dirty="0">
                <a:solidFill>
                  <a:srgbClr val="333399"/>
                </a:solidFill>
                <a:latin typeface="微软雅黑" panose="020B0503020204020204" pitchFamily="34" charset="-122"/>
                <a:ea typeface="宋体" panose="02010600030101010101" pitchFamily="2" charset="-122"/>
              </a:rPr>
              <a:t>中继器</a:t>
            </a:r>
          </a:p>
          <a:p>
            <a:pPr lvl="1" eaLnBrk="1" hangingPunct="1">
              <a:spcBef>
                <a:spcPts val="0"/>
              </a:spcBef>
              <a:buClr>
                <a:schemeClr val="folHlink"/>
              </a:buClr>
              <a:buSzPct val="60000"/>
            </a:pPr>
            <a:r>
              <a:rPr lang="zh-CN" altLang="zh-CN" dirty="0">
                <a:solidFill>
                  <a:srgbClr val="333399"/>
                </a:solidFill>
                <a:latin typeface="微软雅黑" panose="020B0503020204020204" pitchFamily="34" charset="-122"/>
                <a:ea typeface="宋体" panose="02010600030101010101" pitchFamily="2" charset="-122"/>
              </a:rPr>
              <a:t>集线器</a:t>
            </a:r>
          </a:p>
        </p:txBody>
      </p:sp>
      <p:sp>
        <p:nvSpPr>
          <p:cNvPr id="243713" name="幻灯片编号占位符 1">
            <a:extLst>
              <a:ext uri="{FF2B5EF4-FFF2-40B4-BE49-F238E27FC236}">
                <a16:creationId xmlns:a16="http://schemas.microsoft.com/office/drawing/2014/main" id="{EA2BC922-55FD-3447-B9AD-A18F734692BD}"/>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fld id="{39528CDD-F364-5C44-BE5C-4138E0055DAC}" type="slidenum">
              <a:rPr lang="zh-CN" altLang="en-US" sz="1050">
                <a:solidFill>
                  <a:srgbClr val="898989"/>
                </a:solidFill>
                <a:latin typeface="Tahoma" panose="020B0604030504040204" pitchFamily="34" charset="0"/>
                <a:ea typeface="宋体" panose="02010600030101010101" pitchFamily="2" charset="-122"/>
              </a:rPr>
              <a:pPr>
                <a:spcBef>
                  <a:spcPct val="0"/>
                </a:spcBef>
                <a:buClrTx/>
                <a:buSzTx/>
                <a:buFontTx/>
                <a:buNone/>
              </a:pPr>
              <a:t>102</a:t>
            </a:fld>
            <a:endParaRPr lang="zh-CN" altLang="en-US" sz="1050">
              <a:solidFill>
                <a:srgbClr val="898989"/>
              </a:solidFill>
              <a:latin typeface="Tahoma" panose="020B0604030504040204" pitchFamily="34" charset="0"/>
              <a:ea typeface="宋体" panose="02010600030101010101" pitchFamily="2" charset="-122"/>
            </a:endParaRPr>
          </a:p>
        </p:txBody>
      </p:sp>
      <p:sp>
        <p:nvSpPr>
          <p:cNvPr id="2" name="标题 1">
            <a:extLst>
              <a:ext uri="{FF2B5EF4-FFF2-40B4-BE49-F238E27FC236}">
                <a16:creationId xmlns:a16="http://schemas.microsoft.com/office/drawing/2014/main" id="{9E7D041D-B254-4F4A-93FA-9681B01DEB7F}"/>
              </a:ext>
            </a:extLst>
          </p:cNvPr>
          <p:cNvSpPr>
            <a:spLocks noGrp="1"/>
          </p:cNvSpPr>
          <p:nvPr>
            <p:ph type="title"/>
          </p:nvPr>
        </p:nvSpPr>
        <p:spPr/>
        <p:txBody>
          <a:bodyPr/>
          <a:lstStyle/>
          <a:p>
            <a:r>
              <a:rPr lang="zh-CN" altLang="en-US" dirty="0">
                <a:latin typeface="微软雅黑" panose="020B0503020204020204" pitchFamily="34" charset="-122"/>
                <a:ea typeface="宋体" panose="02010600030101010101" pitchFamily="2" charset="-122"/>
              </a:rPr>
              <a:t>本章小结</a:t>
            </a:r>
            <a:endParaRPr kumimoji="1" lang="zh-CN" altLang="en-US" dirty="0"/>
          </a:p>
        </p:txBody>
      </p:sp>
    </p:spTree>
    <p:extLst>
      <p:ext uri="{BB962C8B-B14F-4D97-AF65-F5344CB8AC3E}">
        <p14:creationId xmlns:p14="http://schemas.microsoft.com/office/powerpoint/2010/main" val="282821244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4737" name="标题 1">
            <a:extLst>
              <a:ext uri="{FF2B5EF4-FFF2-40B4-BE49-F238E27FC236}">
                <a16:creationId xmlns:a16="http://schemas.microsoft.com/office/drawing/2014/main" id="{602F581E-F420-D24F-883C-41729E13CCDE}"/>
              </a:ext>
            </a:extLst>
          </p:cNvPr>
          <p:cNvSpPr>
            <a:spLocks noGrp="1" noChangeArrowheads="1"/>
          </p:cNvSpPr>
          <p:nvPr>
            <p:ph type="ctrTitle"/>
          </p:nvPr>
        </p:nvSpPr>
        <p:spPr>
          <a:xfrm>
            <a:off x="1818085" y="1762125"/>
            <a:ext cx="5829300" cy="1096566"/>
          </a:xfrm>
        </p:spPr>
        <p:txBody>
          <a:bodyPr/>
          <a:lstStyle/>
          <a:p>
            <a:pPr algn="ctr"/>
            <a:r>
              <a:rPr kumimoji="1" lang="en-US" altLang="zh-CN" sz="4500">
                <a:latin typeface="Times New Roman" panose="02020603050405020304" pitchFamily="18" charset="0"/>
                <a:ea typeface="宋体" panose="02010600030101010101" pitchFamily="2" charset="-122"/>
              </a:rPr>
              <a:t>END</a:t>
            </a:r>
            <a:r>
              <a:rPr kumimoji="1" lang="zh-CN" altLang="en-US" sz="4500">
                <a:latin typeface="Times New Roman" panose="02020603050405020304" pitchFamily="18" charset="0"/>
                <a:ea typeface="宋体" panose="02010600030101010101" pitchFamily="2" charset="-122"/>
              </a:rPr>
              <a:t>！</a:t>
            </a:r>
          </a:p>
        </p:txBody>
      </p:sp>
    </p:spTree>
    <p:extLst>
      <p:ext uri="{BB962C8B-B14F-4D97-AF65-F5344CB8AC3E}">
        <p14:creationId xmlns:p14="http://schemas.microsoft.com/office/powerpoint/2010/main" val="1062448956"/>
      </p:ext>
    </p:extLst>
  </p:cSld>
  <p:clrMapOvr>
    <a:masterClrMapping/>
  </p:clrMapOvr>
</p:sld>
</file>

<file path=ppt/theme/theme1.xml><?xml version="1.0" encoding="utf-8"?>
<a:theme xmlns:a="http://schemas.openxmlformats.org/drawingml/2006/main" name="自定义设计方案">
  <a:themeElements>
    <a:clrScheme name="绿色">
      <a:dk1>
        <a:srgbClr val="000000"/>
      </a:dk1>
      <a:lt1>
        <a:srgbClr val="FFFFFF"/>
      </a:lt1>
      <a:dk2>
        <a:srgbClr val="455F51"/>
      </a:dk2>
      <a:lt2>
        <a:srgbClr val="E3DED1"/>
      </a:lt2>
      <a:accent1>
        <a:srgbClr val="549E39"/>
      </a:accent1>
      <a:accent2>
        <a:srgbClr val="8AB833"/>
      </a:accent2>
      <a:accent3>
        <a:srgbClr val="FFFFFF"/>
      </a:accent3>
      <a:accent4>
        <a:srgbClr val="000000"/>
      </a:accent4>
      <a:accent5>
        <a:srgbClr val="B3CCAE"/>
      </a:accent5>
      <a:accent6>
        <a:srgbClr val="7DA62D"/>
      </a:accent6>
      <a:hlink>
        <a:srgbClr val="6B9F25"/>
      </a:hlink>
      <a:folHlink>
        <a:srgbClr val="BA6906"/>
      </a:folHlink>
    </a:clrScheme>
    <a:fontScheme name="微软雅黑">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43742</TotalTime>
  <Pages>0</Pages>
  <Words>7453</Words>
  <Characters>0</Characters>
  <Application>Microsoft Macintosh PowerPoint</Application>
  <DocSecurity>0</DocSecurity>
  <PresentationFormat>全屏显示(16:9)</PresentationFormat>
  <Lines>0</Lines>
  <Paragraphs>1071</Paragraphs>
  <Slides>103</Slides>
  <Notes>96</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3</vt:i4>
      </vt:variant>
      <vt:variant>
        <vt:lpstr>幻灯片标题</vt:lpstr>
      </vt:variant>
      <vt:variant>
        <vt:i4>103</vt:i4>
      </vt:variant>
    </vt:vector>
  </HeadingPairs>
  <TitlesOfParts>
    <vt:vector size="118" baseType="lpstr">
      <vt:lpstr>Calibri Light</vt:lpstr>
      <vt:lpstr>Comic Sans MS</vt:lpstr>
      <vt:lpstr>黑体</vt:lpstr>
      <vt:lpstr>Times New Roman</vt:lpstr>
      <vt:lpstr>Cambria Math</vt:lpstr>
      <vt:lpstr>Calibri</vt:lpstr>
      <vt:lpstr>Wingdings</vt:lpstr>
      <vt:lpstr>微软雅黑</vt:lpstr>
      <vt:lpstr>Arial</vt:lpstr>
      <vt:lpstr>Tahoma</vt:lpstr>
      <vt:lpstr>黑体</vt:lpstr>
      <vt:lpstr>自定义设计方案</vt:lpstr>
      <vt:lpstr>Equation</vt:lpstr>
      <vt:lpstr>Picture2</vt:lpstr>
      <vt:lpstr>公式</vt:lpstr>
      <vt:lpstr>计算机网络（第 6/7/8 版）</vt:lpstr>
      <vt:lpstr>第 2 章  物理层</vt:lpstr>
      <vt:lpstr>第 2 章  物理层（续）</vt:lpstr>
      <vt:lpstr>2.1  物理层的基本概念</vt:lpstr>
      <vt:lpstr>2.2  数据通信的基础知识</vt:lpstr>
      <vt:lpstr>几个术语</vt:lpstr>
      <vt:lpstr> 2.2.2  有关信号的几个基本概念</vt:lpstr>
      <vt:lpstr>基带(baseband)信号和带通(band pass)信号 </vt:lpstr>
      <vt:lpstr>基带信号和宽带信号 </vt:lpstr>
      <vt:lpstr>几种最基本的调制方法 </vt:lpstr>
      <vt:lpstr>对基带数字信号的几种调制方法 </vt:lpstr>
      <vt:lpstr>几种最基本的调制方法</vt:lpstr>
      <vt:lpstr>常用的三种调制技术</vt:lpstr>
      <vt:lpstr>PowerPoint 演示文稿</vt:lpstr>
      <vt:lpstr>PowerPoint 演示文稿</vt:lpstr>
      <vt:lpstr>正交调制 QAM </vt:lpstr>
      <vt:lpstr>QAM-16格雷码</vt:lpstr>
      <vt:lpstr>调制解调器的速率 </vt:lpstr>
      <vt:lpstr>调制解调器使用异步通信方式 </vt:lpstr>
      <vt:lpstr>数字传输系统 </vt:lpstr>
      <vt:lpstr>脉码调制PCM</vt:lpstr>
      <vt:lpstr>PCM的基本原理</vt:lpstr>
      <vt:lpstr>PCM的基本原理</vt:lpstr>
      <vt:lpstr>时分复用 </vt:lpstr>
      <vt:lpstr>PCM的基本原理</vt:lpstr>
      <vt:lpstr>E1 的时分复用帧 </vt:lpstr>
      <vt:lpstr>2.2.3  信道的极限容量 </vt:lpstr>
      <vt:lpstr>数字信号通过实际的信道 </vt:lpstr>
      <vt:lpstr>信道能够通过的频率范围</vt:lpstr>
      <vt:lpstr>尼氏(Nyquist)准则 </vt:lpstr>
      <vt:lpstr>要强调以下三点 </vt:lpstr>
      <vt:lpstr>要注意 </vt:lpstr>
      <vt:lpstr>波特率（baud）和比特率（bit）的关系</vt:lpstr>
      <vt:lpstr>(2) 信噪比 </vt:lpstr>
      <vt:lpstr> </vt:lpstr>
      <vt:lpstr>香农公式表明 </vt:lpstr>
      <vt:lpstr>请注意 </vt:lpstr>
      <vt:lpstr>尼氏与香农公式举例</vt:lpstr>
      <vt:lpstr>尼氏与香农公式举例</vt:lpstr>
      <vt:lpstr>2.3 物理层下面的传输媒体</vt:lpstr>
      <vt:lpstr>2.3.1 导引型传输媒体</vt:lpstr>
      <vt:lpstr>双裸线</vt:lpstr>
      <vt:lpstr>各种电缆</vt:lpstr>
      <vt:lpstr>双绞线(Twisted-pair)</vt:lpstr>
      <vt:lpstr>双绞线上的噪声效应</vt:lpstr>
      <vt:lpstr>平行线上的噪声效应</vt:lpstr>
      <vt:lpstr>STP(Shielded Twisted-Pair)电缆</vt:lpstr>
      <vt:lpstr>10BASET的含义</vt:lpstr>
      <vt:lpstr>同轴电缆(Coaxial Cable)</vt:lpstr>
      <vt:lpstr>同轴电缆的种类</vt:lpstr>
      <vt:lpstr>10BASE5的含义</vt:lpstr>
      <vt:lpstr>10BASE5</vt:lpstr>
      <vt:lpstr>10BASE2的含义</vt:lpstr>
      <vt:lpstr>双裸线、双绞线、铜轴电缆的优缺点</vt:lpstr>
      <vt:lpstr>光线在光纤中的折射 </vt:lpstr>
      <vt:lpstr>光纤的工作原理</vt:lpstr>
      <vt:lpstr>多模光纤与单模光纤</vt:lpstr>
      <vt:lpstr>2.3.2  非导引型传输媒体 </vt:lpstr>
      <vt:lpstr>无线局域网使用的 ISM 频段</vt:lpstr>
      <vt:lpstr>2.4  信道复用技术</vt:lpstr>
      <vt:lpstr>频分复用 FDM(Frequency Division Multiplexing) </vt:lpstr>
      <vt:lpstr>时分复用TDM(Time Division Multiplexing) </vt:lpstr>
      <vt:lpstr>时分复用 </vt:lpstr>
      <vt:lpstr>时分复用可能会造成线路资源的浪费 </vt:lpstr>
      <vt:lpstr>统计时分复用 STDM(Statistic TDM)  </vt:lpstr>
      <vt:lpstr>2.4.2   波分复用 WDM(Wavelength Division Multiplexing)  </vt:lpstr>
      <vt:lpstr>2.4.3   码分复用 CDM(Code Division Multiplexing)  </vt:lpstr>
      <vt:lpstr>Frequency Hopping CDMA</vt:lpstr>
      <vt:lpstr>Direct Sequence CDMA</vt:lpstr>
      <vt:lpstr>码片序列(chip sequence) </vt:lpstr>
      <vt:lpstr>Encoding Example</vt:lpstr>
      <vt:lpstr>Bandwidth</vt:lpstr>
      <vt:lpstr>Spread Spectrum Technique</vt:lpstr>
      <vt:lpstr>CDMA Decoding</vt:lpstr>
      <vt:lpstr>CDMA Decoding Example</vt:lpstr>
      <vt:lpstr>PowerPoint 演示文稿</vt:lpstr>
      <vt:lpstr>Multiuser Scenario</vt:lpstr>
      <vt:lpstr>PowerPoint 演示文稿</vt:lpstr>
      <vt:lpstr>码片序列的正交关系 </vt:lpstr>
      <vt:lpstr>The Meaning of Correlation</vt:lpstr>
      <vt:lpstr>Generation of Signature Sequences</vt:lpstr>
      <vt:lpstr>Orthogonal Codes</vt:lpstr>
      <vt:lpstr>Walsh Codes</vt:lpstr>
      <vt:lpstr>Iterative Construction</vt:lpstr>
      <vt:lpstr>Signature Sequences</vt:lpstr>
      <vt:lpstr>IS-95 Forward Link</vt:lpstr>
      <vt:lpstr>PN Sequences</vt:lpstr>
      <vt:lpstr>Shift Register Implementation: An Example</vt:lpstr>
      <vt:lpstr>2.5  数字传输系统</vt:lpstr>
      <vt:lpstr>旧的数字传输系统存在着许多缺点</vt:lpstr>
      <vt:lpstr>同步光纤网 SONET</vt:lpstr>
      <vt:lpstr>同步数字系列 SDH </vt:lpstr>
      <vt:lpstr>SONET的OC级/STS级与SDH的STM级的对应关系</vt:lpstr>
      <vt:lpstr>2.6  宽带接入技术</vt:lpstr>
      <vt:lpstr>DSL 的几种类型 </vt:lpstr>
      <vt:lpstr>ADSL 的极限传输距离</vt:lpstr>
      <vt:lpstr>2.6.2  光纤同轴混合网HFC (Hybrid Fiber Coax)</vt:lpstr>
      <vt:lpstr>HFC 的主要特点 </vt:lpstr>
      <vt:lpstr>2.6.3  FTTx 技术 </vt:lpstr>
      <vt:lpstr>物理层设备</vt:lpstr>
      <vt:lpstr>物理层设备</vt:lpstr>
      <vt:lpstr>本章小结</vt:lpstr>
      <vt:lpstr>END！</vt:lpstr>
    </vt:vector>
  </TitlesOfParts>
  <Company>Microsoft</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Mcx</dc:creator>
  <cp:lastModifiedBy>Microsoft Office User</cp:lastModifiedBy>
  <cp:revision>916</cp:revision>
  <cp:lastPrinted>2015-10-13T11:51:46Z</cp:lastPrinted>
  <dcterms:created xsi:type="dcterms:W3CDTF">2014-11-23T16:31:00Z</dcterms:created>
  <dcterms:modified xsi:type="dcterms:W3CDTF">2025-09-19T10:46:00Z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2052-9.1.0.4866</vt:lpwstr>
  </property>
</Properties>
</file>